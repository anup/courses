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9"/>
  </p:notesMasterIdLst>
  <p:sldIdLst>
    <p:sldId id="256" r:id="rId2"/>
    <p:sldId id="260" r:id="rId3"/>
    <p:sldId id="261" r:id="rId4"/>
    <p:sldId id="262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361" r:id="rId15"/>
    <p:sldId id="257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300" r:id="rId42"/>
    <p:sldId id="301" r:id="rId43"/>
    <p:sldId id="302" r:id="rId44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312" r:id="rId54"/>
    <p:sldId id="313" r:id="rId55"/>
    <p:sldId id="314" r:id="rId56"/>
    <p:sldId id="315" r:id="rId57"/>
    <p:sldId id="316" r:id="rId58"/>
    <p:sldId id="328" r:id="rId59"/>
    <p:sldId id="329" r:id="rId60"/>
    <p:sldId id="318" r:id="rId61"/>
    <p:sldId id="319" r:id="rId62"/>
    <p:sldId id="320" r:id="rId63"/>
    <p:sldId id="321" r:id="rId64"/>
    <p:sldId id="322" r:id="rId65"/>
    <p:sldId id="323" r:id="rId66"/>
    <p:sldId id="324" r:id="rId67"/>
    <p:sldId id="325" r:id="rId68"/>
    <p:sldId id="326" r:id="rId69"/>
    <p:sldId id="327" r:id="rId70"/>
    <p:sldId id="330" r:id="rId71"/>
    <p:sldId id="332" r:id="rId72"/>
    <p:sldId id="333" r:id="rId73"/>
    <p:sldId id="334" r:id="rId74"/>
    <p:sldId id="335" r:id="rId75"/>
    <p:sldId id="336" r:id="rId76"/>
    <p:sldId id="337" r:id="rId77"/>
    <p:sldId id="338" r:id="rId78"/>
    <p:sldId id="339" r:id="rId79"/>
    <p:sldId id="341" r:id="rId80"/>
    <p:sldId id="342" r:id="rId81"/>
    <p:sldId id="343" r:id="rId82"/>
    <p:sldId id="362" r:id="rId83"/>
    <p:sldId id="344" r:id="rId84"/>
    <p:sldId id="345" r:id="rId85"/>
    <p:sldId id="346" r:id="rId86"/>
    <p:sldId id="347" r:id="rId87"/>
    <p:sldId id="348" r:id="rId88"/>
    <p:sldId id="349" r:id="rId89"/>
    <p:sldId id="350" r:id="rId90"/>
    <p:sldId id="352" r:id="rId91"/>
    <p:sldId id="353" r:id="rId92"/>
    <p:sldId id="354" r:id="rId93"/>
    <p:sldId id="355" r:id="rId94"/>
    <p:sldId id="357" r:id="rId95"/>
    <p:sldId id="358" r:id="rId96"/>
    <p:sldId id="359" r:id="rId97"/>
    <p:sldId id="360" r:id="rId9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CEF2"/>
    <a:srgbClr val="941651"/>
    <a:srgbClr val="424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81"/>
    <p:restoredTop sz="94762"/>
  </p:normalViewPr>
  <p:slideViewPr>
    <p:cSldViewPr snapToGrid="0">
      <p:cViewPr varScale="1">
        <p:scale>
          <a:sx n="58" d="100"/>
          <a:sy n="58" d="100"/>
        </p:scale>
        <p:origin x="280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notesMaster" Target="notesMasters/notesMaster1.xml"/><Relationship Id="rId10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9" name="Shape 16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93955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1211E-8788-3F1E-6D7F-BDF366C6C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1379A0-A388-AF04-8B02-CC4D5F4155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2E83C3-284D-C155-5E00-02DC070D6B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9675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D0AB5-2A16-1879-0677-A14389F52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AC1C2A-ECAC-CB68-B668-584D9202AF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075363-BEB2-E7F2-8152-BB9E16538D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52754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FDAB7-0EEA-2694-AA41-C79B0DB2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A628DB-7125-DC1C-D804-5A6C2DDA0D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806654-4FA3-816C-C9C2-7AA36F5FE1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7557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2A6EA-83A2-ED2F-7414-2069191BA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CC95DF-EC68-AEF4-DC91-8B54E52FA1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91A147-215E-4B95-312E-3282F59767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3418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F1E55-CB17-970E-FA3F-BF3529176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C60864-9745-1779-8321-54FFAE35A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ABD778-6BFF-E19D-81F1-B10ABF542B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5793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2176C-C543-D5E0-8FF3-FF8D406C2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B0DD96-C8AC-4205-9760-7C5B79CB38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62FCE1-F6C1-55F3-8153-5A76413022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8219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E87FC-5318-9888-80AB-F59E8FFE9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E977C2-CCAB-5086-3A04-D0BB5B3BAE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E4E019-56F5-E570-D224-A3AEA0C71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0102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C9148-2A54-C513-F711-F3945E047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561802-0292-657C-FB56-B9C200B860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E031C2-3438-0128-CB98-28803EE116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7685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A5E1F-8C84-0A2E-91BE-ABBBD2374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ED23BD-7820-FAF7-70EA-99B501B181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37C6AD-8DC6-2DA7-E065-E570165ABE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2370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5BCB7-06EA-1382-C471-36C382068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42C712-9A6A-ACD8-FCD6-D3ABEACF1C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A15704-FF81-9811-4F93-9D69060BD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7974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19D36-F042-AB96-E4A3-B1C34AA1D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DB063A-85EC-6090-786B-9C0060C548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339BFB-A324-FA10-551B-0F96C8A2BB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7717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EB3C2-445C-EB16-08BE-A7B5227D4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42AAC8-E487-C03C-4D75-54C68D0C94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1DADC7-7F3E-C15E-4A91-C868C300A1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39417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7496E-63FC-C71D-95AB-0EC7193A1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CA1855-53AE-1FB7-6B80-90FAD3ED06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CD0B61-ECDC-7187-BB9E-5AA52CC3D2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433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77C3C-927C-9B6C-0BFD-26F7FC228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1834ED-1C73-4125-086A-61485F5DC7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F39653-EFFC-6B84-AA11-A295C08587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6593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D8E4D-9832-7811-0C51-3124A40CF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23CF2A-34EE-CE91-9FBC-E737632BDC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B5CA69-ED10-64F1-CB0F-213338A713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5142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E2A1B-5C47-3C34-D1DE-1B0DD28BC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5E3127-C1E3-6569-9EBF-87F1BA7DE3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005A6A-A6D3-F9D9-BBC6-06C4DF4CB0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9429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C970A-DE0A-0EF6-4712-E3E278F01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EEB7D6-0525-AB36-6863-E70BDCABEF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09F803-32EC-F8DB-D297-7DC6BF8341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9871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90FE1-E1A6-4929-9433-62BA7A1E5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1C3952-6481-B295-53B7-27782D444B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D60489-93C4-494C-609F-95907535FA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02589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>
            <a:spLocks noGrp="1"/>
          </p:cNvSpPr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23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"/>
          <p:cNvSpPr>
            <a:spLocks noGrp="1"/>
          </p:cNvSpPr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Bowl of pappardelle pasta with parsley butter, roasted hazelnuts and shaved parmesan cheese"/>
          <p:cNvSpPr>
            <a:spLocks noGrp="1"/>
          </p:cNvSpPr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7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8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10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1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109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Agenda Subtitle</a:t>
            </a:r>
          </a:p>
        </p:txBody>
      </p:sp>
      <p:sp>
        <p:nvSpPr>
          <p:cNvPr id="110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7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Fact information</a:t>
            </a:r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Attribution</a:t>
            </a:r>
          </a:p>
        </p:txBody>
      </p:sp>
      <p:sp>
        <p:nvSpPr>
          <p:cNvPr id="13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 and chopsticks"/>
          <p:cNvSpPr>
            <a:spLocks noGrp="1"/>
          </p:cNvSpPr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5" name="Bowl with salmon cakes, salad and houmous "/>
          <p:cNvSpPr>
            <a:spLocks noGrp="1"/>
          </p:cNvSpPr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6" name="Bowl of pappardelle pasta with parsley butter, roasted hazelnuts and shaved parmesan cheese"/>
          <p:cNvSpPr>
            <a:spLocks noGrp="1"/>
          </p:cNvSpPr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 and chopsticks"/>
          <p:cNvSpPr>
            <a:spLocks noGrp="1"/>
          </p:cNvSpPr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61595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7.png"/><Relationship Id="rId4" Type="http://schemas.openxmlformats.org/officeDocument/2006/relationships/image" Target="../media/image22.png"/><Relationship Id="rId9" Type="http://schemas.openxmlformats.org/officeDocument/2006/relationships/image" Target="../media/image29.png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9.png"/><Relationship Id="rId4" Type="http://schemas.openxmlformats.org/officeDocument/2006/relationships/image" Target="../media/image22.png"/><Relationship Id="rId9" Type="http://schemas.openxmlformats.org/officeDocument/2006/relationships/image" Target="../media/image28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7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andy: A problem on leetcode"/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ma14:wrappingTextBoxFlag xmlns:mc="http://schemas.openxmlformats.org/markup-compatibility/2006" xmlns:a14="http://schemas.microsoft.com/office/drawing/2010/main" xmlns:ma14="http://schemas.microsoft.com/office/mac/drawingml/2011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r>
              <a:rPr lang="en-US" sz="14400" dirty="0">
                <a:latin typeface="Chalkduster" panose="03050602040202020205" pitchFamily="66" charset="77"/>
                <a:cs typeface="Fave Script Bold Pro" panose="020F0502020204030204" pitchFamily="34" charset="0"/>
              </a:rPr>
              <a:t>Partition</a:t>
            </a:r>
            <a:endParaRPr sz="144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BD875AD-C1A4-782A-7C73-87B4BD561FE3}"/>
              </a:ext>
            </a:extLst>
          </p:cNvPr>
          <p:cNvSpPr/>
          <p:nvPr/>
        </p:nvSpPr>
        <p:spPr>
          <a:xfrm>
            <a:off x="9185181" y="103235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33388D5-E7C4-2CF0-30E6-6B90044440A6}"/>
              </a:ext>
            </a:extLst>
          </p:cNvPr>
          <p:cNvSpPr/>
          <p:nvPr/>
        </p:nvSpPr>
        <p:spPr>
          <a:xfrm>
            <a:off x="11194962" y="100881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8D39845-099A-4A54-4BC7-9B18E110F5C0}"/>
              </a:ext>
            </a:extLst>
          </p:cNvPr>
          <p:cNvSpPr/>
          <p:nvPr/>
        </p:nvSpPr>
        <p:spPr>
          <a:xfrm>
            <a:off x="13204743" y="100881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4B4C934-825D-A0D8-1D8A-BD4B95FA5B5D}"/>
              </a:ext>
            </a:extLst>
          </p:cNvPr>
          <p:cNvSpPr/>
          <p:nvPr/>
        </p:nvSpPr>
        <p:spPr>
          <a:xfrm>
            <a:off x="15214524" y="100881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76E8783-8F80-7BEF-0E73-6A3C38F5B444}"/>
              </a:ext>
            </a:extLst>
          </p:cNvPr>
          <p:cNvSpPr/>
          <p:nvPr/>
        </p:nvSpPr>
        <p:spPr>
          <a:xfrm>
            <a:off x="17224305" y="100881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98ED68D-15EA-F66A-48B8-73D3C9A2EB90}"/>
              </a:ext>
            </a:extLst>
          </p:cNvPr>
          <p:cNvSpPr/>
          <p:nvPr/>
        </p:nvSpPr>
        <p:spPr>
          <a:xfrm>
            <a:off x="6551851" y="104413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4CEED0C-454E-771E-134C-238ACCFE3BC6}"/>
              </a:ext>
            </a:extLst>
          </p:cNvPr>
          <p:cNvSpPr/>
          <p:nvPr/>
        </p:nvSpPr>
        <p:spPr>
          <a:xfrm>
            <a:off x="722220" y="4268366"/>
            <a:ext cx="23105484" cy="37911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Write a function that takes this array and does the following: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Take the first element of the array as the </a:t>
            </a: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pivot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(in this case, 9).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Rearrange the array so that all elements less than 9 are placed to the left of the 9, and all elements greater than 9 are placed to the right of the 9.</a:t>
            </a:r>
          </a:p>
        </p:txBody>
      </p:sp>
    </p:spTree>
    <p:extLst>
      <p:ext uri="{BB962C8B-B14F-4D97-AF65-F5344CB8AC3E}">
        <p14:creationId xmlns:p14="http://schemas.microsoft.com/office/powerpoint/2010/main" val="1576487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11FC7-3E3B-68D0-8057-09A14588B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92E1B3B-DDF2-A4D5-98C7-E70BAA070DB4}"/>
              </a:ext>
            </a:extLst>
          </p:cNvPr>
          <p:cNvSpPr/>
          <p:nvPr/>
        </p:nvSpPr>
        <p:spPr>
          <a:xfrm>
            <a:off x="9185181" y="103235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DFAF8AB-0379-856A-9548-919E682ADCC3}"/>
              </a:ext>
            </a:extLst>
          </p:cNvPr>
          <p:cNvSpPr/>
          <p:nvPr/>
        </p:nvSpPr>
        <p:spPr>
          <a:xfrm>
            <a:off x="11194962" y="100881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0A8DD66-B5DB-AC9A-96CC-09DFF22C4560}"/>
              </a:ext>
            </a:extLst>
          </p:cNvPr>
          <p:cNvSpPr/>
          <p:nvPr/>
        </p:nvSpPr>
        <p:spPr>
          <a:xfrm>
            <a:off x="13204743" y="100881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CD95BAD-22AF-1F70-8458-C048BC2FAF09}"/>
              </a:ext>
            </a:extLst>
          </p:cNvPr>
          <p:cNvSpPr/>
          <p:nvPr/>
        </p:nvSpPr>
        <p:spPr>
          <a:xfrm>
            <a:off x="15214524" y="1008813"/>
            <a:ext cx="1080000" cy="103290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2D1481E-05C4-CFF2-60F8-FEF4DCCF95CF}"/>
              </a:ext>
            </a:extLst>
          </p:cNvPr>
          <p:cNvSpPr/>
          <p:nvPr/>
        </p:nvSpPr>
        <p:spPr>
          <a:xfrm>
            <a:off x="17224305" y="100881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537E49D-D079-1EBB-516E-2580B6463B6D}"/>
              </a:ext>
            </a:extLst>
          </p:cNvPr>
          <p:cNvSpPr/>
          <p:nvPr/>
        </p:nvSpPr>
        <p:spPr>
          <a:xfrm>
            <a:off x="6551851" y="104413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BCEB3DC-A4C4-7DF4-2A53-BEE6294B2319}"/>
              </a:ext>
            </a:extLst>
          </p:cNvPr>
          <p:cNvSpPr/>
          <p:nvPr/>
        </p:nvSpPr>
        <p:spPr>
          <a:xfrm>
            <a:off x="722220" y="2917208"/>
            <a:ext cx="23105484" cy="930751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This function is called </a:t>
            </a: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partition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It partitions the array using the first element as the </a:t>
            </a:r>
            <a:r>
              <a:rPr lang="en-US" sz="5400" dirty="0">
                <a:solidFill>
                  <a:schemeClr val="accent2">
                    <a:lumMod val="40000"/>
                    <a:lumOff val="60000"/>
                  </a:schemeClr>
                </a:solidFill>
                <a:latin typeface="Bradley Hand" pitchFamily="2" charset="77"/>
              </a:rPr>
              <a:t>pivot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(in this example, 9).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The array is rearranged so that all elements smaller than the pivot are placed to its left, and all elements larger than the pivot are placed to its right.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The pivot does not have to be the first element; any element of the array can be chosen as the pivot.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This is not sorting, but 9 is at its correct position in the final sorted array</a:t>
            </a:r>
          </a:p>
        </p:txBody>
      </p:sp>
    </p:spTree>
    <p:extLst>
      <p:ext uri="{BB962C8B-B14F-4D97-AF65-F5344CB8AC3E}">
        <p14:creationId xmlns:p14="http://schemas.microsoft.com/office/powerpoint/2010/main" val="21011130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C9609-93E0-F942-E4F4-136CDD95F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4282263-67E0-AA6F-857C-C996AE3E9F38}"/>
              </a:ext>
            </a:extLst>
          </p:cNvPr>
          <p:cNvSpPr/>
          <p:nvPr/>
        </p:nvSpPr>
        <p:spPr>
          <a:xfrm>
            <a:off x="9185181" y="103235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98AB476-CE96-F44F-ABF7-C3D1EE3C857B}"/>
              </a:ext>
            </a:extLst>
          </p:cNvPr>
          <p:cNvSpPr/>
          <p:nvPr/>
        </p:nvSpPr>
        <p:spPr>
          <a:xfrm>
            <a:off x="11194962" y="100881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A321020-4727-9B2F-2EC3-802D5BDB21D5}"/>
              </a:ext>
            </a:extLst>
          </p:cNvPr>
          <p:cNvSpPr/>
          <p:nvPr/>
        </p:nvSpPr>
        <p:spPr>
          <a:xfrm>
            <a:off x="13204743" y="100881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DB94C20-865C-F8BF-CF00-238289F6B4DD}"/>
              </a:ext>
            </a:extLst>
          </p:cNvPr>
          <p:cNvSpPr/>
          <p:nvPr/>
        </p:nvSpPr>
        <p:spPr>
          <a:xfrm>
            <a:off x="15214524" y="100881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DFAB512-6062-F42E-0C9E-940555B89BAE}"/>
              </a:ext>
            </a:extLst>
          </p:cNvPr>
          <p:cNvSpPr/>
          <p:nvPr/>
        </p:nvSpPr>
        <p:spPr>
          <a:xfrm>
            <a:off x="17224305" y="100881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56841DB-BECD-B143-68D7-87F98B9EB1FF}"/>
              </a:ext>
            </a:extLst>
          </p:cNvPr>
          <p:cNvSpPr/>
          <p:nvPr/>
        </p:nvSpPr>
        <p:spPr>
          <a:xfrm>
            <a:off x="6551851" y="104413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3EF6F1EF-33EC-5022-B0E0-9BC3F15B2496}"/>
              </a:ext>
            </a:extLst>
          </p:cNvPr>
          <p:cNvSpPr/>
          <p:nvPr/>
        </p:nvSpPr>
        <p:spPr>
          <a:xfrm>
            <a:off x="722220" y="5187767"/>
            <a:ext cx="23105484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Write a function that takes an array A and partitions the array using the first number as the pivot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DE8747F-F526-90ED-F20B-1BDDB74A5211}"/>
              </a:ext>
            </a:extLst>
          </p:cNvPr>
          <p:cNvSpPr/>
          <p:nvPr/>
        </p:nvSpPr>
        <p:spPr>
          <a:xfrm>
            <a:off x="6551851" y="104413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4768933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C929B-A7CF-82B8-BC78-508A7304A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31284422-DDA9-3D96-04B0-D2C0117586A7}"/>
              </a:ext>
            </a:extLst>
          </p:cNvPr>
          <p:cNvSpPr/>
          <p:nvPr/>
        </p:nvSpPr>
        <p:spPr>
          <a:xfrm>
            <a:off x="3422334" y="383707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9C688E17-8A33-6888-616A-B7D2CCC2C20C}"/>
              </a:ext>
            </a:extLst>
          </p:cNvPr>
          <p:cNvSpPr/>
          <p:nvPr/>
        </p:nvSpPr>
        <p:spPr>
          <a:xfrm>
            <a:off x="5455262" y="383707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816A9145-0B82-2C98-56DF-0C95BF426FE7}"/>
              </a:ext>
            </a:extLst>
          </p:cNvPr>
          <p:cNvSpPr/>
          <p:nvPr/>
        </p:nvSpPr>
        <p:spPr>
          <a:xfrm>
            <a:off x="7488190" y="383707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290170E1-87AC-DCAD-30D2-454D530D502F}"/>
              </a:ext>
            </a:extLst>
          </p:cNvPr>
          <p:cNvSpPr/>
          <p:nvPr/>
        </p:nvSpPr>
        <p:spPr>
          <a:xfrm>
            <a:off x="9471169" y="383707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E2B6C557-8601-B8A4-6DF1-FEC185EDC39B}"/>
              </a:ext>
            </a:extLst>
          </p:cNvPr>
          <p:cNvSpPr/>
          <p:nvPr/>
        </p:nvSpPr>
        <p:spPr>
          <a:xfrm>
            <a:off x="11491196" y="383707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3EEAAAE4-7D22-5545-736E-A2FEF99F9E4B}"/>
              </a:ext>
            </a:extLst>
          </p:cNvPr>
          <p:cNvSpPr/>
          <p:nvPr/>
        </p:nvSpPr>
        <p:spPr>
          <a:xfrm>
            <a:off x="639258" y="488177"/>
            <a:ext cx="23105484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Write a function that takes an array A and partitions the array using the first number as the pivot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2A2C45A-315D-7E2F-7ACF-F333D6EB88D2}"/>
              </a:ext>
            </a:extLst>
          </p:cNvPr>
          <p:cNvSpPr/>
          <p:nvPr/>
        </p:nvSpPr>
        <p:spPr>
          <a:xfrm>
            <a:off x="3422334" y="386061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4FC6C23-58A5-26B0-46B8-155EDB34C2B2}"/>
              </a:ext>
            </a:extLst>
          </p:cNvPr>
          <p:cNvSpPr/>
          <p:nvPr/>
        </p:nvSpPr>
        <p:spPr>
          <a:xfrm>
            <a:off x="5432115" y="383707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9A9483D-4082-60AE-AC61-52E549443A53}"/>
              </a:ext>
            </a:extLst>
          </p:cNvPr>
          <p:cNvSpPr/>
          <p:nvPr/>
        </p:nvSpPr>
        <p:spPr>
          <a:xfrm>
            <a:off x="7441896" y="383707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A1948B1-DBB9-D3DB-60B3-67B8EA6CDDD8}"/>
              </a:ext>
            </a:extLst>
          </p:cNvPr>
          <p:cNvSpPr/>
          <p:nvPr/>
        </p:nvSpPr>
        <p:spPr>
          <a:xfrm>
            <a:off x="9451677" y="383707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A46BC06A-BDB8-48A2-ACBC-B94078B7354F}"/>
              </a:ext>
            </a:extLst>
          </p:cNvPr>
          <p:cNvSpPr/>
          <p:nvPr/>
        </p:nvSpPr>
        <p:spPr>
          <a:xfrm>
            <a:off x="11461458" y="383707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4553BDB-FB20-0E6A-99ED-EB20784DFDB4}"/>
              </a:ext>
            </a:extLst>
          </p:cNvPr>
          <p:cNvSpPr/>
          <p:nvPr/>
        </p:nvSpPr>
        <p:spPr>
          <a:xfrm>
            <a:off x="789004" y="387239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454EAD6-D1BF-9B16-753F-915135CA8615}"/>
              </a:ext>
            </a:extLst>
          </p:cNvPr>
          <p:cNvSpPr/>
          <p:nvPr/>
        </p:nvSpPr>
        <p:spPr>
          <a:xfrm>
            <a:off x="789004" y="387239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8CB2405-6F95-0DAC-DD28-439DE3D019CB}"/>
              </a:ext>
            </a:extLst>
          </p:cNvPr>
          <p:cNvGrpSpPr/>
          <p:nvPr/>
        </p:nvGrpSpPr>
        <p:grpSpPr>
          <a:xfrm>
            <a:off x="5727497" y="5057701"/>
            <a:ext cx="489236" cy="1745799"/>
            <a:chOff x="4821200" y="5585063"/>
            <a:chExt cx="489236" cy="1745799"/>
          </a:xfrm>
        </p:grpSpPr>
        <p:sp>
          <p:nvSpPr>
            <p:cNvPr id="28" name="Down Arrow 27">
              <a:extLst>
                <a:ext uri="{FF2B5EF4-FFF2-40B4-BE49-F238E27FC236}">
                  <a16:creationId xmlns:a16="http://schemas.microsoft.com/office/drawing/2014/main" id="{FC769C83-3049-7FA6-D45B-827F11AEDC67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9BE45889-5B92-C0C2-0471-31EB5F1DB627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7C6F186-0B23-9C2F-9672-04095F3D4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2"/>
                  <a:stretch>
                    <a:fillRect l="-12500" r="-7500" b="-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531038C9-8577-2D2C-18B4-878A5772F48F}"/>
              </a:ext>
            </a:extLst>
          </p:cNvPr>
          <p:cNvSpPr/>
          <p:nvPr/>
        </p:nvSpPr>
        <p:spPr>
          <a:xfrm>
            <a:off x="789004" y="68035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57D66272-128F-25DB-6959-D84BC8E894C0}"/>
              </a:ext>
            </a:extLst>
          </p:cNvPr>
          <p:cNvSpPr/>
          <p:nvPr/>
        </p:nvSpPr>
        <p:spPr>
          <a:xfrm>
            <a:off x="3422334" y="68035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E12AD899-F357-CB10-C41F-0972781EAE5A}"/>
              </a:ext>
            </a:extLst>
          </p:cNvPr>
          <p:cNvSpPr/>
          <p:nvPr/>
        </p:nvSpPr>
        <p:spPr>
          <a:xfrm>
            <a:off x="5455262" y="68035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ABA4E3DB-1D1B-D401-1D58-54FCC47B6297}"/>
              </a:ext>
            </a:extLst>
          </p:cNvPr>
          <p:cNvSpPr/>
          <p:nvPr/>
        </p:nvSpPr>
        <p:spPr>
          <a:xfrm>
            <a:off x="7488190" y="68035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09EC857B-1079-454F-FEDD-54EAF9D079BE}"/>
              </a:ext>
            </a:extLst>
          </p:cNvPr>
          <p:cNvSpPr/>
          <p:nvPr/>
        </p:nvSpPr>
        <p:spPr>
          <a:xfrm>
            <a:off x="9521118" y="68035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F91CA90E-B326-4EBE-652B-97696AD3C2E8}"/>
              </a:ext>
            </a:extLst>
          </p:cNvPr>
          <p:cNvSpPr/>
          <p:nvPr/>
        </p:nvSpPr>
        <p:spPr>
          <a:xfrm>
            <a:off x="11554046" y="68035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F881705-EBC6-AB57-6AC6-492C0F27370E}"/>
              </a:ext>
            </a:extLst>
          </p:cNvPr>
          <p:cNvGrpSpPr/>
          <p:nvPr/>
        </p:nvGrpSpPr>
        <p:grpSpPr>
          <a:xfrm>
            <a:off x="3793697" y="8055080"/>
            <a:ext cx="505843" cy="1745799"/>
            <a:chOff x="4821200" y="5585063"/>
            <a:chExt cx="505843" cy="1745799"/>
          </a:xfrm>
        </p:grpSpPr>
        <p:sp>
          <p:nvSpPr>
            <p:cNvPr id="37" name="Down Arrow 36">
              <a:extLst>
                <a:ext uri="{FF2B5EF4-FFF2-40B4-BE49-F238E27FC236}">
                  <a16:creationId xmlns:a16="http://schemas.microsoft.com/office/drawing/2014/main" id="{87C6D074-070C-C1AD-D170-1C5D3B98E3C3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B4F31EB-8486-F5E7-48C9-44B1EB014E09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FFC9877-E7BA-9260-196D-851E930C6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24390" r="-24390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2401B8F6-8031-332E-E4A4-F28F9FA5191A}"/>
              </a:ext>
            </a:extLst>
          </p:cNvPr>
          <p:cNvSpPr/>
          <p:nvPr/>
        </p:nvSpPr>
        <p:spPr>
          <a:xfrm>
            <a:off x="789004" y="1018811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4C1A9C37-4795-B28A-9E47-A8D18DAF0EC2}"/>
              </a:ext>
            </a:extLst>
          </p:cNvPr>
          <p:cNvSpPr/>
          <p:nvPr/>
        </p:nvSpPr>
        <p:spPr>
          <a:xfrm>
            <a:off x="3422334" y="101881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B22C21B3-4698-7332-2C1B-49F5F17D5D9B}"/>
              </a:ext>
            </a:extLst>
          </p:cNvPr>
          <p:cNvSpPr/>
          <p:nvPr/>
        </p:nvSpPr>
        <p:spPr>
          <a:xfrm>
            <a:off x="5455262" y="101881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ABAE9DD5-1355-9526-7A26-A3C85A25EB9F}"/>
              </a:ext>
            </a:extLst>
          </p:cNvPr>
          <p:cNvSpPr/>
          <p:nvPr/>
        </p:nvSpPr>
        <p:spPr>
          <a:xfrm>
            <a:off x="7488190" y="101881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9411EFD1-7ECB-A3DE-5221-D0E398F6795D}"/>
              </a:ext>
            </a:extLst>
          </p:cNvPr>
          <p:cNvSpPr/>
          <p:nvPr/>
        </p:nvSpPr>
        <p:spPr>
          <a:xfrm>
            <a:off x="9521118" y="101881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0E231B3F-4E79-A478-FFD1-19F903C83E9D}"/>
              </a:ext>
            </a:extLst>
          </p:cNvPr>
          <p:cNvSpPr/>
          <p:nvPr/>
        </p:nvSpPr>
        <p:spPr>
          <a:xfrm>
            <a:off x="11554046" y="101881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B4A78FA-F938-1A76-2A18-EADDE5E9A12A}"/>
              </a:ext>
            </a:extLst>
          </p:cNvPr>
          <p:cNvGrpSpPr/>
          <p:nvPr/>
        </p:nvGrpSpPr>
        <p:grpSpPr>
          <a:xfrm>
            <a:off x="3793697" y="11439688"/>
            <a:ext cx="631968" cy="1745799"/>
            <a:chOff x="4821200" y="5585063"/>
            <a:chExt cx="631968" cy="1745799"/>
          </a:xfrm>
        </p:grpSpPr>
        <p:sp>
          <p:nvSpPr>
            <p:cNvPr id="46" name="Down Arrow 45">
              <a:extLst>
                <a:ext uri="{FF2B5EF4-FFF2-40B4-BE49-F238E27FC236}">
                  <a16:creationId xmlns:a16="http://schemas.microsoft.com/office/drawing/2014/main" id="{593C55C4-EA9C-73B4-A46B-FD28AEDC3080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AF28A829-9AF7-3AD7-961B-1B2212EFC577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AF28A829-9AF7-3AD7-961B-1B2212EFC5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11765" r="-9804" b="-322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5D5377ED-C2E5-80EE-13EE-9E86870DB91A}"/>
              </a:ext>
            </a:extLst>
          </p:cNvPr>
          <p:cNvSpPr/>
          <p:nvPr/>
        </p:nvSpPr>
        <p:spPr>
          <a:xfrm>
            <a:off x="14733181" y="6343799"/>
            <a:ext cx="9011561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B will contain numbers less than 9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59D37FC2-2CF6-317B-296B-C372304A50F1}"/>
              </a:ext>
            </a:extLst>
          </p:cNvPr>
          <p:cNvSpPr/>
          <p:nvPr/>
        </p:nvSpPr>
        <p:spPr>
          <a:xfrm>
            <a:off x="14733180" y="9728407"/>
            <a:ext cx="9011561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C will contain numbers greater than 9</a:t>
            </a:r>
          </a:p>
        </p:txBody>
      </p:sp>
    </p:spTree>
    <p:extLst>
      <p:ext uri="{BB962C8B-B14F-4D97-AF65-F5344CB8AC3E}">
        <p14:creationId xmlns:p14="http://schemas.microsoft.com/office/powerpoint/2010/main" val="36643762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B1450-9711-AADA-2F06-CD185486A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EEA2DE8-AA62-363B-8A8A-EBE9F8F5E37A}"/>
              </a:ext>
            </a:extLst>
          </p:cNvPr>
          <p:cNvSpPr/>
          <p:nvPr/>
        </p:nvSpPr>
        <p:spPr>
          <a:xfrm>
            <a:off x="639258" y="488177"/>
            <a:ext cx="23105484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Write a function that takes an array A and partitions the array using the first number as the pivot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749F746A-6CA1-6C26-349B-B388243796C1}"/>
              </a:ext>
            </a:extLst>
          </p:cNvPr>
          <p:cNvSpPr/>
          <p:nvPr/>
        </p:nvSpPr>
        <p:spPr>
          <a:xfrm>
            <a:off x="789004" y="387239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E4A80F33-6FFC-B56D-B311-3FC088E28261}"/>
              </a:ext>
            </a:extLst>
          </p:cNvPr>
          <p:cNvSpPr/>
          <p:nvPr/>
        </p:nvSpPr>
        <p:spPr>
          <a:xfrm>
            <a:off x="3422334" y="680349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A4BB845C-3428-A20C-481F-CA330FEECEF7}"/>
              </a:ext>
            </a:extLst>
          </p:cNvPr>
          <p:cNvSpPr/>
          <p:nvPr/>
        </p:nvSpPr>
        <p:spPr>
          <a:xfrm>
            <a:off x="789004" y="387239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4DC7E60-92F2-214A-A324-73A0B36FFFDE}"/>
              </a:ext>
            </a:extLst>
          </p:cNvPr>
          <p:cNvGrpSpPr/>
          <p:nvPr/>
        </p:nvGrpSpPr>
        <p:grpSpPr>
          <a:xfrm>
            <a:off x="7783572" y="5064133"/>
            <a:ext cx="489236" cy="1745799"/>
            <a:chOff x="4821200" y="5585063"/>
            <a:chExt cx="489236" cy="1745799"/>
          </a:xfrm>
        </p:grpSpPr>
        <p:sp>
          <p:nvSpPr>
            <p:cNvPr id="28" name="Down Arrow 27">
              <a:extLst>
                <a:ext uri="{FF2B5EF4-FFF2-40B4-BE49-F238E27FC236}">
                  <a16:creationId xmlns:a16="http://schemas.microsoft.com/office/drawing/2014/main" id="{4FB9AAA4-01A7-08BF-7CAF-87AF54BE08E9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FC94D1D1-5E32-556E-DCFB-26FCDACF24F0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7C6F186-0B23-9C2F-9672-04095F3D4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2"/>
                  <a:stretch>
                    <a:fillRect l="-12500" r="-7500" b="-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A3AEA11C-3D1C-C128-7444-0C850DB91D10}"/>
              </a:ext>
            </a:extLst>
          </p:cNvPr>
          <p:cNvSpPr/>
          <p:nvPr/>
        </p:nvSpPr>
        <p:spPr>
          <a:xfrm>
            <a:off x="789004" y="68035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CE36D18D-91C9-BFE2-E177-319B33C55196}"/>
              </a:ext>
            </a:extLst>
          </p:cNvPr>
          <p:cNvSpPr/>
          <p:nvPr/>
        </p:nvSpPr>
        <p:spPr>
          <a:xfrm>
            <a:off x="3422334" y="68035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968495FD-6342-9E51-B5AE-935356B4F36A}"/>
              </a:ext>
            </a:extLst>
          </p:cNvPr>
          <p:cNvSpPr/>
          <p:nvPr/>
        </p:nvSpPr>
        <p:spPr>
          <a:xfrm>
            <a:off x="5455262" y="68035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D88DC579-1B57-337B-5C5C-2DC50088701B}"/>
              </a:ext>
            </a:extLst>
          </p:cNvPr>
          <p:cNvSpPr/>
          <p:nvPr/>
        </p:nvSpPr>
        <p:spPr>
          <a:xfrm>
            <a:off x="7488190" y="68035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CCE8BE68-49CF-D060-D0F7-D1169833E892}"/>
              </a:ext>
            </a:extLst>
          </p:cNvPr>
          <p:cNvSpPr/>
          <p:nvPr/>
        </p:nvSpPr>
        <p:spPr>
          <a:xfrm>
            <a:off x="9521118" y="68035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A449298C-C128-0980-FAA5-44D670B47E9B}"/>
              </a:ext>
            </a:extLst>
          </p:cNvPr>
          <p:cNvSpPr/>
          <p:nvPr/>
        </p:nvSpPr>
        <p:spPr>
          <a:xfrm>
            <a:off x="11554046" y="68035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4AA6BB5-4FDE-3BCF-8492-2E4015B8F715}"/>
              </a:ext>
            </a:extLst>
          </p:cNvPr>
          <p:cNvGrpSpPr/>
          <p:nvPr/>
        </p:nvGrpSpPr>
        <p:grpSpPr>
          <a:xfrm>
            <a:off x="5742340" y="8041100"/>
            <a:ext cx="505843" cy="1745799"/>
            <a:chOff x="4821200" y="5585063"/>
            <a:chExt cx="505843" cy="1745799"/>
          </a:xfrm>
        </p:grpSpPr>
        <p:sp>
          <p:nvSpPr>
            <p:cNvPr id="37" name="Down Arrow 36">
              <a:extLst>
                <a:ext uri="{FF2B5EF4-FFF2-40B4-BE49-F238E27FC236}">
                  <a16:creationId xmlns:a16="http://schemas.microsoft.com/office/drawing/2014/main" id="{73656E01-8F12-E053-EBD1-5EB5EE73AF38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DA8B3A9E-A950-568A-BBD1-CF5AC3D2BE5C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FFC9877-E7BA-9260-196D-851E930C6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24390" r="-24390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C0B047EC-E990-1D53-E2D2-772C1295AF5E}"/>
              </a:ext>
            </a:extLst>
          </p:cNvPr>
          <p:cNvSpPr/>
          <p:nvPr/>
        </p:nvSpPr>
        <p:spPr>
          <a:xfrm>
            <a:off x="789004" y="1018811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8F53BDA3-6FF0-690F-D417-D0EB8A366B1D}"/>
              </a:ext>
            </a:extLst>
          </p:cNvPr>
          <p:cNvSpPr/>
          <p:nvPr/>
        </p:nvSpPr>
        <p:spPr>
          <a:xfrm>
            <a:off x="3422334" y="101881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F92FFB45-4AEA-709C-71E6-43CA38A91D8C}"/>
              </a:ext>
            </a:extLst>
          </p:cNvPr>
          <p:cNvSpPr/>
          <p:nvPr/>
        </p:nvSpPr>
        <p:spPr>
          <a:xfrm>
            <a:off x="5455262" y="101881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63EA6587-BBC2-59E1-B5EE-9AAC78D8EE86}"/>
              </a:ext>
            </a:extLst>
          </p:cNvPr>
          <p:cNvSpPr/>
          <p:nvPr/>
        </p:nvSpPr>
        <p:spPr>
          <a:xfrm>
            <a:off x="7488190" y="101881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0B97C9C2-FE83-A4F1-C1DA-A2FEEDBF653E}"/>
              </a:ext>
            </a:extLst>
          </p:cNvPr>
          <p:cNvSpPr/>
          <p:nvPr/>
        </p:nvSpPr>
        <p:spPr>
          <a:xfrm>
            <a:off x="9521118" y="101881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CB1E4EB3-87E4-0692-428D-1970AB6E83D5}"/>
              </a:ext>
            </a:extLst>
          </p:cNvPr>
          <p:cNvSpPr/>
          <p:nvPr/>
        </p:nvSpPr>
        <p:spPr>
          <a:xfrm>
            <a:off x="11554046" y="101881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5341CFD-6321-F5ED-3171-21B471B66BFA}"/>
              </a:ext>
            </a:extLst>
          </p:cNvPr>
          <p:cNvGrpSpPr/>
          <p:nvPr/>
        </p:nvGrpSpPr>
        <p:grpSpPr>
          <a:xfrm>
            <a:off x="3793697" y="11439688"/>
            <a:ext cx="631968" cy="1745799"/>
            <a:chOff x="4821200" y="5585063"/>
            <a:chExt cx="631968" cy="1745799"/>
          </a:xfrm>
        </p:grpSpPr>
        <p:sp>
          <p:nvSpPr>
            <p:cNvPr id="46" name="Down Arrow 45">
              <a:extLst>
                <a:ext uri="{FF2B5EF4-FFF2-40B4-BE49-F238E27FC236}">
                  <a16:creationId xmlns:a16="http://schemas.microsoft.com/office/drawing/2014/main" id="{22451CB4-0109-C0F4-08F8-3B8127AE6473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B7F4246C-3BB4-994A-8C09-BEDFC5274478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B7F4246C-3BB4-994A-8C09-BEDFC52744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11765" r="-9804" b="-322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BA498B73-7EA2-9106-9CB4-A94ACC5620C7}"/>
              </a:ext>
            </a:extLst>
          </p:cNvPr>
          <p:cNvSpPr/>
          <p:nvPr/>
        </p:nvSpPr>
        <p:spPr>
          <a:xfrm>
            <a:off x="14733181" y="6343799"/>
            <a:ext cx="9011561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B will contain numbers less than 9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92E4D685-4EE6-6921-0AA7-CD92DE0606FD}"/>
              </a:ext>
            </a:extLst>
          </p:cNvPr>
          <p:cNvSpPr/>
          <p:nvPr/>
        </p:nvSpPr>
        <p:spPr>
          <a:xfrm>
            <a:off x="14733180" y="9728407"/>
            <a:ext cx="9011561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C will contain numbers greater than 9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F0CCC43-53C4-F034-49C1-925B5BED88EC}"/>
              </a:ext>
            </a:extLst>
          </p:cNvPr>
          <p:cNvSpPr/>
          <p:nvPr/>
        </p:nvSpPr>
        <p:spPr>
          <a:xfrm>
            <a:off x="3422334" y="383707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34F96DB-EC40-EF5C-AE9C-DE66B4CE48D1}"/>
              </a:ext>
            </a:extLst>
          </p:cNvPr>
          <p:cNvSpPr/>
          <p:nvPr/>
        </p:nvSpPr>
        <p:spPr>
          <a:xfrm>
            <a:off x="5455262" y="383707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826337A-1A14-BF2C-F4EB-7A69C5D21D7E}"/>
              </a:ext>
            </a:extLst>
          </p:cNvPr>
          <p:cNvSpPr/>
          <p:nvPr/>
        </p:nvSpPr>
        <p:spPr>
          <a:xfrm>
            <a:off x="7488190" y="383707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264DD4-68D9-2583-55EB-FC037B5689E5}"/>
              </a:ext>
            </a:extLst>
          </p:cNvPr>
          <p:cNvSpPr/>
          <p:nvPr/>
        </p:nvSpPr>
        <p:spPr>
          <a:xfrm>
            <a:off x="9471169" y="383707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0838259-7548-336C-51FD-379A7EA4EEE9}"/>
              </a:ext>
            </a:extLst>
          </p:cNvPr>
          <p:cNvSpPr/>
          <p:nvPr/>
        </p:nvSpPr>
        <p:spPr>
          <a:xfrm>
            <a:off x="11491196" y="383707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D26F12F-49AD-AD8A-6D46-7BF08C93CAF3}"/>
              </a:ext>
            </a:extLst>
          </p:cNvPr>
          <p:cNvSpPr/>
          <p:nvPr/>
        </p:nvSpPr>
        <p:spPr>
          <a:xfrm>
            <a:off x="3422334" y="386061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0CAC9BE-62B9-E396-C623-B3E6604C4A99}"/>
              </a:ext>
            </a:extLst>
          </p:cNvPr>
          <p:cNvSpPr/>
          <p:nvPr/>
        </p:nvSpPr>
        <p:spPr>
          <a:xfrm>
            <a:off x="7441896" y="383707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29D7AAC-D27B-12D0-168A-5E4F5A9961D2}"/>
              </a:ext>
            </a:extLst>
          </p:cNvPr>
          <p:cNvSpPr/>
          <p:nvPr/>
        </p:nvSpPr>
        <p:spPr>
          <a:xfrm>
            <a:off x="9451677" y="383707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72B2DF2-51C1-5752-F671-EC0B52098F92}"/>
              </a:ext>
            </a:extLst>
          </p:cNvPr>
          <p:cNvSpPr/>
          <p:nvPr/>
        </p:nvSpPr>
        <p:spPr>
          <a:xfrm>
            <a:off x="11461458" y="383707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042352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01EBB-FAA1-8D17-6DF2-1EEA2136F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EA6B18C4-3BC5-8447-2238-190C1F9C2B04}"/>
              </a:ext>
            </a:extLst>
          </p:cNvPr>
          <p:cNvSpPr/>
          <p:nvPr/>
        </p:nvSpPr>
        <p:spPr>
          <a:xfrm>
            <a:off x="639258" y="488177"/>
            <a:ext cx="23105484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Write a function that takes an array A and partitions the array using the first number as the pivot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19F2252-D63C-AD85-3F3E-F02B19CF13C6}"/>
              </a:ext>
            </a:extLst>
          </p:cNvPr>
          <p:cNvSpPr/>
          <p:nvPr/>
        </p:nvSpPr>
        <p:spPr>
          <a:xfrm>
            <a:off x="789004" y="387239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4A44224D-D3FC-1B0A-72C7-BBB4C68A49DC}"/>
              </a:ext>
            </a:extLst>
          </p:cNvPr>
          <p:cNvSpPr/>
          <p:nvPr/>
        </p:nvSpPr>
        <p:spPr>
          <a:xfrm>
            <a:off x="3422334" y="680349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92A2753-8D45-EC24-AAFA-B04CC4D39F04}"/>
              </a:ext>
            </a:extLst>
          </p:cNvPr>
          <p:cNvSpPr/>
          <p:nvPr/>
        </p:nvSpPr>
        <p:spPr>
          <a:xfrm>
            <a:off x="5449259" y="679567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25940F99-DB01-FB71-5B48-88A9639CC625}"/>
              </a:ext>
            </a:extLst>
          </p:cNvPr>
          <p:cNvSpPr/>
          <p:nvPr/>
        </p:nvSpPr>
        <p:spPr>
          <a:xfrm>
            <a:off x="789004" y="387239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371EF39-0BD5-D7F7-2383-1D06FAA0EA92}"/>
              </a:ext>
            </a:extLst>
          </p:cNvPr>
          <p:cNvGrpSpPr/>
          <p:nvPr/>
        </p:nvGrpSpPr>
        <p:grpSpPr>
          <a:xfrm>
            <a:off x="9770625" y="5075410"/>
            <a:ext cx="489236" cy="1745799"/>
            <a:chOff x="4821200" y="5585063"/>
            <a:chExt cx="489236" cy="1745799"/>
          </a:xfrm>
        </p:grpSpPr>
        <p:sp>
          <p:nvSpPr>
            <p:cNvPr id="28" name="Down Arrow 27">
              <a:extLst>
                <a:ext uri="{FF2B5EF4-FFF2-40B4-BE49-F238E27FC236}">
                  <a16:creationId xmlns:a16="http://schemas.microsoft.com/office/drawing/2014/main" id="{8365AE89-0CEB-D6B1-1B00-675321862D6F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A3414E15-FC0C-4A57-544A-FEFEDBE08869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7C6F186-0B23-9C2F-9672-04095F3D4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2"/>
                  <a:stretch>
                    <a:fillRect l="-12500" r="-7500" b="-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5A18527B-8861-9A07-ABEF-E29DCA95E48E}"/>
              </a:ext>
            </a:extLst>
          </p:cNvPr>
          <p:cNvSpPr/>
          <p:nvPr/>
        </p:nvSpPr>
        <p:spPr>
          <a:xfrm>
            <a:off x="789004" y="68035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4D99EECD-7260-AC15-6016-820D4890EEAB}"/>
              </a:ext>
            </a:extLst>
          </p:cNvPr>
          <p:cNvSpPr/>
          <p:nvPr/>
        </p:nvSpPr>
        <p:spPr>
          <a:xfrm>
            <a:off x="3422334" y="68035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1445ACDF-1057-B632-F6CF-D85915E274A2}"/>
              </a:ext>
            </a:extLst>
          </p:cNvPr>
          <p:cNvSpPr/>
          <p:nvPr/>
        </p:nvSpPr>
        <p:spPr>
          <a:xfrm>
            <a:off x="5455262" y="68035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E74A3FA0-1687-6E55-0AF1-D087E56E7AC7}"/>
              </a:ext>
            </a:extLst>
          </p:cNvPr>
          <p:cNvSpPr/>
          <p:nvPr/>
        </p:nvSpPr>
        <p:spPr>
          <a:xfrm>
            <a:off x="7488190" y="68035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2DB3ABB9-64B3-AC32-0B79-379DA0A86716}"/>
              </a:ext>
            </a:extLst>
          </p:cNvPr>
          <p:cNvSpPr/>
          <p:nvPr/>
        </p:nvSpPr>
        <p:spPr>
          <a:xfrm>
            <a:off x="9521118" y="68035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A25C3612-AFF1-8B2C-E6FA-211CA76013C5}"/>
              </a:ext>
            </a:extLst>
          </p:cNvPr>
          <p:cNvSpPr/>
          <p:nvPr/>
        </p:nvSpPr>
        <p:spPr>
          <a:xfrm>
            <a:off x="11554046" y="68035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BA8797F-C7D6-8FA3-021E-1D8C5B05F236}"/>
              </a:ext>
            </a:extLst>
          </p:cNvPr>
          <p:cNvGrpSpPr/>
          <p:nvPr/>
        </p:nvGrpSpPr>
        <p:grpSpPr>
          <a:xfrm>
            <a:off x="7795248" y="8139358"/>
            <a:ext cx="505843" cy="1745799"/>
            <a:chOff x="4821200" y="5585063"/>
            <a:chExt cx="505843" cy="1745799"/>
          </a:xfrm>
        </p:grpSpPr>
        <p:sp>
          <p:nvSpPr>
            <p:cNvPr id="37" name="Down Arrow 36">
              <a:extLst>
                <a:ext uri="{FF2B5EF4-FFF2-40B4-BE49-F238E27FC236}">
                  <a16:creationId xmlns:a16="http://schemas.microsoft.com/office/drawing/2014/main" id="{1F55A669-5FCA-E56E-3841-4EDB2C3A1B5B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18328BD0-9E78-65CD-5C1B-EA8314E59635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FFC9877-E7BA-9260-196D-851E930C6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24390" r="-24390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F177AAAA-B983-1944-0E26-E82D3CB79C7C}"/>
              </a:ext>
            </a:extLst>
          </p:cNvPr>
          <p:cNvSpPr/>
          <p:nvPr/>
        </p:nvSpPr>
        <p:spPr>
          <a:xfrm>
            <a:off x="789004" y="1018811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0077E052-2CEB-0E34-CCB4-2F99CA48E01C}"/>
              </a:ext>
            </a:extLst>
          </p:cNvPr>
          <p:cNvSpPr/>
          <p:nvPr/>
        </p:nvSpPr>
        <p:spPr>
          <a:xfrm>
            <a:off x="3422334" y="101881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BCCDB4B5-0C23-6DD9-C5E3-9E39ECD93866}"/>
              </a:ext>
            </a:extLst>
          </p:cNvPr>
          <p:cNvSpPr/>
          <p:nvPr/>
        </p:nvSpPr>
        <p:spPr>
          <a:xfrm>
            <a:off x="5455262" y="101881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D60C7FCC-4993-B288-9A51-B7B707A7C62D}"/>
              </a:ext>
            </a:extLst>
          </p:cNvPr>
          <p:cNvSpPr/>
          <p:nvPr/>
        </p:nvSpPr>
        <p:spPr>
          <a:xfrm>
            <a:off x="7488190" y="101881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40998C98-D4A3-F44F-8C96-D02B31A08F10}"/>
              </a:ext>
            </a:extLst>
          </p:cNvPr>
          <p:cNvSpPr/>
          <p:nvPr/>
        </p:nvSpPr>
        <p:spPr>
          <a:xfrm>
            <a:off x="9521118" y="101881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C6ADCE98-C541-78B8-DEF2-656A72886FB4}"/>
              </a:ext>
            </a:extLst>
          </p:cNvPr>
          <p:cNvSpPr/>
          <p:nvPr/>
        </p:nvSpPr>
        <p:spPr>
          <a:xfrm>
            <a:off x="11554046" y="101881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E61674B-22E3-F393-54CA-A5AE67B10377}"/>
              </a:ext>
            </a:extLst>
          </p:cNvPr>
          <p:cNvGrpSpPr/>
          <p:nvPr/>
        </p:nvGrpSpPr>
        <p:grpSpPr>
          <a:xfrm>
            <a:off x="3793697" y="11439688"/>
            <a:ext cx="631968" cy="1745799"/>
            <a:chOff x="4821200" y="5585063"/>
            <a:chExt cx="631968" cy="1745799"/>
          </a:xfrm>
        </p:grpSpPr>
        <p:sp>
          <p:nvSpPr>
            <p:cNvPr id="46" name="Down Arrow 45">
              <a:extLst>
                <a:ext uri="{FF2B5EF4-FFF2-40B4-BE49-F238E27FC236}">
                  <a16:creationId xmlns:a16="http://schemas.microsoft.com/office/drawing/2014/main" id="{1EDE2B60-D47E-97DD-A7B6-EA9D5CCAACF3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0F8F8982-128F-A4E7-2719-A495C87DB143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0F8F8982-128F-A4E7-2719-A495C87DB1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11765" r="-9804" b="-322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6D49331E-5277-A6DB-5C44-4ECC909F7C3D}"/>
              </a:ext>
            </a:extLst>
          </p:cNvPr>
          <p:cNvSpPr/>
          <p:nvPr/>
        </p:nvSpPr>
        <p:spPr>
          <a:xfrm>
            <a:off x="14733181" y="6343799"/>
            <a:ext cx="9011561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B will contain numbers less than 9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4573B8DC-DA9C-AECB-744E-B01B6F737E2A}"/>
              </a:ext>
            </a:extLst>
          </p:cNvPr>
          <p:cNvSpPr/>
          <p:nvPr/>
        </p:nvSpPr>
        <p:spPr>
          <a:xfrm>
            <a:off x="14733180" y="9728407"/>
            <a:ext cx="9011561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C will contain numbers greater than 9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206A400-88DA-177E-1B62-BCBC900AFB7D}"/>
              </a:ext>
            </a:extLst>
          </p:cNvPr>
          <p:cNvSpPr/>
          <p:nvPr/>
        </p:nvSpPr>
        <p:spPr>
          <a:xfrm>
            <a:off x="3422334" y="383707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8F35FB4-B9D3-CD94-49FA-C10BA6C6362E}"/>
              </a:ext>
            </a:extLst>
          </p:cNvPr>
          <p:cNvSpPr/>
          <p:nvPr/>
        </p:nvSpPr>
        <p:spPr>
          <a:xfrm>
            <a:off x="5455262" y="383707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3D49596-2010-731C-E13C-264911058109}"/>
              </a:ext>
            </a:extLst>
          </p:cNvPr>
          <p:cNvSpPr/>
          <p:nvPr/>
        </p:nvSpPr>
        <p:spPr>
          <a:xfrm>
            <a:off x="7488190" y="383707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1A95C91-0F73-157E-D870-9F6E373806E2}"/>
              </a:ext>
            </a:extLst>
          </p:cNvPr>
          <p:cNvSpPr/>
          <p:nvPr/>
        </p:nvSpPr>
        <p:spPr>
          <a:xfrm>
            <a:off x="9471169" y="383707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B68F145-29CE-3A04-350C-621305C3CE3C}"/>
              </a:ext>
            </a:extLst>
          </p:cNvPr>
          <p:cNvSpPr/>
          <p:nvPr/>
        </p:nvSpPr>
        <p:spPr>
          <a:xfrm>
            <a:off x="11491196" y="383707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929078F-14B9-44F0-23CE-C0C2116BC6C6}"/>
              </a:ext>
            </a:extLst>
          </p:cNvPr>
          <p:cNvSpPr/>
          <p:nvPr/>
        </p:nvSpPr>
        <p:spPr>
          <a:xfrm>
            <a:off x="3422334" y="386061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3726242-7203-873B-B747-AB5E2D974EF1}"/>
              </a:ext>
            </a:extLst>
          </p:cNvPr>
          <p:cNvSpPr/>
          <p:nvPr/>
        </p:nvSpPr>
        <p:spPr>
          <a:xfrm>
            <a:off x="9451677" y="383707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D58E6C8-82D9-7131-9D1D-78BAABC4BD0F}"/>
              </a:ext>
            </a:extLst>
          </p:cNvPr>
          <p:cNvSpPr/>
          <p:nvPr/>
        </p:nvSpPr>
        <p:spPr>
          <a:xfrm>
            <a:off x="11461458" y="383707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1560801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C4178-238E-16F0-EC3E-22735D2F7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06B531B-A646-D513-A149-6DC2CD912873}"/>
              </a:ext>
            </a:extLst>
          </p:cNvPr>
          <p:cNvSpPr/>
          <p:nvPr/>
        </p:nvSpPr>
        <p:spPr>
          <a:xfrm>
            <a:off x="639258" y="488177"/>
            <a:ext cx="23105484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Write a function that takes an array A and partitions the array using the first number as the pivot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82E6643B-A7FE-25E7-158E-77A4B76D5351}"/>
              </a:ext>
            </a:extLst>
          </p:cNvPr>
          <p:cNvSpPr/>
          <p:nvPr/>
        </p:nvSpPr>
        <p:spPr>
          <a:xfrm>
            <a:off x="789004" y="387239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8CC54B0-2D5E-DA6D-4653-B34D6D9DD135}"/>
              </a:ext>
            </a:extLst>
          </p:cNvPr>
          <p:cNvSpPr/>
          <p:nvPr/>
        </p:nvSpPr>
        <p:spPr>
          <a:xfrm>
            <a:off x="3422334" y="680349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9AA5CCB9-893F-09BC-560D-B62B3490D58B}"/>
              </a:ext>
            </a:extLst>
          </p:cNvPr>
          <p:cNvSpPr/>
          <p:nvPr/>
        </p:nvSpPr>
        <p:spPr>
          <a:xfrm>
            <a:off x="5449259" y="679567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CAC05EB6-6702-9570-D099-CD24BCFA4E73}"/>
              </a:ext>
            </a:extLst>
          </p:cNvPr>
          <p:cNvSpPr/>
          <p:nvPr/>
        </p:nvSpPr>
        <p:spPr>
          <a:xfrm>
            <a:off x="3422334" y="101881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32B3FFEA-67F5-91C7-D060-3738E9CCDBBD}"/>
              </a:ext>
            </a:extLst>
          </p:cNvPr>
          <p:cNvSpPr/>
          <p:nvPr/>
        </p:nvSpPr>
        <p:spPr>
          <a:xfrm>
            <a:off x="789004" y="387239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F98EF15-3838-34A1-55ED-3DDAEE2A5530}"/>
              </a:ext>
            </a:extLst>
          </p:cNvPr>
          <p:cNvGrpSpPr/>
          <p:nvPr/>
        </p:nvGrpSpPr>
        <p:grpSpPr>
          <a:xfrm>
            <a:off x="11849428" y="5163787"/>
            <a:ext cx="489236" cy="1745799"/>
            <a:chOff x="4821200" y="5585063"/>
            <a:chExt cx="489236" cy="1745799"/>
          </a:xfrm>
        </p:grpSpPr>
        <p:sp>
          <p:nvSpPr>
            <p:cNvPr id="28" name="Down Arrow 27">
              <a:extLst>
                <a:ext uri="{FF2B5EF4-FFF2-40B4-BE49-F238E27FC236}">
                  <a16:creationId xmlns:a16="http://schemas.microsoft.com/office/drawing/2014/main" id="{DE8D7E71-52CF-7C72-189E-4400DEE4EAC7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D65897D3-DEE7-2EA0-FC38-83CB916210B5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7C6F186-0B23-9C2F-9672-04095F3D4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2"/>
                  <a:stretch>
                    <a:fillRect l="-12500" r="-7500" b="-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E645AEB7-22F1-9C0F-46EF-12C64A193904}"/>
              </a:ext>
            </a:extLst>
          </p:cNvPr>
          <p:cNvSpPr/>
          <p:nvPr/>
        </p:nvSpPr>
        <p:spPr>
          <a:xfrm>
            <a:off x="789004" y="68035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A6839FFA-E737-F406-0A7E-867299704D79}"/>
              </a:ext>
            </a:extLst>
          </p:cNvPr>
          <p:cNvSpPr/>
          <p:nvPr/>
        </p:nvSpPr>
        <p:spPr>
          <a:xfrm>
            <a:off x="3422334" y="68035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9B9F63A2-D5A8-3E76-5B04-8B867F12AC70}"/>
              </a:ext>
            </a:extLst>
          </p:cNvPr>
          <p:cNvSpPr/>
          <p:nvPr/>
        </p:nvSpPr>
        <p:spPr>
          <a:xfrm>
            <a:off x="5455262" y="68035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A29EC157-6545-9CD7-3AA5-A6B2C58C9B58}"/>
              </a:ext>
            </a:extLst>
          </p:cNvPr>
          <p:cNvSpPr/>
          <p:nvPr/>
        </p:nvSpPr>
        <p:spPr>
          <a:xfrm>
            <a:off x="7488190" y="68035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F757968B-11CB-2D78-5C4A-823A063DB76C}"/>
              </a:ext>
            </a:extLst>
          </p:cNvPr>
          <p:cNvSpPr/>
          <p:nvPr/>
        </p:nvSpPr>
        <p:spPr>
          <a:xfrm>
            <a:off x="9521118" y="68035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12547C41-9318-05B3-A6FF-4B5A99086315}"/>
              </a:ext>
            </a:extLst>
          </p:cNvPr>
          <p:cNvSpPr/>
          <p:nvPr/>
        </p:nvSpPr>
        <p:spPr>
          <a:xfrm>
            <a:off x="11554046" y="68035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B254484-FBFD-4EE3-86BB-D39E0F5EEA49}"/>
              </a:ext>
            </a:extLst>
          </p:cNvPr>
          <p:cNvGrpSpPr/>
          <p:nvPr/>
        </p:nvGrpSpPr>
        <p:grpSpPr>
          <a:xfrm>
            <a:off x="7795248" y="8139358"/>
            <a:ext cx="505843" cy="1745799"/>
            <a:chOff x="4821200" y="5585063"/>
            <a:chExt cx="505843" cy="1745799"/>
          </a:xfrm>
        </p:grpSpPr>
        <p:sp>
          <p:nvSpPr>
            <p:cNvPr id="37" name="Down Arrow 36">
              <a:extLst>
                <a:ext uri="{FF2B5EF4-FFF2-40B4-BE49-F238E27FC236}">
                  <a16:creationId xmlns:a16="http://schemas.microsoft.com/office/drawing/2014/main" id="{190E0C6E-30CB-BE54-F6C3-95727E2B8249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4B2C1D88-003C-32A2-7DC7-DBD18BA6AAF5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FFC9877-E7BA-9260-196D-851E930C6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24390" r="-24390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D1157CBA-C8E0-838F-8F0F-87FAB1BEDC24}"/>
              </a:ext>
            </a:extLst>
          </p:cNvPr>
          <p:cNvSpPr/>
          <p:nvPr/>
        </p:nvSpPr>
        <p:spPr>
          <a:xfrm>
            <a:off x="789004" y="1018811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09C361EE-6B04-82BB-1354-17F1F691FCBF}"/>
              </a:ext>
            </a:extLst>
          </p:cNvPr>
          <p:cNvSpPr/>
          <p:nvPr/>
        </p:nvSpPr>
        <p:spPr>
          <a:xfrm>
            <a:off x="3422334" y="101881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4481A719-8AE3-9001-223F-0AA53BC20DF4}"/>
              </a:ext>
            </a:extLst>
          </p:cNvPr>
          <p:cNvSpPr/>
          <p:nvPr/>
        </p:nvSpPr>
        <p:spPr>
          <a:xfrm>
            <a:off x="5455262" y="101881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C91FDACA-8277-D741-2BFC-66424F8C2AF5}"/>
              </a:ext>
            </a:extLst>
          </p:cNvPr>
          <p:cNvSpPr/>
          <p:nvPr/>
        </p:nvSpPr>
        <p:spPr>
          <a:xfrm>
            <a:off x="7488190" y="101881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7902AB9F-AD12-FFE4-A091-D429B03DB105}"/>
              </a:ext>
            </a:extLst>
          </p:cNvPr>
          <p:cNvSpPr/>
          <p:nvPr/>
        </p:nvSpPr>
        <p:spPr>
          <a:xfrm>
            <a:off x="9521118" y="101881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F2F899B5-150F-E37D-10A6-6A4855934A5C}"/>
              </a:ext>
            </a:extLst>
          </p:cNvPr>
          <p:cNvSpPr/>
          <p:nvPr/>
        </p:nvSpPr>
        <p:spPr>
          <a:xfrm>
            <a:off x="11554046" y="101881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8A5213C-1477-7399-5722-309C108B6FEE}"/>
              </a:ext>
            </a:extLst>
          </p:cNvPr>
          <p:cNvGrpSpPr/>
          <p:nvPr/>
        </p:nvGrpSpPr>
        <p:grpSpPr>
          <a:xfrm>
            <a:off x="5770419" y="11482024"/>
            <a:ext cx="631968" cy="1745799"/>
            <a:chOff x="4821200" y="5585063"/>
            <a:chExt cx="631968" cy="1745799"/>
          </a:xfrm>
        </p:grpSpPr>
        <p:sp>
          <p:nvSpPr>
            <p:cNvPr id="46" name="Down Arrow 45">
              <a:extLst>
                <a:ext uri="{FF2B5EF4-FFF2-40B4-BE49-F238E27FC236}">
                  <a16:creationId xmlns:a16="http://schemas.microsoft.com/office/drawing/2014/main" id="{E4965D8F-7342-0732-7D6A-CC443B576E88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BBF858DB-5142-0D6C-D59A-B3D0A867A0FC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BBF858DB-5142-0D6C-D59A-B3D0A867A0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13725" r="-7843" b="-327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86FBB6B8-FAD4-D091-C06E-60353E1562BF}"/>
              </a:ext>
            </a:extLst>
          </p:cNvPr>
          <p:cNvSpPr/>
          <p:nvPr/>
        </p:nvSpPr>
        <p:spPr>
          <a:xfrm>
            <a:off x="14733181" y="6343799"/>
            <a:ext cx="9011561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B will contain numbers less than 9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22C386CF-6837-A3CF-F1B2-8F4B9C36CA71}"/>
              </a:ext>
            </a:extLst>
          </p:cNvPr>
          <p:cNvSpPr/>
          <p:nvPr/>
        </p:nvSpPr>
        <p:spPr>
          <a:xfrm>
            <a:off x="14733180" y="9728407"/>
            <a:ext cx="9011561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C will contain numbers greater than 9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E27981A-6BEA-71ED-3BB5-1F530C980616}"/>
              </a:ext>
            </a:extLst>
          </p:cNvPr>
          <p:cNvSpPr/>
          <p:nvPr/>
        </p:nvSpPr>
        <p:spPr>
          <a:xfrm>
            <a:off x="3422334" y="383707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CBDC3C3-A384-3419-E48E-BF171DA3A915}"/>
              </a:ext>
            </a:extLst>
          </p:cNvPr>
          <p:cNvSpPr/>
          <p:nvPr/>
        </p:nvSpPr>
        <p:spPr>
          <a:xfrm>
            <a:off x="5455262" y="383707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01992B3-148A-B808-8475-A234F739E9AC}"/>
              </a:ext>
            </a:extLst>
          </p:cNvPr>
          <p:cNvSpPr/>
          <p:nvPr/>
        </p:nvSpPr>
        <p:spPr>
          <a:xfrm>
            <a:off x="7488190" y="383707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72FF551-BD47-79EF-AAA4-61DF4A79D3F2}"/>
              </a:ext>
            </a:extLst>
          </p:cNvPr>
          <p:cNvSpPr/>
          <p:nvPr/>
        </p:nvSpPr>
        <p:spPr>
          <a:xfrm>
            <a:off x="9471169" y="383707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625867B-05F2-7DE5-84C3-65AA61338F18}"/>
              </a:ext>
            </a:extLst>
          </p:cNvPr>
          <p:cNvSpPr/>
          <p:nvPr/>
        </p:nvSpPr>
        <p:spPr>
          <a:xfrm>
            <a:off x="11491196" y="383707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BE6EC31-C2CD-510C-2CA0-174D9B6E0CF4}"/>
              </a:ext>
            </a:extLst>
          </p:cNvPr>
          <p:cNvSpPr/>
          <p:nvPr/>
        </p:nvSpPr>
        <p:spPr>
          <a:xfrm>
            <a:off x="3422334" y="386061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42DB3E-EB3D-66A1-EAF0-0C4B64E0F7C8}"/>
              </a:ext>
            </a:extLst>
          </p:cNvPr>
          <p:cNvSpPr/>
          <p:nvPr/>
        </p:nvSpPr>
        <p:spPr>
          <a:xfrm>
            <a:off x="11461458" y="383707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214588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33711-C6F9-9640-9323-6B294906B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4B46F8E-8411-0859-0782-1A50A6AC040C}"/>
              </a:ext>
            </a:extLst>
          </p:cNvPr>
          <p:cNvSpPr/>
          <p:nvPr/>
        </p:nvSpPr>
        <p:spPr>
          <a:xfrm>
            <a:off x="639258" y="488177"/>
            <a:ext cx="23105484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Write a function that takes an array A and partitions the array using the first number as the pivot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58519EB-355D-B0EE-EA19-DBBA44FF160C}"/>
              </a:ext>
            </a:extLst>
          </p:cNvPr>
          <p:cNvSpPr/>
          <p:nvPr/>
        </p:nvSpPr>
        <p:spPr>
          <a:xfrm>
            <a:off x="789004" y="387239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9662F2B7-578B-BE24-A389-226DDD03BC54}"/>
              </a:ext>
            </a:extLst>
          </p:cNvPr>
          <p:cNvSpPr/>
          <p:nvPr/>
        </p:nvSpPr>
        <p:spPr>
          <a:xfrm>
            <a:off x="3422334" y="680349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C5507D8-0E48-B924-0690-C3BA9F7B78C2}"/>
              </a:ext>
            </a:extLst>
          </p:cNvPr>
          <p:cNvSpPr/>
          <p:nvPr/>
        </p:nvSpPr>
        <p:spPr>
          <a:xfrm>
            <a:off x="5449259" y="679567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4C76DF78-1D03-0490-4998-F673B9AE8F7D}"/>
              </a:ext>
            </a:extLst>
          </p:cNvPr>
          <p:cNvSpPr/>
          <p:nvPr/>
        </p:nvSpPr>
        <p:spPr>
          <a:xfrm>
            <a:off x="3422334" y="101881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B6CBE041-4B22-0077-6EB6-B91929ED93EC}"/>
              </a:ext>
            </a:extLst>
          </p:cNvPr>
          <p:cNvSpPr/>
          <p:nvPr/>
        </p:nvSpPr>
        <p:spPr>
          <a:xfrm>
            <a:off x="7502167" y="679567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09B90C28-6A09-FA09-7B76-E120CFD00A7B}"/>
              </a:ext>
            </a:extLst>
          </p:cNvPr>
          <p:cNvSpPr/>
          <p:nvPr/>
        </p:nvSpPr>
        <p:spPr>
          <a:xfrm>
            <a:off x="789004" y="387239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01896D5-6768-9C96-DF80-25B859AF23D5}"/>
              </a:ext>
            </a:extLst>
          </p:cNvPr>
          <p:cNvGrpSpPr/>
          <p:nvPr/>
        </p:nvGrpSpPr>
        <p:grpSpPr>
          <a:xfrm>
            <a:off x="13342356" y="5185562"/>
            <a:ext cx="489236" cy="1745799"/>
            <a:chOff x="4821200" y="5585063"/>
            <a:chExt cx="489236" cy="1745799"/>
          </a:xfrm>
        </p:grpSpPr>
        <p:sp>
          <p:nvSpPr>
            <p:cNvPr id="28" name="Down Arrow 27">
              <a:extLst>
                <a:ext uri="{FF2B5EF4-FFF2-40B4-BE49-F238E27FC236}">
                  <a16:creationId xmlns:a16="http://schemas.microsoft.com/office/drawing/2014/main" id="{99A38E5B-5876-548B-ECB3-1D469AF2B3CE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500DB514-3FA1-CFF8-4492-7449540CEA32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7C6F186-0B23-9C2F-9672-04095F3D4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2"/>
                  <a:stretch>
                    <a:fillRect l="-12500" r="-7500" b="-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6BA1C0B0-ADAE-A04C-DF31-35715F581320}"/>
              </a:ext>
            </a:extLst>
          </p:cNvPr>
          <p:cNvSpPr/>
          <p:nvPr/>
        </p:nvSpPr>
        <p:spPr>
          <a:xfrm>
            <a:off x="789004" y="68035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67564ABE-878F-531F-13F4-2348B9E63D4F}"/>
              </a:ext>
            </a:extLst>
          </p:cNvPr>
          <p:cNvSpPr/>
          <p:nvPr/>
        </p:nvSpPr>
        <p:spPr>
          <a:xfrm>
            <a:off x="3422334" y="68035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674D8E77-DDA7-49F2-84A0-EA6A8D5FEFA7}"/>
              </a:ext>
            </a:extLst>
          </p:cNvPr>
          <p:cNvSpPr/>
          <p:nvPr/>
        </p:nvSpPr>
        <p:spPr>
          <a:xfrm>
            <a:off x="5455262" y="68035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FEB71495-1002-C779-4F76-9289F86A848B}"/>
              </a:ext>
            </a:extLst>
          </p:cNvPr>
          <p:cNvSpPr/>
          <p:nvPr/>
        </p:nvSpPr>
        <p:spPr>
          <a:xfrm>
            <a:off x="7488190" y="68035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BC98AB70-4650-F256-9CB6-CC2BBD9BB9C3}"/>
              </a:ext>
            </a:extLst>
          </p:cNvPr>
          <p:cNvSpPr/>
          <p:nvPr/>
        </p:nvSpPr>
        <p:spPr>
          <a:xfrm>
            <a:off x="9521118" y="68035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B02C34F3-14CA-E144-98B0-E06347A5DB83}"/>
              </a:ext>
            </a:extLst>
          </p:cNvPr>
          <p:cNvSpPr/>
          <p:nvPr/>
        </p:nvSpPr>
        <p:spPr>
          <a:xfrm>
            <a:off x="11554046" y="68035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1DD5525-3071-25F1-D2D3-EA3C30355925}"/>
              </a:ext>
            </a:extLst>
          </p:cNvPr>
          <p:cNvGrpSpPr/>
          <p:nvPr/>
        </p:nvGrpSpPr>
        <p:grpSpPr>
          <a:xfrm>
            <a:off x="9808196" y="8125944"/>
            <a:ext cx="505843" cy="1745799"/>
            <a:chOff x="4821200" y="5585063"/>
            <a:chExt cx="505843" cy="1745799"/>
          </a:xfrm>
        </p:grpSpPr>
        <p:sp>
          <p:nvSpPr>
            <p:cNvPr id="37" name="Down Arrow 36">
              <a:extLst>
                <a:ext uri="{FF2B5EF4-FFF2-40B4-BE49-F238E27FC236}">
                  <a16:creationId xmlns:a16="http://schemas.microsoft.com/office/drawing/2014/main" id="{05358EBA-CB1C-9797-13DB-EC355B26DF4E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BDA80F5C-BC8A-02CC-F4A0-D55571F8706E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FFC9877-E7BA-9260-196D-851E930C6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24390" r="-24390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7C9B694F-AE1B-3EA3-015C-448D593C45D9}"/>
              </a:ext>
            </a:extLst>
          </p:cNvPr>
          <p:cNvSpPr/>
          <p:nvPr/>
        </p:nvSpPr>
        <p:spPr>
          <a:xfrm>
            <a:off x="789004" y="1018811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8A610E70-8774-75AD-8EFF-C4B262A80E02}"/>
              </a:ext>
            </a:extLst>
          </p:cNvPr>
          <p:cNvSpPr/>
          <p:nvPr/>
        </p:nvSpPr>
        <p:spPr>
          <a:xfrm>
            <a:off x="3422334" y="101881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E6D13414-4266-0038-0319-29CEDD560586}"/>
              </a:ext>
            </a:extLst>
          </p:cNvPr>
          <p:cNvSpPr/>
          <p:nvPr/>
        </p:nvSpPr>
        <p:spPr>
          <a:xfrm>
            <a:off x="5455262" y="101881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022AFBD3-D120-1A91-6B7E-384B40B0DC54}"/>
              </a:ext>
            </a:extLst>
          </p:cNvPr>
          <p:cNvSpPr/>
          <p:nvPr/>
        </p:nvSpPr>
        <p:spPr>
          <a:xfrm>
            <a:off x="7488190" y="101881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AC901660-1461-92E4-3871-5A12A322D4AA}"/>
              </a:ext>
            </a:extLst>
          </p:cNvPr>
          <p:cNvSpPr/>
          <p:nvPr/>
        </p:nvSpPr>
        <p:spPr>
          <a:xfrm>
            <a:off x="9521118" y="101881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D906623E-9952-D9DB-3CB6-F90160BD5620}"/>
              </a:ext>
            </a:extLst>
          </p:cNvPr>
          <p:cNvSpPr/>
          <p:nvPr/>
        </p:nvSpPr>
        <p:spPr>
          <a:xfrm>
            <a:off x="11554046" y="101881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2F27A26-08A8-AD53-2109-C3F8E3475AF2}"/>
              </a:ext>
            </a:extLst>
          </p:cNvPr>
          <p:cNvGrpSpPr/>
          <p:nvPr/>
        </p:nvGrpSpPr>
        <p:grpSpPr>
          <a:xfrm>
            <a:off x="5770419" y="11482024"/>
            <a:ext cx="631968" cy="1745799"/>
            <a:chOff x="4821200" y="5585063"/>
            <a:chExt cx="631968" cy="1745799"/>
          </a:xfrm>
        </p:grpSpPr>
        <p:sp>
          <p:nvSpPr>
            <p:cNvPr id="46" name="Down Arrow 45">
              <a:extLst>
                <a:ext uri="{FF2B5EF4-FFF2-40B4-BE49-F238E27FC236}">
                  <a16:creationId xmlns:a16="http://schemas.microsoft.com/office/drawing/2014/main" id="{313054B3-A419-0963-362F-1BB6A6E33E0B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F6D305E1-B756-1FE1-C8D0-C5EAFF8E7B4A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F6D305E1-B756-1FE1-C8D0-C5EAFF8E7B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13725" r="-7843" b="-327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4B6999EB-7D78-4E83-9C94-B1CE4EE99B22}"/>
              </a:ext>
            </a:extLst>
          </p:cNvPr>
          <p:cNvSpPr/>
          <p:nvPr/>
        </p:nvSpPr>
        <p:spPr>
          <a:xfrm>
            <a:off x="14733181" y="6343799"/>
            <a:ext cx="9011561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B will contain numbers less than 9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5BC11484-B3C7-59F2-64A7-DAC3B5A7D5BB}"/>
              </a:ext>
            </a:extLst>
          </p:cNvPr>
          <p:cNvSpPr/>
          <p:nvPr/>
        </p:nvSpPr>
        <p:spPr>
          <a:xfrm>
            <a:off x="14733180" y="9728407"/>
            <a:ext cx="9011561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C will contain numbers greater than 9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35F04E8-0118-4329-0286-BE1790751D7B}"/>
              </a:ext>
            </a:extLst>
          </p:cNvPr>
          <p:cNvSpPr/>
          <p:nvPr/>
        </p:nvSpPr>
        <p:spPr>
          <a:xfrm>
            <a:off x="3422334" y="383707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53E8BC2-7751-D8FB-7B25-4CB99B251E91}"/>
              </a:ext>
            </a:extLst>
          </p:cNvPr>
          <p:cNvSpPr/>
          <p:nvPr/>
        </p:nvSpPr>
        <p:spPr>
          <a:xfrm>
            <a:off x="5455262" y="383707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31D8B97-752A-C8E5-17BD-07B7C22DB64F}"/>
              </a:ext>
            </a:extLst>
          </p:cNvPr>
          <p:cNvSpPr/>
          <p:nvPr/>
        </p:nvSpPr>
        <p:spPr>
          <a:xfrm>
            <a:off x="7488190" y="383707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8D721E0-9D3F-FFBD-ADE1-7DA0ECEC7D50}"/>
              </a:ext>
            </a:extLst>
          </p:cNvPr>
          <p:cNvSpPr/>
          <p:nvPr/>
        </p:nvSpPr>
        <p:spPr>
          <a:xfrm>
            <a:off x="9471169" y="383707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8D39D48-E766-E592-874A-E08E6AEF2BB0}"/>
              </a:ext>
            </a:extLst>
          </p:cNvPr>
          <p:cNvSpPr/>
          <p:nvPr/>
        </p:nvSpPr>
        <p:spPr>
          <a:xfrm>
            <a:off x="11491196" y="383707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943B24B-CB74-7701-6F5B-A97290CBC753}"/>
              </a:ext>
            </a:extLst>
          </p:cNvPr>
          <p:cNvSpPr/>
          <p:nvPr/>
        </p:nvSpPr>
        <p:spPr>
          <a:xfrm>
            <a:off x="3422334" y="386061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5889763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A434B-55E6-891D-54DE-EFC93F333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EC51496-4728-5C9B-5B1D-B468E6BAEEC0}"/>
              </a:ext>
            </a:extLst>
          </p:cNvPr>
          <p:cNvSpPr/>
          <p:nvPr/>
        </p:nvSpPr>
        <p:spPr>
          <a:xfrm>
            <a:off x="639258" y="488177"/>
            <a:ext cx="23105484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Write a function that takes an array A and partitions the array using the first number as the pivot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D1AD2649-3F7E-5042-2D6F-6808C5B3ADF6}"/>
              </a:ext>
            </a:extLst>
          </p:cNvPr>
          <p:cNvSpPr/>
          <p:nvPr/>
        </p:nvSpPr>
        <p:spPr>
          <a:xfrm>
            <a:off x="789004" y="387239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DCEAA681-3A13-95C9-59D8-F705DA38C1C5}"/>
              </a:ext>
            </a:extLst>
          </p:cNvPr>
          <p:cNvSpPr/>
          <p:nvPr/>
        </p:nvSpPr>
        <p:spPr>
          <a:xfrm>
            <a:off x="3422334" y="680349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C7152360-73F0-CE35-914A-802331D09671}"/>
              </a:ext>
            </a:extLst>
          </p:cNvPr>
          <p:cNvSpPr/>
          <p:nvPr/>
        </p:nvSpPr>
        <p:spPr>
          <a:xfrm>
            <a:off x="5449259" y="679567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417702A5-DD96-4AC8-189B-31ACE35BCCCD}"/>
              </a:ext>
            </a:extLst>
          </p:cNvPr>
          <p:cNvSpPr/>
          <p:nvPr/>
        </p:nvSpPr>
        <p:spPr>
          <a:xfrm>
            <a:off x="3422334" y="101881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20B141DD-D83C-860C-5842-A48F6F3B170D}"/>
              </a:ext>
            </a:extLst>
          </p:cNvPr>
          <p:cNvSpPr/>
          <p:nvPr/>
        </p:nvSpPr>
        <p:spPr>
          <a:xfrm>
            <a:off x="7502167" y="679567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BBD3A95-6874-ED2E-A125-E84549C18C3F}"/>
              </a:ext>
            </a:extLst>
          </p:cNvPr>
          <p:cNvSpPr/>
          <p:nvPr/>
        </p:nvSpPr>
        <p:spPr>
          <a:xfrm>
            <a:off x="789004" y="387239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2DC2307-5EBC-913E-051A-7016C1962E2E}"/>
              </a:ext>
            </a:extLst>
          </p:cNvPr>
          <p:cNvGrpSpPr/>
          <p:nvPr/>
        </p:nvGrpSpPr>
        <p:grpSpPr>
          <a:xfrm>
            <a:off x="13342356" y="5185562"/>
            <a:ext cx="489236" cy="1745799"/>
            <a:chOff x="4821200" y="5585063"/>
            <a:chExt cx="489236" cy="1745799"/>
          </a:xfrm>
        </p:grpSpPr>
        <p:sp>
          <p:nvSpPr>
            <p:cNvPr id="28" name="Down Arrow 27">
              <a:extLst>
                <a:ext uri="{FF2B5EF4-FFF2-40B4-BE49-F238E27FC236}">
                  <a16:creationId xmlns:a16="http://schemas.microsoft.com/office/drawing/2014/main" id="{605662EA-666E-D041-21C8-C7D7C4E49634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0E6342C8-6A15-E5FD-9A8F-0650D38C30BE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7C6F186-0B23-9C2F-9672-04095F3D4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2"/>
                  <a:stretch>
                    <a:fillRect l="-12500" r="-7500" b="-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5EFC7C9B-A3E5-1DFE-DD77-2A551FE4903E}"/>
              </a:ext>
            </a:extLst>
          </p:cNvPr>
          <p:cNvSpPr/>
          <p:nvPr/>
        </p:nvSpPr>
        <p:spPr>
          <a:xfrm>
            <a:off x="789004" y="68035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EF27B68-68BB-4647-45A3-87CB809CDEC0}"/>
              </a:ext>
            </a:extLst>
          </p:cNvPr>
          <p:cNvSpPr/>
          <p:nvPr/>
        </p:nvSpPr>
        <p:spPr>
          <a:xfrm>
            <a:off x="3422334" y="68035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1CC41BA1-143B-915B-FAB1-AA6C19BE15B9}"/>
              </a:ext>
            </a:extLst>
          </p:cNvPr>
          <p:cNvSpPr/>
          <p:nvPr/>
        </p:nvSpPr>
        <p:spPr>
          <a:xfrm>
            <a:off x="5455262" y="68035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B3EFD1D0-D9FE-971C-8B5A-BF2658D80445}"/>
              </a:ext>
            </a:extLst>
          </p:cNvPr>
          <p:cNvSpPr/>
          <p:nvPr/>
        </p:nvSpPr>
        <p:spPr>
          <a:xfrm>
            <a:off x="7488190" y="68035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56FB543E-0496-909A-B2F9-CE6734BE1DB5}"/>
              </a:ext>
            </a:extLst>
          </p:cNvPr>
          <p:cNvSpPr/>
          <p:nvPr/>
        </p:nvSpPr>
        <p:spPr>
          <a:xfrm>
            <a:off x="9521118" y="68035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3B624ECF-629B-119F-8AD5-ADE96DEE7BAC}"/>
              </a:ext>
            </a:extLst>
          </p:cNvPr>
          <p:cNvSpPr/>
          <p:nvPr/>
        </p:nvSpPr>
        <p:spPr>
          <a:xfrm>
            <a:off x="11554046" y="68035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42BE644-6AAA-08F8-0A2C-8012147249B5}"/>
              </a:ext>
            </a:extLst>
          </p:cNvPr>
          <p:cNvGrpSpPr/>
          <p:nvPr/>
        </p:nvGrpSpPr>
        <p:grpSpPr>
          <a:xfrm>
            <a:off x="9808196" y="8125944"/>
            <a:ext cx="505843" cy="1745799"/>
            <a:chOff x="4821200" y="5585063"/>
            <a:chExt cx="505843" cy="1745799"/>
          </a:xfrm>
        </p:grpSpPr>
        <p:sp>
          <p:nvSpPr>
            <p:cNvPr id="37" name="Down Arrow 36">
              <a:extLst>
                <a:ext uri="{FF2B5EF4-FFF2-40B4-BE49-F238E27FC236}">
                  <a16:creationId xmlns:a16="http://schemas.microsoft.com/office/drawing/2014/main" id="{C4709C59-0475-88C5-B609-BF3EBD304907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26937358-164C-1B10-4DA2-56477486D8BC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FFC9877-E7BA-9260-196D-851E930C6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24390" r="-24390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8606D0DB-20CC-9CB8-EFAE-64BB10A314BC}"/>
              </a:ext>
            </a:extLst>
          </p:cNvPr>
          <p:cNvSpPr/>
          <p:nvPr/>
        </p:nvSpPr>
        <p:spPr>
          <a:xfrm>
            <a:off x="789004" y="1018811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13AD57DB-09C9-12F7-B6D4-3AF7C7C3B173}"/>
              </a:ext>
            </a:extLst>
          </p:cNvPr>
          <p:cNvSpPr/>
          <p:nvPr/>
        </p:nvSpPr>
        <p:spPr>
          <a:xfrm>
            <a:off x="3422334" y="101881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09AA72AD-C9A5-2FEE-590C-51D67DA670CE}"/>
              </a:ext>
            </a:extLst>
          </p:cNvPr>
          <p:cNvSpPr/>
          <p:nvPr/>
        </p:nvSpPr>
        <p:spPr>
          <a:xfrm>
            <a:off x="5455262" y="101881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9DA6DD09-8F04-03F4-6635-8C5CA1C536BF}"/>
              </a:ext>
            </a:extLst>
          </p:cNvPr>
          <p:cNvSpPr/>
          <p:nvPr/>
        </p:nvSpPr>
        <p:spPr>
          <a:xfrm>
            <a:off x="7488190" y="101881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67028952-5C4E-ED8F-6F13-5645FB841102}"/>
              </a:ext>
            </a:extLst>
          </p:cNvPr>
          <p:cNvSpPr/>
          <p:nvPr/>
        </p:nvSpPr>
        <p:spPr>
          <a:xfrm>
            <a:off x="9521118" y="101881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36F9E3E8-1926-22C9-916E-168DE2944675}"/>
              </a:ext>
            </a:extLst>
          </p:cNvPr>
          <p:cNvSpPr/>
          <p:nvPr/>
        </p:nvSpPr>
        <p:spPr>
          <a:xfrm>
            <a:off x="11554046" y="101881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F604AA5-EFC8-81F7-BC83-E9AA21BA57C4}"/>
              </a:ext>
            </a:extLst>
          </p:cNvPr>
          <p:cNvGrpSpPr/>
          <p:nvPr/>
        </p:nvGrpSpPr>
        <p:grpSpPr>
          <a:xfrm>
            <a:off x="5770419" y="11482024"/>
            <a:ext cx="631968" cy="1745799"/>
            <a:chOff x="4821200" y="5585063"/>
            <a:chExt cx="631968" cy="1745799"/>
          </a:xfrm>
        </p:grpSpPr>
        <p:sp>
          <p:nvSpPr>
            <p:cNvPr id="46" name="Down Arrow 45">
              <a:extLst>
                <a:ext uri="{FF2B5EF4-FFF2-40B4-BE49-F238E27FC236}">
                  <a16:creationId xmlns:a16="http://schemas.microsoft.com/office/drawing/2014/main" id="{60D7EE7B-E8CB-9E87-F04F-BC8D979BBB09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C09988A2-CBEC-2647-1826-8865602BFB8D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C09988A2-CBEC-2647-1826-8865602BFB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13725" r="-7843" b="-327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EA0207E8-6023-EC19-B65D-D10C2EEA6ACE}"/>
              </a:ext>
            </a:extLst>
          </p:cNvPr>
          <p:cNvSpPr/>
          <p:nvPr/>
        </p:nvSpPr>
        <p:spPr>
          <a:xfrm>
            <a:off x="14733181" y="6343799"/>
            <a:ext cx="9011561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B will contain numbers less than 9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6A29893A-C38C-3A59-4A41-ACEF58899877}"/>
              </a:ext>
            </a:extLst>
          </p:cNvPr>
          <p:cNvSpPr/>
          <p:nvPr/>
        </p:nvSpPr>
        <p:spPr>
          <a:xfrm>
            <a:off x="14733180" y="9728407"/>
            <a:ext cx="9011561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C will contain numbers greater than 9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80849E9-2890-112A-FD44-2D186B4AEA62}"/>
              </a:ext>
            </a:extLst>
          </p:cNvPr>
          <p:cNvSpPr/>
          <p:nvPr/>
        </p:nvSpPr>
        <p:spPr>
          <a:xfrm>
            <a:off x="3422334" y="383707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4BF5F25-356D-549E-3401-A0C9F94C83E6}"/>
              </a:ext>
            </a:extLst>
          </p:cNvPr>
          <p:cNvSpPr/>
          <p:nvPr/>
        </p:nvSpPr>
        <p:spPr>
          <a:xfrm>
            <a:off x="5455262" y="383707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78B0748-56B4-1A9D-8FBB-1BDED8338D12}"/>
              </a:ext>
            </a:extLst>
          </p:cNvPr>
          <p:cNvSpPr/>
          <p:nvPr/>
        </p:nvSpPr>
        <p:spPr>
          <a:xfrm>
            <a:off x="7488190" y="383707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A501494-B0BC-8849-7978-B2073B1024F0}"/>
              </a:ext>
            </a:extLst>
          </p:cNvPr>
          <p:cNvSpPr/>
          <p:nvPr/>
        </p:nvSpPr>
        <p:spPr>
          <a:xfrm>
            <a:off x="9471169" y="383707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4921AFE-EB42-B1C8-93E4-EBC73AE9415C}"/>
              </a:ext>
            </a:extLst>
          </p:cNvPr>
          <p:cNvSpPr/>
          <p:nvPr/>
        </p:nvSpPr>
        <p:spPr>
          <a:xfrm>
            <a:off x="11491196" y="383707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78EE1B1-4F8C-83C5-386A-8773757CDAC0}"/>
              </a:ext>
            </a:extLst>
          </p:cNvPr>
          <p:cNvSpPr/>
          <p:nvPr/>
        </p:nvSpPr>
        <p:spPr>
          <a:xfrm>
            <a:off x="20961666" y="36639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5ECF9DC-1567-88BA-4AD1-AB6533360887}"/>
              </a:ext>
            </a:extLst>
          </p:cNvPr>
          <p:cNvSpPr/>
          <p:nvPr/>
        </p:nvSpPr>
        <p:spPr>
          <a:xfrm>
            <a:off x="17526859" y="3663937"/>
            <a:ext cx="2903655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pivot</a:t>
            </a:r>
          </a:p>
        </p:txBody>
      </p:sp>
    </p:spTree>
    <p:extLst>
      <p:ext uri="{BB962C8B-B14F-4D97-AF65-F5344CB8AC3E}">
        <p14:creationId xmlns:p14="http://schemas.microsoft.com/office/powerpoint/2010/main" val="5427059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10068-11FE-BDB3-70EF-808377651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773F35A2-87B2-4DE2-1B4A-3B97AE389ECE}"/>
              </a:ext>
            </a:extLst>
          </p:cNvPr>
          <p:cNvSpPr/>
          <p:nvPr/>
        </p:nvSpPr>
        <p:spPr>
          <a:xfrm>
            <a:off x="3422334" y="68035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8FC8392F-90EA-AFAF-6746-993D877A9D47}"/>
              </a:ext>
            </a:extLst>
          </p:cNvPr>
          <p:cNvSpPr/>
          <p:nvPr/>
        </p:nvSpPr>
        <p:spPr>
          <a:xfrm>
            <a:off x="5455262" y="68035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D3DCB3E0-820D-F1A3-8D34-6E30B7438295}"/>
              </a:ext>
            </a:extLst>
          </p:cNvPr>
          <p:cNvSpPr/>
          <p:nvPr/>
        </p:nvSpPr>
        <p:spPr>
          <a:xfrm>
            <a:off x="7488190" y="68035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6588BC47-8804-49BB-8317-5A997274DEC1}"/>
              </a:ext>
            </a:extLst>
          </p:cNvPr>
          <p:cNvSpPr/>
          <p:nvPr/>
        </p:nvSpPr>
        <p:spPr>
          <a:xfrm>
            <a:off x="9521118" y="68035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AE49FED3-8B9B-F038-1146-43C4ED5279E9}"/>
              </a:ext>
            </a:extLst>
          </p:cNvPr>
          <p:cNvSpPr/>
          <p:nvPr/>
        </p:nvSpPr>
        <p:spPr>
          <a:xfrm>
            <a:off x="11554046" y="68035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D13AD00-0CC1-2084-7E62-B98223ABDD65}"/>
              </a:ext>
            </a:extLst>
          </p:cNvPr>
          <p:cNvSpPr/>
          <p:nvPr/>
        </p:nvSpPr>
        <p:spPr>
          <a:xfrm>
            <a:off x="639258" y="488177"/>
            <a:ext cx="23105484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Write a function that takes an array A and partitions the array using the first number as the pivot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2BB67EA-A02D-07D0-3F62-A4A098EA7F5A}"/>
              </a:ext>
            </a:extLst>
          </p:cNvPr>
          <p:cNvSpPr/>
          <p:nvPr/>
        </p:nvSpPr>
        <p:spPr>
          <a:xfrm>
            <a:off x="789004" y="387239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5E69CFEB-7147-4A7B-2481-F15705F5A923}"/>
              </a:ext>
            </a:extLst>
          </p:cNvPr>
          <p:cNvSpPr/>
          <p:nvPr/>
        </p:nvSpPr>
        <p:spPr>
          <a:xfrm>
            <a:off x="3396510" y="384098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C28ADD96-8C1E-93B4-0319-6AC281C9FED2}"/>
              </a:ext>
            </a:extLst>
          </p:cNvPr>
          <p:cNvSpPr/>
          <p:nvPr/>
        </p:nvSpPr>
        <p:spPr>
          <a:xfrm>
            <a:off x="5423435" y="383316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C5E8F2DD-EB55-756E-A0BF-60C655DF43B7}"/>
              </a:ext>
            </a:extLst>
          </p:cNvPr>
          <p:cNvSpPr/>
          <p:nvPr/>
        </p:nvSpPr>
        <p:spPr>
          <a:xfrm>
            <a:off x="3422334" y="101881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6C938CC8-7A8D-85F7-F462-4F0E0CED0259}"/>
              </a:ext>
            </a:extLst>
          </p:cNvPr>
          <p:cNvSpPr/>
          <p:nvPr/>
        </p:nvSpPr>
        <p:spPr>
          <a:xfrm>
            <a:off x="7476343" y="383316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B3654811-EEEF-0C29-4A5C-C9A074EDDC6D}"/>
              </a:ext>
            </a:extLst>
          </p:cNvPr>
          <p:cNvSpPr/>
          <p:nvPr/>
        </p:nvSpPr>
        <p:spPr>
          <a:xfrm>
            <a:off x="789004" y="387239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6FB36AA-0BF8-A636-9017-80FF5A409E13}"/>
              </a:ext>
            </a:extLst>
          </p:cNvPr>
          <p:cNvGrpSpPr/>
          <p:nvPr/>
        </p:nvGrpSpPr>
        <p:grpSpPr>
          <a:xfrm>
            <a:off x="13342356" y="5185562"/>
            <a:ext cx="489236" cy="1745799"/>
            <a:chOff x="4821200" y="5585063"/>
            <a:chExt cx="489236" cy="1745799"/>
          </a:xfrm>
        </p:grpSpPr>
        <p:sp>
          <p:nvSpPr>
            <p:cNvPr id="28" name="Down Arrow 27">
              <a:extLst>
                <a:ext uri="{FF2B5EF4-FFF2-40B4-BE49-F238E27FC236}">
                  <a16:creationId xmlns:a16="http://schemas.microsoft.com/office/drawing/2014/main" id="{5111B945-D16C-D18B-0708-8330F1B92B5D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CF370ABD-182A-3D8F-2A4F-E0B4CBE5FE3A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7C6F186-0B23-9C2F-9672-04095F3D4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2"/>
                  <a:stretch>
                    <a:fillRect l="-12500" r="-7500" b="-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0FD9E54E-550F-5981-473B-7C5474F47629}"/>
              </a:ext>
            </a:extLst>
          </p:cNvPr>
          <p:cNvSpPr/>
          <p:nvPr/>
        </p:nvSpPr>
        <p:spPr>
          <a:xfrm>
            <a:off x="789004" y="68035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34CA6DF-96A1-09B8-F94A-0B2A49F839CC}"/>
              </a:ext>
            </a:extLst>
          </p:cNvPr>
          <p:cNvGrpSpPr/>
          <p:nvPr/>
        </p:nvGrpSpPr>
        <p:grpSpPr>
          <a:xfrm>
            <a:off x="9808196" y="8125944"/>
            <a:ext cx="505843" cy="1745799"/>
            <a:chOff x="4821200" y="5585063"/>
            <a:chExt cx="505843" cy="1745799"/>
          </a:xfrm>
        </p:grpSpPr>
        <p:sp>
          <p:nvSpPr>
            <p:cNvPr id="37" name="Down Arrow 36">
              <a:extLst>
                <a:ext uri="{FF2B5EF4-FFF2-40B4-BE49-F238E27FC236}">
                  <a16:creationId xmlns:a16="http://schemas.microsoft.com/office/drawing/2014/main" id="{7DE7F086-A5A9-7051-1AF1-DAD4EE19B456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2FF3234B-2DDB-BACF-75E0-5C04C3A0BA6F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FFC9877-E7BA-9260-196D-851E930C6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24390" r="-24390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ECCF53E8-6B1C-C9D8-D294-91331C653AB3}"/>
              </a:ext>
            </a:extLst>
          </p:cNvPr>
          <p:cNvSpPr/>
          <p:nvPr/>
        </p:nvSpPr>
        <p:spPr>
          <a:xfrm>
            <a:off x="789004" y="1018811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2FF9D615-911C-DB41-3FA9-5EAC3530A9FF}"/>
              </a:ext>
            </a:extLst>
          </p:cNvPr>
          <p:cNvSpPr/>
          <p:nvPr/>
        </p:nvSpPr>
        <p:spPr>
          <a:xfrm>
            <a:off x="3422334" y="101881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490A558F-E7A7-7A93-1B74-E80CD12606A3}"/>
              </a:ext>
            </a:extLst>
          </p:cNvPr>
          <p:cNvSpPr/>
          <p:nvPr/>
        </p:nvSpPr>
        <p:spPr>
          <a:xfrm>
            <a:off x="5455262" y="101881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17E89633-D50F-ADCF-8713-5B8DA61ED735}"/>
              </a:ext>
            </a:extLst>
          </p:cNvPr>
          <p:cNvSpPr/>
          <p:nvPr/>
        </p:nvSpPr>
        <p:spPr>
          <a:xfrm>
            <a:off x="7488190" y="101881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120C6D30-8BA5-BFF8-A9E8-7AC28C0375CE}"/>
              </a:ext>
            </a:extLst>
          </p:cNvPr>
          <p:cNvSpPr/>
          <p:nvPr/>
        </p:nvSpPr>
        <p:spPr>
          <a:xfrm>
            <a:off x="9521118" y="101881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538BB4EA-AB41-AEF3-807E-0454B708ACC3}"/>
              </a:ext>
            </a:extLst>
          </p:cNvPr>
          <p:cNvSpPr/>
          <p:nvPr/>
        </p:nvSpPr>
        <p:spPr>
          <a:xfrm>
            <a:off x="11554046" y="101881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95A4C6F-01BF-9FA9-A746-387391C20F1A}"/>
              </a:ext>
            </a:extLst>
          </p:cNvPr>
          <p:cNvGrpSpPr/>
          <p:nvPr/>
        </p:nvGrpSpPr>
        <p:grpSpPr>
          <a:xfrm>
            <a:off x="5770419" y="11482024"/>
            <a:ext cx="631968" cy="1745799"/>
            <a:chOff x="4821200" y="5585063"/>
            <a:chExt cx="631968" cy="1745799"/>
          </a:xfrm>
        </p:grpSpPr>
        <p:sp>
          <p:nvSpPr>
            <p:cNvPr id="46" name="Down Arrow 45">
              <a:extLst>
                <a:ext uri="{FF2B5EF4-FFF2-40B4-BE49-F238E27FC236}">
                  <a16:creationId xmlns:a16="http://schemas.microsoft.com/office/drawing/2014/main" id="{2F933757-4A03-A273-A429-B8CFF9DA81C4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6571CB00-5854-BDB0-99B5-6A615F0080F6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6571CB00-5854-BDB0-99B5-6A615F0080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13725" r="-7843" b="-327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85F0C4CC-A0AA-4E7F-196A-8119FF4C89D4}"/>
              </a:ext>
            </a:extLst>
          </p:cNvPr>
          <p:cNvSpPr/>
          <p:nvPr/>
        </p:nvSpPr>
        <p:spPr>
          <a:xfrm>
            <a:off x="14733181" y="6343799"/>
            <a:ext cx="9011561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B will contain numbers less than 9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4DBEA8BF-99CC-0FFB-C440-3F21FF552AF4}"/>
              </a:ext>
            </a:extLst>
          </p:cNvPr>
          <p:cNvSpPr/>
          <p:nvPr/>
        </p:nvSpPr>
        <p:spPr>
          <a:xfrm>
            <a:off x="14733180" y="9728407"/>
            <a:ext cx="9011561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C will contain numbers greater than 9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F0BF339-F9D1-E54E-9DD6-AB4BB6598B50}"/>
              </a:ext>
            </a:extLst>
          </p:cNvPr>
          <p:cNvSpPr/>
          <p:nvPr/>
        </p:nvSpPr>
        <p:spPr>
          <a:xfrm>
            <a:off x="3422334" y="383707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16D49EC-40FD-74B6-E59B-9085AB27A6CD}"/>
              </a:ext>
            </a:extLst>
          </p:cNvPr>
          <p:cNvSpPr/>
          <p:nvPr/>
        </p:nvSpPr>
        <p:spPr>
          <a:xfrm>
            <a:off x="5455262" y="383707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F0DC7C0-2CD3-1B72-57ED-3D0CA7E1345B}"/>
              </a:ext>
            </a:extLst>
          </p:cNvPr>
          <p:cNvSpPr/>
          <p:nvPr/>
        </p:nvSpPr>
        <p:spPr>
          <a:xfrm>
            <a:off x="7488190" y="383707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8FC0662-C030-4A71-D4B3-3F15AC5D5200}"/>
              </a:ext>
            </a:extLst>
          </p:cNvPr>
          <p:cNvSpPr/>
          <p:nvPr/>
        </p:nvSpPr>
        <p:spPr>
          <a:xfrm>
            <a:off x="9471169" y="383707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D636EDC-6F99-691E-9966-D68F53B7FA22}"/>
              </a:ext>
            </a:extLst>
          </p:cNvPr>
          <p:cNvSpPr/>
          <p:nvPr/>
        </p:nvSpPr>
        <p:spPr>
          <a:xfrm>
            <a:off x="11491196" y="383707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4A4F7AE-EB56-5A54-28C5-1E08D939275D}"/>
              </a:ext>
            </a:extLst>
          </p:cNvPr>
          <p:cNvSpPr/>
          <p:nvPr/>
        </p:nvSpPr>
        <p:spPr>
          <a:xfrm>
            <a:off x="20961666" y="36639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4DBFBAD-99DE-F7E5-F8EC-78064444619A}"/>
              </a:ext>
            </a:extLst>
          </p:cNvPr>
          <p:cNvSpPr/>
          <p:nvPr/>
        </p:nvSpPr>
        <p:spPr>
          <a:xfrm>
            <a:off x="17526859" y="3663937"/>
            <a:ext cx="2903655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pivot</a:t>
            </a:r>
          </a:p>
        </p:txBody>
      </p:sp>
    </p:spTree>
    <p:extLst>
      <p:ext uri="{BB962C8B-B14F-4D97-AF65-F5344CB8AC3E}">
        <p14:creationId xmlns:p14="http://schemas.microsoft.com/office/powerpoint/2010/main" val="32238003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C49D2-799E-BFAF-87F0-103FD7EB0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8220F815-0434-28E2-C4F6-35D8068DB4F3}"/>
              </a:ext>
            </a:extLst>
          </p:cNvPr>
          <p:cNvSpPr/>
          <p:nvPr/>
        </p:nvSpPr>
        <p:spPr>
          <a:xfrm>
            <a:off x="3422334" y="68035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7E412234-6A37-84BA-C157-AE54193E94CC}"/>
              </a:ext>
            </a:extLst>
          </p:cNvPr>
          <p:cNvSpPr/>
          <p:nvPr/>
        </p:nvSpPr>
        <p:spPr>
          <a:xfrm>
            <a:off x="5455262" y="68035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4D40D549-D4B7-29BB-B0B0-4CE8EAD484BC}"/>
              </a:ext>
            </a:extLst>
          </p:cNvPr>
          <p:cNvSpPr/>
          <p:nvPr/>
        </p:nvSpPr>
        <p:spPr>
          <a:xfrm>
            <a:off x="7488190" y="68035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612EC37B-6CA4-B868-09BE-13967FB4390D}"/>
              </a:ext>
            </a:extLst>
          </p:cNvPr>
          <p:cNvSpPr/>
          <p:nvPr/>
        </p:nvSpPr>
        <p:spPr>
          <a:xfrm>
            <a:off x="9521118" y="68035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05C449E9-9D5C-D398-20AD-0CD667F21BA7}"/>
              </a:ext>
            </a:extLst>
          </p:cNvPr>
          <p:cNvSpPr/>
          <p:nvPr/>
        </p:nvSpPr>
        <p:spPr>
          <a:xfrm>
            <a:off x="11554046" y="68035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EB8D009C-F003-175A-6F50-C885892CB15F}"/>
              </a:ext>
            </a:extLst>
          </p:cNvPr>
          <p:cNvSpPr/>
          <p:nvPr/>
        </p:nvSpPr>
        <p:spPr>
          <a:xfrm>
            <a:off x="639258" y="488177"/>
            <a:ext cx="23105484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Write a function that takes an array A and partitions the array using the first number as the pivot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835527C-32ED-9BD4-1A9C-531AB5CC20EE}"/>
              </a:ext>
            </a:extLst>
          </p:cNvPr>
          <p:cNvSpPr/>
          <p:nvPr/>
        </p:nvSpPr>
        <p:spPr>
          <a:xfrm>
            <a:off x="789004" y="387239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42B34006-7FCD-657A-8AB1-A176ABB9DBB5}"/>
              </a:ext>
            </a:extLst>
          </p:cNvPr>
          <p:cNvSpPr/>
          <p:nvPr/>
        </p:nvSpPr>
        <p:spPr>
          <a:xfrm>
            <a:off x="3396510" y="384098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CA032355-F0A6-0029-7734-F940B4DEB838}"/>
              </a:ext>
            </a:extLst>
          </p:cNvPr>
          <p:cNvSpPr/>
          <p:nvPr/>
        </p:nvSpPr>
        <p:spPr>
          <a:xfrm>
            <a:off x="5423435" y="383316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3646D080-1C4F-5C26-6098-27EB0701DCFC}"/>
              </a:ext>
            </a:extLst>
          </p:cNvPr>
          <p:cNvSpPr/>
          <p:nvPr/>
        </p:nvSpPr>
        <p:spPr>
          <a:xfrm>
            <a:off x="3422334" y="101881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2CEB084A-CE25-1664-3777-3D1960A45C33}"/>
              </a:ext>
            </a:extLst>
          </p:cNvPr>
          <p:cNvSpPr/>
          <p:nvPr/>
        </p:nvSpPr>
        <p:spPr>
          <a:xfrm>
            <a:off x="7476343" y="383316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365F3758-3405-9799-D018-79AD00EF996F}"/>
              </a:ext>
            </a:extLst>
          </p:cNvPr>
          <p:cNvSpPr/>
          <p:nvPr/>
        </p:nvSpPr>
        <p:spPr>
          <a:xfrm>
            <a:off x="789004" y="387239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105F787-2A62-FA4D-ED49-DD2A1C589FF1}"/>
              </a:ext>
            </a:extLst>
          </p:cNvPr>
          <p:cNvGrpSpPr/>
          <p:nvPr/>
        </p:nvGrpSpPr>
        <p:grpSpPr>
          <a:xfrm>
            <a:off x="13342356" y="5185562"/>
            <a:ext cx="489236" cy="1745799"/>
            <a:chOff x="4821200" y="5585063"/>
            <a:chExt cx="489236" cy="1745799"/>
          </a:xfrm>
        </p:grpSpPr>
        <p:sp>
          <p:nvSpPr>
            <p:cNvPr id="28" name="Down Arrow 27">
              <a:extLst>
                <a:ext uri="{FF2B5EF4-FFF2-40B4-BE49-F238E27FC236}">
                  <a16:creationId xmlns:a16="http://schemas.microsoft.com/office/drawing/2014/main" id="{1FCA7E70-5FFB-A0CD-A5C0-9F2B9F2FF1BB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62FDCE8B-61C5-0A11-6D5D-AFC5DA7D9C5F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7C6F186-0B23-9C2F-9672-04095F3D4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2"/>
                  <a:stretch>
                    <a:fillRect l="-12500" r="-7500" b="-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AD5FF93F-5D1C-FD95-87BC-82FDC4476099}"/>
              </a:ext>
            </a:extLst>
          </p:cNvPr>
          <p:cNvSpPr/>
          <p:nvPr/>
        </p:nvSpPr>
        <p:spPr>
          <a:xfrm>
            <a:off x="789004" y="68035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26FCFC3-0681-D948-FE49-67C00738D9EB}"/>
              </a:ext>
            </a:extLst>
          </p:cNvPr>
          <p:cNvGrpSpPr/>
          <p:nvPr/>
        </p:nvGrpSpPr>
        <p:grpSpPr>
          <a:xfrm>
            <a:off x="9808196" y="8125944"/>
            <a:ext cx="505843" cy="1745799"/>
            <a:chOff x="4821200" y="5585063"/>
            <a:chExt cx="505843" cy="1745799"/>
          </a:xfrm>
        </p:grpSpPr>
        <p:sp>
          <p:nvSpPr>
            <p:cNvPr id="37" name="Down Arrow 36">
              <a:extLst>
                <a:ext uri="{FF2B5EF4-FFF2-40B4-BE49-F238E27FC236}">
                  <a16:creationId xmlns:a16="http://schemas.microsoft.com/office/drawing/2014/main" id="{3DA2A6EB-7FE2-C804-0386-F9EC57115FCF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EE7E71DE-36F8-6D1D-EDFB-F490F7C2E68A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FFC9877-E7BA-9260-196D-851E930C6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24390" r="-24390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13C90160-005C-B27F-3AB5-9F222FCC9CA1}"/>
              </a:ext>
            </a:extLst>
          </p:cNvPr>
          <p:cNvSpPr/>
          <p:nvPr/>
        </p:nvSpPr>
        <p:spPr>
          <a:xfrm>
            <a:off x="789004" y="1018811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020B3167-3B12-349D-0DA7-4741D50EF22E}"/>
              </a:ext>
            </a:extLst>
          </p:cNvPr>
          <p:cNvSpPr/>
          <p:nvPr/>
        </p:nvSpPr>
        <p:spPr>
          <a:xfrm>
            <a:off x="3422334" y="101881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E69CA794-BAE3-3C9C-F6E0-71EC5790F691}"/>
              </a:ext>
            </a:extLst>
          </p:cNvPr>
          <p:cNvSpPr/>
          <p:nvPr/>
        </p:nvSpPr>
        <p:spPr>
          <a:xfrm>
            <a:off x="5455262" y="101881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0BBF17B2-7FB2-098F-3BBA-2B08E3F138F0}"/>
              </a:ext>
            </a:extLst>
          </p:cNvPr>
          <p:cNvSpPr/>
          <p:nvPr/>
        </p:nvSpPr>
        <p:spPr>
          <a:xfrm>
            <a:off x="7488190" y="101881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38B5C1C1-1852-C506-AF98-80F96417BC89}"/>
              </a:ext>
            </a:extLst>
          </p:cNvPr>
          <p:cNvSpPr/>
          <p:nvPr/>
        </p:nvSpPr>
        <p:spPr>
          <a:xfrm>
            <a:off x="9521118" y="101881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D55B9565-3ECF-F1EA-BCD1-AA3E6B9757DA}"/>
              </a:ext>
            </a:extLst>
          </p:cNvPr>
          <p:cNvSpPr/>
          <p:nvPr/>
        </p:nvSpPr>
        <p:spPr>
          <a:xfrm>
            <a:off x="11554046" y="101881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53DDDC0-197B-496B-724C-CF60D1BACD6F}"/>
              </a:ext>
            </a:extLst>
          </p:cNvPr>
          <p:cNvGrpSpPr/>
          <p:nvPr/>
        </p:nvGrpSpPr>
        <p:grpSpPr>
          <a:xfrm>
            <a:off x="5770419" y="11482024"/>
            <a:ext cx="631968" cy="1745799"/>
            <a:chOff x="4821200" y="5585063"/>
            <a:chExt cx="631968" cy="1745799"/>
          </a:xfrm>
        </p:grpSpPr>
        <p:sp>
          <p:nvSpPr>
            <p:cNvPr id="46" name="Down Arrow 45">
              <a:extLst>
                <a:ext uri="{FF2B5EF4-FFF2-40B4-BE49-F238E27FC236}">
                  <a16:creationId xmlns:a16="http://schemas.microsoft.com/office/drawing/2014/main" id="{624A21E2-3FCF-3D67-D471-A779C0742FB7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A976E518-B1CA-AEA8-A1B2-FC6AD0511DD4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A976E518-B1CA-AEA8-A1B2-FC6AD0511D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13725" r="-7843" b="-327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8E94E24B-5B3E-19C5-4817-6A4E28A23D34}"/>
              </a:ext>
            </a:extLst>
          </p:cNvPr>
          <p:cNvSpPr/>
          <p:nvPr/>
        </p:nvSpPr>
        <p:spPr>
          <a:xfrm>
            <a:off x="14733181" y="6343799"/>
            <a:ext cx="9011561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B will contain numbers less than 9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DD325BF8-7FD2-07D1-AB51-23472993DBE0}"/>
              </a:ext>
            </a:extLst>
          </p:cNvPr>
          <p:cNvSpPr/>
          <p:nvPr/>
        </p:nvSpPr>
        <p:spPr>
          <a:xfrm>
            <a:off x="14733180" y="9728407"/>
            <a:ext cx="9011561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C will contain numbers greater than 9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DD5EBCC-E2B2-CB66-A198-EE1CD3697B45}"/>
              </a:ext>
            </a:extLst>
          </p:cNvPr>
          <p:cNvSpPr/>
          <p:nvPr/>
        </p:nvSpPr>
        <p:spPr>
          <a:xfrm>
            <a:off x="3422334" y="383707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F393E07-8644-DF09-0865-07FE319D9DDA}"/>
              </a:ext>
            </a:extLst>
          </p:cNvPr>
          <p:cNvSpPr/>
          <p:nvPr/>
        </p:nvSpPr>
        <p:spPr>
          <a:xfrm>
            <a:off x="5455262" y="383707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F148331-48D3-1391-4F5B-3D9B1EFB061E}"/>
              </a:ext>
            </a:extLst>
          </p:cNvPr>
          <p:cNvSpPr/>
          <p:nvPr/>
        </p:nvSpPr>
        <p:spPr>
          <a:xfrm>
            <a:off x="7488190" y="383707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06AADAD-0936-A24D-50F6-1494886E331A}"/>
              </a:ext>
            </a:extLst>
          </p:cNvPr>
          <p:cNvSpPr/>
          <p:nvPr/>
        </p:nvSpPr>
        <p:spPr>
          <a:xfrm>
            <a:off x="9471169" y="383707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074DF7D-9388-4521-66E8-72448854A0DB}"/>
              </a:ext>
            </a:extLst>
          </p:cNvPr>
          <p:cNvSpPr/>
          <p:nvPr/>
        </p:nvSpPr>
        <p:spPr>
          <a:xfrm>
            <a:off x="11491196" y="383707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26681BB-55E9-F806-1BC4-DDCAF58E9698}"/>
              </a:ext>
            </a:extLst>
          </p:cNvPr>
          <p:cNvSpPr/>
          <p:nvPr/>
        </p:nvSpPr>
        <p:spPr>
          <a:xfrm>
            <a:off x="9496370" y="383315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17167BC-3FFE-126C-F122-23A589889E10}"/>
              </a:ext>
            </a:extLst>
          </p:cNvPr>
          <p:cNvSpPr/>
          <p:nvPr/>
        </p:nvSpPr>
        <p:spPr>
          <a:xfrm>
            <a:off x="17526859" y="3663937"/>
            <a:ext cx="2903655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pivot</a:t>
            </a:r>
          </a:p>
        </p:txBody>
      </p:sp>
    </p:spTree>
    <p:extLst>
      <p:ext uri="{BB962C8B-B14F-4D97-AF65-F5344CB8AC3E}">
        <p14:creationId xmlns:p14="http://schemas.microsoft.com/office/powerpoint/2010/main" val="896107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83E96-8CF6-1C80-A118-C7D37088E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DEBE6711-4158-FAF7-5350-C12FDE3CE2DA}"/>
              </a:ext>
            </a:extLst>
          </p:cNvPr>
          <p:cNvSpPr/>
          <p:nvPr/>
        </p:nvSpPr>
        <p:spPr>
          <a:xfrm>
            <a:off x="3422334" y="101881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621CB5FE-8DFD-2DDD-59D2-6C090F5857C6}"/>
              </a:ext>
            </a:extLst>
          </p:cNvPr>
          <p:cNvSpPr/>
          <p:nvPr/>
        </p:nvSpPr>
        <p:spPr>
          <a:xfrm>
            <a:off x="3422334" y="68035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D522E2EC-F258-F718-0EB8-83D655DCC740}"/>
              </a:ext>
            </a:extLst>
          </p:cNvPr>
          <p:cNvSpPr/>
          <p:nvPr/>
        </p:nvSpPr>
        <p:spPr>
          <a:xfrm>
            <a:off x="5455262" y="68035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11C78633-70FB-13F9-8775-FB1C03CE02FC}"/>
              </a:ext>
            </a:extLst>
          </p:cNvPr>
          <p:cNvSpPr/>
          <p:nvPr/>
        </p:nvSpPr>
        <p:spPr>
          <a:xfrm>
            <a:off x="7488190" y="68035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53243D7D-17BD-44CB-85BE-D9951F0035D9}"/>
              </a:ext>
            </a:extLst>
          </p:cNvPr>
          <p:cNvSpPr/>
          <p:nvPr/>
        </p:nvSpPr>
        <p:spPr>
          <a:xfrm>
            <a:off x="9521118" y="68035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E3AFD214-F253-F702-E548-6B01C2AFE790}"/>
              </a:ext>
            </a:extLst>
          </p:cNvPr>
          <p:cNvSpPr/>
          <p:nvPr/>
        </p:nvSpPr>
        <p:spPr>
          <a:xfrm>
            <a:off x="11554046" y="68035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69B9C64-5014-E05D-B854-CBAB1FAFB1B2}"/>
              </a:ext>
            </a:extLst>
          </p:cNvPr>
          <p:cNvSpPr/>
          <p:nvPr/>
        </p:nvSpPr>
        <p:spPr>
          <a:xfrm>
            <a:off x="639258" y="488177"/>
            <a:ext cx="23105484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Write a function that takes an array A and partitions the array using the first number as the pivot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1B56CB5-FC0D-E969-6C21-626F79FFCD42}"/>
              </a:ext>
            </a:extLst>
          </p:cNvPr>
          <p:cNvSpPr/>
          <p:nvPr/>
        </p:nvSpPr>
        <p:spPr>
          <a:xfrm>
            <a:off x="789004" y="387239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FEFC44AD-CCFD-2032-5A15-4143305E7F8E}"/>
              </a:ext>
            </a:extLst>
          </p:cNvPr>
          <p:cNvSpPr/>
          <p:nvPr/>
        </p:nvSpPr>
        <p:spPr>
          <a:xfrm>
            <a:off x="3396510" y="384098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286D4AD-58CB-FEE8-06E0-796D33A26A72}"/>
              </a:ext>
            </a:extLst>
          </p:cNvPr>
          <p:cNvSpPr/>
          <p:nvPr/>
        </p:nvSpPr>
        <p:spPr>
          <a:xfrm>
            <a:off x="5423435" y="383316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2F5D468B-FA13-1193-DB81-D3045687F1C5}"/>
              </a:ext>
            </a:extLst>
          </p:cNvPr>
          <p:cNvSpPr/>
          <p:nvPr/>
        </p:nvSpPr>
        <p:spPr>
          <a:xfrm>
            <a:off x="11490925" y="384098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5285EECD-E1D1-F94F-7AAC-08E1786122AF}"/>
              </a:ext>
            </a:extLst>
          </p:cNvPr>
          <p:cNvSpPr/>
          <p:nvPr/>
        </p:nvSpPr>
        <p:spPr>
          <a:xfrm>
            <a:off x="7476343" y="383316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E4104F1-6721-9BB5-0638-D4D669D471BB}"/>
              </a:ext>
            </a:extLst>
          </p:cNvPr>
          <p:cNvSpPr/>
          <p:nvPr/>
        </p:nvSpPr>
        <p:spPr>
          <a:xfrm>
            <a:off x="789004" y="387239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943EA33-CE97-25D5-FC15-AF916DAFD396}"/>
              </a:ext>
            </a:extLst>
          </p:cNvPr>
          <p:cNvGrpSpPr/>
          <p:nvPr/>
        </p:nvGrpSpPr>
        <p:grpSpPr>
          <a:xfrm>
            <a:off x="13342356" y="5185562"/>
            <a:ext cx="489236" cy="1745799"/>
            <a:chOff x="4821200" y="5585063"/>
            <a:chExt cx="489236" cy="1745799"/>
          </a:xfrm>
        </p:grpSpPr>
        <p:sp>
          <p:nvSpPr>
            <p:cNvPr id="28" name="Down Arrow 27">
              <a:extLst>
                <a:ext uri="{FF2B5EF4-FFF2-40B4-BE49-F238E27FC236}">
                  <a16:creationId xmlns:a16="http://schemas.microsoft.com/office/drawing/2014/main" id="{F1D0AF38-BDBA-BC61-DCB3-BE170643CE23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C6B4D287-199D-8FD1-F637-15F56AE1D4F7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7C6F186-0B23-9C2F-9672-04095F3D4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2"/>
                  <a:stretch>
                    <a:fillRect l="-12500" r="-7500" b="-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4F99956A-A786-150D-C0B3-DCFC1201872F}"/>
              </a:ext>
            </a:extLst>
          </p:cNvPr>
          <p:cNvSpPr/>
          <p:nvPr/>
        </p:nvSpPr>
        <p:spPr>
          <a:xfrm>
            <a:off x="789004" y="68035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0770891-91E4-BBB2-27CE-A0F5276E52E9}"/>
              </a:ext>
            </a:extLst>
          </p:cNvPr>
          <p:cNvGrpSpPr/>
          <p:nvPr/>
        </p:nvGrpSpPr>
        <p:grpSpPr>
          <a:xfrm>
            <a:off x="9808196" y="8125944"/>
            <a:ext cx="505843" cy="1745799"/>
            <a:chOff x="4821200" y="5585063"/>
            <a:chExt cx="505843" cy="1745799"/>
          </a:xfrm>
        </p:grpSpPr>
        <p:sp>
          <p:nvSpPr>
            <p:cNvPr id="37" name="Down Arrow 36">
              <a:extLst>
                <a:ext uri="{FF2B5EF4-FFF2-40B4-BE49-F238E27FC236}">
                  <a16:creationId xmlns:a16="http://schemas.microsoft.com/office/drawing/2014/main" id="{2DF3EEEC-BE01-ED31-245B-976568569231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315EBC25-BC4F-D577-1123-31AD9F880261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FFC9877-E7BA-9260-196D-851E930C6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24390" r="-24390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AB17D02A-0A78-B720-B3ED-EBA4829CE181}"/>
              </a:ext>
            </a:extLst>
          </p:cNvPr>
          <p:cNvSpPr/>
          <p:nvPr/>
        </p:nvSpPr>
        <p:spPr>
          <a:xfrm>
            <a:off x="789004" y="1018811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2996A27B-A036-61AB-05D7-BEC800C02111}"/>
              </a:ext>
            </a:extLst>
          </p:cNvPr>
          <p:cNvSpPr/>
          <p:nvPr/>
        </p:nvSpPr>
        <p:spPr>
          <a:xfrm>
            <a:off x="5455262" y="101881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594761F5-5452-F306-AACA-71498EF602EB}"/>
              </a:ext>
            </a:extLst>
          </p:cNvPr>
          <p:cNvSpPr/>
          <p:nvPr/>
        </p:nvSpPr>
        <p:spPr>
          <a:xfrm>
            <a:off x="7488190" y="101881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F7D49660-B159-5F8B-8815-F39DF7988331}"/>
              </a:ext>
            </a:extLst>
          </p:cNvPr>
          <p:cNvSpPr/>
          <p:nvPr/>
        </p:nvSpPr>
        <p:spPr>
          <a:xfrm>
            <a:off x="9521118" y="101881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5D5C82B0-2102-2644-2DBE-5045DD46B1C9}"/>
              </a:ext>
            </a:extLst>
          </p:cNvPr>
          <p:cNvSpPr/>
          <p:nvPr/>
        </p:nvSpPr>
        <p:spPr>
          <a:xfrm>
            <a:off x="11554046" y="101881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BB19CCF-F90E-CD2C-01D7-BBB707C56B9A}"/>
              </a:ext>
            </a:extLst>
          </p:cNvPr>
          <p:cNvGrpSpPr/>
          <p:nvPr/>
        </p:nvGrpSpPr>
        <p:grpSpPr>
          <a:xfrm>
            <a:off x="5770419" y="11482024"/>
            <a:ext cx="631968" cy="1745799"/>
            <a:chOff x="4821200" y="5585063"/>
            <a:chExt cx="631968" cy="1745799"/>
          </a:xfrm>
        </p:grpSpPr>
        <p:sp>
          <p:nvSpPr>
            <p:cNvPr id="46" name="Down Arrow 45">
              <a:extLst>
                <a:ext uri="{FF2B5EF4-FFF2-40B4-BE49-F238E27FC236}">
                  <a16:creationId xmlns:a16="http://schemas.microsoft.com/office/drawing/2014/main" id="{A59A3965-0F27-D48C-6283-D716C37BF847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F6F97461-608F-7B34-C4EB-7097FF0A9AA7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F6F97461-608F-7B34-C4EB-7097FF0A9A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13725" r="-7843" b="-327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95B9C890-C1AF-C0F5-16E2-484DD4347EA4}"/>
              </a:ext>
            </a:extLst>
          </p:cNvPr>
          <p:cNvSpPr/>
          <p:nvPr/>
        </p:nvSpPr>
        <p:spPr>
          <a:xfrm>
            <a:off x="14733181" y="6343799"/>
            <a:ext cx="9011561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B will contain numbers less than 9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E140E404-82C0-ED47-B1D3-732F39435AB8}"/>
              </a:ext>
            </a:extLst>
          </p:cNvPr>
          <p:cNvSpPr/>
          <p:nvPr/>
        </p:nvSpPr>
        <p:spPr>
          <a:xfrm>
            <a:off x="14733180" y="9728407"/>
            <a:ext cx="9011561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C will contain numbers greater than 9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8346488-5ED1-8019-B670-7A3C581EDE16}"/>
              </a:ext>
            </a:extLst>
          </p:cNvPr>
          <p:cNvSpPr/>
          <p:nvPr/>
        </p:nvSpPr>
        <p:spPr>
          <a:xfrm>
            <a:off x="3422334" y="383707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53BF8E2-FD4D-46BE-C5DD-4D8647866689}"/>
              </a:ext>
            </a:extLst>
          </p:cNvPr>
          <p:cNvSpPr/>
          <p:nvPr/>
        </p:nvSpPr>
        <p:spPr>
          <a:xfrm>
            <a:off x="5455262" y="383707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BE7DF60-52C7-8098-82DF-5AC6AB2738A1}"/>
              </a:ext>
            </a:extLst>
          </p:cNvPr>
          <p:cNvSpPr/>
          <p:nvPr/>
        </p:nvSpPr>
        <p:spPr>
          <a:xfrm>
            <a:off x="7488190" y="383707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D34EE10-BA8B-3034-008D-8AE5E02CAF91}"/>
              </a:ext>
            </a:extLst>
          </p:cNvPr>
          <p:cNvSpPr/>
          <p:nvPr/>
        </p:nvSpPr>
        <p:spPr>
          <a:xfrm>
            <a:off x="9471169" y="383707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7749B55-2B80-B5D2-AE54-56C68A6DCE1E}"/>
              </a:ext>
            </a:extLst>
          </p:cNvPr>
          <p:cNvSpPr/>
          <p:nvPr/>
        </p:nvSpPr>
        <p:spPr>
          <a:xfrm>
            <a:off x="11491196" y="383707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30E45A2-8F08-F21C-A55E-33054560F169}"/>
              </a:ext>
            </a:extLst>
          </p:cNvPr>
          <p:cNvSpPr/>
          <p:nvPr/>
        </p:nvSpPr>
        <p:spPr>
          <a:xfrm>
            <a:off x="9496370" y="383315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3CC6340-8BC4-16BC-2FC7-57BE22E309A6}"/>
              </a:ext>
            </a:extLst>
          </p:cNvPr>
          <p:cNvSpPr/>
          <p:nvPr/>
        </p:nvSpPr>
        <p:spPr>
          <a:xfrm>
            <a:off x="17526859" y="3663937"/>
            <a:ext cx="2903655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pivot</a:t>
            </a:r>
          </a:p>
        </p:txBody>
      </p:sp>
    </p:spTree>
    <p:extLst>
      <p:ext uri="{BB962C8B-B14F-4D97-AF65-F5344CB8AC3E}">
        <p14:creationId xmlns:p14="http://schemas.microsoft.com/office/powerpoint/2010/main" val="15489225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0123348-4ADE-1A0D-9B9F-E03424733A74}"/>
              </a:ext>
            </a:extLst>
          </p:cNvPr>
          <p:cNvSpPr/>
          <p:nvPr/>
        </p:nvSpPr>
        <p:spPr>
          <a:xfrm>
            <a:off x="639258" y="840016"/>
            <a:ext cx="23105484" cy="37911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Write a function </a:t>
            </a: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int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</a:t>
            </a: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partition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int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A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[], </a:t>
            </a: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int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n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) that takes 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an array A 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partitions the array using the first number as the pivot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returns the index of the pivot in A after partition</a:t>
            </a:r>
          </a:p>
        </p:txBody>
      </p:sp>
    </p:spTree>
    <p:extLst>
      <p:ext uri="{BB962C8B-B14F-4D97-AF65-F5344CB8AC3E}">
        <p14:creationId xmlns:p14="http://schemas.microsoft.com/office/powerpoint/2010/main" val="1278044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4CC36-73A8-653A-B606-7CB16D212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andy: A problem on leetcode">
            <a:extLst>
              <a:ext uri="{FF2B5EF4-FFF2-40B4-BE49-F238E27FC236}">
                <a16:creationId xmlns:a16="http://schemas.microsoft.com/office/drawing/2014/main" id="{CB79C97A-BB23-64BF-20E3-B306CFA83293}"/>
              </a:ext>
            </a:extLst>
          </p:cNvPr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ns3:wrappingTextBoxFlag xmlns="" xmlns:ns2="http://schemas.microsoft.com/office/drawing/2014/main" xmlns:ns3="http://schemas.microsoft.com/office/mac/drawingml/2011/main" xmlns:ns4="http://schemas.microsoft.com/office/powerpoint/2010/main" xmlns:ns5="http://schemas.openxmlformats.org/markup-compatibility/2006" xmlns:ns6="http://schemas.microsoft.com/office/powerpoint/2015/09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endParaRPr sz="173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06D4F518-9E7F-4586-8356-BBDA3AF5EDCD}"/>
                  </a:ext>
                </a:extLst>
              </p:cNvPr>
              <p:cNvSpPr/>
              <p:nvPr/>
            </p:nvSpPr>
            <p:spPr>
              <a:xfrm>
                <a:off x="645013" y="1100311"/>
                <a:ext cx="9543957" cy="11649829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partition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0,</a:t>
                </a:r>
                <a:r>
                  <a:rPr lang="en-IN" sz="2400" i="1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],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24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+1+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06D4F518-9E7F-4586-8356-BBDA3AF5ED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13" y="1100311"/>
                <a:ext cx="9543957" cy="11649829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67869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ADE2D-69F2-C4CD-8A61-EB4BD9327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andy: A problem on leetcode">
            <a:extLst>
              <a:ext uri="{FF2B5EF4-FFF2-40B4-BE49-F238E27FC236}">
                <a16:creationId xmlns:a16="http://schemas.microsoft.com/office/drawing/2014/main" id="{B3CC2610-60FD-93FF-2F0A-E3FF530E8ED2}"/>
              </a:ext>
            </a:extLst>
          </p:cNvPr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ns3:wrappingTextBoxFlag xmlns="" xmlns:ns2="http://schemas.microsoft.com/office/drawing/2014/main" xmlns:ns3="http://schemas.microsoft.com/office/mac/drawingml/2011/main" xmlns:ns4="http://schemas.microsoft.com/office/powerpoint/2010/main" xmlns:ns5="http://schemas.openxmlformats.org/markup-compatibility/2006" xmlns:ns6="http://schemas.microsoft.com/office/powerpoint/2015/09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endParaRPr sz="173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0C774D3C-EC97-0F03-FE18-3CB5E9D66D24}"/>
                  </a:ext>
                </a:extLst>
              </p:cNvPr>
              <p:cNvSpPr/>
              <p:nvPr/>
            </p:nvSpPr>
            <p:spPr>
              <a:xfrm>
                <a:off x="645013" y="802942"/>
                <a:ext cx="5373015" cy="11615142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partition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0,</a:t>
                </a:r>
                <a:r>
                  <a:rPr lang="en-IN" sz="2400" i="1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],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24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+1+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0C774D3C-EC97-0F03-FE18-3CB5E9D66D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13" y="802942"/>
                <a:ext cx="5373015" cy="1161514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61F10F7-4233-3172-8603-47164DDA1563}"/>
              </a:ext>
            </a:extLst>
          </p:cNvPr>
          <p:cNvSpPr/>
          <p:nvPr/>
        </p:nvSpPr>
        <p:spPr>
          <a:xfrm>
            <a:off x="8699627" y="122512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74C9CFD-D917-5ECD-190E-B26783E21B98}"/>
              </a:ext>
            </a:extLst>
          </p:cNvPr>
          <p:cNvSpPr/>
          <p:nvPr/>
        </p:nvSpPr>
        <p:spPr>
          <a:xfrm>
            <a:off x="11332957" y="415623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6A89E4D-BF55-1BD7-0E2C-31AA8D6A0B65}"/>
              </a:ext>
            </a:extLst>
          </p:cNvPr>
          <p:cNvSpPr/>
          <p:nvPr/>
        </p:nvSpPr>
        <p:spPr>
          <a:xfrm>
            <a:off x="13359882" y="414841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E646397-CD00-FFB5-DAA9-A1D3F947F08B}"/>
              </a:ext>
            </a:extLst>
          </p:cNvPr>
          <p:cNvSpPr/>
          <p:nvPr/>
        </p:nvSpPr>
        <p:spPr>
          <a:xfrm>
            <a:off x="11332957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B4F57D8-EDB6-0863-B012-E4FF1800D51E}"/>
              </a:ext>
            </a:extLst>
          </p:cNvPr>
          <p:cNvSpPr/>
          <p:nvPr/>
        </p:nvSpPr>
        <p:spPr>
          <a:xfrm>
            <a:off x="15412790" y="414841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6EF1FDF-C967-F749-1FE2-E189756735A0}"/>
              </a:ext>
            </a:extLst>
          </p:cNvPr>
          <p:cNvSpPr/>
          <p:nvPr/>
        </p:nvSpPr>
        <p:spPr>
          <a:xfrm>
            <a:off x="8699627" y="122512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E4879A3-7BB0-54B0-8212-C38ED93D1428}"/>
              </a:ext>
            </a:extLst>
          </p:cNvPr>
          <p:cNvGrpSpPr/>
          <p:nvPr/>
        </p:nvGrpSpPr>
        <p:grpSpPr>
          <a:xfrm>
            <a:off x="21252979" y="2538296"/>
            <a:ext cx="489236" cy="1745799"/>
            <a:chOff x="4821200" y="5585063"/>
            <a:chExt cx="489236" cy="1745799"/>
          </a:xfrm>
        </p:grpSpPr>
        <p:sp>
          <p:nvSpPr>
            <p:cNvPr id="10" name="Down Arrow 9">
              <a:extLst>
                <a:ext uri="{FF2B5EF4-FFF2-40B4-BE49-F238E27FC236}">
                  <a16:creationId xmlns:a16="http://schemas.microsoft.com/office/drawing/2014/main" id="{1F900816-9462-7285-35D5-DF603D0B6E7E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42D6BE28-F419-B75F-76B7-FAD9EFE49739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7C6F186-0B23-9C2F-9672-04095F3D4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12500" r="-7500" b="-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59EA111-1559-6AD4-0CD9-91BEF56F61E8}"/>
              </a:ext>
            </a:extLst>
          </p:cNvPr>
          <p:cNvSpPr/>
          <p:nvPr/>
        </p:nvSpPr>
        <p:spPr>
          <a:xfrm>
            <a:off x="8699627" y="41562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B076010-F11C-92E0-7778-B810CB6FAC73}"/>
              </a:ext>
            </a:extLst>
          </p:cNvPr>
          <p:cNvSpPr/>
          <p:nvPr/>
        </p:nvSpPr>
        <p:spPr>
          <a:xfrm>
            <a:off x="11332957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6129BF6-60F8-FDBD-3A57-C354F1A6C73E}"/>
              </a:ext>
            </a:extLst>
          </p:cNvPr>
          <p:cNvSpPr/>
          <p:nvPr/>
        </p:nvSpPr>
        <p:spPr>
          <a:xfrm>
            <a:off x="13365885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9734892-4AFF-A5E8-EE50-ADE9239874E7}"/>
              </a:ext>
            </a:extLst>
          </p:cNvPr>
          <p:cNvSpPr/>
          <p:nvPr/>
        </p:nvSpPr>
        <p:spPr>
          <a:xfrm>
            <a:off x="15398813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B9DE7BC-6E4A-9678-17A6-B1769CA91760}"/>
              </a:ext>
            </a:extLst>
          </p:cNvPr>
          <p:cNvSpPr/>
          <p:nvPr/>
        </p:nvSpPr>
        <p:spPr>
          <a:xfrm>
            <a:off x="17431741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760FBB8-1DB6-20FE-EE04-33E490917F5E}"/>
              </a:ext>
            </a:extLst>
          </p:cNvPr>
          <p:cNvSpPr/>
          <p:nvPr/>
        </p:nvSpPr>
        <p:spPr>
          <a:xfrm>
            <a:off x="19464669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A480CB8-B443-049A-B539-FB2CB16BCF3A}"/>
              </a:ext>
            </a:extLst>
          </p:cNvPr>
          <p:cNvGrpSpPr/>
          <p:nvPr/>
        </p:nvGrpSpPr>
        <p:grpSpPr>
          <a:xfrm>
            <a:off x="17718819" y="5478678"/>
            <a:ext cx="505843" cy="1745799"/>
            <a:chOff x="4821200" y="5585063"/>
            <a:chExt cx="505843" cy="1745799"/>
          </a:xfrm>
        </p:grpSpPr>
        <p:sp>
          <p:nvSpPr>
            <p:cNvPr id="19" name="Down Arrow 18">
              <a:extLst>
                <a:ext uri="{FF2B5EF4-FFF2-40B4-BE49-F238E27FC236}">
                  <a16:creationId xmlns:a16="http://schemas.microsoft.com/office/drawing/2014/main" id="{5DE73DE4-6499-D619-9AB4-B4EB765BA8F8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E685EBDF-5830-DD14-CC69-83911C2793C8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FFC9877-E7BA-9260-196D-851E930C6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24390" r="-24390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4936E362-9A8C-5F7C-B5BD-A2DFE99D35F6}"/>
              </a:ext>
            </a:extLst>
          </p:cNvPr>
          <p:cNvSpPr/>
          <p:nvPr/>
        </p:nvSpPr>
        <p:spPr>
          <a:xfrm>
            <a:off x="8699627" y="754084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28D502E-6BB6-694E-42BC-BD7E575F0A03}"/>
              </a:ext>
            </a:extLst>
          </p:cNvPr>
          <p:cNvSpPr/>
          <p:nvPr/>
        </p:nvSpPr>
        <p:spPr>
          <a:xfrm>
            <a:off x="11332957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19D2884E-6A53-6E43-4A1E-2EC6DCC92E62}"/>
              </a:ext>
            </a:extLst>
          </p:cNvPr>
          <p:cNvSpPr/>
          <p:nvPr/>
        </p:nvSpPr>
        <p:spPr>
          <a:xfrm>
            <a:off x="13365885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FA552CBE-D8AE-6873-EB71-F2BD6F26FAC5}"/>
              </a:ext>
            </a:extLst>
          </p:cNvPr>
          <p:cNvSpPr/>
          <p:nvPr/>
        </p:nvSpPr>
        <p:spPr>
          <a:xfrm>
            <a:off x="15398813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E67E8C53-FE89-F7AE-41EB-52FB6A554009}"/>
              </a:ext>
            </a:extLst>
          </p:cNvPr>
          <p:cNvSpPr/>
          <p:nvPr/>
        </p:nvSpPr>
        <p:spPr>
          <a:xfrm>
            <a:off x="17431741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5B5A6006-4C99-2E27-5E4E-5AF859C0A3D5}"/>
              </a:ext>
            </a:extLst>
          </p:cNvPr>
          <p:cNvSpPr/>
          <p:nvPr/>
        </p:nvSpPr>
        <p:spPr>
          <a:xfrm>
            <a:off x="19464669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EB29B01-77B3-FEF6-155E-52228C008797}"/>
              </a:ext>
            </a:extLst>
          </p:cNvPr>
          <p:cNvGrpSpPr/>
          <p:nvPr/>
        </p:nvGrpSpPr>
        <p:grpSpPr>
          <a:xfrm>
            <a:off x="13681042" y="8834758"/>
            <a:ext cx="631968" cy="1745799"/>
            <a:chOff x="4821200" y="5585063"/>
            <a:chExt cx="631968" cy="1745799"/>
          </a:xfrm>
        </p:grpSpPr>
        <p:sp>
          <p:nvSpPr>
            <p:cNvPr id="28" name="Down Arrow 27">
              <a:extLst>
                <a:ext uri="{FF2B5EF4-FFF2-40B4-BE49-F238E27FC236}">
                  <a16:creationId xmlns:a16="http://schemas.microsoft.com/office/drawing/2014/main" id="{6CC52D26-6509-CF75-6156-CA9BD8403E3B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745F85F7-EC16-27C2-0DF3-5EA01E220BD8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745F85F7-EC16-27C2-0DF3-5EA01E220B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blipFill>
                  <a:blip r:embed="rId5"/>
                  <a:stretch>
                    <a:fillRect l="-13725" r="-7843" b="-322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7D96A24B-70FA-4F88-22A8-871646CA1034}"/>
              </a:ext>
            </a:extLst>
          </p:cNvPr>
          <p:cNvSpPr/>
          <p:nvPr/>
        </p:nvSpPr>
        <p:spPr>
          <a:xfrm>
            <a:off x="11332957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819C2E38-5DD6-067B-9935-19F677387220}"/>
              </a:ext>
            </a:extLst>
          </p:cNvPr>
          <p:cNvSpPr/>
          <p:nvPr/>
        </p:nvSpPr>
        <p:spPr>
          <a:xfrm>
            <a:off x="13365885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78355BCD-9567-6C80-92E2-ECD22A7E5158}"/>
              </a:ext>
            </a:extLst>
          </p:cNvPr>
          <p:cNvSpPr/>
          <p:nvPr/>
        </p:nvSpPr>
        <p:spPr>
          <a:xfrm>
            <a:off x="15398813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62333896-3D51-7FD5-C7F8-A6E7661B8CBA}"/>
              </a:ext>
            </a:extLst>
          </p:cNvPr>
          <p:cNvSpPr/>
          <p:nvPr/>
        </p:nvSpPr>
        <p:spPr>
          <a:xfrm>
            <a:off x="17381792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69D823CA-A62B-7349-C1C2-AEA8DC316BB6}"/>
              </a:ext>
            </a:extLst>
          </p:cNvPr>
          <p:cNvSpPr/>
          <p:nvPr/>
        </p:nvSpPr>
        <p:spPr>
          <a:xfrm>
            <a:off x="19401819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B5E78366-FCAF-B8E1-8B9E-2B66B3B7BAF0}"/>
              </a:ext>
            </a:extLst>
          </p:cNvPr>
          <p:cNvSpPr/>
          <p:nvPr/>
        </p:nvSpPr>
        <p:spPr>
          <a:xfrm>
            <a:off x="20289520" y="1083276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3D44F77D-D2EA-2BB3-68D6-2650C051AEA6}"/>
              </a:ext>
            </a:extLst>
          </p:cNvPr>
          <p:cNvSpPr/>
          <p:nvPr/>
        </p:nvSpPr>
        <p:spPr>
          <a:xfrm>
            <a:off x="645012" y="7799068"/>
            <a:ext cx="5373015" cy="51645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9074BE63-06D6-6575-AB0F-D5306FAA6772}"/>
              </a:ext>
            </a:extLst>
          </p:cNvPr>
          <p:cNvSpPr/>
          <p:nvPr/>
        </p:nvSpPr>
        <p:spPr>
          <a:xfrm>
            <a:off x="17009964" y="10866096"/>
            <a:ext cx="2903655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pivot</a:t>
            </a:r>
          </a:p>
        </p:txBody>
      </p:sp>
    </p:spTree>
    <p:extLst>
      <p:ext uri="{BB962C8B-B14F-4D97-AF65-F5344CB8AC3E}">
        <p14:creationId xmlns:p14="http://schemas.microsoft.com/office/powerpoint/2010/main" val="24422563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3A837-2436-3F1C-68A9-F87B54DCB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ounded Rectangle 34">
                <a:extLst>
                  <a:ext uri="{FF2B5EF4-FFF2-40B4-BE49-F238E27FC236}">
                    <a16:creationId xmlns:a16="http://schemas.microsoft.com/office/drawing/2014/main" id="{0B75B193-93DC-9478-271F-7C5A0FEF20F7}"/>
                  </a:ext>
                </a:extLst>
              </p:cNvPr>
              <p:cNvSpPr/>
              <p:nvPr/>
            </p:nvSpPr>
            <p:spPr>
              <a:xfrm>
                <a:off x="645013" y="802942"/>
                <a:ext cx="5373015" cy="11615142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partition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0,</a:t>
                </a:r>
                <a:r>
                  <a:rPr lang="en-IN" sz="2400" i="1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],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24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+1+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5" name="Rounded Rectangle 34">
                <a:extLst>
                  <a:ext uri="{FF2B5EF4-FFF2-40B4-BE49-F238E27FC236}">
                    <a16:creationId xmlns:a16="http://schemas.microsoft.com/office/drawing/2014/main" id="{0B75B193-93DC-9478-271F-7C5A0FEF20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13" y="802942"/>
                <a:ext cx="5373015" cy="1161514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1" name="Candy: A problem on leetcode">
            <a:extLst>
              <a:ext uri="{FF2B5EF4-FFF2-40B4-BE49-F238E27FC236}">
                <a16:creationId xmlns:a16="http://schemas.microsoft.com/office/drawing/2014/main" id="{4640EC1F-16B1-9811-3567-9B9757159F6C}"/>
              </a:ext>
            </a:extLst>
          </p:cNvPr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ns3:wrappingTextBoxFlag xmlns="" xmlns:ns2="http://schemas.microsoft.com/office/drawing/2014/main" xmlns:ns3="http://schemas.microsoft.com/office/mac/drawingml/2011/main" xmlns:ns4="http://schemas.microsoft.com/office/powerpoint/2010/main" xmlns:ns5="http://schemas.openxmlformats.org/markup-compatibility/2006" xmlns:ns6="http://schemas.microsoft.com/office/powerpoint/2015/09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endParaRPr sz="173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F7821DA-F6D8-FB53-B1D4-4266C6E88C0E}"/>
              </a:ext>
            </a:extLst>
          </p:cNvPr>
          <p:cNvSpPr/>
          <p:nvPr/>
        </p:nvSpPr>
        <p:spPr>
          <a:xfrm>
            <a:off x="8699627" y="122512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15E1746-CECB-6E4E-72C1-7B1E992BB7D5}"/>
              </a:ext>
            </a:extLst>
          </p:cNvPr>
          <p:cNvSpPr/>
          <p:nvPr/>
        </p:nvSpPr>
        <p:spPr>
          <a:xfrm>
            <a:off x="11332957" y="415623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6399604-2B22-151A-B881-8602207BE494}"/>
              </a:ext>
            </a:extLst>
          </p:cNvPr>
          <p:cNvSpPr/>
          <p:nvPr/>
        </p:nvSpPr>
        <p:spPr>
          <a:xfrm>
            <a:off x="13359882" y="414841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F209252-0282-8D48-110A-C971DDCFDAEC}"/>
              </a:ext>
            </a:extLst>
          </p:cNvPr>
          <p:cNvSpPr/>
          <p:nvPr/>
        </p:nvSpPr>
        <p:spPr>
          <a:xfrm>
            <a:off x="11332957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ED270C4-F6A4-8E6F-E987-D97103266690}"/>
              </a:ext>
            </a:extLst>
          </p:cNvPr>
          <p:cNvSpPr/>
          <p:nvPr/>
        </p:nvSpPr>
        <p:spPr>
          <a:xfrm>
            <a:off x="15412790" y="414841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86BBA87-AD0E-C648-0650-0CCE45CCE6F5}"/>
              </a:ext>
            </a:extLst>
          </p:cNvPr>
          <p:cNvSpPr/>
          <p:nvPr/>
        </p:nvSpPr>
        <p:spPr>
          <a:xfrm>
            <a:off x="8699627" y="122512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8987084-078F-093D-A7F6-C7A90F829B32}"/>
              </a:ext>
            </a:extLst>
          </p:cNvPr>
          <p:cNvGrpSpPr/>
          <p:nvPr/>
        </p:nvGrpSpPr>
        <p:grpSpPr>
          <a:xfrm>
            <a:off x="11663835" y="5492091"/>
            <a:ext cx="489236" cy="1745799"/>
            <a:chOff x="4821200" y="5585063"/>
            <a:chExt cx="489236" cy="1745799"/>
          </a:xfrm>
        </p:grpSpPr>
        <p:sp>
          <p:nvSpPr>
            <p:cNvPr id="10" name="Down Arrow 9">
              <a:extLst>
                <a:ext uri="{FF2B5EF4-FFF2-40B4-BE49-F238E27FC236}">
                  <a16:creationId xmlns:a16="http://schemas.microsoft.com/office/drawing/2014/main" id="{224CBB7F-3AC3-51EA-6464-A87CA794F0E4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C344907A-52E8-D849-B012-E34683355FE9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7C6F186-0B23-9C2F-9672-04095F3D4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12500" r="-7500" b="-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6C55184-F4B9-CFB6-B761-528A3FAAB2E3}"/>
              </a:ext>
            </a:extLst>
          </p:cNvPr>
          <p:cNvSpPr/>
          <p:nvPr/>
        </p:nvSpPr>
        <p:spPr>
          <a:xfrm>
            <a:off x="8699627" y="41562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CE4FFDD-96E9-0FFC-CEE8-EE96647D8D43}"/>
              </a:ext>
            </a:extLst>
          </p:cNvPr>
          <p:cNvSpPr/>
          <p:nvPr/>
        </p:nvSpPr>
        <p:spPr>
          <a:xfrm>
            <a:off x="11332957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427DA4D-C449-C98D-1AD2-8D38DA9DAE3E}"/>
              </a:ext>
            </a:extLst>
          </p:cNvPr>
          <p:cNvSpPr/>
          <p:nvPr/>
        </p:nvSpPr>
        <p:spPr>
          <a:xfrm>
            <a:off x="13365885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AA5846A-9154-B9AE-F967-F5250582074B}"/>
              </a:ext>
            </a:extLst>
          </p:cNvPr>
          <p:cNvSpPr/>
          <p:nvPr/>
        </p:nvSpPr>
        <p:spPr>
          <a:xfrm>
            <a:off x="15398813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442F174-59E1-6E35-DD98-41B761F25299}"/>
              </a:ext>
            </a:extLst>
          </p:cNvPr>
          <p:cNvSpPr/>
          <p:nvPr/>
        </p:nvSpPr>
        <p:spPr>
          <a:xfrm>
            <a:off x="17431741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B1714A0-76B9-1D24-5EFC-99D615FB55DA}"/>
              </a:ext>
            </a:extLst>
          </p:cNvPr>
          <p:cNvSpPr/>
          <p:nvPr/>
        </p:nvSpPr>
        <p:spPr>
          <a:xfrm>
            <a:off x="19464669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6CD4659-9921-B654-74B0-62ABAD568E22}"/>
              </a:ext>
            </a:extLst>
          </p:cNvPr>
          <p:cNvGrpSpPr/>
          <p:nvPr/>
        </p:nvGrpSpPr>
        <p:grpSpPr>
          <a:xfrm>
            <a:off x="17718819" y="5478678"/>
            <a:ext cx="505843" cy="1745799"/>
            <a:chOff x="4821200" y="5585063"/>
            <a:chExt cx="505843" cy="1745799"/>
          </a:xfrm>
        </p:grpSpPr>
        <p:sp>
          <p:nvSpPr>
            <p:cNvPr id="19" name="Down Arrow 18">
              <a:extLst>
                <a:ext uri="{FF2B5EF4-FFF2-40B4-BE49-F238E27FC236}">
                  <a16:creationId xmlns:a16="http://schemas.microsoft.com/office/drawing/2014/main" id="{468F4E4A-D915-0567-D417-DAF39B1D38B8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60EA69E6-FE43-C4C3-F2F3-8229C625B62C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FFC9877-E7BA-9260-196D-851E930C6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24390" r="-24390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03BAACC5-8C71-4402-2FF5-CF516C319C7A}"/>
              </a:ext>
            </a:extLst>
          </p:cNvPr>
          <p:cNvSpPr/>
          <p:nvPr/>
        </p:nvSpPr>
        <p:spPr>
          <a:xfrm>
            <a:off x="8699627" y="754084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E64D4718-0EC8-647C-5C25-AF6208B0BDA8}"/>
              </a:ext>
            </a:extLst>
          </p:cNvPr>
          <p:cNvSpPr/>
          <p:nvPr/>
        </p:nvSpPr>
        <p:spPr>
          <a:xfrm>
            <a:off x="11332957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6C2145C3-D46C-54AC-3F0F-757D055938EB}"/>
              </a:ext>
            </a:extLst>
          </p:cNvPr>
          <p:cNvSpPr/>
          <p:nvPr/>
        </p:nvSpPr>
        <p:spPr>
          <a:xfrm>
            <a:off x="13365885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F89B47E1-4005-B48E-82C1-7F404838C36D}"/>
              </a:ext>
            </a:extLst>
          </p:cNvPr>
          <p:cNvSpPr/>
          <p:nvPr/>
        </p:nvSpPr>
        <p:spPr>
          <a:xfrm>
            <a:off x="15398813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2906312C-444D-0E98-A99C-CC30B673BCB2}"/>
              </a:ext>
            </a:extLst>
          </p:cNvPr>
          <p:cNvSpPr/>
          <p:nvPr/>
        </p:nvSpPr>
        <p:spPr>
          <a:xfrm>
            <a:off x="17431741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57A00730-0F15-C7BA-4830-264B90163AD6}"/>
              </a:ext>
            </a:extLst>
          </p:cNvPr>
          <p:cNvSpPr/>
          <p:nvPr/>
        </p:nvSpPr>
        <p:spPr>
          <a:xfrm>
            <a:off x="19464669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47E9AFF-7A9D-547D-5D35-89B7CC4B8195}"/>
              </a:ext>
            </a:extLst>
          </p:cNvPr>
          <p:cNvGrpSpPr/>
          <p:nvPr/>
        </p:nvGrpSpPr>
        <p:grpSpPr>
          <a:xfrm>
            <a:off x="13681042" y="8834758"/>
            <a:ext cx="631968" cy="1745799"/>
            <a:chOff x="4821200" y="5585063"/>
            <a:chExt cx="631968" cy="1745799"/>
          </a:xfrm>
        </p:grpSpPr>
        <p:sp>
          <p:nvSpPr>
            <p:cNvPr id="28" name="Down Arrow 27">
              <a:extLst>
                <a:ext uri="{FF2B5EF4-FFF2-40B4-BE49-F238E27FC236}">
                  <a16:creationId xmlns:a16="http://schemas.microsoft.com/office/drawing/2014/main" id="{B40721CA-A936-F50A-B082-15C6952B10A4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3281EF97-D0A3-2DCA-7FCC-BCC8263B1AA6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3281EF97-D0A3-2DCA-7FCC-BCC8263B1A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blipFill>
                  <a:blip r:embed="rId5"/>
                  <a:stretch>
                    <a:fillRect l="-13725" r="-7843" b="-322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132D21C8-AFEF-0F95-2428-F160A53D3106}"/>
              </a:ext>
            </a:extLst>
          </p:cNvPr>
          <p:cNvSpPr/>
          <p:nvPr/>
        </p:nvSpPr>
        <p:spPr>
          <a:xfrm>
            <a:off x="11332957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CBEE0F44-6193-D513-6064-084566792CC7}"/>
              </a:ext>
            </a:extLst>
          </p:cNvPr>
          <p:cNvSpPr/>
          <p:nvPr/>
        </p:nvSpPr>
        <p:spPr>
          <a:xfrm>
            <a:off x="13365885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7271BD5D-0FD7-E108-B8CE-C3A6FEBDFC88}"/>
              </a:ext>
            </a:extLst>
          </p:cNvPr>
          <p:cNvSpPr/>
          <p:nvPr/>
        </p:nvSpPr>
        <p:spPr>
          <a:xfrm>
            <a:off x="15398813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2BCA0909-F3A3-92C8-A3EB-8F5BE480A7C8}"/>
              </a:ext>
            </a:extLst>
          </p:cNvPr>
          <p:cNvSpPr/>
          <p:nvPr/>
        </p:nvSpPr>
        <p:spPr>
          <a:xfrm>
            <a:off x="17381792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3BEE8EF0-9E43-6ABF-A477-4400B9148004}"/>
              </a:ext>
            </a:extLst>
          </p:cNvPr>
          <p:cNvSpPr/>
          <p:nvPr/>
        </p:nvSpPr>
        <p:spPr>
          <a:xfrm>
            <a:off x="19401819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336C08FD-D694-5259-9F5E-BC47A1F8CC4E}"/>
              </a:ext>
            </a:extLst>
          </p:cNvPr>
          <p:cNvSpPr/>
          <p:nvPr/>
        </p:nvSpPr>
        <p:spPr>
          <a:xfrm>
            <a:off x="645012" y="7799068"/>
            <a:ext cx="5373015" cy="51645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74FBB112-F763-B7E9-721B-D52968826F4D}"/>
              </a:ext>
            </a:extLst>
          </p:cNvPr>
          <p:cNvSpPr/>
          <p:nvPr/>
        </p:nvSpPr>
        <p:spPr>
          <a:xfrm>
            <a:off x="20289520" y="1083276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F4683DFE-7455-DC80-839F-3CC5BE2C4AAD}"/>
              </a:ext>
            </a:extLst>
          </p:cNvPr>
          <p:cNvSpPr/>
          <p:nvPr/>
        </p:nvSpPr>
        <p:spPr>
          <a:xfrm>
            <a:off x="17009964" y="10866096"/>
            <a:ext cx="2903655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pivot</a:t>
            </a:r>
          </a:p>
        </p:txBody>
      </p:sp>
    </p:spTree>
    <p:extLst>
      <p:ext uri="{BB962C8B-B14F-4D97-AF65-F5344CB8AC3E}">
        <p14:creationId xmlns:p14="http://schemas.microsoft.com/office/powerpoint/2010/main" val="14541804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B8039-4D2F-403B-E996-5EDFDF88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ounded Rectangle 38">
                <a:extLst>
                  <a:ext uri="{FF2B5EF4-FFF2-40B4-BE49-F238E27FC236}">
                    <a16:creationId xmlns:a16="http://schemas.microsoft.com/office/drawing/2014/main" id="{BE5E2A26-E25E-E754-B6C5-8BB725D4222B}"/>
                  </a:ext>
                </a:extLst>
              </p:cNvPr>
              <p:cNvSpPr/>
              <p:nvPr/>
            </p:nvSpPr>
            <p:spPr>
              <a:xfrm>
                <a:off x="645013" y="802942"/>
                <a:ext cx="5373015" cy="11615142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partition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0,</a:t>
                </a:r>
                <a:r>
                  <a:rPr lang="en-IN" sz="2400" i="1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],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24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+1+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9" name="Rounded Rectangle 38">
                <a:extLst>
                  <a:ext uri="{FF2B5EF4-FFF2-40B4-BE49-F238E27FC236}">
                    <a16:creationId xmlns:a16="http://schemas.microsoft.com/office/drawing/2014/main" id="{BE5E2A26-E25E-E754-B6C5-8BB725D422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13" y="802942"/>
                <a:ext cx="5373015" cy="1161514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1" name="Candy: A problem on leetcode">
            <a:extLst>
              <a:ext uri="{FF2B5EF4-FFF2-40B4-BE49-F238E27FC236}">
                <a16:creationId xmlns:a16="http://schemas.microsoft.com/office/drawing/2014/main" id="{626CFE99-A98F-361C-776F-6FE3236B6A55}"/>
              </a:ext>
            </a:extLst>
          </p:cNvPr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ns3:wrappingTextBoxFlag xmlns="" xmlns:ns2="http://schemas.microsoft.com/office/drawing/2014/main" xmlns:ns3="http://schemas.microsoft.com/office/mac/drawingml/2011/main" xmlns:ns4="http://schemas.microsoft.com/office/powerpoint/2010/main" xmlns:ns5="http://schemas.openxmlformats.org/markup-compatibility/2006" xmlns:ns6="http://schemas.microsoft.com/office/powerpoint/2015/09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endParaRPr sz="173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6D2A8DB-EE09-4D16-6688-334F7CE8D331}"/>
              </a:ext>
            </a:extLst>
          </p:cNvPr>
          <p:cNvSpPr/>
          <p:nvPr/>
        </p:nvSpPr>
        <p:spPr>
          <a:xfrm>
            <a:off x="8699627" y="122512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1CA62A2-D7CD-B3AA-7893-201A2D7799BC}"/>
              </a:ext>
            </a:extLst>
          </p:cNvPr>
          <p:cNvSpPr/>
          <p:nvPr/>
        </p:nvSpPr>
        <p:spPr>
          <a:xfrm>
            <a:off x="11332957" y="415623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5C8D05C-FF5D-45EA-FF42-D76DF3C9AF19}"/>
              </a:ext>
            </a:extLst>
          </p:cNvPr>
          <p:cNvSpPr/>
          <p:nvPr/>
        </p:nvSpPr>
        <p:spPr>
          <a:xfrm>
            <a:off x="13359882" y="414841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94A6AA8-B129-095E-FF22-2DFA5D80C3A8}"/>
              </a:ext>
            </a:extLst>
          </p:cNvPr>
          <p:cNvSpPr/>
          <p:nvPr/>
        </p:nvSpPr>
        <p:spPr>
          <a:xfrm>
            <a:off x="11332957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D31B03F-6D30-9FF9-16E4-4090BBB866FE}"/>
              </a:ext>
            </a:extLst>
          </p:cNvPr>
          <p:cNvSpPr/>
          <p:nvPr/>
        </p:nvSpPr>
        <p:spPr>
          <a:xfrm>
            <a:off x="15412790" y="414841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DF81B72-60D7-74AF-3374-28FF8047A36D}"/>
              </a:ext>
            </a:extLst>
          </p:cNvPr>
          <p:cNvSpPr/>
          <p:nvPr/>
        </p:nvSpPr>
        <p:spPr>
          <a:xfrm>
            <a:off x="8699627" y="122512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C453091-3D12-AA94-5A01-6C4C1C1D0E81}"/>
              </a:ext>
            </a:extLst>
          </p:cNvPr>
          <p:cNvGrpSpPr/>
          <p:nvPr/>
        </p:nvGrpSpPr>
        <p:grpSpPr>
          <a:xfrm>
            <a:off x="11663835" y="5492091"/>
            <a:ext cx="489236" cy="1745799"/>
            <a:chOff x="4821200" y="5585063"/>
            <a:chExt cx="489236" cy="1745799"/>
          </a:xfrm>
        </p:grpSpPr>
        <p:sp>
          <p:nvSpPr>
            <p:cNvPr id="10" name="Down Arrow 9">
              <a:extLst>
                <a:ext uri="{FF2B5EF4-FFF2-40B4-BE49-F238E27FC236}">
                  <a16:creationId xmlns:a16="http://schemas.microsoft.com/office/drawing/2014/main" id="{D5508988-8D68-0B7D-1F91-0F6962EBC848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AFB70041-7BCB-C278-4C17-49BC6A06DEBD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7C6F186-0B23-9C2F-9672-04095F3D4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12500" r="-7500" b="-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E69BABE-E107-4E13-ED6C-33F7B0D58B34}"/>
              </a:ext>
            </a:extLst>
          </p:cNvPr>
          <p:cNvSpPr/>
          <p:nvPr/>
        </p:nvSpPr>
        <p:spPr>
          <a:xfrm>
            <a:off x="8699627" y="41562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302A3D2-ADDB-2396-10B5-3D1D31A7EB10}"/>
              </a:ext>
            </a:extLst>
          </p:cNvPr>
          <p:cNvSpPr/>
          <p:nvPr/>
        </p:nvSpPr>
        <p:spPr>
          <a:xfrm>
            <a:off x="11332957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6278B3A-1AB2-9282-D3BE-C0BFAAE1026B}"/>
              </a:ext>
            </a:extLst>
          </p:cNvPr>
          <p:cNvSpPr/>
          <p:nvPr/>
        </p:nvSpPr>
        <p:spPr>
          <a:xfrm>
            <a:off x="13365885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68D591E-2D6C-C452-DA93-CE1E20ABF699}"/>
              </a:ext>
            </a:extLst>
          </p:cNvPr>
          <p:cNvSpPr/>
          <p:nvPr/>
        </p:nvSpPr>
        <p:spPr>
          <a:xfrm>
            <a:off x="15398813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E063721-3D77-ADD5-5870-E1945B4E401A}"/>
              </a:ext>
            </a:extLst>
          </p:cNvPr>
          <p:cNvSpPr/>
          <p:nvPr/>
        </p:nvSpPr>
        <p:spPr>
          <a:xfrm>
            <a:off x="17431741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B22594E-4F94-34FE-15B9-90E4DF549FE1}"/>
              </a:ext>
            </a:extLst>
          </p:cNvPr>
          <p:cNvSpPr/>
          <p:nvPr/>
        </p:nvSpPr>
        <p:spPr>
          <a:xfrm>
            <a:off x="19464669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523D68B-1BF8-E0D5-A213-234263B19502}"/>
              </a:ext>
            </a:extLst>
          </p:cNvPr>
          <p:cNvGrpSpPr/>
          <p:nvPr/>
        </p:nvGrpSpPr>
        <p:grpSpPr>
          <a:xfrm>
            <a:off x="17718819" y="5478678"/>
            <a:ext cx="505843" cy="1745799"/>
            <a:chOff x="4821200" y="5585063"/>
            <a:chExt cx="505843" cy="1745799"/>
          </a:xfrm>
        </p:grpSpPr>
        <p:sp>
          <p:nvSpPr>
            <p:cNvPr id="19" name="Down Arrow 18">
              <a:extLst>
                <a:ext uri="{FF2B5EF4-FFF2-40B4-BE49-F238E27FC236}">
                  <a16:creationId xmlns:a16="http://schemas.microsoft.com/office/drawing/2014/main" id="{637EA279-E16C-5E0A-1CB6-3978EBF284FB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8CC9102D-5366-7C88-08B7-ABF6A7CEFC3B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FFC9877-E7BA-9260-196D-851E930C6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24390" r="-24390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6061BE2-394D-60CE-F249-CDBBA5687931}"/>
              </a:ext>
            </a:extLst>
          </p:cNvPr>
          <p:cNvSpPr/>
          <p:nvPr/>
        </p:nvSpPr>
        <p:spPr>
          <a:xfrm>
            <a:off x="8699627" y="754084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95202CD9-709E-964E-B2F0-CA86310D2F49}"/>
              </a:ext>
            </a:extLst>
          </p:cNvPr>
          <p:cNvSpPr/>
          <p:nvPr/>
        </p:nvSpPr>
        <p:spPr>
          <a:xfrm>
            <a:off x="11332957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804807C-D046-0F96-E379-729045BC3DB3}"/>
              </a:ext>
            </a:extLst>
          </p:cNvPr>
          <p:cNvSpPr/>
          <p:nvPr/>
        </p:nvSpPr>
        <p:spPr>
          <a:xfrm>
            <a:off x="13365885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6A73D936-8CF4-9091-F574-D432D4F52DFF}"/>
              </a:ext>
            </a:extLst>
          </p:cNvPr>
          <p:cNvSpPr/>
          <p:nvPr/>
        </p:nvSpPr>
        <p:spPr>
          <a:xfrm>
            <a:off x="15398813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7096BFE2-94C7-54BB-E558-F89388285E4D}"/>
              </a:ext>
            </a:extLst>
          </p:cNvPr>
          <p:cNvSpPr/>
          <p:nvPr/>
        </p:nvSpPr>
        <p:spPr>
          <a:xfrm>
            <a:off x="17431741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FD72E58-41CD-0296-C5B8-2AD1BCEABF1B}"/>
              </a:ext>
            </a:extLst>
          </p:cNvPr>
          <p:cNvSpPr/>
          <p:nvPr/>
        </p:nvSpPr>
        <p:spPr>
          <a:xfrm>
            <a:off x="19464669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0B2B7CC-1717-F08C-3C0E-BD778BBF7D0E}"/>
              </a:ext>
            </a:extLst>
          </p:cNvPr>
          <p:cNvGrpSpPr/>
          <p:nvPr/>
        </p:nvGrpSpPr>
        <p:grpSpPr>
          <a:xfrm>
            <a:off x="13681042" y="8834758"/>
            <a:ext cx="631968" cy="1745799"/>
            <a:chOff x="4821200" y="5585063"/>
            <a:chExt cx="631968" cy="1745799"/>
          </a:xfrm>
        </p:grpSpPr>
        <p:sp>
          <p:nvSpPr>
            <p:cNvPr id="28" name="Down Arrow 27">
              <a:extLst>
                <a:ext uri="{FF2B5EF4-FFF2-40B4-BE49-F238E27FC236}">
                  <a16:creationId xmlns:a16="http://schemas.microsoft.com/office/drawing/2014/main" id="{CC04ED14-7AA2-114D-4144-CEFE73DFF2A3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FC506CD7-7337-6F37-CA73-C26BC17D0F04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FC506CD7-7337-6F37-CA73-C26BC17D0F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blipFill>
                  <a:blip r:embed="rId5"/>
                  <a:stretch>
                    <a:fillRect l="-13725" r="-7843" b="-322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2F49D128-4B13-A306-96FA-B0401A7B48D0}"/>
              </a:ext>
            </a:extLst>
          </p:cNvPr>
          <p:cNvSpPr/>
          <p:nvPr/>
        </p:nvSpPr>
        <p:spPr>
          <a:xfrm>
            <a:off x="11332957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FFA833BD-8DBC-501F-D019-4659ED2E2A8B}"/>
              </a:ext>
            </a:extLst>
          </p:cNvPr>
          <p:cNvSpPr/>
          <p:nvPr/>
        </p:nvSpPr>
        <p:spPr>
          <a:xfrm>
            <a:off x="13365885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D6B6C009-F8AC-C240-D2FC-8D69EC1B4835}"/>
              </a:ext>
            </a:extLst>
          </p:cNvPr>
          <p:cNvSpPr/>
          <p:nvPr/>
        </p:nvSpPr>
        <p:spPr>
          <a:xfrm>
            <a:off x="15398813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561C7A7C-6213-4A04-8312-2782FE8E480C}"/>
              </a:ext>
            </a:extLst>
          </p:cNvPr>
          <p:cNvSpPr/>
          <p:nvPr/>
        </p:nvSpPr>
        <p:spPr>
          <a:xfrm>
            <a:off x="17381792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F28C2089-36B4-4DB9-4D92-C404E542C050}"/>
              </a:ext>
            </a:extLst>
          </p:cNvPr>
          <p:cNvSpPr/>
          <p:nvPr/>
        </p:nvSpPr>
        <p:spPr>
          <a:xfrm>
            <a:off x="19401819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EA65B88D-AA2F-4548-BABF-28F31D728E66}"/>
              </a:ext>
            </a:extLst>
          </p:cNvPr>
          <p:cNvSpPr/>
          <p:nvPr/>
        </p:nvSpPr>
        <p:spPr>
          <a:xfrm>
            <a:off x="669147" y="8573749"/>
            <a:ext cx="5373015" cy="51645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B3887B9F-D2EA-34B1-B3B4-763E10E588DD}"/>
              </a:ext>
            </a:extLst>
          </p:cNvPr>
          <p:cNvSpPr/>
          <p:nvPr/>
        </p:nvSpPr>
        <p:spPr>
          <a:xfrm>
            <a:off x="20289520" y="1083276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994C232A-47B4-EBF9-7801-6381FD0FBF3A}"/>
              </a:ext>
            </a:extLst>
          </p:cNvPr>
          <p:cNvSpPr/>
          <p:nvPr/>
        </p:nvSpPr>
        <p:spPr>
          <a:xfrm>
            <a:off x="17009964" y="10866096"/>
            <a:ext cx="2903655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pivot</a:t>
            </a:r>
          </a:p>
        </p:txBody>
      </p:sp>
    </p:spTree>
    <p:extLst>
      <p:ext uri="{BB962C8B-B14F-4D97-AF65-F5344CB8AC3E}">
        <p14:creationId xmlns:p14="http://schemas.microsoft.com/office/powerpoint/2010/main" val="31845178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5C5E7-2088-144C-E732-A48DFE356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ounded Rectangle 38">
                <a:extLst>
                  <a:ext uri="{FF2B5EF4-FFF2-40B4-BE49-F238E27FC236}">
                    <a16:creationId xmlns:a16="http://schemas.microsoft.com/office/drawing/2014/main" id="{A16F76B7-C4EC-D3B4-338E-76D8739170DD}"/>
                  </a:ext>
                </a:extLst>
              </p:cNvPr>
              <p:cNvSpPr/>
              <p:nvPr/>
            </p:nvSpPr>
            <p:spPr>
              <a:xfrm>
                <a:off x="645013" y="802942"/>
                <a:ext cx="5373015" cy="11615142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partition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0,</a:t>
                </a:r>
                <a:r>
                  <a:rPr lang="en-IN" sz="2400" i="1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],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24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+1+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9" name="Rounded Rectangle 38">
                <a:extLst>
                  <a:ext uri="{FF2B5EF4-FFF2-40B4-BE49-F238E27FC236}">
                    <a16:creationId xmlns:a16="http://schemas.microsoft.com/office/drawing/2014/main" id="{A16F76B7-C4EC-D3B4-338E-76D8739170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13" y="802942"/>
                <a:ext cx="5373015" cy="1161514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4647BEF-1BF8-F554-B8BD-9BE3DF1C03DC}"/>
              </a:ext>
            </a:extLst>
          </p:cNvPr>
          <p:cNvSpPr/>
          <p:nvPr/>
        </p:nvSpPr>
        <p:spPr>
          <a:xfrm>
            <a:off x="11332957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86A760B-691E-20AA-BA04-2AA6D75B5DA0}"/>
              </a:ext>
            </a:extLst>
          </p:cNvPr>
          <p:cNvSpPr/>
          <p:nvPr/>
        </p:nvSpPr>
        <p:spPr>
          <a:xfrm>
            <a:off x="13365885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691CF80-E4F6-BF46-50C2-0B98BF616039}"/>
              </a:ext>
            </a:extLst>
          </p:cNvPr>
          <p:cNvSpPr/>
          <p:nvPr/>
        </p:nvSpPr>
        <p:spPr>
          <a:xfrm>
            <a:off x="15398813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1" name="Candy: A problem on leetcode">
            <a:extLst>
              <a:ext uri="{FF2B5EF4-FFF2-40B4-BE49-F238E27FC236}">
                <a16:creationId xmlns:a16="http://schemas.microsoft.com/office/drawing/2014/main" id="{C14CBFC6-C81E-19F1-A61D-0233D3563F0D}"/>
              </a:ext>
            </a:extLst>
          </p:cNvPr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ns3:wrappingTextBoxFlag xmlns="" xmlns:ns2="http://schemas.microsoft.com/office/drawing/2014/main" xmlns:ns3="http://schemas.microsoft.com/office/mac/drawingml/2011/main" xmlns:ns4="http://schemas.microsoft.com/office/powerpoint/2010/main" xmlns:ns5="http://schemas.openxmlformats.org/markup-compatibility/2006" xmlns:ns6="http://schemas.microsoft.com/office/powerpoint/2015/09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endParaRPr sz="173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A6C5555-A38E-3630-9679-F76370C126FC}"/>
              </a:ext>
            </a:extLst>
          </p:cNvPr>
          <p:cNvSpPr/>
          <p:nvPr/>
        </p:nvSpPr>
        <p:spPr>
          <a:xfrm>
            <a:off x="8699627" y="122512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F1C4943-DCE3-5D52-4D23-92C6DF6BE813}"/>
              </a:ext>
            </a:extLst>
          </p:cNvPr>
          <p:cNvSpPr/>
          <p:nvPr/>
        </p:nvSpPr>
        <p:spPr>
          <a:xfrm>
            <a:off x="11332957" y="118980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F7FE041-6828-7737-FCDC-490EA029C43D}"/>
              </a:ext>
            </a:extLst>
          </p:cNvPr>
          <p:cNvSpPr/>
          <p:nvPr/>
        </p:nvSpPr>
        <p:spPr>
          <a:xfrm>
            <a:off x="13359882" y="414841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06C9AA7-118A-911F-B652-101B0BFDBF72}"/>
              </a:ext>
            </a:extLst>
          </p:cNvPr>
          <p:cNvSpPr/>
          <p:nvPr/>
        </p:nvSpPr>
        <p:spPr>
          <a:xfrm>
            <a:off x="11332957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7905924-E4F5-1097-9C66-55A69359E38F}"/>
              </a:ext>
            </a:extLst>
          </p:cNvPr>
          <p:cNvSpPr/>
          <p:nvPr/>
        </p:nvSpPr>
        <p:spPr>
          <a:xfrm>
            <a:off x="15412790" y="414841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B6C5F08-A47B-69B2-6EFA-BF05F8710C21}"/>
              </a:ext>
            </a:extLst>
          </p:cNvPr>
          <p:cNvSpPr/>
          <p:nvPr/>
        </p:nvSpPr>
        <p:spPr>
          <a:xfrm>
            <a:off x="8699627" y="122512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A154BAA-10A0-640D-D001-325BEBE044BC}"/>
              </a:ext>
            </a:extLst>
          </p:cNvPr>
          <p:cNvGrpSpPr/>
          <p:nvPr/>
        </p:nvGrpSpPr>
        <p:grpSpPr>
          <a:xfrm>
            <a:off x="13681042" y="5515935"/>
            <a:ext cx="489236" cy="1745799"/>
            <a:chOff x="4821200" y="5585063"/>
            <a:chExt cx="489236" cy="1745799"/>
          </a:xfrm>
        </p:grpSpPr>
        <p:sp>
          <p:nvSpPr>
            <p:cNvPr id="10" name="Down Arrow 9">
              <a:extLst>
                <a:ext uri="{FF2B5EF4-FFF2-40B4-BE49-F238E27FC236}">
                  <a16:creationId xmlns:a16="http://schemas.microsoft.com/office/drawing/2014/main" id="{2AB50AA9-BB5F-84F8-EE65-F55E0A6C3992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25D0FDD4-650F-2623-4BF8-4C6DFE753B33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7C6F186-0B23-9C2F-9672-04095F3D4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12500" r="-7500" b="-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895EFCB-82A9-AC58-F796-DF89278D3C02}"/>
              </a:ext>
            </a:extLst>
          </p:cNvPr>
          <p:cNvSpPr/>
          <p:nvPr/>
        </p:nvSpPr>
        <p:spPr>
          <a:xfrm>
            <a:off x="8699627" y="41562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0B753B6-BB44-FDC8-60C2-9C253556DA70}"/>
              </a:ext>
            </a:extLst>
          </p:cNvPr>
          <p:cNvSpPr/>
          <p:nvPr/>
        </p:nvSpPr>
        <p:spPr>
          <a:xfrm>
            <a:off x="17431741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BCE9DBF-138D-694C-EFA7-79CF04369824}"/>
              </a:ext>
            </a:extLst>
          </p:cNvPr>
          <p:cNvSpPr/>
          <p:nvPr/>
        </p:nvSpPr>
        <p:spPr>
          <a:xfrm>
            <a:off x="19464669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6B3E9CA-A002-ABF2-5DA1-DF5FE3BD9EC5}"/>
              </a:ext>
            </a:extLst>
          </p:cNvPr>
          <p:cNvGrpSpPr/>
          <p:nvPr/>
        </p:nvGrpSpPr>
        <p:grpSpPr>
          <a:xfrm>
            <a:off x="17718819" y="5478678"/>
            <a:ext cx="505843" cy="1745799"/>
            <a:chOff x="4821200" y="5585063"/>
            <a:chExt cx="505843" cy="1745799"/>
          </a:xfrm>
        </p:grpSpPr>
        <p:sp>
          <p:nvSpPr>
            <p:cNvPr id="19" name="Down Arrow 18">
              <a:extLst>
                <a:ext uri="{FF2B5EF4-FFF2-40B4-BE49-F238E27FC236}">
                  <a16:creationId xmlns:a16="http://schemas.microsoft.com/office/drawing/2014/main" id="{2C2E9268-7C67-FA95-9577-E790E8C84808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96C4D4D-E375-75E5-46E5-513FF8DDC27A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FFC9877-E7BA-9260-196D-851E930C6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24390" r="-24390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E1E0F78-1EBB-9D08-ECAB-B22468E39DE7}"/>
              </a:ext>
            </a:extLst>
          </p:cNvPr>
          <p:cNvSpPr/>
          <p:nvPr/>
        </p:nvSpPr>
        <p:spPr>
          <a:xfrm>
            <a:off x="8699627" y="754084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CA1A81B-4997-98BF-259F-75E611F2621E}"/>
              </a:ext>
            </a:extLst>
          </p:cNvPr>
          <p:cNvSpPr/>
          <p:nvPr/>
        </p:nvSpPr>
        <p:spPr>
          <a:xfrm>
            <a:off x="11332957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A6771FA-CE0A-846D-C52B-08DF12CAE533}"/>
              </a:ext>
            </a:extLst>
          </p:cNvPr>
          <p:cNvSpPr/>
          <p:nvPr/>
        </p:nvSpPr>
        <p:spPr>
          <a:xfrm>
            <a:off x="13365885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CCAD8627-61A1-269A-424D-58070362EEE1}"/>
              </a:ext>
            </a:extLst>
          </p:cNvPr>
          <p:cNvSpPr/>
          <p:nvPr/>
        </p:nvSpPr>
        <p:spPr>
          <a:xfrm>
            <a:off x="15398813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168FD287-6613-C7F4-D45E-F4A87D4AF711}"/>
              </a:ext>
            </a:extLst>
          </p:cNvPr>
          <p:cNvSpPr/>
          <p:nvPr/>
        </p:nvSpPr>
        <p:spPr>
          <a:xfrm>
            <a:off x="17431741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D10B123-C142-53D3-21C6-B1DC7EB3B565}"/>
              </a:ext>
            </a:extLst>
          </p:cNvPr>
          <p:cNvSpPr/>
          <p:nvPr/>
        </p:nvSpPr>
        <p:spPr>
          <a:xfrm>
            <a:off x="19464669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3A81D18-5F09-D28B-F099-4B388F233089}"/>
              </a:ext>
            </a:extLst>
          </p:cNvPr>
          <p:cNvGrpSpPr/>
          <p:nvPr/>
        </p:nvGrpSpPr>
        <p:grpSpPr>
          <a:xfrm>
            <a:off x="13681042" y="8834758"/>
            <a:ext cx="631968" cy="1745799"/>
            <a:chOff x="4821200" y="5585063"/>
            <a:chExt cx="631968" cy="1745799"/>
          </a:xfrm>
        </p:grpSpPr>
        <p:sp>
          <p:nvSpPr>
            <p:cNvPr id="28" name="Down Arrow 27">
              <a:extLst>
                <a:ext uri="{FF2B5EF4-FFF2-40B4-BE49-F238E27FC236}">
                  <a16:creationId xmlns:a16="http://schemas.microsoft.com/office/drawing/2014/main" id="{7DE28610-8862-504F-C30E-3C8449D65264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1E09FB96-931E-F320-A662-69DFF74DF366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1E09FB96-931E-F320-A662-69DFF74DF3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blipFill>
                  <a:blip r:embed="rId5"/>
                  <a:stretch>
                    <a:fillRect l="-13725" r="-7843" b="-322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C5574179-F63F-37AA-5D1F-1FE1ED7D4E7E}"/>
              </a:ext>
            </a:extLst>
          </p:cNvPr>
          <p:cNvSpPr/>
          <p:nvPr/>
        </p:nvSpPr>
        <p:spPr>
          <a:xfrm>
            <a:off x="11332957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D837AC8F-3371-74A6-B468-BDA00E02459E}"/>
              </a:ext>
            </a:extLst>
          </p:cNvPr>
          <p:cNvSpPr/>
          <p:nvPr/>
        </p:nvSpPr>
        <p:spPr>
          <a:xfrm>
            <a:off x="13365885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1453D5B5-21B0-CC82-465C-0152BDEFE0B4}"/>
              </a:ext>
            </a:extLst>
          </p:cNvPr>
          <p:cNvSpPr/>
          <p:nvPr/>
        </p:nvSpPr>
        <p:spPr>
          <a:xfrm>
            <a:off x="15398813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EFB7667E-2CA5-5A59-53A7-E018742D6F78}"/>
              </a:ext>
            </a:extLst>
          </p:cNvPr>
          <p:cNvSpPr/>
          <p:nvPr/>
        </p:nvSpPr>
        <p:spPr>
          <a:xfrm>
            <a:off x="17381792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8F03C691-4B4E-B0B8-4FE0-736389504143}"/>
              </a:ext>
            </a:extLst>
          </p:cNvPr>
          <p:cNvSpPr/>
          <p:nvPr/>
        </p:nvSpPr>
        <p:spPr>
          <a:xfrm>
            <a:off x="19401819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ADE4683E-FD1F-8DD0-E156-1D89551EBED8}"/>
              </a:ext>
            </a:extLst>
          </p:cNvPr>
          <p:cNvSpPr/>
          <p:nvPr/>
        </p:nvSpPr>
        <p:spPr>
          <a:xfrm>
            <a:off x="615970" y="7799068"/>
            <a:ext cx="5373015" cy="51645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CD21BD9F-1608-210E-4D70-7637C0A0A03F}"/>
              </a:ext>
            </a:extLst>
          </p:cNvPr>
          <p:cNvSpPr/>
          <p:nvPr/>
        </p:nvSpPr>
        <p:spPr>
          <a:xfrm>
            <a:off x="20289520" y="1083276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145B840A-BC53-1F68-F2B5-B40B4CC95DB9}"/>
              </a:ext>
            </a:extLst>
          </p:cNvPr>
          <p:cNvSpPr/>
          <p:nvPr/>
        </p:nvSpPr>
        <p:spPr>
          <a:xfrm>
            <a:off x="17009964" y="10866096"/>
            <a:ext cx="2903655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pivot</a:t>
            </a:r>
          </a:p>
        </p:txBody>
      </p:sp>
    </p:spTree>
    <p:extLst>
      <p:ext uri="{BB962C8B-B14F-4D97-AF65-F5344CB8AC3E}">
        <p14:creationId xmlns:p14="http://schemas.microsoft.com/office/powerpoint/2010/main" val="451576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19091-9941-58C3-2B61-3FE7261A3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ounded Rectangle 38">
                <a:extLst>
                  <a:ext uri="{FF2B5EF4-FFF2-40B4-BE49-F238E27FC236}">
                    <a16:creationId xmlns:a16="http://schemas.microsoft.com/office/drawing/2014/main" id="{61979ABA-48C7-7C74-92A2-509FFD7E4830}"/>
                  </a:ext>
                </a:extLst>
              </p:cNvPr>
              <p:cNvSpPr/>
              <p:nvPr/>
            </p:nvSpPr>
            <p:spPr>
              <a:xfrm>
                <a:off x="645013" y="802942"/>
                <a:ext cx="5373015" cy="11615142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partition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0,</a:t>
                </a:r>
                <a:r>
                  <a:rPr lang="en-IN" sz="2400" i="1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],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24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+1+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9" name="Rounded Rectangle 38">
                <a:extLst>
                  <a:ext uri="{FF2B5EF4-FFF2-40B4-BE49-F238E27FC236}">
                    <a16:creationId xmlns:a16="http://schemas.microsoft.com/office/drawing/2014/main" id="{61979ABA-48C7-7C74-92A2-509FFD7E48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13" y="802942"/>
                <a:ext cx="5373015" cy="1161514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13313F0-01E8-E39E-9A74-2D304C2987BA}"/>
              </a:ext>
            </a:extLst>
          </p:cNvPr>
          <p:cNvSpPr/>
          <p:nvPr/>
        </p:nvSpPr>
        <p:spPr>
          <a:xfrm>
            <a:off x="11332957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9CB91FE-923F-112E-8BEB-6105B640BEA8}"/>
              </a:ext>
            </a:extLst>
          </p:cNvPr>
          <p:cNvSpPr/>
          <p:nvPr/>
        </p:nvSpPr>
        <p:spPr>
          <a:xfrm>
            <a:off x="13365885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7EAD01C-EF45-F26E-082A-4B5CB91D6B46}"/>
              </a:ext>
            </a:extLst>
          </p:cNvPr>
          <p:cNvSpPr/>
          <p:nvPr/>
        </p:nvSpPr>
        <p:spPr>
          <a:xfrm>
            <a:off x="15398813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1" name="Candy: A problem on leetcode">
            <a:extLst>
              <a:ext uri="{FF2B5EF4-FFF2-40B4-BE49-F238E27FC236}">
                <a16:creationId xmlns:a16="http://schemas.microsoft.com/office/drawing/2014/main" id="{433257B2-8B4C-34B0-B87C-A2050608C64F}"/>
              </a:ext>
            </a:extLst>
          </p:cNvPr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ns3:wrappingTextBoxFlag xmlns="" xmlns:ns2="http://schemas.microsoft.com/office/drawing/2014/main" xmlns:ns3="http://schemas.microsoft.com/office/mac/drawingml/2011/main" xmlns:ns4="http://schemas.microsoft.com/office/powerpoint/2010/main" xmlns:ns5="http://schemas.openxmlformats.org/markup-compatibility/2006" xmlns:ns6="http://schemas.microsoft.com/office/powerpoint/2015/09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endParaRPr sz="173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F74F554-C35E-5359-9CC2-937226F279A9}"/>
              </a:ext>
            </a:extLst>
          </p:cNvPr>
          <p:cNvSpPr/>
          <p:nvPr/>
        </p:nvSpPr>
        <p:spPr>
          <a:xfrm>
            <a:off x="8699627" y="122512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D17C5CA-261F-7FBD-CD81-E372196DD17D}"/>
              </a:ext>
            </a:extLst>
          </p:cNvPr>
          <p:cNvSpPr/>
          <p:nvPr/>
        </p:nvSpPr>
        <p:spPr>
          <a:xfrm>
            <a:off x="11332957" y="118980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B4B9F32-FDD2-19AE-2FA1-BEC41230F6F5}"/>
              </a:ext>
            </a:extLst>
          </p:cNvPr>
          <p:cNvSpPr/>
          <p:nvPr/>
        </p:nvSpPr>
        <p:spPr>
          <a:xfrm>
            <a:off x="13359882" y="414841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1F9A9EC-3B98-B781-37FB-EB25801022B4}"/>
              </a:ext>
            </a:extLst>
          </p:cNvPr>
          <p:cNvSpPr/>
          <p:nvPr/>
        </p:nvSpPr>
        <p:spPr>
          <a:xfrm>
            <a:off x="11332957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81304F9-8CD4-7039-5282-23FD053AF4B7}"/>
              </a:ext>
            </a:extLst>
          </p:cNvPr>
          <p:cNvSpPr/>
          <p:nvPr/>
        </p:nvSpPr>
        <p:spPr>
          <a:xfrm>
            <a:off x="15412790" y="414841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476ABC4-C1CF-E127-4706-E9C00DF8F59D}"/>
              </a:ext>
            </a:extLst>
          </p:cNvPr>
          <p:cNvSpPr/>
          <p:nvPr/>
        </p:nvSpPr>
        <p:spPr>
          <a:xfrm>
            <a:off x="8699627" y="122512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FD36207-441D-128C-D3B7-7E03C01972AE}"/>
              </a:ext>
            </a:extLst>
          </p:cNvPr>
          <p:cNvGrpSpPr/>
          <p:nvPr/>
        </p:nvGrpSpPr>
        <p:grpSpPr>
          <a:xfrm>
            <a:off x="13681042" y="5515935"/>
            <a:ext cx="489236" cy="1745799"/>
            <a:chOff x="4821200" y="5585063"/>
            <a:chExt cx="489236" cy="1745799"/>
          </a:xfrm>
        </p:grpSpPr>
        <p:sp>
          <p:nvSpPr>
            <p:cNvPr id="10" name="Down Arrow 9">
              <a:extLst>
                <a:ext uri="{FF2B5EF4-FFF2-40B4-BE49-F238E27FC236}">
                  <a16:creationId xmlns:a16="http://schemas.microsoft.com/office/drawing/2014/main" id="{A21606BC-6F56-8E73-F95D-076F718986E4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75C8D998-FAC0-764C-F28A-183E4B199E30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7C6F186-0B23-9C2F-9672-04095F3D4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12500" r="-7500" b="-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D7C385F-A2C6-BF56-BD80-8C6405634A55}"/>
              </a:ext>
            </a:extLst>
          </p:cNvPr>
          <p:cNvSpPr/>
          <p:nvPr/>
        </p:nvSpPr>
        <p:spPr>
          <a:xfrm>
            <a:off x="8699627" y="41562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C6932D1-54D5-6583-0D2E-285D95D98422}"/>
              </a:ext>
            </a:extLst>
          </p:cNvPr>
          <p:cNvSpPr/>
          <p:nvPr/>
        </p:nvSpPr>
        <p:spPr>
          <a:xfrm>
            <a:off x="17431741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7EFCE61-E61D-162A-8254-7E1BC7349740}"/>
              </a:ext>
            </a:extLst>
          </p:cNvPr>
          <p:cNvSpPr/>
          <p:nvPr/>
        </p:nvSpPr>
        <p:spPr>
          <a:xfrm>
            <a:off x="19464669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29C3B89-71F7-98A4-0623-DF44346F64A3}"/>
              </a:ext>
            </a:extLst>
          </p:cNvPr>
          <p:cNvGrpSpPr/>
          <p:nvPr/>
        </p:nvGrpSpPr>
        <p:grpSpPr>
          <a:xfrm>
            <a:off x="17718819" y="5478678"/>
            <a:ext cx="505843" cy="1745799"/>
            <a:chOff x="4821200" y="5585063"/>
            <a:chExt cx="505843" cy="1745799"/>
          </a:xfrm>
        </p:grpSpPr>
        <p:sp>
          <p:nvSpPr>
            <p:cNvPr id="19" name="Down Arrow 18">
              <a:extLst>
                <a:ext uri="{FF2B5EF4-FFF2-40B4-BE49-F238E27FC236}">
                  <a16:creationId xmlns:a16="http://schemas.microsoft.com/office/drawing/2014/main" id="{09DE0C53-CA0E-EE6F-ED35-E966E442DFBF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8D57B176-28B4-C1A8-BEFA-911196FCEF79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FFC9877-E7BA-9260-196D-851E930C6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24390" r="-24390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6CE4977-A62C-BBCB-B305-95B728CD77F3}"/>
              </a:ext>
            </a:extLst>
          </p:cNvPr>
          <p:cNvSpPr/>
          <p:nvPr/>
        </p:nvSpPr>
        <p:spPr>
          <a:xfrm>
            <a:off x="8699627" y="754084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D8444276-BD5F-EA6B-C951-853BA2F140BF}"/>
              </a:ext>
            </a:extLst>
          </p:cNvPr>
          <p:cNvSpPr/>
          <p:nvPr/>
        </p:nvSpPr>
        <p:spPr>
          <a:xfrm>
            <a:off x="11332957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E028751-3A26-37D7-8072-3A221084C52B}"/>
              </a:ext>
            </a:extLst>
          </p:cNvPr>
          <p:cNvSpPr/>
          <p:nvPr/>
        </p:nvSpPr>
        <p:spPr>
          <a:xfrm>
            <a:off x="13365885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24EBC3ED-55D9-2444-B85C-D84F1D4C1CAB}"/>
              </a:ext>
            </a:extLst>
          </p:cNvPr>
          <p:cNvSpPr/>
          <p:nvPr/>
        </p:nvSpPr>
        <p:spPr>
          <a:xfrm>
            <a:off x="15398813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E9706922-DD7C-FDA5-A10A-2B44F57AEFF8}"/>
              </a:ext>
            </a:extLst>
          </p:cNvPr>
          <p:cNvSpPr/>
          <p:nvPr/>
        </p:nvSpPr>
        <p:spPr>
          <a:xfrm>
            <a:off x="17431741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BDD4EE68-0FD6-7200-4502-F34CB20D7757}"/>
              </a:ext>
            </a:extLst>
          </p:cNvPr>
          <p:cNvSpPr/>
          <p:nvPr/>
        </p:nvSpPr>
        <p:spPr>
          <a:xfrm>
            <a:off x="19464669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724EB8D-1F3D-A60F-757A-288B4226E074}"/>
              </a:ext>
            </a:extLst>
          </p:cNvPr>
          <p:cNvGrpSpPr/>
          <p:nvPr/>
        </p:nvGrpSpPr>
        <p:grpSpPr>
          <a:xfrm>
            <a:off x="13681042" y="8834758"/>
            <a:ext cx="631968" cy="1745799"/>
            <a:chOff x="4821200" y="5585063"/>
            <a:chExt cx="631968" cy="1745799"/>
          </a:xfrm>
        </p:grpSpPr>
        <p:sp>
          <p:nvSpPr>
            <p:cNvPr id="28" name="Down Arrow 27">
              <a:extLst>
                <a:ext uri="{FF2B5EF4-FFF2-40B4-BE49-F238E27FC236}">
                  <a16:creationId xmlns:a16="http://schemas.microsoft.com/office/drawing/2014/main" id="{4EF53C34-7952-59D9-F1B4-5054A12A8DE7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A1E951A4-8A69-1A98-D51D-573514474257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A1E951A4-8A69-1A98-D51D-5735144742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blipFill>
                  <a:blip r:embed="rId5"/>
                  <a:stretch>
                    <a:fillRect l="-13725" r="-7843" b="-322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12B7872E-E6E7-0E57-D4E5-E2027E674520}"/>
              </a:ext>
            </a:extLst>
          </p:cNvPr>
          <p:cNvSpPr/>
          <p:nvPr/>
        </p:nvSpPr>
        <p:spPr>
          <a:xfrm>
            <a:off x="11332957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55BABB77-482F-9C19-8FA9-236F9567F351}"/>
              </a:ext>
            </a:extLst>
          </p:cNvPr>
          <p:cNvSpPr/>
          <p:nvPr/>
        </p:nvSpPr>
        <p:spPr>
          <a:xfrm>
            <a:off x="13365885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824245BD-6890-BFFF-22E2-D9CC09CD5B0F}"/>
              </a:ext>
            </a:extLst>
          </p:cNvPr>
          <p:cNvSpPr/>
          <p:nvPr/>
        </p:nvSpPr>
        <p:spPr>
          <a:xfrm>
            <a:off x="15398813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6A8542AF-7850-3CCA-0C5C-CD737185902B}"/>
              </a:ext>
            </a:extLst>
          </p:cNvPr>
          <p:cNvSpPr/>
          <p:nvPr/>
        </p:nvSpPr>
        <p:spPr>
          <a:xfrm>
            <a:off x="17381792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A21EDC57-6B81-89A8-00C9-BCFFEEC00B1B}"/>
              </a:ext>
            </a:extLst>
          </p:cNvPr>
          <p:cNvSpPr/>
          <p:nvPr/>
        </p:nvSpPr>
        <p:spPr>
          <a:xfrm>
            <a:off x="19401819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EA8A35CE-0042-CD63-72B8-0E4B4D2BDF50}"/>
              </a:ext>
            </a:extLst>
          </p:cNvPr>
          <p:cNvSpPr/>
          <p:nvPr/>
        </p:nvSpPr>
        <p:spPr>
          <a:xfrm>
            <a:off x="637803" y="8573749"/>
            <a:ext cx="5373015" cy="51645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57F73EA5-717E-AAEA-40C9-274BF9D03705}"/>
              </a:ext>
            </a:extLst>
          </p:cNvPr>
          <p:cNvSpPr/>
          <p:nvPr/>
        </p:nvSpPr>
        <p:spPr>
          <a:xfrm>
            <a:off x="20289520" y="1083276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F9234AF3-45A3-8DE4-D635-1012552C5DFA}"/>
              </a:ext>
            </a:extLst>
          </p:cNvPr>
          <p:cNvSpPr/>
          <p:nvPr/>
        </p:nvSpPr>
        <p:spPr>
          <a:xfrm>
            <a:off x="17009964" y="10866096"/>
            <a:ext cx="2903655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pivot</a:t>
            </a:r>
          </a:p>
        </p:txBody>
      </p:sp>
    </p:spTree>
    <p:extLst>
      <p:ext uri="{BB962C8B-B14F-4D97-AF65-F5344CB8AC3E}">
        <p14:creationId xmlns:p14="http://schemas.microsoft.com/office/powerpoint/2010/main" val="19258311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4403E-3630-A79A-395B-986CE3C25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ounded Rectangle 38">
                <a:extLst>
                  <a:ext uri="{FF2B5EF4-FFF2-40B4-BE49-F238E27FC236}">
                    <a16:creationId xmlns:a16="http://schemas.microsoft.com/office/drawing/2014/main" id="{A0613A56-6217-B75B-0287-03BEC145BB0B}"/>
                  </a:ext>
                </a:extLst>
              </p:cNvPr>
              <p:cNvSpPr/>
              <p:nvPr/>
            </p:nvSpPr>
            <p:spPr>
              <a:xfrm>
                <a:off x="645013" y="802942"/>
                <a:ext cx="5373015" cy="11615142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partition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0,</a:t>
                </a:r>
                <a:r>
                  <a:rPr lang="en-IN" sz="2400" i="1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],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24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+1+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9" name="Rounded Rectangle 38">
                <a:extLst>
                  <a:ext uri="{FF2B5EF4-FFF2-40B4-BE49-F238E27FC236}">
                    <a16:creationId xmlns:a16="http://schemas.microsoft.com/office/drawing/2014/main" id="{A0613A56-6217-B75B-0287-03BEC145BB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13" y="802942"/>
                <a:ext cx="5373015" cy="1161514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15BCE61-9D7A-75FE-A8CB-C42EB567C589}"/>
              </a:ext>
            </a:extLst>
          </p:cNvPr>
          <p:cNvSpPr/>
          <p:nvPr/>
        </p:nvSpPr>
        <p:spPr>
          <a:xfrm>
            <a:off x="11332957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F132C3C-29C9-842D-FA06-3A83473F5F01}"/>
              </a:ext>
            </a:extLst>
          </p:cNvPr>
          <p:cNvSpPr/>
          <p:nvPr/>
        </p:nvSpPr>
        <p:spPr>
          <a:xfrm>
            <a:off x="13365885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D8DE367-25BB-84C3-D8CD-0F0FB962460E}"/>
              </a:ext>
            </a:extLst>
          </p:cNvPr>
          <p:cNvSpPr/>
          <p:nvPr/>
        </p:nvSpPr>
        <p:spPr>
          <a:xfrm>
            <a:off x="15398813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1" name="Candy: A problem on leetcode">
            <a:extLst>
              <a:ext uri="{FF2B5EF4-FFF2-40B4-BE49-F238E27FC236}">
                <a16:creationId xmlns:a16="http://schemas.microsoft.com/office/drawing/2014/main" id="{196CD7A9-25DE-A74A-687B-A90E60A38C8E}"/>
              </a:ext>
            </a:extLst>
          </p:cNvPr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ns3:wrappingTextBoxFlag xmlns="" xmlns:ns2="http://schemas.microsoft.com/office/drawing/2014/main" xmlns:ns3="http://schemas.microsoft.com/office/mac/drawingml/2011/main" xmlns:ns4="http://schemas.microsoft.com/office/powerpoint/2010/main" xmlns:ns5="http://schemas.openxmlformats.org/markup-compatibility/2006" xmlns:ns6="http://schemas.microsoft.com/office/powerpoint/2015/09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endParaRPr sz="173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8E0EDF9-5FA8-80C1-4CA0-3409BCE59085}"/>
              </a:ext>
            </a:extLst>
          </p:cNvPr>
          <p:cNvSpPr/>
          <p:nvPr/>
        </p:nvSpPr>
        <p:spPr>
          <a:xfrm>
            <a:off x="8699627" y="122512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CAEF507-9BCF-F8E2-0338-62177334044A}"/>
              </a:ext>
            </a:extLst>
          </p:cNvPr>
          <p:cNvSpPr/>
          <p:nvPr/>
        </p:nvSpPr>
        <p:spPr>
          <a:xfrm>
            <a:off x="11332957" y="118980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1AC42B5-9267-6B35-5B25-350EBB7C314B}"/>
              </a:ext>
            </a:extLst>
          </p:cNvPr>
          <p:cNvSpPr/>
          <p:nvPr/>
        </p:nvSpPr>
        <p:spPr>
          <a:xfrm>
            <a:off x="13361316" y="118980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B794CCA-EE62-B462-C6EB-C204780410D8}"/>
              </a:ext>
            </a:extLst>
          </p:cNvPr>
          <p:cNvSpPr/>
          <p:nvPr/>
        </p:nvSpPr>
        <p:spPr>
          <a:xfrm>
            <a:off x="11332957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B08C629-D337-5A80-74EA-D036EF0D0C89}"/>
              </a:ext>
            </a:extLst>
          </p:cNvPr>
          <p:cNvSpPr/>
          <p:nvPr/>
        </p:nvSpPr>
        <p:spPr>
          <a:xfrm>
            <a:off x="15412790" y="414841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52C5198-1520-EED8-06BA-A94755A00E5C}"/>
              </a:ext>
            </a:extLst>
          </p:cNvPr>
          <p:cNvSpPr/>
          <p:nvPr/>
        </p:nvSpPr>
        <p:spPr>
          <a:xfrm>
            <a:off x="8699627" y="122512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EDB9135-16C4-A035-6BDC-CAF59DDA616A}"/>
              </a:ext>
            </a:extLst>
          </p:cNvPr>
          <p:cNvGrpSpPr/>
          <p:nvPr/>
        </p:nvGrpSpPr>
        <p:grpSpPr>
          <a:xfrm>
            <a:off x="15708172" y="5584186"/>
            <a:ext cx="489236" cy="1745799"/>
            <a:chOff x="4821200" y="5585063"/>
            <a:chExt cx="489236" cy="1745799"/>
          </a:xfrm>
        </p:grpSpPr>
        <p:sp>
          <p:nvSpPr>
            <p:cNvPr id="10" name="Down Arrow 9">
              <a:extLst>
                <a:ext uri="{FF2B5EF4-FFF2-40B4-BE49-F238E27FC236}">
                  <a16:creationId xmlns:a16="http://schemas.microsoft.com/office/drawing/2014/main" id="{2E1FCB39-06DE-81B9-40B0-738FE23D021B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18A4ED65-5B14-CD0C-7A1C-4FA47289E408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7C6F186-0B23-9C2F-9672-04095F3D4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12500" r="-7500" b="-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79B651E-D5E0-3727-9DC3-3A678B9933CF}"/>
              </a:ext>
            </a:extLst>
          </p:cNvPr>
          <p:cNvSpPr/>
          <p:nvPr/>
        </p:nvSpPr>
        <p:spPr>
          <a:xfrm>
            <a:off x="8699627" y="41562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138C718-6484-894C-DB7E-F9198ADA497A}"/>
              </a:ext>
            </a:extLst>
          </p:cNvPr>
          <p:cNvSpPr/>
          <p:nvPr/>
        </p:nvSpPr>
        <p:spPr>
          <a:xfrm>
            <a:off x="17431741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EE8E47D-7463-75E8-BF70-E2F1ABD1750E}"/>
              </a:ext>
            </a:extLst>
          </p:cNvPr>
          <p:cNvSpPr/>
          <p:nvPr/>
        </p:nvSpPr>
        <p:spPr>
          <a:xfrm>
            <a:off x="19464669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D3A09A2-C34C-7AFF-34CA-7C989F5FED90}"/>
              </a:ext>
            </a:extLst>
          </p:cNvPr>
          <p:cNvGrpSpPr/>
          <p:nvPr/>
        </p:nvGrpSpPr>
        <p:grpSpPr>
          <a:xfrm>
            <a:off x="17718819" y="5478678"/>
            <a:ext cx="505843" cy="1745799"/>
            <a:chOff x="4821200" y="5585063"/>
            <a:chExt cx="505843" cy="1745799"/>
          </a:xfrm>
        </p:grpSpPr>
        <p:sp>
          <p:nvSpPr>
            <p:cNvPr id="19" name="Down Arrow 18">
              <a:extLst>
                <a:ext uri="{FF2B5EF4-FFF2-40B4-BE49-F238E27FC236}">
                  <a16:creationId xmlns:a16="http://schemas.microsoft.com/office/drawing/2014/main" id="{12FB3ECA-3539-8AD9-09DC-8201A9CE7414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5ACCC0E0-D5D2-0600-3549-9FB050A9410E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FFC9877-E7BA-9260-196D-851E930C6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24390" r="-24390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064DEA50-5EB1-0237-744F-D0BDCBB058B5}"/>
              </a:ext>
            </a:extLst>
          </p:cNvPr>
          <p:cNvSpPr/>
          <p:nvPr/>
        </p:nvSpPr>
        <p:spPr>
          <a:xfrm>
            <a:off x="8699627" y="754084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ECBAAB8E-63DA-B6C2-2830-157D028D0533}"/>
              </a:ext>
            </a:extLst>
          </p:cNvPr>
          <p:cNvSpPr/>
          <p:nvPr/>
        </p:nvSpPr>
        <p:spPr>
          <a:xfrm>
            <a:off x="11332957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6D812FA1-90E0-EFF1-ED10-69F3712AD407}"/>
              </a:ext>
            </a:extLst>
          </p:cNvPr>
          <p:cNvSpPr/>
          <p:nvPr/>
        </p:nvSpPr>
        <p:spPr>
          <a:xfrm>
            <a:off x="13365885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E599D670-3B19-18FB-46C7-AC69F4F3D57A}"/>
              </a:ext>
            </a:extLst>
          </p:cNvPr>
          <p:cNvSpPr/>
          <p:nvPr/>
        </p:nvSpPr>
        <p:spPr>
          <a:xfrm>
            <a:off x="15398813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5B6D1786-DA4B-D2BD-655A-542ED8E0850E}"/>
              </a:ext>
            </a:extLst>
          </p:cNvPr>
          <p:cNvSpPr/>
          <p:nvPr/>
        </p:nvSpPr>
        <p:spPr>
          <a:xfrm>
            <a:off x="17431741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9152686-A70C-FDA5-A437-7E104154E352}"/>
              </a:ext>
            </a:extLst>
          </p:cNvPr>
          <p:cNvSpPr/>
          <p:nvPr/>
        </p:nvSpPr>
        <p:spPr>
          <a:xfrm>
            <a:off x="19464669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AEF9DC5-7F3F-B6BD-05BE-778AA16B9CE8}"/>
              </a:ext>
            </a:extLst>
          </p:cNvPr>
          <p:cNvGrpSpPr/>
          <p:nvPr/>
        </p:nvGrpSpPr>
        <p:grpSpPr>
          <a:xfrm>
            <a:off x="13681042" y="8834758"/>
            <a:ext cx="631968" cy="1745799"/>
            <a:chOff x="4821200" y="5585063"/>
            <a:chExt cx="631968" cy="1745799"/>
          </a:xfrm>
        </p:grpSpPr>
        <p:sp>
          <p:nvSpPr>
            <p:cNvPr id="28" name="Down Arrow 27">
              <a:extLst>
                <a:ext uri="{FF2B5EF4-FFF2-40B4-BE49-F238E27FC236}">
                  <a16:creationId xmlns:a16="http://schemas.microsoft.com/office/drawing/2014/main" id="{3B851B85-F7F1-874C-A11A-FDB20E38D318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50A3D7CA-366A-4735-BF96-63FF8B4F0E6C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50A3D7CA-366A-4735-BF96-63FF8B4F0E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blipFill>
                  <a:blip r:embed="rId5"/>
                  <a:stretch>
                    <a:fillRect l="-13725" r="-7843" b="-322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8AF1F62B-306C-CF9B-55A6-A9AAA730F2B2}"/>
              </a:ext>
            </a:extLst>
          </p:cNvPr>
          <p:cNvSpPr/>
          <p:nvPr/>
        </p:nvSpPr>
        <p:spPr>
          <a:xfrm>
            <a:off x="11332957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8A431E7D-9200-838F-CCE3-319C06C8008E}"/>
              </a:ext>
            </a:extLst>
          </p:cNvPr>
          <p:cNvSpPr/>
          <p:nvPr/>
        </p:nvSpPr>
        <p:spPr>
          <a:xfrm>
            <a:off x="13365885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DB82F3C0-719D-8BDB-6ADC-C2A78D4B98B2}"/>
              </a:ext>
            </a:extLst>
          </p:cNvPr>
          <p:cNvSpPr/>
          <p:nvPr/>
        </p:nvSpPr>
        <p:spPr>
          <a:xfrm>
            <a:off x="15398813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9B96167D-55B8-80F7-BA19-C35BD3E01EF9}"/>
              </a:ext>
            </a:extLst>
          </p:cNvPr>
          <p:cNvSpPr/>
          <p:nvPr/>
        </p:nvSpPr>
        <p:spPr>
          <a:xfrm>
            <a:off x="17381792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D76890AD-BFEE-E65D-08A8-2A627055B242}"/>
              </a:ext>
            </a:extLst>
          </p:cNvPr>
          <p:cNvSpPr/>
          <p:nvPr/>
        </p:nvSpPr>
        <p:spPr>
          <a:xfrm>
            <a:off x="19401819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2CFC7A49-1558-9620-917A-4F423B319B22}"/>
              </a:ext>
            </a:extLst>
          </p:cNvPr>
          <p:cNvSpPr/>
          <p:nvPr/>
        </p:nvSpPr>
        <p:spPr>
          <a:xfrm>
            <a:off x="615970" y="7799068"/>
            <a:ext cx="5373015" cy="51645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90E698AA-12FD-9A7C-E388-FBFA8CDEFEEA}"/>
              </a:ext>
            </a:extLst>
          </p:cNvPr>
          <p:cNvSpPr/>
          <p:nvPr/>
        </p:nvSpPr>
        <p:spPr>
          <a:xfrm>
            <a:off x="20289520" y="1083276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7F553BA4-CD71-1C46-6D99-F9F6AE6ACA61}"/>
              </a:ext>
            </a:extLst>
          </p:cNvPr>
          <p:cNvSpPr/>
          <p:nvPr/>
        </p:nvSpPr>
        <p:spPr>
          <a:xfrm>
            <a:off x="17009964" y="10866096"/>
            <a:ext cx="2903655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pivot</a:t>
            </a:r>
          </a:p>
        </p:txBody>
      </p:sp>
    </p:spTree>
    <p:extLst>
      <p:ext uri="{BB962C8B-B14F-4D97-AF65-F5344CB8AC3E}">
        <p14:creationId xmlns:p14="http://schemas.microsoft.com/office/powerpoint/2010/main" val="29197104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D9C52-C7B2-4995-C323-7E30F3EBB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ounded Rectangle 38">
                <a:extLst>
                  <a:ext uri="{FF2B5EF4-FFF2-40B4-BE49-F238E27FC236}">
                    <a16:creationId xmlns:a16="http://schemas.microsoft.com/office/drawing/2014/main" id="{C0D35B7C-7C8D-E038-0DE6-3A0B88A206E8}"/>
                  </a:ext>
                </a:extLst>
              </p:cNvPr>
              <p:cNvSpPr/>
              <p:nvPr/>
            </p:nvSpPr>
            <p:spPr>
              <a:xfrm>
                <a:off x="645013" y="802942"/>
                <a:ext cx="5373015" cy="11615142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partition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0,</a:t>
                </a:r>
                <a:r>
                  <a:rPr lang="en-IN" sz="2400" i="1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],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24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+1+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9" name="Rounded Rectangle 38">
                <a:extLst>
                  <a:ext uri="{FF2B5EF4-FFF2-40B4-BE49-F238E27FC236}">
                    <a16:creationId xmlns:a16="http://schemas.microsoft.com/office/drawing/2014/main" id="{C0D35B7C-7C8D-E038-0DE6-3A0B88A206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13" y="802942"/>
                <a:ext cx="5373015" cy="1161514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1E9687F-D29F-8AFB-E031-461C8DD4F6D2}"/>
              </a:ext>
            </a:extLst>
          </p:cNvPr>
          <p:cNvSpPr/>
          <p:nvPr/>
        </p:nvSpPr>
        <p:spPr>
          <a:xfrm>
            <a:off x="11332957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BAB7910-B080-E7DD-9C01-47C02C426BC4}"/>
              </a:ext>
            </a:extLst>
          </p:cNvPr>
          <p:cNvSpPr/>
          <p:nvPr/>
        </p:nvSpPr>
        <p:spPr>
          <a:xfrm>
            <a:off x="13365885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23FB5DA-BD79-6475-CC09-E7C19238710B}"/>
              </a:ext>
            </a:extLst>
          </p:cNvPr>
          <p:cNvSpPr/>
          <p:nvPr/>
        </p:nvSpPr>
        <p:spPr>
          <a:xfrm>
            <a:off x="15398813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1" name="Candy: A problem on leetcode">
            <a:extLst>
              <a:ext uri="{FF2B5EF4-FFF2-40B4-BE49-F238E27FC236}">
                <a16:creationId xmlns:a16="http://schemas.microsoft.com/office/drawing/2014/main" id="{EA352423-33A4-D288-9B44-C585C7AE4CB0}"/>
              </a:ext>
            </a:extLst>
          </p:cNvPr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ns3:wrappingTextBoxFlag xmlns="" xmlns:ns2="http://schemas.microsoft.com/office/drawing/2014/main" xmlns:ns3="http://schemas.microsoft.com/office/mac/drawingml/2011/main" xmlns:ns4="http://schemas.microsoft.com/office/powerpoint/2010/main" xmlns:ns5="http://schemas.openxmlformats.org/markup-compatibility/2006" xmlns:ns6="http://schemas.microsoft.com/office/powerpoint/2015/09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endParaRPr sz="173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5A09159-3D8C-DF57-ED61-D2980B406335}"/>
              </a:ext>
            </a:extLst>
          </p:cNvPr>
          <p:cNvSpPr/>
          <p:nvPr/>
        </p:nvSpPr>
        <p:spPr>
          <a:xfrm>
            <a:off x="8699627" y="122512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84331AC-9DCE-A2C5-89F9-9F5BF7D3AB93}"/>
              </a:ext>
            </a:extLst>
          </p:cNvPr>
          <p:cNvSpPr/>
          <p:nvPr/>
        </p:nvSpPr>
        <p:spPr>
          <a:xfrm>
            <a:off x="11332957" y="118980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818D3AA-6A2F-D0C5-30CF-A2122BE2C172}"/>
              </a:ext>
            </a:extLst>
          </p:cNvPr>
          <p:cNvSpPr/>
          <p:nvPr/>
        </p:nvSpPr>
        <p:spPr>
          <a:xfrm>
            <a:off x="13361316" y="118980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9790532-2D25-64A2-23D3-EB7D183453A4}"/>
              </a:ext>
            </a:extLst>
          </p:cNvPr>
          <p:cNvSpPr/>
          <p:nvPr/>
        </p:nvSpPr>
        <p:spPr>
          <a:xfrm>
            <a:off x="11332957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98CD9A0-F789-F748-A85B-835434C52BEE}"/>
              </a:ext>
            </a:extLst>
          </p:cNvPr>
          <p:cNvSpPr/>
          <p:nvPr/>
        </p:nvSpPr>
        <p:spPr>
          <a:xfrm>
            <a:off x="15412790" y="414841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5986E70-293A-07A0-24B4-B9F932EE295B}"/>
              </a:ext>
            </a:extLst>
          </p:cNvPr>
          <p:cNvSpPr/>
          <p:nvPr/>
        </p:nvSpPr>
        <p:spPr>
          <a:xfrm>
            <a:off x="8699627" y="122512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5F7A62F-A7B0-0340-4CD9-9F038A5E9710}"/>
              </a:ext>
            </a:extLst>
          </p:cNvPr>
          <p:cNvGrpSpPr/>
          <p:nvPr/>
        </p:nvGrpSpPr>
        <p:grpSpPr>
          <a:xfrm>
            <a:off x="15708172" y="5584186"/>
            <a:ext cx="489236" cy="1745799"/>
            <a:chOff x="4821200" y="5585063"/>
            <a:chExt cx="489236" cy="1745799"/>
          </a:xfrm>
        </p:grpSpPr>
        <p:sp>
          <p:nvSpPr>
            <p:cNvPr id="10" name="Down Arrow 9">
              <a:extLst>
                <a:ext uri="{FF2B5EF4-FFF2-40B4-BE49-F238E27FC236}">
                  <a16:creationId xmlns:a16="http://schemas.microsoft.com/office/drawing/2014/main" id="{ACFC46DD-DF25-EF1E-E2E9-B674B3B25A72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4717EDA1-936F-EE6B-7A30-7F284F6C8AA6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7C6F186-0B23-9C2F-9672-04095F3D4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12500" r="-7500" b="-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CFCD312-6E66-4DCA-9CA9-267A92EE5836}"/>
              </a:ext>
            </a:extLst>
          </p:cNvPr>
          <p:cNvSpPr/>
          <p:nvPr/>
        </p:nvSpPr>
        <p:spPr>
          <a:xfrm>
            <a:off x="8699627" y="41562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A22850D-2EDA-D00C-819F-1A55B04A368D}"/>
              </a:ext>
            </a:extLst>
          </p:cNvPr>
          <p:cNvSpPr/>
          <p:nvPr/>
        </p:nvSpPr>
        <p:spPr>
          <a:xfrm>
            <a:off x="17431741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BDB8239-1FBF-7F4C-C48D-CEC43D2007BD}"/>
              </a:ext>
            </a:extLst>
          </p:cNvPr>
          <p:cNvSpPr/>
          <p:nvPr/>
        </p:nvSpPr>
        <p:spPr>
          <a:xfrm>
            <a:off x="19464669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7D95402-12BC-C526-08F8-1D8E1995B669}"/>
              </a:ext>
            </a:extLst>
          </p:cNvPr>
          <p:cNvGrpSpPr/>
          <p:nvPr/>
        </p:nvGrpSpPr>
        <p:grpSpPr>
          <a:xfrm>
            <a:off x="17718819" y="5478678"/>
            <a:ext cx="505843" cy="1745799"/>
            <a:chOff x="4821200" y="5585063"/>
            <a:chExt cx="505843" cy="1745799"/>
          </a:xfrm>
        </p:grpSpPr>
        <p:sp>
          <p:nvSpPr>
            <p:cNvPr id="19" name="Down Arrow 18">
              <a:extLst>
                <a:ext uri="{FF2B5EF4-FFF2-40B4-BE49-F238E27FC236}">
                  <a16:creationId xmlns:a16="http://schemas.microsoft.com/office/drawing/2014/main" id="{ADBF8FD0-2823-868F-2337-4F1771759E99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0926900-4B40-7222-946A-BE2FA1DAB201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FFC9877-E7BA-9260-196D-851E930C6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24390" r="-24390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1BA8214-019C-3937-D0FE-D19EDF30B038}"/>
              </a:ext>
            </a:extLst>
          </p:cNvPr>
          <p:cNvSpPr/>
          <p:nvPr/>
        </p:nvSpPr>
        <p:spPr>
          <a:xfrm>
            <a:off x="8699627" y="754084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0C54C610-D246-AED2-7682-5767E97E208E}"/>
              </a:ext>
            </a:extLst>
          </p:cNvPr>
          <p:cNvSpPr/>
          <p:nvPr/>
        </p:nvSpPr>
        <p:spPr>
          <a:xfrm>
            <a:off x="11332957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25082B05-4A46-8BCF-9087-86853875B29E}"/>
              </a:ext>
            </a:extLst>
          </p:cNvPr>
          <p:cNvSpPr/>
          <p:nvPr/>
        </p:nvSpPr>
        <p:spPr>
          <a:xfrm>
            <a:off x="13365885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32C8434E-978B-958E-9254-A1F4A5F4EA14}"/>
              </a:ext>
            </a:extLst>
          </p:cNvPr>
          <p:cNvSpPr/>
          <p:nvPr/>
        </p:nvSpPr>
        <p:spPr>
          <a:xfrm>
            <a:off x="15398813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F9D2CAB9-D069-3E28-1920-D2DB3AE1C811}"/>
              </a:ext>
            </a:extLst>
          </p:cNvPr>
          <p:cNvSpPr/>
          <p:nvPr/>
        </p:nvSpPr>
        <p:spPr>
          <a:xfrm>
            <a:off x="17431741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B72B67D8-C551-334C-D9A5-90789C3EA583}"/>
              </a:ext>
            </a:extLst>
          </p:cNvPr>
          <p:cNvSpPr/>
          <p:nvPr/>
        </p:nvSpPr>
        <p:spPr>
          <a:xfrm>
            <a:off x="19464669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0021384-4D02-FFDE-1E86-079CE5CFE628}"/>
              </a:ext>
            </a:extLst>
          </p:cNvPr>
          <p:cNvGrpSpPr/>
          <p:nvPr/>
        </p:nvGrpSpPr>
        <p:grpSpPr>
          <a:xfrm>
            <a:off x="13681042" y="8834758"/>
            <a:ext cx="631968" cy="1745799"/>
            <a:chOff x="4821200" y="5585063"/>
            <a:chExt cx="631968" cy="1745799"/>
          </a:xfrm>
        </p:grpSpPr>
        <p:sp>
          <p:nvSpPr>
            <p:cNvPr id="28" name="Down Arrow 27">
              <a:extLst>
                <a:ext uri="{FF2B5EF4-FFF2-40B4-BE49-F238E27FC236}">
                  <a16:creationId xmlns:a16="http://schemas.microsoft.com/office/drawing/2014/main" id="{DAC5A876-FF1B-77D7-1F72-AFF6DD5BC16A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B35F98FC-6967-1DFE-07BD-B4536BCDB9FE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B35F98FC-6967-1DFE-07BD-B4536BCDB9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blipFill>
                  <a:blip r:embed="rId5"/>
                  <a:stretch>
                    <a:fillRect l="-13725" r="-7843" b="-322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D4D2D09D-7CB9-CD39-0B2B-D90F18B78339}"/>
              </a:ext>
            </a:extLst>
          </p:cNvPr>
          <p:cNvSpPr/>
          <p:nvPr/>
        </p:nvSpPr>
        <p:spPr>
          <a:xfrm>
            <a:off x="11332957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65ADEDEF-017E-DBE1-8CFE-3E299FC3CC1C}"/>
              </a:ext>
            </a:extLst>
          </p:cNvPr>
          <p:cNvSpPr/>
          <p:nvPr/>
        </p:nvSpPr>
        <p:spPr>
          <a:xfrm>
            <a:off x="13365885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C57C33D-0D85-B2ED-42AE-7FC1FE1CB9D7}"/>
              </a:ext>
            </a:extLst>
          </p:cNvPr>
          <p:cNvSpPr/>
          <p:nvPr/>
        </p:nvSpPr>
        <p:spPr>
          <a:xfrm>
            <a:off x="15398813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5EDF724B-1BB7-41DA-3214-3823E2C42376}"/>
              </a:ext>
            </a:extLst>
          </p:cNvPr>
          <p:cNvSpPr/>
          <p:nvPr/>
        </p:nvSpPr>
        <p:spPr>
          <a:xfrm>
            <a:off x="17381792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8994C9BC-51E5-6615-43BF-DAB86BA30A30}"/>
              </a:ext>
            </a:extLst>
          </p:cNvPr>
          <p:cNvSpPr/>
          <p:nvPr/>
        </p:nvSpPr>
        <p:spPr>
          <a:xfrm>
            <a:off x="19401819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F7EF42BC-B46A-DDCF-3F41-6C08B9427F97}"/>
              </a:ext>
            </a:extLst>
          </p:cNvPr>
          <p:cNvSpPr/>
          <p:nvPr/>
        </p:nvSpPr>
        <p:spPr>
          <a:xfrm>
            <a:off x="637803" y="8576531"/>
            <a:ext cx="5373015" cy="51645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1723E58E-8CDE-92C6-A7F7-4B9139F66B17}"/>
              </a:ext>
            </a:extLst>
          </p:cNvPr>
          <p:cNvSpPr/>
          <p:nvPr/>
        </p:nvSpPr>
        <p:spPr>
          <a:xfrm>
            <a:off x="20289520" y="1083276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E17989D3-3020-83FC-B9B6-B936984BBB79}"/>
              </a:ext>
            </a:extLst>
          </p:cNvPr>
          <p:cNvSpPr/>
          <p:nvPr/>
        </p:nvSpPr>
        <p:spPr>
          <a:xfrm>
            <a:off x="17009964" y="10866096"/>
            <a:ext cx="2903655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pivot</a:t>
            </a:r>
          </a:p>
        </p:txBody>
      </p:sp>
    </p:spTree>
    <p:extLst>
      <p:ext uri="{BB962C8B-B14F-4D97-AF65-F5344CB8AC3E}">
        <p14:creationId xmlns:p14="http://schemas.microsoft.com/office/powerpoint/2010/main" val="42324547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7326A-ABF5-9F18-967D-E6E0A8740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ounded Rectangle 38">
                <a:extLst>
                  <a:ext uri="{FF2B5EF4-FFF2-40B4-BE49-F238E27FC236}">
                    <a16:creationId xmlns:a16="http://schemas.microsoft.com/office/drawing/2014/main" id="{195D9BD5-1D2D-EFA3-1366-1D4B800DDB36}"/>
                  </a:ext>
                </a:extLst>
              </p:cNvPr>
              <p:cNvSpPr/>
              <p:nvPr/>
            </p:nvSpPr>
            <p:spPr>
              <a:xfrm>
                <a:off x="645013" y="802942"/>
                <a:ext cx="5373015" cy="11615142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partition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0,</a:t>
                </a:r>
                <a:r>
                  <a:rPr lang="en-IN" sz="2400" i="1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],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24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+1+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9" name="Rounded Rectangle 38">
                <a:extLst>
                  <a:ext uri="{FF2B5EF4-FFF2-40B4-BE49-F238E27FC236}">
                    <a16:creationId xmlns:a16="http://schemas.microsoft.com/office/drawing/2014/main" id="{195D9BD5-1D2D-EFA3-1366-1D4B800DDB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13" y="802942"/>
                <a:ext cx="5373015" cy="1161514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C7199D6-F15D-AD3F-CD56-A47E7C808AF1}"/>
              </a:ext>
            </a:extLst>
          </p:cNvPr>
          <p:cNvSpPr/>
          <p:nvPr/>
        </p:nvSpPr>
        <p:spPr>
          <a:xfrm>
            <a:off x="11332957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3E858D0-421A-3C35-8236-31079411BA5A}"/>
              </a:ext>
            </a:extLst>
          </p:cNvPr>
          <p:cNvSpPr/>
          <p:nvPr/>
        </p:nvSpPr>
        <p:spPr>
          <a:xfrm>
            <a:off x="13365885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F32F648-8BC7-DD97-EF6D-4C9D21D91F47}"/>
              </a:ext>
            </a:extLst>
          </p:cNvPr>
          <p:cNvSpPr/>
          <p:nvPr/>
        </p:nvSpPr>
        <p:spPr>
          <a:xfrm>
            <a:off x="15398813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1" name="Candy: A problem on leetcode">
            <a:extLst>
              <a:ext uri="{FF2B5EF4-FFF2-40B4-BE49-F238E27FC236}">
                <a16:creationId xmlns:a16="http://schemas.microsoft.com/office/drawing/2014/main" id="{1378235D-5025-5EBF-A2CA-38581CB7894E}"/>
              </a:ext>
            </a:extLst>
          </p:cNvPr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ns3:wrappingTextBoxFlag xmlns="" xmlns:ns2="http://schemas.microsoft.com/office/drawing/2014/main" xmlns:ns3="http://schemas.microsoft.com/office/mac/drawingml/2011/main" xmlns:ns4="http://schemas.microsoft.com/office/powerpoint/2010/main" xmlns:ns5="http://schemas.openxmlformats.org/markup-compatibility/2006" xmlns:ns6="http://schemas.microsoft.com/office/powerpoint/2015/09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endParaRPr sz="173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8C7296B-D919-6DEF-81AE-D9ABCAE93309}"/>
              </a:ext>
            </a:extLst>
          </p:cNvPr>
          <p:cNvSpPr/>
          <p:nvPr/>
        </p:nvSpPr>
        <p:spPr>
          <a:xfrm>
            <a:off x="8699627" y="122512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A2DBE75-21FF-8D0D-22FA-253532D8EF6E}"/>
              </a:ext>
            </a:extLst>
          </p:cNvPr>
          <p:cNvSpPr/>
          <p:nvPr/>
        </p:nvSpPr>
        <p:spPr>
          <a:xfrm>
            <a:off x="11332957" y="118980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54A19EB-3651-5DE3-A46C-0A3B91918FF1}"/>
              </a:ext>
            </a:extLst>
          </p:cNvPr>
          <p:cNvSpPr/>
          <p:nvPr/>
        </p:nvSpPr>
        <p:spPr>
          <a:xfrm>
            <a:off x="13361316" y="118980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14DB8B4-6B33-7BF4-A7EB-C890CF49E075}"/>
              </a:ext>
            </a:extLst>
          </p:cNvPr>
          <p:cNvSpPr/>
          <p:nvPr/>
        </p:nvSpPr>
        <p:spPr>
          <a:xfrm>
            <a:off x="11332957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B1B55EE-F47F-BBB7-CA0D-E023F90F0622}"/>
              </a:ext>
            </a:extLst>
          </p:cNvPr>
          <p:cNvSpPr/>
          <p:nvPr/>
        </p:nvSpPr>
        <p:spPr>
          <a:xfrm>
            <a:off x="15412790" y="118980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9DF59BC-B478-04CB-5727-E515FE79C07F}"/>
              </a:ext>
            </a:extLst>
          </p:cNvPr>
          <p:cNvSpPr/>
          <p:nvPr/>
        </p:nvSpPr>
        <p:spPr>
          <a:xfrm>
            <a:off x="8699627" y="122512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E133D6E-88F9-38A2-E68C-96EC98CACA7F}"/>
              </a:ext>
            </a:extLst>
          </p:cNvPr>
          <p:cNvGrpSpPr/>
          <p:nvPr/>
        </p:nvGrpSpPr>
        <p:grpSpPr>
          <a:xfrm>
            <a:off x="18022505" y="5505506"/>
            <a:ext cx="489236" cy="1745799"/>
            <a:chOff x="4821200" y="5585063"/>
            <a:chExt cx="489236" cy="1745799"/>
          </a:xfrm>
        </p:grpSpPr>
        <p:sp>
          <p:nvSpPr>
            <p:cNvPr id="10" name="Down Arrow 9">
              <a:extLst>
                <a:ext uri="{FF2B5EF4-FFF2-40B4-BE49-F238E27FC236}">
                  <a16:creationId xmlns:a16="http://schemas.microsoft.com/office/drawing/2014/main" id="{5711DDA0-4C4C-90EA-375D-AD9DEEA23381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E7285D7-BC43-A020-9F9E-710C4E2B4DAF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7C6F186-0B23-9C2F-9672-04095F3D4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12500" r="-7500" b="-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9F66049-BF87-7662-4F08-6158D7500FB2}"/>
              </a:ext>
            </a:extLst>
          </p:cNvPr>
          <p:cNvSpPr/>
          <p:nvPr/>
        </p:nvSpPr>
        <p:spPr>
          <a:xfrm>
            <a:off x="8699627" y="41562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D5E3DD9-C6B4-66CD-EC70-DF14E2FB67E8}"/>
              </a:ext>
            </a:extLst>
          </p:cNvPr>
          <p:cNvSpPr/>
          <p:nvPr/>
        </p:nvSpPr>
        <p:spPr>
          <a:xfrm>
            <a:off x="17431741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F8ACCCD-2D32-0FEF-1BB5-7287CA4908FC}"/>
              </a:ext>
            </a:extLst>
          </p:cNvPr>
          <p:cNvSpPr/>
          <p:nvPr/>
        </p:nvSpPr>
        <p:spPr>
          <a:xfrm>
            <a:off x="19464669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C763F35-D744-8287-A1AE-E34A0342E863}"/>
              </a:ext>
            </a:extLst>
          </p:cNvPr>
          <p:cNvGrpSpPr/>
          <p:nvPr/>
        </p:nvGrpSpPr>
        <p:grpSpPr>
          <a:xfrm>
            <a:off x="17718819" y="5478678"/>
            <a:ext cx="505843" cy="1745799"/>
            <a:chOff x="4821200" y="5585063"/>
            <a:chExt cx="505843" cy="1745799"/>
          </a:xfrm>
        </p:grpSpPr>
        <p:sp>
          <p:nvSpPr>
            <p:cNvPr id="19" name="Down Arrow 18">
              <a:extLst>
                <a:ext uri="{FF2B5EF4-FFF2-40B4-BE49-F238E27FC236}">
                  <a16:creationId xmlns:a16="http://schemas.microsoft.com/office/drawing/2014/main" id="{4B7E2437-36FB-200A-3376-9738373CD509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3BDFA00-E9FF-4312-20CD-E47F3E96ADD1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FFC9877-E7BA-9260-196D-851E930C6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24390" r="-24390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EE80534-B874-CDD6-098A-EF5A7A870151}"/>
              </a:ext>
            </a:extLst>
          </p:cNvPr>
          <p:cNvSpPr/>
          <p:nvPr/>
        </p:nvSpPr>
        <p:spPr>
          <a:xfrm>
            <a:off x="8699627" y="754084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D2A0F1D-0B1C-FC7D-35ED-24CD889633A1}"/>
              </a:ext>
            </a:extLst>
          </p:cNvPr>
          <p:cNvSpPr/>
          <p:nvPr/>
        </p:nvSpPr>
        <p:spPr>
          <a:xfrm>
            <a:off x="11332957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EB25737-7C85-9CCE-001A-BCC386CFEBB7}"/>
              </a:ext>
            </a:extLst>
          </p:cNvPr>
          <p:cNvSpPr/>
          <p:nvPr/>
        </p:nvSpPr>
        <p:spPr>
          <a:xfrm>
            <a:off x="13365885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9318384B-114A-E170-51D1-F4928FA246D1}"/>
              </a:ext>
            </a:extLst>
          </p:cNvPr>
          <p:cNvSpPr/>
          <p:nvPr/>
        </p:nvSpPr>
        <p:spPr>
          <a:xfrm>
            <a:off x="15398813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D61AF377-BE70-CDEC-B00F-30BA72DB2210}"/>
              </a:ext>
            </a:extLst>
          </p:cNvPr>
          <p:cNvSpPr/>
          <p:nvPr/>
        </p:nvSpPr>
        <p:spPr>
          <a:xfrm>
            <a:off x="17431741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29D0026B-E424-CD5A-F3D9-711C9CA8B561}"/>
              </a:ext>
            </a:extLst>
          </p:cNvPr>
          <p:cNvSpPr/>
          <p:nvPr/>
        </p:nvSpPr>
        <p:spPr>
          <a:xfrm>
            <a:off x="19464669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D5130C8-6273-C6EE-976B-77D67A68C480}"/>
              </a:ext>
            </a:extLst>
          </p:cNvPr>
          <p:cNvGrpSpPr/>
          <p:nvPr/>
        </p:nvGrpSpPr>
        <p:grpSpPr>
          <a:xfrm>
            <a:off x="13681042" y="8834758"/>
            <a:ext cx="631968" cy="1745799"/>
            <a:chOff x="4821200" y="5585063"/>
            <a:chExt cx="631968" cy="1745799"/>
          </a:xfrm>
        </p:grpSpPr>
        <p:sp>
          <p:nvSpPr>
            <p:cNvPr id="28" name="Down Arrow 27">
              <a:extLst>
                <a:ext uri="{FF2B5EF4-FFF2-40B4-BE49-F238E27FC236}">
                  <a16:creationId xmlns:a16="http://schemas.microsoft.com/office/drawing/2014/main" id="{815B1D56-BA39-4E5F-E1DE-31F0AE5C146E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5D8DEF9E-A88D-69EB-C5C1-5E86EA84B5E8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5D8DEF9E-A88D-69EB-C5C1-5E86EA84B5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blipFill>
                  <a:blip r:embed="rId5"/>
                  <a:stretch>
                    <a:fillRect l="-13725" r="-7843" b="-322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66C4D419-CF77-CC15-ED44-E528CB6FD30D}"/>
              </a:ext>
            </a:extLst>
          </p:cNvPr>
          <p:cNvSpPr/>
          <p:nvPr/>
        </p:nvSpPr>
        <p:spPr>
          <a:xfrm>
            <a:off x="11332957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F7E052C-0CAA-97DF-1CE1-CF3FC2DE1C00}"/>
              </a:ext>
            </a:extLst>
          </p:cNvPr>
          <p:cNvSpPr/>
          <p:nvPr/>
        </p:nvSpPr>
        <p:spPr>
          <a:xfrm>
            <a:off x="13365885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B3681FF6-ADFC-6075-CC1A-1CC75A29B02F}"/>
              </a:ext>
            </a:extLst>
          </p:cNvPr>
          <p:cNvSpPr/>
          <p:nvPr/>
        </p:nvSpPr>
        <p:spPr>
          <a:xfrm>
            <a:off x="15398813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1BD47809-BD22-99D6-D0B6-DC12961CC0BD}"/>
              </a:ext>
            </a:extLst>
          </p:cNvPr>
          <p:cNvSpPr/>
          <p:nvPr/>
        </p:nvSpPr>
        <p:spPr>
          <a:xfrm>
            <a:off x="17381792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14006D06-8BC2-D6DA-6274-AE38E689CD7D}"/>
              </a:ext>
            </a:extLst>
          </p:cNvPr>
          <p:cNvSpPr/>
          <p:nvPr/>
        </p:nvSpPr>
        <p:spPr>
          <a:xfrm>
            <a:off x="19401819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8281B5C5-15C4-354C-300C-CE2F3EC80870}"/>
              </a:ext>
            </a:extLst>
          </p:cNvPr>
          <p:cNvSpPr/>
          <p:nvPr/>
        </p:nvSpPr>
        <p:spPr>
          <a:xfrm>
            <a:off x="645012" y="7799068"/>
            <a:ext cx="5373015" cy="51645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8317A541-4BF5-987A-2629-E08160BA6218}"/>
              </a:ext>
            </a:extLst>
          </p:cNvPr>
          <p:cNvSpPr/>
          <p:nvPr/>
        </p:nvSpPr>
        <p:spPr>
          <a:xfrm>
            <a:off x="20289520" y="1083276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EA6C2265-1EEB-DF3B-72DF-7643B9F38E9C}"/>
              </a:ext>
            </a:extLst>
          </p:cNvPr>
          <p:cNvSpPr/>
          <p:nvPr/>
        </p:nvSpPr>
        <p:spPr>
          <a:xfrm>
            <a:off x="17009964" y="10866096"/>
            <a:ext cx="2903655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pivot</a:t>
            </a:r>
          </a:p>
        </p:txBody>
      </p:sp>
    </p:spTree>
    <p:extLst>
      <p:ext uri="{BB962C8B-B14F-4D97-AF65-F5344CB8AC3E}">
        <p14:creationId xmlns:p14="http://schemas.microsoft.com/office/powerpoint/2010/main" val="2953794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9E01F-6964-E57F-8328-4042AB733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ounded Rectangle 38">
                <a:extLst>
                  <a:ext uri="{FF2B5EF4-FFF2-40B4-BE49-F238E27FC236}">
                    <a16:creationId xmlns:a16="http://schemas.microsoft.com/office/drawing/2014/main" id="{66BCBDBE-8EC1-9D86-0BE7-B4DD3C626013}"/>
                  </a:ext>
                </a:extLst>
              </p:cNvPr>
              <p:cNvSpPr/>
              <p:nvPr/>
            </p:nvSpPr>
            <p:spPr>
              <a:xfrm>
                <a:off x="645013" y="802942"/>
                <a:ext cx="5373015" cy="11615142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partition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0,</a:t>
                </a:r>
                <a:r>
                  <a:rPr lang="en-IN" sz="2400" i="1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],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24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+1+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9" name="Rounded Rectangle 38">
                <a:extLst>
                  <a:ext uri="{FF2B5EF4-FFF2-40B4-BE49-F238E27FC236}">
                    <a16:creationId xmlns:a16="http://schemas.microsoft.com/office/drawing/2014/main" id="{66BCBDBE-8EC1-9D86-0BE7-B4DD3C6260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13" y="802942"/>
                <a:ext cx="5373015" cy="1161514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30B09A2-C960-46EC-AA2E-51C0E77A5594}"/>
              </a:ext>
            </a:extLst>
          </p:cNvPr>
          <p:cNvSpPr/>
          <p:nvPr/>
        </p:nvSpPr>
        <p:spPr>
          <a:xfrm>
            <a:off x="11332957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AB53384-AC56-88BB-3084-06E62DCA00C9}"/>
              </a:ext>
            </a:extLst>
          </p:cNvPr>
          <p:cNvSpPr/>
          <p:nvPr/>
        </p:nvSpPr>
        <p:spPr>
          <a:xfrm>
            <a:off x="13365885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31035D7-96A4-D340-A4FE-1AE194A24146}"/>
              </a:ext>
            </a:extLst>
          </p:cNvPr>
          <p:cNvSpPr/>
          <p:nvPr/>
        </p:nvSpPr>
        <p:spPr>
          <a:xfrm>
            <a:off x="15398813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1" name="Candy: A problem on leetcode">
            <a:extLst>
              <a:ext uri="{FF2B5EF4-FFF2-40B4-BE49-F238E27FC236}">
                <a16:creationId xmlns:a16="http://schemas.microsoft.com/office/drawing/2014/main" id="{21AD6DF0-60AB-8EBB-D2B3-135956084C26}"/>
              </a:ext>
            </a:extLst>
          </p:cNvPr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ns3:wrappingTextBoxFlag xmlns="" xmlns:ns2="http://schemas.microsoft.com/office/drawing/2014/main" xmlns:ns3="http://schemas.microsoft.com/office/mac/drawingml/2011/main" xmlns:ns4="http://schemas.microsoft.com/office/powerpoint/2010/main" xmlns:ns5="http://schemas.openxmlformats.org/markup-compatibility/2006" xmlns:ns6="http://schemas.microsoft.com/office/powerpoint/2015/09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endParaRPr sz="173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2FCCE42-EF14-3F4C-C299-6B725616AF5B}"/>
              </a:ext>
            </a:extLst>
          </p:cNvPr>
          <p:cNvSpPr/>
          <p:nvPr/>
        </p:nvSpPr>
        <p:spPr>
          <a:xfrm>
            <a:off x="8699627" y="122512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6CE7059-C333-A0B7-CC23-3ABF2768F1D5}"/>
              </a:ext>
            </a:extLst>
          </p:cNvPr>
          <p:cNvSpPr/>
          <p:nvPr/>
        </p:nvSpPr>
        <p:spPr>
          <a:xfrm>
            <a:off x="11332957" y="118980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FAF6807-5767-8DBB-4E30-232B54625391}"/>
              </a:ext>
            </a:extLst>
          </p:cNvPr>
          <p:cNvSpPr/>
          <p:nvPr/>
        </p:nvSpPr>
        <p:spPr>
          <a:xfrm>
            <a:off x="13361316" y="118980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146664-B376-2370-B414-6DA59AE8BF94}"/>
              </a:ext>
            </a:extLst>
          </p:cNvPr>
          <p:cNvSpPr/>
          <p:nvPr/>
        </p:nvSpPr>
        <p:spPr>
          <a:xfrm>
            <a:off x="11332957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39042E0-1CC1-4440-70D7-1DB64610C8E8}"/>
              </a:ext>
            </a:extLst>
          </p:cNvPr>
          <p:cNvSpPr/>
          <p:nvPr/>
        </p:nvSpPr>
        <p:spPr>
          <a:xfrm>
            <a:off x="15412790" y="118980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417E482-F12B-8233-44F1-F8B2A4F6D93B}"/>
              </a:ext>
            </a:extLst>
          </p:cNvPr>
          <p:cNvSpPr/>
          <p:nvPr/>
        </p:nvSpPr>
        <p:spPr>
          <a:xfrm>
            <a:off x="8699627" y="122512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A5BE687-EC79-0259-3A67-4FD5B447488F}"/>
              </a:ext>
            </a:extLst>
          </p:cNvPr>
          <p:cNvGrpSpPr/>
          <p:nvPr/>
        </p:nvGrpSpPr>
        <p:grpSpPr>
          <a:xfrm>
            <a:off x="18022505" y="5505506"/>
            <a:ext cx="489236" cy="1745799"/>
            <a:chOff x="4821200" y="5585063"/>
            <a:chExt cx="489236" cy="1745799"/>
          </a:xfrm>
        </p:grpSpPr>
        <p:sp>
          <p:nvSpPr>
            <p:cNvPr id="10" name="Down Arrow 9">
              <a:extLst>
                <a:ext uri="{FF2B5EF4-FFF2-40B4-BE49-F238E27FC236}">
                  <a16:creationId xmlns:a16="http://schemas.microsoft.com/office/drawing/2014/main" id="{60261711-5F0B-F0FF-43D8-EBC6CB9E21A1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0D845A4-1970-00B4-EEFC-912CDC837E19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7C6F186-0B23-9C2F-9672-04095F3D4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12500" r="-7500" b="-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9A22192-004C-5D18-8EF9-B8EE071F3145}"/>
              </a:ext>
            </a:extLst>
          </p:cNvPr>
          <p:cNvSpPr/>
          <p:nvPr/>
        </p:nvSpPr>
        <p:spPr>
          <a:xfrm>
            <a:off x="8699627" y="41562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230325C-CAB8-0092-7A06-270D274B4BD1}"/>
              </a:ext>
            </a:extLst>
          </p:cNvPr>
          <p:cNvSpPr/>
          <p:nvPr/>
        </p:nvSpPr>
        <p:spPr>
          <a:xfrm>
            <a:off x="17431741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E46FACB-237D-8D21-AC56-BEAE85F04CF6}"/>
              </a:ext>
            </a:extLst>
          </p:cNvPr>
          <p:cNvSpPr/>
          <p:nvPr/>
        </p:nvSpPr>
        <p:spPr>
          <a:xfrm>
            <a:off x="19464669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B0A7A34-AF53-A80A-EE6F-8CFE93AF79A4}"/>
              </a:ext>
            </a:extLst>
          </p:cNvPr>
          <p:cNvGrpSpPr/>
          <p:nvPr/>
        </p:nvGrpSpPr>
        <p:grpSpPr>
          <a:xfrm>
            <a:off x="17718819" y="5478678"/>
            <a:ext cx="505843" cy="1745799"/>
            <a:chOff x="4821200" y="5585063"/>
            <a:chExt cx="505843" cy="1745799"/>
          </a:xfrm>
        </p:grpSpPr>
        <p:sp>
          <p:nvSpPr>
            <p:cNvPr id="19" name="Down Arrow 18">
              <a:extLst>
                <a:ext uri="{FF2B5EF4-FFF2-40B4-BE49-F238E27FC236}">
                  <a16:creationId xmlns:a16="http://schemas.microsoft.com/office/drawing/2014/main" id="{A5EADD11-D3A7-C0FE-544E-89549EF16BC4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429CCE95-F801-3DC1-D039-3B97D4E4D71E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FFC9877-E7BA-9260-196D-851E930C6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24390" r="-24390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957D72E-1F57-39ED-E860-24001F3E8A55}"/>
              </a:ext>
            </a:extLst>
          </p:cNvPr>
          <p:cNvSpPr/>
          <p:nvPr/>
        </p:nvSpPr>
        <p:spPr>
          <a:xfrm>
            <a:off x="8699627" y="754084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479F27CF-F708-177F-592F-17825D5BE1FA}"/>
              </a:ext>
            </a:extLst>
          </p:cNvPr>
          <p:cNvSpPr/>
          <p:nvPr/>
        </p:nvSpPr>
        <p:spPr>
          <a:xfrm>
            <a:off x="11332957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4D1D9776-8FD2-DFE9-6D43-69F2D66C507E}"/>
              </a:ext>
            </a:extLst>
          </p:cNvPr>
          <p:cNvSpPr/>
          <p:nvPr/>
        </p:nvSpPr>
        <p:spPr>
          <a:xfrm>
            <a:off x="13365885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2EF24EF-DE8B-8412-98EA-94E51F3C4209}"/>
              </a:ext>
            </a:extLst>
          </p:cNvPr>
          <p:cNvSpPr/>
          <p:nvPr/>
        </p:nvSpPr>
        <p:spPr>
          <a:xfrm>
            <a:off x="15398813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8406AC28-13E5-DF5A-440F-D6A590324D2F}"/>
              </a:ext>
            </a:extLst>
          </p:cNvPr>
          <p:cNvSpPr/>
          <p:nvPr/>
        </p:nvSpPr>
        <p:spPr>
          <a:xfrm>
            <a:off x="17431741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A38B5F1D-AFC7-504C-A538-B93274674EB4}"/>
              </a:ext>
            </a:extLst>
          </p:cNvPr>
          <p:cNvSpPr/>
          <p:nvPr/>
        </p:nvSpPr>
        <p:spPr>
          <a:xfrm>
            <a:off x="19464669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C83B46B-53C2-A1C0-074F-7A16F86C1BC4}"/>
              </a:ext>
            </a:extLst>
          </p:cNvPr>
          <p:cNvGrpSpPr/>
          <p:nvPr/>
        </p:nvGrpSpPr>
        <p:grpSpPr>
          <a:xfrm>
            <a:off x="13681042" y="8834758"/>
            <a:ext cx="631968" cy="1745799"/>
            <a:chOff x="4821200" y="5585063"/>
            <a:chExt cx="631968" cy="1745799"/>
          </a:xfrm>
        </p:grpSpPr>
        <p:sp>
          <p:nvSpPr>
            <p:cNvPr id="28" name="Down Arrow 27">
              <a:extLst>
                <a:ext uri="{FF2B5EF4-FFF2-40B4-BE49-F238E27FC236}">
                  <a16:creationId xmlns:a16="http://schemas.microsoft.com/office/drawing/2014/main" id="{3EF4819E-2ED1-DA4C-050C-47C1072048AF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A422998A-DB40-70E9-4B5C-9B123EE0802A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A422998A-DB40-70E9-4B5C-9B123EE080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blipFill>
                  <a:blip r:embed="rId5"/>
                  <a:stretch>
                    <a:fillRect l="-13725" r="-7843" b="-322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D93E9956-8AA8-6962-8B3A-BA9535694860}"/>
              </a:ext>
            </a:extLst>
          </p:cNvPr>
          <p:cNvSpPr/>
          <p:nvPr/>
        </p:nvSpPr>
        <p:spPr>
          <a:xfrm>
            <a:off x="11332957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22BDA5B2-E2E3-166D-75ED-0BD4D1F2E059}"/>
              </a:ext>
            </a:extLst>
          </p:cNvPr>
          <p:cNvSpPr/>
          <p:nvPr/>
        </p:nvSpPr>
        <p:spPr>
          <a:xfrm>
            <a:off x="13365885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4EB3159B-6FF3-5F87-9723-66541EB96EFE}"/>
              </a:ext>
            </a:extLst>
          </p:cNvPr>
          <p:cNvSpPr/>
          <p:nvPr/>
        </p:nvSpPr>
        <p:spPr>
          <a:xfrm>
            <a:off x="15398813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571C0C9A-9841-6B38-E4DA-6B24B92C2DEE}"/>
              </a:ext>
            </a:extLst>
          </p:cNvPr>
          <p:cNvSpPr/>
          <p:nvPr/>
        </p:nvSpPr>
        <p:spPr>
          <a:xfrm>
            <a:off x="17381792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6EC45B30-A7E1-9F77-C8F3-E8CA0F58B5C4}"/>
              </a:ext>
            </a:extLst>
          </p:cNvPr>
          <p:cNvSpPr/>
          <p:nvPr/>
        </p:nvSpPr>
        <p:spPr>
          <a:xfrm>
            <a:off x="19401819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1BD9819C-11B2-B9CC-DD05-E7BE2320989B}"/>
              </a:ext>
            </a:extLst>
          </p:cNvPr>
          <p:cNvSpPr/>
          <p:nvPr/>
        </p:nvSpPr>
        <p:spPr>
          <a:xfrm>
            <a:off x="615970" y="9296713"/>
            <a:ext cx="5373015" cy="51645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543F7FB5-8E66-22AF-5CAD-087A2ACE6F7C}"/>
              </a:ext>
            </a:extLst>
          </p:cNvPr>
          <p:cNvSpPr/>
          <p:nvPr/>
        </p:nvSpPr>
        <p:spPr>
          <a:xfrm>
            <a:off x="20289520" y="1083276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6958E26E-838B-C039-CDCA-B4F20C42D0AC}"/>
              </a:ext>
            </a:extLst>
          </p:cNvPr>
          <p:cNvSpPr/>
          <p:nvPr/>
        </p:nvSpPr>
        <p:spPr>
          <a:xfrm>
            <a:off x="17009964" y="10866096"/>
            <a:ext cx="2903655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pivot</a:t>
            </a:r>
          </a:p>
        </p:txBody>
      </p:sp>
    </p:spTree>
    <p:extLst>
      <p:ext uri="{BB962C8B-B14F-4D97-AF65-F5344CB8AC3E}">
        <p14:creationId xmlns:p14="http://schemas.microsoft.com/office/powerpoint/2010/main" val="2425994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52CF0-0C48-40B3-36FA-5D6CABDB6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ounded Rectangle 38">
                <a:extLst>
                  <a:ext uri="{FF2B5EF4-FFF2-40B4-BE49-F238E27FC236}">
                    <a16:creationId xmlns:a16="http://schemas.microsoft.com/office/drawing/2014/main" id="{5E40684E-C7F3-5033-3913-B858E4C753B2}"/>
                  </a:ext>
                </a:extLst>
              </p:cNvPr>
              <p:cNvSpPr/>
              <p:nvPr/>
            </p:nvSpPr>
            <p:spPr>
              <a:xfrm>
                <a:off x="645013" y="802942"/>
                <a:ext cx="5373015" cy="11615142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partition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0,</a:t>
                </a:r>
                <a:r>
                  <a:rPr lang="en-IN" sz="2400" i="1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],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24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+1+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9" name="Rounded Rectangle 38">
                <a:extLst>
                  <a:ext uri="{FF2B5EF4-FFF2-40B4-BE49-F238E27FC236}">
                    <a16:creationId xmlns:a16="http://schemas.microsoft.com/office/drawing/2014/main" id="{5E40684E-C7F3-5033-3913-B858E4C753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13" y="802942"/>
                <a:ext cx="5373015" cy="1161514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16905A5-A0F0-0C41-E573-857F9321425F}"/>
              </a:ext>
            </a:extLst>
          </p:cNvPr>
          <p:cNvSpPr/>
          <p:nvPr/>
        </p:nvSpPr>
        <p:spPr>
          <a:xfrm>
            <a:off x="11332957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8DA66C6-F36B-612A-B261-A01D1235FEA0}"/>
              </a:ext>
            </a:extLst>
          </p:cNvPr>
          <p:cNvSpPr/>
          <p:nvPr/>
        </p:nvSpPr>
        <p:spPr>
          <a:xfrm>
            <a:off x="13365885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E5AFB00-1E24-1319-5C17-ED2C9B64EB86}"/>
              </a:ext>
            </a:extLst>
          </p:cNvPr>
          <p:cNvSpPr/>
          <p:nvPr/>
        </p:nvSpPr>
        <p:spPr>
          <a:xfrm>
            <a:off x="15398813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1" name="Candy: A problem on leetcode">
            <a:extLst>
              <a:ext uri="{FF2B5EF4-FFF2-40B4-BE49-F238E27FC236}">
                <a16:creationId xmlns:a16="http://schemas.microsoft.com/office/drawing/2014/main" id="{A19D258C-118F-B2CD-46AB-DB6FCF28FBEF}"/>
              </a:ext>
            </a:extLst>
          </p:cNvPr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ns3:wrappingTextBoxFlag xmlns="" xmlns:ns2="http://schemas.microsoft.com/office/drawing/2014/main" xmlns:ns3="http://schemas.microsoft.com/office/mac/drawingml/2011/main" xmlns:ns4="http://schemas.microsoft.com/office/powerpoint/2010/main" xmlns:ns5="http://schemas.openxmlformats.org/markup-compatibility/2006" xmlns:ns6="http://schemas.microsoft.com/office/powerpoint/2015/09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endParaRPr sz="173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7E11257-3E35-6BCC-119B-99879B1E1358}"/>
              </a:ext>
            </a:extLst>
          </p:cNvPr>
          <p:cNvSpPr/>
          <p:nvPr/>
        </p:nvSpPr>
        <p:spPr>
          <a:xfrm>
            <a:off x="8699627" y="122512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C873E4D-0FF3-99FD-16B8-C1A4BC68A8E2}"/>
              </a:ext>
            </a:extLst>
          </p:cNvPr>
          <p:cNvSpPr/>
          <p:nvPr/>
        </p:nvSpPr>
        <p:spPr>
          <a:xfrm>
            <a:off x="11332957" y="118980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98E232E-DD05-F7C2-F602-6A5EFB420B5E}"/>
              </a:ext>
            </a:extLst>
          </p:cNvPr>
          <p:cNvSpPr/>
          <p:nvPr/>
        </p:nvSpPr>
        <p:spPr>
          <a:xfrm>
            <a:off x="13361316" y="118980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4FA16AA-AE89-C310-4476-126E8AEF6929}"/>
              </a:ext>
            </a:extLst>
          </p:cNvPr>
          <p:cNvSpPr/>
          <p:nvPr/>
        </p:nvSpPr>
        <p:spPr>
          <a:xfrm>
            <a:off x="11332957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0ECCAAD-1D51-F751-D7BE-1BF2C2F753D2}"/>
              </a:ext>
            </a:extLst>
          </p:cNvPr>
          <p:cNvSpPr/>
          <p:nvPr/>
        </p:nvSpPr>
        <p:spPr>
          <a:xfrm>
            <a:off x="15412790" y="118980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7012646-C3EA-52B8-D9AC-CCD9BD1E53ED}"/>
              </a:ext>
            </a:extLst>
          </p:cNvPr>
          <p:cNvSpPr/>
          <p:nvPr/>
        </p:nvSpPr>
        <p:spPr>
          <a:xfrm>
            <a:off x="8699627" y="122512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24758A2-6D92-AB15-F2EF-C8F8005E2E99}"/>
              </a:ext>
            </a:extLst>
          </p:cNvPr>
          <p:cNvGrpSpPr/>
          <p:nvPr/>
        </p:nvGrpSpPr>
        <p:grpSpPr>
          <a:xfrm>
            <a:off x="18022505" y="5505506"/>
            <a:ext cx="489236" cy="1745799"/>
            <a:chOff x="4821200" y="5585063"/>
            <a:chExt cx="489236" cy="1745799"/>
          </a:xfrm>
        </p:grpSpPr>
        <p:sp>
          <p:nvSpPr>
            <p:cNvPr id="10" name="Down Arrow 9">
              <a:extLst>
                <a:ext uri="{FF2B5EF4-FFF2-40B4-BE49-F238E27FC236}">
                  <a16:creationId xmlns:a16="http://schemas.microsoft.com/office/drawing/2014/main" id="{B00B07DB-C1DF-3419-BBE2-1DB738F3D90C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8E244C3-D3F2-B6B5-A153-AAC1E73E6885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7C6F186-0B23-9C2F-9672-04095F3D4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12500" r="-7500" b="-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E1A7E64-3823-B997-B97D-715E8630E31D}"/>
              </a:ext>
            </a:extLst>
          </p:cNvPr>
          <p:cNvSpPr/>
          <p:nvPr/>
        </p:nvSpPr>
        <p:spPr>
          <a:xfrm>
            <a:off x="8699627" y="41562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D61EB96-0B56-2901-4E70-AF8C8BC9D85B}"/>
              </a:ext>
            </a:extLst>
          </p:cNvPr>
          <p:cNvSpPr/>
          <p:nvPr/>
        </p:nvSpPr>
        <p:spPr>
          <a:xfrm>
            <a:off x="17431741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D731E34-C691-DF30-034F-305D333EBADE}"/>
              </a:ext>
            </a:extLst>
          </p:cNvPr>
          <p:cNvSpPr/>
          <p:nvPr/>
        </p:nvSpPr>
        <p:spPr>
          <a:xfrm>
            <a:off x="19464669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195B421-F90D-DFBD-0ECE-208210776368}"/>
              </a:ext>
            </a:extLst>
          </p:cNvPr>
          <p:cNvGrpSpPr/>
          <p:nvPr/>
        </p:nvGrpSpPr>
        <p:grpSpPr>
          <a:xfrm>
            <a:off x="17718819" y="2434347"/>
            <a:ext cx="505843" cy="1745799"/>
            <a:chOff x="4821200" y="5585063"/>
            <a:chExt cx="505843" cy="1745799"/>
          </a:xfrm>
        </p:grpSpPr>
        <p:sp>
          <p:nvSpPr>
            <p:cNvPr id="19" name="Down Arrow 18">
              <a:extLst>
                <a:ext uri="{FF2B5EF4-FFF2-40B4-BE49-F238E27FC236}">
                  <a16:creationId xmlns:a16="http://schemas.microsoft.com/office/drawing/2014/main" id="{323C593F-D297-07C1-0460-E998E745E342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CAF6313E-737D-6AC4-EA88-5DD0CECFFF85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FFC9877-E7BA-9260-196D-851E930C6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24390" r="-24390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0E28BFA3-55DC-E8C0-96C2-C393B141580F}"/>
              </a:ext>
            </a:extLst>
          </p:cNvPr>
          <p:cNvSpPr/>
          <p:nvPr/>
        </p:nvSpPr>
        <p:spPr>
          <a:xfrm>
            <a:off x="8699627" y="754084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D692E416-4139-7865-CF5F-7EADA24F933F}"/>
              </a:ext>
            </a:extLst>
          </p:cNvPr>
          <p:cNvSpPr/>
          <p:nvPr/>
        </p:nvSpPr>
        <p:spPr>
          <a:xfrm>
            <a:off x="11332957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B7A13C64-84E8-0740-EA4F-4FAB6F61391A}"/>
              </a:ext>
            </a:extLst>
          </p:cNvPr>
          <p:cNvSpPr/>
          <p:nvPr/>
        </p:nvSpPr>
        <p:spPr>
          <a:xfrm>
            <a:off x="13365885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0545468-6181-3AAC-C097-944FA1C62347}"/>
              </a:ext>
            </a:extLst>
          </p:cNvPr>
          <p:cNvSpPr/>
          <p:nvPr/>
        </p:nvSpPr>
        <p:spPr>
          <a:xfrm>
            <a:off x="15398813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E3B7E9E0-E0CC-4364-35F5-3E5CFB53B7BD}"/>
              </a:ext>
            </a:extLst>
          </p:cNvPr>
          <p:cNvSpPr/>
          <p:nvPr/>
        </p:nvSpPr>
        <p:spPr>
          <a:xfrm>
            <a:off x="17431741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D7DC02E-E13A-3143-F708-5772D11C4EDD}"/>
              </a:ext>
            </a:extLst>
          </p:cNvPr>
          <p:cNvSpPr/>
          <p:nvPr/>
        </p:nvSpPr>
        <p:spPr>
          <a:xfrm>
            <a:off x="19464669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D2A4F5A-EAA5-900F-37D7-E22BEA481115}"/>
              </a:ext>
            </a:extLst>
          </p:cNvPr>
          <p:cNvGrpSpPr/>
          <p:nvPr/>
        </p:nvGrpSpPr>
        <p:grpSpPr>
          <a:xfrm>
            <a:off x="13681042" y="8834758"/>
            <a:ext cx="631968" cy="1745799"/>
            <a:chOff x="4821200" y="5585063"/>
            <a:chExt cx="631968" cy="1745799"/>
          </a:xfrm>
        </p:grpSpPr>
        <p:sp>
          <p:nvSpPr>
            <p:cNvPr id="28" name="Down Arrow 27">
              <a:extLst>
                <a:ext uri="{FF2B5EF4-FFF2-40B4-BE49-F238E27FC236}">
                  <a16:creationId xmlns:a16="http://schemas.microsoft.com/office/drawing/2014/main" id="{178D0532-8B04-6277-6D9D-EF667D22947D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F3A2DFAA-B094-D8AA-8B31-4AB8CD671A76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F3A2DFAA-B094-D8AA-8B31-4AB8CD671A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blipFill>
                  <a:blip r:embed="rId5"/>
                  <a:stretch>
                    <a:fillRect l="-13725" r="-7843" b="-322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7A6E4F6E-F7E6-2FEE-8299-1C214442B875}"/>
              </a:ext>
            </a:extLst>
          </p:cNvPr>
          <p:cNvSpPr/>
          <p:nvPr/>
        </p:nvSpPr>
        <p:spPr>
          <a:xfrm>
            <a:off x="11332957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260F83B5-CAE1-EDE7-9282-AC2E7481D2CF}"/>
              </a:ext>
            </a:extLst>
          </p:cNvPr>
          <p:cNvSpPr/>
          <p:nvPr/>
        </p:nvSpPr>
        <p:spPr>
          <a:xfrm>
            <a:off x="13365885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D1EDEFD5-A8C2-DBC3-843A-D29F6633B77A}"/>
              </a:ext>
            </a:extLst>
          </p:cNvPr>
          <p:cNvSpPr/>
          <p:nvPr/>
        </p:nvSpPr>
        <p:spPr>
          <a:xfrm>
            <a:off x="15398813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13FDECC8-855A-9533-D034-C10AEF81110B}"/>
              </a:ext>
            </a:extLst>
          </p:cNvPr>
          <p:cNvSpPr/>
          <p:nvPr/>
        </p:nvSpPr>
        <p:spPr>
          <a:xfrm>
            <a:off x="17381792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5A9D0102-633B-5713-FD15-447A8913DFA3}"/>
              </a:ext>
            </a:extLst>
          </p:cNvPr>
          <p:cNvSpPr/>
          <p:nvPr/>
        </p:nvSpPr>
        <p:spPr>
          <a:xfrm>
            <a:off x="19401819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4F66EAF4-C138-164C-9FCF-EF7C61D38924}"/>
              </a:ext>
            </a:extLst>
          </p:cNvPr>
          <p:cNvSpPr/>
          <p:nvPr/>
        </p:nvSpPr>
        <p:spPr>
          <a:xfrm>
            <a:off x="615970" y="9296713"/>
            <a:ext cx="5373015" cy="51645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84F07399-4808-A720-3821-8944FB6A57A3}"/>
              </a:ext>
            </a:extLst>
          </p:cNvPr>
          <p:cNvSpPr/>
          <p:nvPr/>
        </p:nvSpPr>
        <p:spPr>
          <a:xfrm>
            <a:off x="20289520" y="1083276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3A4F708C-C712-3321-AAB6-87E22881667D}"/>
              </a:ext>
            </a:extLst>
          </p:cNvPr>
          <p:cNvSpPr/>
          <p:nvPr/>
        </p:nvSpPr>
        <p:spPr>
          <a:xfrm>
            <a:off x="17009964" y="10866096"/>
            <a:ext cx="2903655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pivot</a:t>
            </a:r>
          </a:p>
        </p:txBody>
      </p:sp>
    </p:spTree>
    <p:extLst>
      <p:ext uri="{BB962C8B-B14F-4D97-AF65-F5344CB8AC3E}">
        <p14:creationId xmlns:p14="http://schemas.microsoft.com/office/powerpoint/2010/main" val="4151081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80F87-1D26-06EF-EF62-BF54313E4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ounded Rectangle 38">
                <a:extLst>
                  <a:ext uri="{FF2B5EF4-FFF2-40B4-BE49-F238E27FC236}">
                    <a16:creationId xmlns:a16="http://schemas.microsoft.com/office/drawing/2014/main" id="{102C8C5F-30A8-E5F3-B7E4-705EEAC38D6F}"/>
                  </a:ext>
                </a:extLst>
              </p:cNvPr>
              <p:cNvSpPr/>
              <p:nvPr/>
            </p:nvSpPr>
            <p:spPr>
              <a:xfrm>
                <a:off x="645013" y="802942"/>
                <a:ext cx="5373015" cy="11615142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partition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0,</a:t>
                </a:r>
                <a:r>
                  <a:rPr lang="en-IN" sz="2400" i="1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],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24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+1+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9" name="Rounded Rectangle 38">
                <a:extLst>
                  <a:ext uri="{FF2B5EF4-FFF2-40B4-BE49-F238E27FC236}">
                    <a16:creationId xmlns:a16="http://schemas.microsoft.com/office/drawing/2014/main" id="{102C8C5F-30A8-E5F3-B7E4-705EEAC38D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13" y="802942"/>
                <a:ext cx="5373015" cy="1161514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9843270-7117-18AE-B7C7-2D69479C24BE}"/>
              </a:ext>
            </a:extLst>
          </p:cNvPr>
          <p:cNvSpPr/>
          <p:nvPr/>
        </p:nvSpPr>
        <p:spPr>
          <a:xfrm>
            <a:off x="11332957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07D01E3-DF09-1837-5C62-427E419CB5C9}"/>
              </a:ext>
            </a:extLst>
          </p:cNvPr>
          <p:cNvSpPr/>
          <p:nvPr/>
        </p:nvSpPr>
        <p:spPr>
          <a:xfrm>
            <a:off x="13365885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5D8AD82-7387-4B5A-06A2-0B68847D5DC1}"/>
              </a:ext>
            </a:extLst>
          </p:cNvPr>
          <p:cNvSpPr/>
          <p:nvPr/>
        </p:nvSpPr>
        <p:spPr>
          <a:xfrm>
            <a:off x="15398813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1" name="Candy: A problem on leetcode">
            <a:extLst>
              <a:ext uri="{FF2B5EF4-FFF2-40B4-BE49-F238E27FC236}">
                <a16:creationId xmlns:a16="http://schemas.microsoft.com/office/drawing/2014/main" id="{C92C0563-CAD6-B47C-0D2D-92DDA9C89963}"/>
              </a:ext>
            </a:extLst>
          </p:cNvPr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ns3:wrappingTextBoxFlag xmlns="" xmlns:ns2="http://schemas.microsoft.com/office/drawing/2014/main" xmlns:ns3="http://schemas.microsoft.com/office/mac/drawingml/2011/main" xmlns:ns4="http://schemas.microsoft.com/office/powerpoint/2010/main" xmlns:ns5="http://schemas.openxmlformats.org/markup-compatibility/2006" xmlns:ns6="http://schemas.microsoft.com/office/powerpoint/2015/09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endParaRPr sz="173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B16F95B-4ED7-3B07-B3B0-8C55225956BC}"/>
              </a:ext>
            </a:extLst>
          </p:cNvPr>
          <p:cNvSpPr/>
          <p:nvPr/>
        </p:nvSpPr>
        <p:spPr>
          <a:xfrm>
            <a:off x="8699627" y="122512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718F270-4BA8-5252-96DA-9648E69F21B6}"/>
              </a:ext>
            </a:extLst>
          </p:cNvPr>
          <p:cNvSpPr/>
          <p:nvPr/>
        </p:nvSpPr>
        <p:spPr>
          <a:xfrm>
            <a:off x="11332957" y="118980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7C03E54-AAB8-C97E-3039-C592CBA074FA}"/>
              </a:ext>
            </a:extLst>
          </p:cNvPr>
          <p:cNvSpPr/>
          <p:nvPr/>
        </p:nvSpPr>
        <p:spPr>
          <a:xfrm>
            <a:off x="13361316" y="118980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CD69733-A5AE-F7A8-7A51-F77B9A882BD1}"/>
              </a:ext>
            </a:extLst>
          </p:cNvPr>
          <p:cNvSpPr/>
          <p:nvPr/>
        </p:nvSpPr>
        <p:spPr>
          <a:xfrm>
            <a:off x="11332957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38C59B1-ECCF-E732-17E4-AD15858C5D6E}"/>
              </a:ext>
            </a:extLst>
          </p:cNvPr>
          <p:cNvSpPr/>
          <p:nvPr/>
        </p:nvSpPr>
        <p:spPr>
          <a:xfrm>
            <a:off x="15412790" y="118980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672926B-55FC-50BB-67B1-6B3E1D8DAE2F}"/>
              </a:ext>
            </a:extLst>
          </p:cNvPr>
          <p:cNvSpPr/>
          <p:nvPr/>
        </p:nvSpPr>
        <p:spPr>
          <a:xfrm>
            <a:off x="8699627" y="122512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39B2EA7-1886-D636-BDF0-BBBD6BD36A7D}"/>
              </a:ext>
            </a:extLst>
          </p:cNvPr>
          <p:cNvGrpSpPr/>
          <p:nvPr/>
        </p:nvGrpSpPr>
        <p:grpSpPr>
          <a:xfrm>
            <a:off x="18022505" y="5505506"/>
            <a:ext cx="489236" cy="1745799"/>
            <a:chOff x="4821200" y="5585063"/>
            <a:chExt cx="489236" cy="1745799"/>
          </a:xfrm>
        </p:grpSpPr>
        <p:sp>
          <p:nvSpPr>
            <p:cNvPr id="10" name="Down Arrow 9">
              <a:extLst>
                <a:ext uri="{FF2B5EF4-FFF2-40B4-BE49-F238E27FC236}">
                  <a16:creationId xmlns:a16="http://schemas.microsoft.com/office/drawing/2014/main" id="{86B3FBF2-6EB8-6A44-6FD0-EEBA3F5C46A4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3CC981F-A5EA-45A9-4F4A-82F7E4262727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7C6F186-0B23-9C2F-9672-04095F3D4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12500" r="-7500" b="-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7A4EB37-F70A-2889-4515-A46B6CC81F0A}"/>
              </a:ext>
            </a:extLst>
          </p:cNvPr>
          <p:cNvSpPr/>
          <p:nvPr/>
        </p:nvSpPr>
        <p:spPr>
          <a:xfrm>
            <a:off x="8699627" y="41562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2A04EB9-489C-5F24-DB68-0BF3FB5212D0}"/>
              </a:ext>
            </a:extLst>
          </p:cNvPr>
          <p:cNvSpPr/>
          <p:nvPr/>
        </p:nvSpPr>
        <p:spPr>
          <a:xfrm>
            <a:off x="17431741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521D35B-C8D1-CBF3-1641-C32497358A18}"/>
              </a:ext>
            </a:extLst>
          </p:cNvPr>
          <p:cNvSpPr/>
          <p:nvPr/>
        </p:nvSpPr>
        <p:spPr>
          <a:xfrm>
            <a:off x="19464669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43AA7AC-617E-7CB5-3306-CBC9E229CCB2}"/>
              </a:ext>
            </a:extLst>
          </p:cNvPr>
          <p:cNvGrpSpPr/>
          <p:nvPr/>
        </p:nvGrpSpPr>
        <p:grpSpPr>
          <a:xfrm>
            <a:off x="17718819" y="2434347"/>
            <a:ext cx="505843" cy="1745799"/>
            <a:chOff x="4821200" y="5585063"/>
            <a:chExt cx="505843" cy="1745799"/>
          </a:xfrm>
        </p:grpSpPr>
        <p:sp>
          <p:nvSpPr>
            <p:cNvPr id="19" name="Down Arrow 18">
              <a:extLst>
                <a:ext uri="{FF2B5EF4-FFF2-40B4-BE49-F238E27FC236}">
                  <a16:creationId xmlns:a16="http://schemas.microsoft.com/office/drawing/2014/main" id="{5A7D4E06-6B57-F6D5-23C4-C3B7EAD648AD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3225BA44-12FA-0B83-6008-8822EA8F45B3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FFC9877-E7BA-9260-196D-851E930C6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24390" r="-24390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4008D09A-F2BC-3863-2ED6-55B405DB8830}"/>
              </a:ext>
            </a:extLst>
          </p:cNvPr>
          <p:cNvSpPr/>
          <p:nvPr/>
        </p:nvSpPr>
        <p:spPr>
          <a:xfrm>
            <a:off x="8699627" y="754084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1B2120B-0721-F4EF-BE35-E4D75CCCAA6D}"/>
              </a:ext>
            </a:extLst>
          </p:cNvPr>
          <p:cNvSpPr/>
          <p:nvPr/>
        </p:nvSpPr>
        <p:spPr>
          <a:xfrm>
            <a:off x="11332957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65A250A-3C3C-20D4-68C1-49F3290C9729}"/>
              </a:ext>
            </a:extLst>
          </p:cNvPr>
          <p:cNvSpPr/>
          <p:nvPr/>
        </p:nvSpPr>
        <p:spPr>
          <a:xfrm>
            <a:off x="13365885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73E06425-B485-B888-1622-67EAA8857047}"/>
              </a:ext>
            </a:extLst>
          </p:cNvPr>
          <p:cNvSpPr/>
          <p:nvPr/>
        </p:nvSpPr>
        <p:spPr>
          <a:xfrm>
            <a:off x="15398813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5D613124-EF2D-63E5-6FD5-3B0E7AFF2F9B}"/>
              </a:ext>
            </a:extLst>
          </p:cNvPr>
          <p:cNvSpPr/>
          <p:nvPr/>
        </p:nvSpPr>
        <p:spPr>
          <a:xfrm>
            <a:off x="17431741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34AE3FEB-A11F-8824-9FD1-B4F33357AFE7}"/>
              </a:ext>
            </a:extLst>
          </p:cNvPr>
          <p:cNvSpPr/>
          <p:nvPr/>
        </p:nvSpPr>
        <p:spPr>
          <a:xfrm>
            <a:off x="19464669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9D406B5-A2D8-D959-FD54-7AC3E883443B}"/>
              </a:ext>
            </a:extLst>
          </p:cNvPr>
          <p:cNvGrpSpPr/>
          <p:nvPr/>
        </p:nvGrpSpPr>
        <p:grpSpPr>
          <a:xfrm>
            <a:off x="13681042" y="8834758"/>
            <a:ext cx="631968" cy="1745799"/>
            <a:chOff x="4821200" y="5585063"/>
            <a:chExt cx="631968" cy="1745799"/>
          </a:xfrm>
        </p:grpSpPr>
        <p:sp>
          <p:nvSpPr>
            <p:cNvPr id="28" name="Down Arrow 27">
              <a:extLst>
                <a:ext uri="{FF2B5EF4-FFF2-40B4-BE49-F238E27FC236}">
                  <a16:creationId xmlns:a16="http://schemas.microsoft.com/office/drawing/2014/main" id="{7A824B9D-C9B1-6D68-3BBF-35EE626DB896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D8E76448-76C8-A386-2599-EE234BA315E7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D8E76448-76C8-A386-2599-EE234BA315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blipFill>
                  <a:blip r:embed="rId5"/>
                  <a:stretch>
                    <a:fillRect l="-13725" r="-7843" b="-322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0B552AE1-8E9A-C460-F726-2AC3C3F5DDAB}"/>
              </a:ext>
            </a:extLst>
          </p:cNvPr>
          <p:cNvSpPr/>
          <p:nvPr/>
        </p:nvSpPr>
        <p:spPr>
          <a:xfrm>
            <a:off x="11332957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FB007E3F-F4DA-5CB7-D8EB-2949FEA30821}"/>
              </a:ext>
            </a:extLst>
          </p:cNvPr>
          <p:cNvSpPr/>
          <p:nvPr/>
        </p:nvSpPr>
        <p:spPr>
          <a:xfrm>
            <a:off x="13365885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42BF26C1-2599-B7F2-26DC-83402FC504DE}"/>
              </a:ext>
            </a:extLst>
          </p:cNvPr>
          <p:cNvSpPr/>
          <p:nvPr/>
        </p:nvSpPr>
        <p:spPr>
          <a:xfrm>
            <a:off x="15398813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743C868D-8A85-FAAE-3F2C-3AABC616A90A}"/>
              </a:ext>
            </a:extLst>
          </p:cNvPr>
          <p:cNvSpPr/>
          <p:nvPr/>
        </p:nvSpPr>
        <p:spPr>
          <a:xfrm>
            <a:off x="17381792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C8A8719B-35E1-B2C5-A3B0-560468853602}"/>
              </a:ext>
            </a:extLst>
          </p:cNvPr>
          <p:cNvSpPr/>
          <p:nvPr/>
        </p:nvSpPr>
        <p:spPr>
          <a:xfrm>
            <a:off x="19401819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BB102D55-71FC-111D-1ACD-9BC7481BDABE}"/>
              </a:ext>
            </a:extLst>
          </p:cNvPr>
          <p:cNvSpPr/>
          <p:nvPr/>
        </p:nvSpPr>
        <p:spPr>
          <a:xfrm>
            <a:off x="645013" y="9680408"/>
            <a:ext cx="5373015" cy="51645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F47F1A84-9BC8-1B08-8294-10A3ACCFDC19}"/>
              </a:ext>
            </a:extLst>
          </p:cNvPr>
          <p:cNvSpPr/>
          <p:nvPr/>
        </p:nvSpPr>
        <p:spPr>
          <a:xfrm>
            <a:off x="17393327" y="120399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702E3947-EDBE-757A-E7F5-871ABFCDF5BF}"/>
              </a:ext>
            </a:extLst>
          </p:cNvPr>
          <p:cNvSpPr/>
          <p:nvPr/>
        </p:nvSpPr>
        <p:spPr>
          <a:xfrm>
            <a:off x="17009964" y="10866096"/>
            <a:ext cx="2903655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pivot</a:t>
            </a:r>
          </a:p>
        </p:txBody>
      </p:sp>
    </p:spTree>
    <p:extLst>
      <p:ext uri="{BB962C8B-B14F-4D97-AF65-F5344CB8AC3E}">
        <p14:creationId xmlns:p14="http://schemas.microsoft.com/office/powerpoint/2010/main" val="9705656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BAF89-C085-4763-12F6-12E7915B1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ounded Rectangle 38">
                <a:extLst>
                  <a:ext uri="{FF2B5EF4-FFF2-40B4-BE49-F238E27FC236}">
                    <a16:creationId xmlns:a16="http://schemas.microsoft.com/office/drawing/2014/main" id="{FFA0D918-B3AF-4A23-CF1B-A7B74677522F}"/>
                  </a:ext>
                </a:extLst>
              </p:cNvPr>
              <p:cNvSpPr/>
              <p:nvPr/>
            </p:nvSpPr>
            <p:spPr>
              <a:xfrm>
                <a:off x="645013" y="802942"/>
                <a:ext cx="5373015" cy="11615142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partition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0,</a:t>
                </a:r>
                <a:r>
                  <a:rPr lang="en-IN" sz="2400" i="1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],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24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+1+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9" name="Rounded Rectangle 38">
                <a:extLst>
                  <a:ext uri="{FF2B5EF4-FFF2-40B4-BE49-F238E27FC236}">
                    <a16:creationId xmlns:a16="http://schemas.microsoft.com/office/drawing/2014/main" id="{FFA0D918-B3AF-4A23-CF1B-A7B7467752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13" y="802942"/>
                <a:ext cx="5373015" cy="1161514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E330012-59FE-0D90-78B4-0CB7BCCD5649}"/>
              </a:ext>
            </a:extLst>
          </p:cNvPr>
          <p:cNvSpPr/>
          <p:nvPr/>
        </p:nvSpPr>
        <p:spPr>
          <a:xfrm>
            <a:off x="11332957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B89B667-40EC-8A96-2F0A-FA0BDE99289E}"/>
              </a:ext>
            </a:extLst>
          </p:cNvPr>
          <p:cNvSpPr/>
          <p:nvPr/>
        </p:nvSpPr>
        <p:spPr>
          <a:xfrm>
            <a:off x="13365885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FCF0C84-229F-A790-D56E-742FC49585A6}"/>
              </a:ext>
            </a:extLst>
          </p:cNvPr>
          <p:cNvSpPr/>
          <p:nvPr/>
        </p:nvSpPr>
        <p:spPr>
          <a:xfrm>
            <a:off x="15398813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1" name="Candy: A problem on leetcode">
            <a:extLst>
              <a:ext uri="{FF2B5EF4-FFF2-40B4-BE49-F238E27FC236}">
                <a16:creationId xmlns:a16="http://schemas.microsoft.com/office/drawing/2014/main" id="{DC4B01E7-C80A-1CA5-7599-6FA214E7D59A}"/>
              </a:ext>
            </a:extLst>
          </p:cNvPr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ns3:wrappingTextBoxFlag xmlns="" xmlns:ns2="http://schemas.microsoft.com/office/drawing/2014/main" xmlns:ns3="http://schemas.microsoft.com/office/mac/drawingml/2011/main" xmlns:ns4="http://schemas.microsoft.com/office/powerpoint/2010/main" xmlns:ns5="http://schemas.openxmlformats.org/markup-compatibility/2006" xmlns:ns6="http://schemas.microsoft.com/office/powerpoint/2015/09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endParaRPr sz="173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9703234-9A35-2244-2F64-86F90365A363}"/>
              </a:ext>
            </a:extLst>
          </p:cNvPr>
          <p:cNvSpPr/>
          <p:nvPr/>
        </p:nvSpPr>
        <p:spPr>
          <a:xfrm>
            <a:off x="8699627" y="122512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5033988-0D46-6F67-F7F0-E247F6F63F4C}"/>
              </a:ext>
            </a:extLst>
          </p:cNvPr>
          <p:cNvSpPr/>
          <p:nvPr/>
        </p:nvSpPr>
        <p:spPr>
          <a:xfrm>
            <a:off x="11332957" y="118980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5D83FE5-1A5C-5DC2-25AD-882227A4C4AE}"/>
              </a:ext>
            </a:extLst>
          </p:cNvPr>
          <p:cNvSpPr/>
          <p:nvPr/>
        </p:nvSpPr>
        <p:spPr>
          <a:xfrm>
            <a:off x="13361316" y="118980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E2C1245-29F8-BD0C-55F7-DE45EB3B2A0E}"/>
              </a:ext>
            </a:extLst>
          </p:cNvPr>
          <p:cNvSpPr/>
          <p:nvPr/>
        </p:nvSpPr>
        <p:spPr>
          <a:xfrm>
            <a:off x="11332957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1F812A0-7499-E9BF-85BA-DEC6A85E00EE}"/>
              </a:ext>
            </a:extLst>
          </p:cNvPr>
          <p:cNvSpPr/>
          <p:nvPr/>
        </p:nvSpPr>
        <p:spPr>
          <a:xfrm>
            <a:off x="15412790" y="118980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2E67821-7D7A-FC76-D2CD-B1BF0B9BE6EA}"/>
              </a:ext>
            </a:extLst>
          </p:cNvPr>
          <p:cNvSpPr/>
          <p:nvPr/>
        </p:nvSpPr>
        <p:spPr>
          <a:xfrm>
            <a:off x="8699627" y="122512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D2364EA-2EE3-F12E-3861-F3E83901839F}"/>
              </a:ext>
            </a:extLst>
          </p:cNvPr>
          <p:cNvGrpSpPr/>
          <p:nvPr/>
        </p:nvGrpSpPr>
        <p:grpSpPr>
          <a:xfrm>
            <a:off x="11702764" y="8940267"/>
            <a:ext cx="489236" cy="1745799"/>
            <a:chOff x="4821200" y="5585063"/>
            <a:chExt cx="489236" cy="1745799"/>
          </a:xfrm>
        </p:grpSpPr>
        <p:sp>
          <p:nvSpPr>
            <p:cNvPr id="10" name="Down Arrow 9">
              <a:extLst>
                <a:ext uri="{FF2B5EF4-FFF2-40B4-BE49-F238E27FC236}">
                  <a16:creationId xmlns:a16="http://schemas.microsoft.com/office/drawing/2014/main" id="{48094A91-FA3B-1476-7847-7422CD58E722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52F2C5B-D8CF-8E18-0C78-944B5A56983B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7C6F186-0B23-9C2F-9672-04095F3D4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12500" r="-7500" b="-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18A3E3F-E628-A589-AFAE-1B71D4CA9532}"/>
              </a:ext>
            </a:extLst>
          </p:cNvPr>
          <p:cNvSpPr/>
          <p:nvPr/>
        </p:nvSpPr>
        <p:spPr>
          <a:xfrm>
            <a:off x="8699627" y="41562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09F8389-D5FA-943F-2A74-01856FF3F4C0}"/>
              </a:ext>
            </a:extLst>
          </p:cNvPr>
          <p:cNvSpPr/>
          <p:nvPr/>
        </p:nvSpPr>
        <p:spPr>
          <a:xfrm>
            <a:off x="17431741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CA22A53-6793-C328-D917-011F7064BB74}"/>
              </a:ext>
            </a:extLst>
          </p:cNvPr>
          <p:cNvSpPr/>
          <p:nvPr/>
        </p:nvSpPr>
        <p:spPr>
          <a:xfrm>
            <a:off x="19464669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E97D020-62F5-0F9C-E283-0C9E5695CA30}"/>
              </a:ext>
            </a:extLst>
          </p:cNvPr>
          <p:cNvGrpSpPr/>
          <p:nvPr/>
        </p:nvGrpSpPr>
        <p:grpSpPr>
          <a:xfrm>
            <a:off x="17718819" y="2434347"/>
            <a:ext cx="505843" cy="1745799"/>
            <a:chOff x="4821200" y="5585063"/>
            <a:chExt cx="505843" cy="1745799"/>
          </a:xfrm>
        </p:grpSpPr>
        <p:sp>
          <p:nvSpPr>
            <p:cNvPr id="19" name="Down Arrow 18">
              <a:extLst>
                <a:ext uri="{FF2B5EF4-FFF2-40B4-BE49-F238E27FC236}">
                  <a16:creationId xmlns:a16="http://schemas.microsoft.com/office/drawing/2014/main" id="{CC75F81E-574B-72C1-B79C-C03BE6FDD808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5F9C4F99-4034-4497-7166-9B38CBB82B12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FFC9877-E7BA-9260-196D-851E930C6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24390" r="-24390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A712374-F0DE-B0D9-1459-C616395BACA0}"/>
              </a:ext>
            </a:extLst>
          </p:cNvPr>
          <p:cNvSpPr/>
          <p:nvPr/>
        </p:nvSpPr>
        <p:spPr>
          <a:xfrm>
            <a:off x="8699627" y="754084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6B292418-5F99-6839-13E2-865D17BAABDB}"/>
              </a:ext>
            </a:extLst>
          </p:cNvPr>
          <p:cNvSpPr/>
          <p:nvPr/>
        </p:nvSpPr>
        <p:spPr>
          <a:xfrm>
            <a:off x="11332957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F919D587-E8F7-22DD-46E7-0BE1AD2135B3}"/>
              </a:ext>
            </a:extLst>
          </p:cNvPr>
          <p:cNvSpPr/>
          <p:nvPr/>
        </p:nvSpPr>
        <p:spPr>
          <a:xfrm>
            <a:off x="13365885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616A4B6D-454B-9821-1D0A-BE80504D3915}"/>
              </a:ext>
            </a:extLst>
          </p:cNvPr>
          <p:cNvSpPr/>
          <p:nvPr/>
        </p:nvSpPr>
        <p:spPr>
          <a:xfrm>
            <a:off x="15398813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A73F6426-B143-A46E-59BB-F730CFD04FF6}"/>
              </a:ext>
            </a:extLst>
          </p:cNvPr>
          <p:cNvSpPr/>
          <p:nvPr/>
        </p:nvSpPr>
        <p:spPr>
          <a:xfrm>
            <a:off x="17431741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B992F04-CA29-BB8C-B972-3AEB3DFE959A}"/>
              </a:ext>
            </a:extLst>
          </p:cNvPr>
          <p:cNvSpPr/>
          <p:nvPr/>
        </p:nvSpPr>
        <p:spPr>
          <a:xfrm>
            <a:off x="19464669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B34992A-2DCF-D87F-4C86-4E2EB6151393}"/>
              </a:ext>
            </a:extLst>
          </p:cNvPr>
          <p:cNvGrpSpPr/>
          <p:nvPr/>
        </p:nvGrpSpPr>
        <p:grpSpPr>
          <a:xfrm>
            <a:off x="13681042" y="8834758"/>
            <a:ext cx="631968" cy="1745799"/>
            <a:chOff x="4821200" y="5585063"/>
            <a:chExt cx="631968" cy="1745799"/>
          </a:xfrm>
        </p:grpSpPr>
        <p:sp>
          <p:nvSpPr>
            <p:cNvPr id="28" name="Down Arrow 27">
              <a:extLst>
                <a:ext uri="{FF2B5EF4-FFF2-40B4-BE49-F238E27FC236}">
                  <a16:creationId xmlns:a16="http://schemas.microsoft.com/office/drawing/2014/main" id="{AC6E0236-3C35-D9F3-AF9D-424D7C156384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EBDE8F84-0A93-A78F-DB17-90E0D2B26EDF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EBDE8F84-0A93-A78F-DB17-90E0D2B26E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blipFill>
                  <a:blip r:embed="rId5"/>
                  <a:stretch>
                    <a:fillRect l="-13725" r="-7843" b="-322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8435EAD1-7BA0-AF09-30A7-73893133300D}"/>
              </a:ext>
            </a:extLst>
          </p:cNvPr>
          <p:cNvSpPr/>
          <p:nvPr/>
        </p:nvSpPr>
        <p:spPr>
          <a:xfrm>
            <a:off x="11332957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297851E5-5D20-6166-EF10-26D07802C454}"/>
              </a:ext>
            </a:extLst>
          </p:cNvPr>
          <p:cNvSpPr/>
          <p:nvPr/>
        </p:nvSpPr>
        <p:spPr>
          <a:xfrm>
            <a:off x="13365885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EC804861-065B-7816-DEF4-325919474B44}"/>
              </a:ext>
            </a:extLst>
          </p:cNvPr>
          <p:cNvSpPr/>
          <p:nvPr/>
        </p:nvSpPr>
        <p:spPr>
          <a:xfrm>
            <a:off x="15398813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F8F3AB87-6A8A-2616-5452-8DF4A4CEE753}"/>
              </a:ext>
            </a:extLst>
          </p:cNvPr>
          <p:cNvSpPr/>
          <p:nvPr/>
        </p:nvSpPr>
        <p:spPr>
          <a:xfrm>
            <a:off x="17381792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225D1B97-13A1-2269-54D0-507685A94C08}"/>
              </a:ext>
            </a:extLst>
          </p:cNvPr>
          <p:cNvSpPr/>
          <p:nvPr/>
        </p:nvSpPr>
        <p:spPr>
          <a:xfrm>
            <a:off x="19401819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D8360B09-5C91-F862-562F-E675052DF9B3}"/>
              </a:ext>
            </a:extLst>
          </p:cNvPr>
          <p:cNvSpPr/>
          <p:nvPr/>
        </p:nvSpPr>
        <p:spPr>
          <a:xfrm>
            <a:off x="615970" y="9660449"/>
            <a:ext cx="5373015" cy="51645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3CE35497-7B1F-4E56-F61C-C881559CD018}"/>
              </a:ext>
            </a:extLst>
          </p:cNvPr>
          <p:cNvSpPr/>
          <p:nvPr/>
        </p:nvSpPr>
        <p:spPr>
          <a:xfrm>
            <a:off x="17393327" y="120399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E58C1CBD-617D-CF37-F063-6336C57000D3}"/>
              </a:ext>
            </a:extLst>
          </p:cNvPr>
          <p:cNvSpPr/>
          <p:nvPr/>
        </p:nvSpPr>
        <p:spPr>
          <a:xfrm>
            <a:off x="17009964" y="10866096"/>
            <a:ext cx="2903655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pivot</a:t>
            </a:r>
          </a:p>
        </p:txBody>
      </p:sp>
    </p:spTree>
    <p:extLst>
      <p:ext uri="{BB962C8B-B14F-4D97-AF65-F5344CB8AC3E}">
        <p14:creationId xmlns:p14="http://schemas.microsoft.com/office/powerpoint/2010/main" val="31006081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AF77D-2569-C2DF-B423-AEEF59E8D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ounded Rectangle 38">
                <a:extLst>
                  <a:ext uri="{FF2B5EF4-FFF2-40B4-BE49-F238E27FC236}">
                    <a16:creationId xmlns:a16="http://schemas.microsoft.com/office/drawing/2014/main" id="{3D73F013-F6FE-73B8-CF7D-0D40D72E418D}"/>
                  </a:ext>
                </a:extLst>
              </p:cNvPr>
              <p:cNvSpPr/>
              <p:nvPr/>
            </p:nvSpPr>
            <p:spPr>
              <a:xfrm>
                <a:off x="645013" y="802942"/>
                <a:ext cx="5373015" cy="11615142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partition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0,</a:t>
                </a:r>
                <a:r>
                  <a:rPr lang="en-IN" sz="2400" i="1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],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24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+1+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9" name="Rounded Rectangle 38">
                <a:extLst>
                  <a:ext uri="{FF2B5EF4-FFF2-40B4-BE49-F238E27FC236}">
                    <a16:creationId xmlns:a16="http://schemas.microsoft.com/office/drawing/2014/main" id="{3D73F013-F6FE-73B8-CF7D-0D40D72E41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13" y="802942"/>
                <a:ext cx="5373015" cy="1161514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F7B855D-C2D3-3325-5DE5-17363271FDA1}"/>
              </a:ext>
            </a:extLst>
          </p:cNvPr>
          <p:cNvSpPr/>
          <p:nvPr/>
        </p:nvSpPr>
        <p:spPr>
          <a:xfrm>
            <a:off x="11332957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6472F61-D45B-1C17-7554-B7D8E7DF03E1}"/>
              </a:ext>
            </a:extLst>
          </p:cNvPr>
          <p:cNvSpPr/>
          <p:nvPr/>
        </p:nvSpPr>
        <p:spPr>
          <a:xfrm>
            <a:off x="13365885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C72B722-DE06-7DCF-74C0-E01FD0943C3C}"/>
              </a:ext>
            </a:extLst>
          </p:cNvPr>
          <p:cNvSpPr/>
          <p:nvPr/>
        </p:nvSpPr>
        <p:spPr>
          <a:xfrm>
            <a:off x="15398813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1" name="Candy: A problem on leetcode">
            <a:extLst>
              <a:ext uri="{FF2B5EF4-FFF2-40B4-BE49-F238E27FC236}">
                <a16:creationId xmlns:a16="http://schemas.microsoft.com/office/drawing/2014/main" id="{992C3CBE-9792-175A-83F6-CB43BA24DDE7}"/>
              </a:ext>
            </a:extLst>
          </p:cNvPr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ns3:wrappingTextBoxFlag xmlns="" xmlns:ns2="http://schemas.microsoft.com/office/drawing/2014/main" xmlns:ns3="http://schemas.microsoft.com/office/mac/drawingml/2011/main" xmlns:ns4="http://schemas.microsoft.com/office/powerpoint/2010/main" xmlns:ns5="http://schemas.openxmlformats.org/markup-compatibility/2006" xmlns:ns6="http://schemas.microsoft.com/office/powerpoint/2015/09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endParaRPr sz="173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8DB637D-85F9-201E-541B-0B3466E49062}"/>
              </a:ext>
            </a:extLst>
          </p:cNvPr>
          <p:cNvSpPr/>
          <p:nvPr/>
        </p:nvSpPr>
        <p:spPr>
          <a:xfrm>
            <a:off x="8699627" y="122512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7E5929F-6B43-4B84-3024-5BA15D193C32}"/>
              </a:ext>
            </a:extLst>
          </p:cNvPr>
          <p:cNvSpPr/>
          <p:nvPr/>
        </p:nvSpPr>
        <p:spPr>
          <a:xfrm>
            <a:off x="11332957" y="118980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978C2A2-4CB1-51F7-B8DC-B2CD16FB699C}"/>
              </a:ext>
            </a:extLst>
          </p:cNvPr>
          <p:cNvSpPr/>
          <p:nvPr/>
        </p:nvSpPr>
        <p:spPr>
          <a:xfrm>
            <a:off x="13361316" y="118980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4FD9304-7923-50F7-6E1E-33FCEADC8036}"/>
              </a:ext>
            </a:extLst>
          </p:cNvPr>
          <p:cNvSpPr/>
          <p:nvPr/>
        </p:nvSpPr>
        <p:spPr>
          <a:xfrm>
            <a:off x="11332957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122C990-55A1-B453-DDB6-41098AF69D53}"/>
              </a:ext>
            </a:extLst>
          </p:cNvPr>
          <p:cNvSpPr/>
          <p:nvPr/>
        </p:nvSpPr>
        <p:spPr>
          <a:xfrm>
            <a:off x="15412790" y="118980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E0D66E7-FB2C-5523-6681-E8EAB6C024E4}"/>
              </a:ext>
            </a:extLst>
          </p:cNvPr>
          <p:cNvSpPr/>
          <p:nvPr/>
        </p:nvSpPr>
        <p:spPr>
          <a:xfrm>
            <a:off x="8699627" y="122512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06E4DE-C94E-FE1A-AC68-DB2F02FE2E10}"/>
              </a:ext>
            </a:extLst>
          </p:cNvPr>
          <p:cNvGrpSpPr/>
          <p:nvPr/>
        </p:nvGrpSpPr>
        <p:grpSpPr>
          <a:xfrm>
            <a:off x="11702764" y="8940267"/>
            <a:ext cx="489236" cy="1745799"/>
            <a:chOff x="4821200" y="5585063"/>
            <a:chExt cx="489236" cy="1745799"/>
          </a:xfrm>
        </p:grpSpPr>
        <p:sp>
          <p:nvSpPr>
            <p:cNvPr id="10" name="Down Arrow 9">
              <a:extLst>
                <a:ext uri="{FF2B5EF4-FFF2-40B4-BE49-F238E27FC236}">
                  <a16:creationId xmlns:a16="http://schemas.microsoft.com/office/drawing/2014/main" id="{7570AA71-BC81-AA65-E83F-E195687B6F3E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C96064EB-2F4F-E4BA-BFE8-1233DEC0FA69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7C6F186-0B23-9C2F-9672-04095F3D4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12500" r="-7500" b="-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A7FCD02-E12A-942C-33FB-247F0E0A9396}"/>
              </a:ext>
            </a:extLst>
          </p:cNvPr>
          <p:cNvSpPr/>
          <p:nvPr/>
        </p:nvSpPr>
        <p:spPr>
          <a:xfrm>
            <a:off x="8699627" y="41562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90837B6-BF23-DF1C-E776-A176E73BD3EE}"/>
              </a:ext>
            </a:extLst>
          </p:cNvPr>
          <p:cNvSpPr/>
          <p:nvPr/>
        </p:nvSpPr>
        <p:spPr>
          <a:xfrm>
            <a:off x="17431741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42D7C10-8B5F-A1C3-C596-97C402D6777F}"/>
              </a:ext>
            </a:extLst>
          </p:cNvPr>
          <p:cNvSpPr/>
          <p:nvPr/>
        </p:nvSpPr>
        <p:spPr>
          <a:xfrm>
            <a:off x="19464669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1743747-A751-CF7C-272B-B275AEB9192B}"/>
              </a:ext>
            </a:extLst>
          </p:cNvPr>
          <p:cNvGrpSpPr/>
          <p:nvPr/>
        </p:nvGrpSpPr>
        <p:grpSpPr>
          <a:xfrm>
            <a:off x="17718819" y="2434347"/>
            <a:ext cx="505843" cy="1745799"/>
            <a:chOff x="4821200" y="5585063"/>
            <a:chExt cx="505843" cy="1745799"/>
          </a:xfrm>
        </p:grpSpPr>
        <p:sp>
          <p:nvSpPr>
            <p:cNvPr id="19" name="Down Arrow 18">
              <a:extLst>
                <a:ext uri="{FF2B5EF4-FFF2-40B4-BE49-F238E27FC236}">
                  <a16:creationId xmlns:a16="http://schemas.microsoft.com/office/drawing/2014/main" id="{59AA27B0-4DF2-A203-43A4-EF210C3DD406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60F10376-5B42-4843-949B-1D4D3CFD2404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FFC9877-E7BA-9260-196D-851E930C6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24390" r="-24390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EDDCE49-4D3D-756F-541B-4F219204D9D5}"/>
              </a:ext>
            </a:extLst>
          </p:cNvPr>
          <p:cNvSpPr/>
          <p:nvPr/>
        </p:nvSpPr>
        <p:spPr>
          <a:xfrm>
            <a:off x="8699627" y="754084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4D4FF47F-F093-F0C0-60B9-29B2CAE8FDA1}"/>
              </a:ext>
            </a:extLst>
          </p:cNvPr>
          <p:cNvSpPr/>
          <p:nvPr/>
        </p:nvSpPr>
        <p:spPr>
          <a:xfrm>
            <a:off x="11332957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CC253AF7-4CFF-B431-681A-843500BE9682}"/>
              </a:ext>
            </a:extLst>
          </p:cNvPr>
          <p:cNvSpPr/>
          <p:nvPr/>
        </p:nvSpPr>
        <p:spPr>
          <a:xfrm>
            <a:off x="13365885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ABB581D2-BF3F-2947-AF46-CE10C8370571}"/>
              </a:ext>
            </a:extLst>
          </p:cNvPr>
          <p:cNvSpPr/>
          <p:nvPr/>
        </p:nvSpPr>
        <p:spPr>
          <a:xfrm>
            <a:off x="15398813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7D64044E-1DA9-9C16-407D-4C22CB6341C3}"/>
              </a:ext>
            </a:extLst>
          </p:cNvPr>
          <p:cNvSpPr/>
          <p:nvPr/>
        </p:nvSpPr>
        <p:spPr>
          <a:xfrm>
            <a:off x="17431741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418258F-12ED-46FE-9072-A997061A4AE6}"/>
              </a:ext>
            </a:extLst>
          </p:cNvPr>
          <p:cNvSpPr/>
          <p:nvPr/>
        </p:nvSpPr>
        <p:spPr>
          <a:xfrm>
            <a:off x="19464669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2B3F779-088A-0858-37F7-B2B95554E7A7}"/>
              </a:ext>
            </a:extLst>
          </p:cNvPr>
          <p:cNvGrpSpPr/>
          <p:nvPr/>
        </p:nvGrpSpPr>
        <p:grpSpPr>
          <a:xfrm>
            <a:off x="13681042" y="8834758"/>
            <a:ext cx="631968" cy="1745799"/>
            <a:chOff x="4821200" y="5585063"/>
            <a:chExt cx="631968" cy="1745799"/>
          </a:xfrm>
        </p:grpSpPr>
        <p:sp>
          <p:nvSpPr>
            <p:cNvPr id="28" name="Down Arrow 27">
              <a:extLst>
                <a:ext uri="{FF2B5EF4-FFF2-40B4-BE49-F238E27FC236}">
                  <a16:creationId xmlns:a16="http://schemas.microsoft.com/office/drawing/2014/main" id="{1BCB378F-5DE2-58AB-6C85-21A89D85B9A4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2D06BD4-4BDE-0D90-52C0-2FDEEBCF6FA2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2D06BD4-4BDE-0D90-52C0-2FDEEBCF6F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blipFill>
                  <a:blip r:embed="rId5"/>
                  <a:stretch>
                    <a:fillRect l="-13725" r="-7843" b="-322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D2598735-1EB3-CD0D-41A4-C33035B5E50F}"/>
              </a:ext>
            </a:extLst>
          </p:cNvPr>
          <p:cNvSpPr/>
          <p:nvPr/>
        </p:nvSpPr>
        <p:spPr>
          <a:xfrm>
            <a:off x="11332957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AEA6FC3-535D-A9FB-B1D0-A2FC0428F75D}"/>
              </a:ext>
            </a:extLst>
          </p:cNvPr>
          <p:cNvSpPr/>
          <p:nvPr/>
        </p:nvSpPr>
        <p:spPr>
          <a:xfrm>
            <a:off x="13365885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0716F928-D441-1023-BBC2-B7A8D1779B2B}"/>
              </a:ext>
            </a:extLst>
          </p:cNvPr>
          <p:cNvSpPr/>
          <p:nvPr/>
        </p:nvSpPr>
        <p:spPr>
          <a:xfrm>
            <a:off x="15398813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D07A083E-1536-7700-C120-F7E158960B7C}"/>
              </a:ext>
            </a:extLst>
          </p:cNvPr>
          <p:cNvSpPr/>
          <p:nvPr/>
        </p:nvSpPr>
        <p:spPr>
          <a:xfrm>
            <a:off x="17381792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F1C3F51D-0CDD-F5DB-66C7-A3EFD666EBED}"/>
              </a:ext>
            </a:extLst>
          </p:cNvPr>
          <p:cNvSpPr/>
          <p:nvPr/>
        </p:nvSpPr>
        <p:spPr>
          <a:xfrm>
            <a:off x="19401819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8E4F6E4D-227F-2053-FA68-347D66095C0E}"/>
              </a:ext>
            </a:extLst>
          </p:cNvPr>
          <p:cNvSpPr/>
          <p:nvPr/>
        </p:nvSpPr>
        <p:spPr>
          <a:xfrm>
            <a:off x="615970" y="10427839"/>
            <a:ext cx="5373015" cy="51645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83714B6C-A742-19DE-403A-8C354CF738B6}"/>
              </a:ext>
            </a:extLst>
          </p:cNvPr>
          <p:cNvSpPr/>
          <p:nvPr/>
        </p:nvSpPr>
        <p:spPr>
          <a:xfrm>
            <a:off x="17393327" y="120399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CE400149-BD11-4134-E83F-DA9DE44732DF}"/>
              </a:ext>
            </a:extLst>
          </p:cNvPr>
          <p:cNvSpPr/>
          <p:nvPr/>
        </p:nvSpPr>
        <p:spPr>
          <a:xfrm>
            <a:off x="17009964" y="10866096"/>
            <a:ext cx="2903655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pivot</a:t>
            </a:r>
          </a:p>
        </p:txBody>
      </p:sp>
    </p:spTree>
    <p:extLst>
      <p:ext uri="{BB962C8B-B14F-4D97-AF65-F5344CB8AC3E}">
        <p14:creationId xmlns:p14="http://schemas.microsoft.com/office/powerpoint/2010/main" val="24691545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B0CE5-22A9-E7F7-8E00-5A80A8082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ounded Rectangle 38">
                <a:extLst>
                  <a:ext uri="{FF2B5EF4-FFF2-40B4-BE49-F238E27FC236}">
                    <a16:creationId xmlns:a16="http://schemas.microsoft.com/office/drawing/2014/main" id="{BD353C66-33B2-CDD7-9E07-65F080682322}"/>
                  </a:ext>
                </a:extLst>
              </p:cNvPr>
              <p:cNvSpPr/>
              <p:nvPr/>
            </p:nvSpPr>
            <p:spPr>
              <a:xfrm>
                <a:off x="645013" y="802942"/>
                <a:ext cx="5373015" cy="11615142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partition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0,</a:t>
                </a:r>
                <a:r>
                  <a:rPr lang="en-IN" sz="2400" i="1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],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24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+1+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9" name="Rounded Rectangle 38">
                <a:extLst>
                  <a:ext uri="{FF2B5EF4-FFF2-40B4-BE49-F238E27FC236}">
                    <a16:creationId xmlns:a16="http://schemas.microsoft.com/office/drawing/2014/main" id="{BD353C66-33B2-CDD7-9E07-65F0806823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13" y="802942"/>
                <a:ext cx="5373015" cy="1161514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6BF7F405-1208-12DB-8E05-F95AF9BF2E97}"/>
              </a:ext>
            </a:extLst>
          </p:cNvPr>
          <p:cNvSpPr/>
          <p:nvPr/>
        </p:nvSpPr>
        <p:spPr>
          <a:xfrm>
            <a:off x="11332957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A033DB1-6D93-7140-F5CF-2F3235F1398A}"/>
              </a:ext>
            </a:extLst>
          </p:cNvPr>
          <p:cNvSpPr/>
          <p:nvPr/>
        </p:nvSpPr>
        <p:spPr>
          <a:xfrm>
            <a:off x="11332957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1FD6B30-FFBE-9647-BEB3-A7E20C57A972}"/>
              </a:ext>
            </a:extLst>
          </p:cNvPr>
          <p:cNvSpPr/>
          <p:nvPr/>
        </p:nvSpPr>
        <p:spPr>
          <a:xfrm>
            <a:off x="13365885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C9B2CA4-8C14-489F-E359-7A6E79E5109D}"/>
              </a:ext>
            </a:extLst>
          </p:cNvPr>
          <p:cNvSpPr/>
          <p:nvPr/>
        </p:nvSpPr>
        <p:spPr>
          <a:xfrm>
            <a:off x="15398813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1" name="Candy: A problem on leetcode">
            <a:extLst>
              <a:ext uri="{FF2B5EF4-FFF2-40B4-BE49-F238E27FC236}">
                <a16:creationId xmlns:a16="http://schemas.microsoft.com/office/drawing/2014/main" id="{3DBB13E5-ED92-1C0D-7F5E-082086AB2B91}"/>
              </a:ext>
            </a:extLst>
          </p:cNvPr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ns3:wrappingTextBoxFlag xmlns="" xmlns:ns2="http://schemas.microsoft.com/office/drawing/2014/main" xmlns:ns3="http://schemas.microsoft.com/office/mac/drawingml/2011/main" xmlns:ns4="http://schemas.microsoft.com/office/powerpoint/2010/main" xmlns:ns5="http://schemas.openxmlformats.org/markup-compatibility/2006" xmlns:ns6="http://schemas.microsoft.com/office/powerpoint/2015/09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endParaRPr sz="173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69B4257-CB3C-0117-4DD3-A74B909E0D6F}"/>
              </a:ext>
            </a:extLst>
          </p:cNvPr>
          <p:cNvSpPr/>
          <p:nvPr/>
        </p:nvSpPr>
        <p:spPr>
          <a:xfrm>
            <a:off x="8699627" y="122512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1FD447E-40DB-BC88-0183-906CF0D96F2D}"/>
              </a:ext>
            </a:extLst>
          </p:cNvPr>
          <p:cNvSpPr/>
          <p:nvPr/>
        </p:nvSpPr>
        <p:spPr>
          <a:xfrm>
            <a:off x="11332957" y="118980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12E329D-491B-282B-798B-B3D4DCD9B965}"/>
              </a:ext>
            </a:extLst>
          </p:cNvPr>
          <p:cNvSpPr/>
          <p:nvPr/>
        </p:nvSpPr>
        <p:spPr>
          <a:xfrm>
            <a:off x="13361316" y="118980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496D939-2A52-3251-988C-9273762E8202}"/>
              </a:ext>
            </a:extLst>
          </p:cNvPr>
          <p:cNvSpPr/>
          <p:nvPr/>
        </p:nvSpPr>
        <p:spPr>
          <a:xfrm>
            <a:off x="19413354" y="11533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6F48C29-632B-BA0F-B1B8-42DE32716756}"/>
              </a:ext>
            </a:extLst>
          </p:cNvPr>
          <p:cNvSpPr/>
          <p:nvPr/>
        </p:nvSpPr>
        <p:spPr>
          <a:xfrm>
            <a:off x="15412790" y="118980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08B90DE-E919-1DBC-84FD-A33EB7A04315}"/>
              </a:ext>
            </a:extLst>
          </p:cNvPr>
          <p:cNvSpPr/>
          <p:nvPr/>
        </p:nvSpPr>
        <p:spPr>
          <a:xfrm>
            <a:off x="8699627" y="122512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3048B48-B57A-1B01-A0B2-04DAE91DCA93}"/>
              </a:ext>
            </a:extLst>
          </p:cNvPr>
          <p:cNvGrpSpPr/>
          <p:nvPr/>
        </p:nvGrpSpPr>
        <p:grpSpPr>
          <a:xfrm>
            <a:off x="14068392" y="8834758"/>
            <a:ext cx="489236" cy="1745799"/>
            <a:chOff x="4821200" y="5585063"/>
            <a:chExt cx="489236" cy="1745799"/>
          </a:xfrm>
        </p:grpSpPr>
        <p:sp>
          <p:nvSpPr>
            <p:cNvPr id="10" name="Down Arrow 9">
              <a:extLst>
                <a:ext uri="{FF2B5EF4-FFF2-40B4-BE49-F238E27FC236}">
                  <a16:creationId xmlns:a16="http://schemas.microsoft.com/office/drawing/2014/main" id="{88404329-BFC9-B586-9314-29BB48847AFB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E632C105-6E28-3B21-3C64-12F44077EE87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7C6F186-0B23-9C2F-9672-04095F3D4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12500" r="-7500" b="-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BD7DBD8-0EBD-53E1-1C8D-F9138BE66CA9}"/>
              </a:ext>
            </a:extLst>
          </p:cNvPr>
          <p:cNvSpPr/>
          <p:nvPr/>
        </p:nvSpPr>
        <p:spPr>
          <a:xfrm>
            <a:off x="8699627" y="41562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2C5DD63-FC56-9AD5-C255-A3EC0DD434B3}"/>
              </a:ext>
            </a:extLst>
          </p:cNvPr>
          <p:cNvSpPr/>
          <p:nvPr/>
        </p:nvSpPr>
        <p:spPr>
          <a:xfrm>
            <a:off x="17431741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78F363B-ABFA-9DA8-2277-F7A78F51D751}"/>
              </a:ext>
            </a:extLst>
          </p:cNvPr>
          <p:cNvSpPr/>
          <p:nvPr/>
        </p:nvSpPr>
        <p:spPr>
          <a:xfrm>
            <a:off x="19464669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4D4BECE-C411-1F08-DFCF-85D7BDBB409B}"/>
              </a:ext>
            </a:extLst>
          </p:cNvPr>
          <p:cNvGrpSpPr/>
          <p:nvPr/>
        </p:nvGrpSpPr>
        <p:grpSpPr>
          <a:xfrm>
            <a:off x="17718819" y="2434347"/>
            <a:ext cx="505843" cy="1745799"/>
            <a:chOff x="4821200" y="5585063"/>
            <a:chExt cx="505843" cy="1745799"/>
          </a:xfrm>
        </p:grpSpPr>
        <p:sp>
          <p:nvSpPr>
            <p:cNvPr id="19" name="Down Arrow 18">
              <a:extLst>
                <a:ext uri="{FF2B5EF4-FFF2-40B4-BE49-F238E27FC236}">
                  <a16:creationId xmlns:a16="http://schemas.microsoft.com/office/drawing/2014/main" id="{35329961-B554-7C6E-7271-5C156CE9310D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E2D73E1A-8A6A-BE50-D107-213FAAC287EE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FFC9877-E7BA-9260-196D-851E930C6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24390" r="-24390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F51CB7DD-AD75-3003-50C9-EB2226E1C786}"/>
              </a:ext>
            </a:extLst>
          </p:cNvPr>
          <p:cNvSpPr/>
          <p:nvPr/>
        </p:nvSpPr>
        <p:spPr>
          <a:xfrm>
            <a:off x="8699627" y="754084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1722E284-C17B-D1D9-C13D-74BA5796E06E}"/>
              </a:ext>
            </a:extLst>
          </p:cNvPr>
          <p:cNvSpPr/>
          <p:nvPr/>
        </p:nvSpPr>
        <p:spPr>
          <a:xfrm>
            <a:off x="13365885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C5645FC1-69E7-F9FD-4B16-41AC0DAF5133}"/>
              </a:ext>
            </a:extLst>
          </p:cNvPr>
          <p:cNvSpPr/>
          <p:nvPr/>
        </p:nvSpPr>
        <p:spPr>
          <a:xfrm>
            <a:off x="15398813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92500DF4-627D-02AA-79C6-D3B2CBDC67A7}"/>
              </a:ext>
            </a:extLst>
          </p:cNvPr>
          <p:cNvSpPr/>
          <p:nvPr/>
        </p:nvSpPr>
        <p:spPr>
          <a:xfrm>
            <a:off x="17431741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6AB291B1-001A-BA29-BB50-94CB5F3FD2E4}"/>
              </a:ext>
            </a:extLst>
          </p:cNvPr>
          <p:cNvSpPr/>
          <p:nvPr/>
        </p:nvSpPr>
        <p:spPr>
          <a:xfrm>
            <a:off x="19464669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727F294-40F1-7B6D-D144-E1A6DDBE158D}"/>
              </a:ext>
            </a:extLst>
          </p:cNvPr>
          <p:cNvGrpSpPr/>
          <p:nvPr/>
        </p:nvGrpSpPr>
        <p:grpSpPr>
          <a:xfrm>
            <a:off x="13681042" y="8834758"/>
            <a:ext cx="631968" cy="1745799"/>
            <a:chOff x="4821200" y="5585063"/>
            <a:chExt cx="631968" cy="1745799"/>
          </a:xfrm>
        </p:grpSpPr>
        <p:sp>
          <p:nvSpPr>
            <p:cNvPr id="28" name="Down Arrow 27">
              <a:extLst>
                <a:ext uri="{FF2B5EF4-FFF2-40B4-BE49-F238E27FC236}">
                  <a16:creationId xmlns:a16="http://schemas.microsoft.com/office/drawing/2014/main" id="{2B6EED4F-5B9D-682D-305B-443372C3CEBE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D188DBC7-75AB-9750-E244-9CBC574B9C6F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D188DBC7-75AB-9750-E244-9CBC574B9C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blipFill>
                  <a:blip r:embed="rId5"/>
                  <a:stretch>
                    <a:fillRect l="-13725" r="-7843" b="-322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2B9EF1DC-83C6-448D-C0DA-8BAE67A22D34}"/>
              </a:ext>
            </a:extLst>
          </p:cNvPr>
          <p:cNvSpPr/>
          <p:nvPr/>
        </p:nvSpPr>
        <p:spPr>
          <a:xfrm>
            <a:off x="11332957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295C4B6E-5FA4-7E4B-AC83-41F03458E95E}"/>
              </a:ext>
            </a:extLst>
          </p:cNvPr>
          <p:cNvSpPr/>
          <p:nvPr/>
        </p:nvSpPr>
        <p:spPr>
          <a:xfrm>
            <a:off x="13365885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0E752EA2-E948-CAAC-3A1F-DFE3559F6895}"/>
              </a:ext>
            </a:extLst>
          </p:cNvPr>
          <p:cNvSpPr/>
          <p:nvPr/>
        </p:nvSpPr>
        <p:spPr>
          <a:xfrm>
            <a:off x="15398813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CA6C39C0-3181-1EB8-B9AD-4AF079101369}"/>
              </a:ext>
            </a:extLst>
          </p:cNvPr>
          <p:cNvSpPr/>
          <p:nvPr/>
        </p:nvSpPr>
        <p:spPr>
          <a:xfrm>
            <a:off x="17381792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43761518-C952-91F2-9494-FF5EA3A6F882}"/>
              </a:ext>
            </a:extLst>
          </p:cNvPr>
          <p:cNvSpPr/>
          <p:nvPr/>
        </p:nvSpPr>
        <p:spPr>
          <a:xfrm>
            <a:off x="19401819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092BBC06-F0D7-B412-E066-F8D6838F80B4}"/>
              </a:ext>
            </a:extLst>
          </p:cNvPr>
          <p:cNvSpPr/>
          <p:nvPr/>
        </p:nvSpPr>
        <p:spPr>
          <a:xfrm>
            <a:off x="615970" y="9680408"/>
            <a:ext cx="5373015" cy="51645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F30CF690-6F37-DF52-AD35-B0ABE3958809}"/>
              </a:ext>
            </a:extLst>
          </p:cNvPr>
          <p:cNvSpPr/>
          <p:nvPr/>
        </p:nvSpPr>
        <p:spPr>
          <a:xfrm>
            <a:off x="17393327" y="120399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ABB8BE71-07CB-0F71-6625-9E516FD4CE74}"/>
              </a:ext>
            </a:extLst>
          </p:cNvPr>
          <p:cNvSpPr/>
          <p:nvPr/>
        </p:nvSpPr>
        <p:spPr>
          <a:xfrm>
            <a:off x="17009964" y="10866096"/>
            <a:ext cx="2903655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pivot</a:t>
            </a:r>
          </a:p>
        </p:txBody>
      </p:sp>
    </p:spTree>
    <p:extLst>
      <p:ext uri="{BB962C8B-B14F-4D97-AF65-F5344CB8AC3E}">
        <p14:creationId xmlns:p14="http://schemas.microsoft.com/office/powerpoint/2010/main" val="38081314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9841F-B77B-A009-B66B-4336042D8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ounded Rectangle 38">
                <a:extLst>
                  <a:ext uri="{FF2B5EF4-FFF2-40B4-BE49-F238E27FC236}">
                    <a16:creationId xmlns:a16="http://schemas.microsoft.com/office/drawing/2014/main" id="{57D3A14B-521D-37B8-F4B3-827E81E7BCB5}"/>
                  </a:ext>
                </a:extLst>
              </p:cNvPr>
              <p:cNvSpPr/>
              <p:nvPr/>
            </p:nvSpPr>
            <p:spPr>
              <a:xfrm>
                <a:off x="645013" y="802942"/>
                <a:ext cx="5373015" cy="11615142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partition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0,</a:t>
                </a:r>
                <a:r>
                  <a:rPr lang="en-IN" sz="2400" i="1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],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24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+1+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9" name="Rounded Rectangle 38">
                <a:extLst>
                  <a:ext uri="{FF2B5EF4-FFF2-40B4-BE49-F238E27FC236}">
                    <a16:creationId xmlns:a16="http://schemas.microsoft.com/office/drawing/2014/main" id="{57D3A14B-521D-37B8-F4B3-827E81E7BC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13" y="802942"/>
                <a:ext cx="5373015" cy="1161514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54CC1EE-22E3-B804-7B33-4CC0C0C9B872}"/>
              </a:ext>
            </a:extLst>
          </p:cNvPr>
          <p:cNvSpPr/>
          <p:nvPr/>
        </p:nvSpPr>
        <p:spPr>
          <a:xfrm>
            <a:off x="11332957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15163A3-24DE-45C7-C26C-BFCA30299CAF}"/>
              </a:ext>
            </a:extLst>
          </p:cNvPr>
          <p:cNvSpPr/>
          <p:nvPr/>
        </p:nvSpPr>
        <p:spPr>
          <a:xfrm>
            <a:off x="11332957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3BAA5F9-60A9-387C-7CF7-B3120FAF87B1}"/>
              </a:ext>
            </a:extLst>
          </p:cNvPr>
          <p:cNvSpPr/>
          <p:nvPr/>
        </p:nvSpPr>
        <p:spPr>
          <a:xfrm>
            <a:off x="13365885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61B2206-0775-2B34-1D9C-ED2E57164208}"/>
              </a:ext>
            </a:extLst>
          </p:cNvPr>
          <p:cNvSpPr/>
          <p:nvPr/>
        </p:nvSpPr>
        <p:spPr>
          <a:xfrm>
            <a:off x="15398813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1" name="Candy: A problem on leetcode">
            <a:extLst>
              <a:ext uri="{FF2B5EF4-FFF2-40B4-BE49-F238E27FC236}">
                <a16:creationId xmlns:a16="http://schemas.microsoft.com/office/drawing/2014/main" id="{021F467F-34B0-ADEE-DABE-E44984B5598D}"/>
              </a:ext>
            </a:extLst>
          </p:cNvPr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ns3:wrappingTextBoxFlag xmlns="" xmlns:ns2="http://schemas.microsoft.com/office/drawing/2014/main" xmlns:ns3="http://schemas.microsoft.com/office/mac/drawingml/2011/main" xmlns:ns4="http://schemas.microsoft.com/office/powerpoint/2010/main" xmlns:ns5="http://schemas.openxmlformats.org/markup-compatibility/2006" xmlns:ns6="http://schemas.microsoft.com/office/powerpoint/2015/09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endParaRPr sz="173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ADE57DC-4BDF-A192-D1A3-255DEE9F42C8}"/>
              </a:ext>
            </a:extLst>
          </p:cNvPr>
          <p:cNvSpPr/>
          <p:nvPr/>
        </p:nvSpPr>
        <p:spPr>
          <a:xfrm>
            <a:off x="8699627" y="122512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F9CA587-B2C0-4FAD-5D42-BED0DB034725}"/>
              </a:ext>
            </a:extLst>
          </p:cNvPr>
          <p:cNvSpPr/>
          <p:nvPr/>
        </p:nvSpPr>
        <p:spPr>
          <a:xfrm>
            <a:off x="11332957" y="118980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B145B6A-AA5D-14FA-5653-ACCDC3AD9DA3}"/>
              </a:ext>
            </a:extLst>
          </p:cNvPr>
          <p:cNvSpPr/>
          <p:nvPr/>
        </p:nvSpPr>
        <p:spPr>
          <a:xfrm>
            <a:off x="13361316" y="118980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CC0D244-20AC-26C9-1D6B-F4F8FE1C67FA}"/>
              </a:ext>
            </a:extLst>
          </p:cNvPr>
          <p:cNvSpPr/>
          <p:nvPr/>
        </p:nvSpPr>
        <p:spPr>
          <a:xfrm>
            <a:off x="19413354" y="1153337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E002A18-6CCA-DD66-C302-2DBEB77CAB03}"/>
              </a:ext>
            </a:extLst>
          </p:cNvPr>
          <p:cNvSpPr/>
          <p:nvPr/>
        </p:nvSpPr>
        <p:spPr>
          <a:xfrm>
            <a:off x="15412790" y="118980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F36D71F-7DEC-2C8B-D1E2-24F3DD3A2C9F}"/>
              </a:ext>
            </a:extLst>
          </p:cNvPr>
          <p:cNvSpPr/>
          <p:nvPr/>
        </p:nvSpPr>
        <p:spPr>
          <a:xfrm>
            <a:off x="8699627" y="122512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D340A91-1FE9-761F-4C46-6484AA925C4D}"/>
              </a:ext>
            </a:extLst>
          </p:cNvPr>
          <p:cNvGrpSpPr/>
          <p:nvPr/>
        </p:nvGrpSpPr>
        <p:grpSpPr>
          <a:xfrm>
            <a:off x="14068392" y="8834758"/>
            <a:ext cx="489236" cy="1745799"/>
            <a:chOff x="4821200" y="5585063"/>
            <a:chExt cx="489236" cy="1745799"/>
          </a:xfrm>
        </p:grpSpPr>
        <p:sp>
          <p:nvSpPr>
            <p:cNvPr id="10" name="Down Arrow 9">
              <a:extLst>
                <a:ext uri="{FF2B5EF4-FFF2-40B4-BE49-F238E27FC236}">
                  <a16:creationId xmlns:a16="http://schemas.microsoft.com/office/drawing/2014/main" id="{DB1A9C2E-6775-0452-2E50-12BA4BAF2960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680F30E6-E705-5723-EF3E-2FBDEDC8AF81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7C6F186-0B23-9C2F-9672-04095F3D4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12500" r="-7500" b="-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E7DA893-6C9A-E2C6-7341-FF4C0C0C9793}"/>
              </a:ext>
            </a:extLst>
          </p:cNvPr>
          <p:cNvSpPr/>
          <p:nvPr/>
        </p:nvSpPr>
        <p:spPr>
          <a:xfrm>
            <a:off x="8699627" y="415623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52C1477-0E9E-F4D8-B4BB-BDAB8DA3CEA9}"/>
              </a:ext>
            </a:extLst>
          </p:cNvPr>
          <p:cNvSpPr/>
          <p:nvPr/>
        </p:nvSpPr>
        <p:spPr>
          <a:xfrm>
            <a:off x="17431741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6D2831C-94B2-54BF-EF98-B8B0FAA9D058}"/>
              </a:ext>
            </a:extLst>
          </p:cNvPr>
          <p:cNvSpPr/>
          <p:nvPr/>
        </p:nvSpPr>
        <p:spPr>
          <a:xfrm>
            <a:off x="19464669" y="415623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0A6DB7C-F938-7748-A187-D845DCAE4CC2}"/>
              </a:ext>
            </a:extLst>
          </p:cNvPr>
          <p:cNvGrpSpPr/>
          <p:nvPr/>
        </p:nvGrpSpPr>
        <p:grpSpPr>
          <a:xfrm>
            <a:off x="17718819" y="2434347"/>
            <a:ext cx="505843" cy="1745799"/>
            <a:chOff x="4821200" y="5585063"/>
            <a:chExt cx="505843" cy="1745799"/>
          </a:xfrm>
        </p:grpSpPr>
        <p:sp>
          <p:nvSpPr>
            <p:cNvPr id="19" name="Down Arrow 18">
              <a:extLst>
                <a:ext uri="{FF2B5EF4-FFF2-40B4-BE49-F238E27FC236}">
                  <a16:creationId xmlns:a16="http://schemas.microsoft.com/office/drawing/2014/main" id="{D371C8A7-3040-A4C4-94C7-79E9439753D6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D491CF9-D320-71E9-5E0A-6D706F884411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FFC9877-E7BA-9260-196D-851E930C6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24390" r="-24390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04615198-3241-B920-7747-F115EF1173B1}"/>
              </a:ext>
            </a:extLst>
          </p:cNvPr>
          <p:cNvSpPr/>
          <p:nvPr/>
        </p:nvSpPr>
        <p:spPr>
          <a:xfrm>
            <a:off x="8699627" y="754084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17D8853-C73E-97E0-03F7-806B44E36C80}"/>
              </a:ext>
            </a:extLst>
          </p:cNvPr>
          <p:cNvSpPr/>
          <p:nvPr/>
        </p:nvSpPr>
        <p:spPr>
          <a:xfrm>
            <a:off x="13365885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3CC6607E-7D70-8C4A-F8A7-D53082E0CF0D}"/>
              </a:ext>
            </a:extLst>
          </p:cNvPr>
          <p:cNvSpPr/>
          <p:nvPr/>
        </p:nvSpPr>
        <p:spPr>
          <a:xfrm>
            <a:off x="15398813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B12EF079-C005-94B0-2E58-C5AC1FB9E363}"/>
              </a:ext>
            </a:extLst>
          </p:cNvPr>
          <p:cNvSpPr/>
          <p:nvPr/>
        </p:nvSpPr>
        <p:spPr>
          <a:xfrm>
            <a:off x="17431741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804736DF-A022-0877-2CDB-D08744202FA2}"/>
              </a:ext>
            </a:extLst>
          </p:cNvPr>
          <p:cNvSpPr/>
          <p:nvPr/>
        </p:nvSpPr>
        <p:spPr>
          <a:xfrm>
            <a:off x="19464669" y="754084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83759DC-3019-3BCE-12CA-AE26050B9A03}"/>
              </a:ext>
            </a:extLst>
          </p:cNvPr>
          <p:cNvGrpSpPr/>
          <p:nvPr/>
        </p:nvGrpSpPr>
        <p:grpSpPr>
          <a:xfrm>
            <a:off x="13681042" y="8834758"/>
            <a:ext cx="631968" cy="1745799"/>
            <a:chOff x="4821200" y="5585063"/>
            <a:chExt cx="631968" cy="1745799"/>
          </a:xfrm>
        </p:grpSpPr>
        <p:sp>
          <p:nvSpPr>
            <p:cNvPr id="28" name="Down Arrow 27">
              <a:extLst>
                <a:ext uri="{FF2B5EF4-FFF2-40B4-BE49-F238E27FC236}">
                  <a16:creationId xmlns:a16="http://schemas.microsoft.com/office/drawing/2014/main" id="{3423AC25-D645-F56B-BE8D-09E012A2198F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F43CBDDA-2977-735E-E3C6-DD6E51F925D1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F43CBDDA-2977-735E-E3C6-DD6E51F925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631968" cy="767390"/>
                </a:xfrm>
                <a:prstGeom prst="rect">
                  <a:avLst/>
                </a:prstGeom>
                <a:blipFill>
                  <a:blip r:embed="rId5"/>
                  <a:stretch>
                    <a:fillRect l="-13725" r="-7843" b="-322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DD16A2A6-5619-43A3-E496-0AEEDBC41575}"/>
              </a:ext>
            </a:extLst>
          </p:cNvPr>
          <p:cNvSpPr/>
          <p:nvPr/>
        </p:nvSpPr>
        <p:spPr>
          <a:xfrm>
            <a:off x="11332957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7046C2C0-C35F-5EF8-FFF9-43C58EC21C15}"/>
              </a:ext>
            </a:extLst>
          </p:cNvPr>
          <p:cNvSpPr/>
          <p:nvPr/>
        </p:nvSpPr>
        <p:spPr>
          <a:xfrm>
            <a:off x="13365885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7F0EB2B7-2366-7DD9-CCD8-55937C6A765B}"/>
              </a:ext>
            </a:extLst>
          </p:cNvPr>
          <p:cNvSpPr/>
          <p:nvPr/>
        </p:nvSpPr>
        <p:spPr>
          <a:xfrm>
            <a:off x="15398813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0275DF43-E358-921F-70FB-23F6C2F6A6E1}"/>
              </a:ext>
            </a:extLst>
          </p:cNvPr>
          <p:cNvSpPr/>
          <p:nvPr/>
        </p:nvSpPr>
        <p:spPr>
          <a:xfrm>
            <a:off x="17381792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AB8CF5A3-0557-2A4D-3FDE-1A30FE6AC4BF}"/>
              </a:ext>
            </a:extLst>
          </p:cNvPr>
          <p:cNvSpPr/>
          <p:nvPr/>
        </p:nvSpPr>
        <p:spPr>
          <a:xfrm>
            <a:off x="19401819" y="118980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5143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BBB6D2D1-1F45-27C0-8E6D-1A07D08D8CCA}"/>
              </a:ext>
            </a:extLst>
          </p:cNvPr>
          <p:cNvSpPr/>
          <p:nvPr/>
        </p:nvSpPr>
        <p:spPr>
          <a:xfrm>
            <a:off x="645012" y="14457942"/>
            <a:ext cx="5373015" cy="51645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86F0DAAD-83EB-CB2D-279A-B10F5B31D99C}"/>
              </a:ext>
            </a:extLst>
          </p:cNvPr>
          <p:cNvSpPr/>
          <p:nvPr/>
        </p:nvSpPr>
        <p:spPr>
          <a:xfrm>
            <a:off x="17393327" y="120399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FA386972-F8B5-5C5A-7877-47949771766B}"/>
              </a:ext>
            </a:extLst>
          </p:cNvPr>
          <p:cNvSpPr/>
          <p:nvPr/>
        </p:nvSpPr>
        <p:spPr>
          <a:xfrm>
            <a:off x="17009964" y="10866096"/>
            <a:ext cx="2903655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pivot</a:t>
            </a:r>
          </a:p>
        </p:txBody>
      </p:sp>
    </p:spTree>
    <p:extLst>
      <p:ext uri="{BB962C8B-B14F-4D97-AF65-F5344CB8AC3E}">
        <p14:creationId xmlns:p14="http://schemas.microsoft.com/office/powerpoint/2010/main" val="16743842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10BD6-A1A5-93AC-75AA-A7642EF28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andy: A problem on leetcode">
            <a:extLst>
              <a:ext uri="{FF2B5EF4-FFF2-40B4-BE49-F238E27FC236}">
                <a16:creationId xmlns:a16="http://schemas.microsoft.com/office/drawing/2014/main" id="{AF7950EA-5527-58C9-EB92-F7A4E3F5034D}"/>
              </a:ext>
            </a:extLst>
          </p:cNvPr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ns3:wrappingTextBoxFlag xmlns="" xmlns:ns2="http://schemas.microsoft.com/office/drawing/2014/main" xmlns:ns3="http://schemas.microsoft.com/office/mac/drawingml/2011/main" xmlns:ns4="http://schemas.microsoft.com/office/powerpoint/2010/main" xmlns:ns5="http://schemas.openxmlformats.org/markup-compatibility/2006" xmlns:ns6="http://schemas.microsoft.com/office/powerpoint/2015/09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endParaRPr sz="173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3B895BE7-AD0E-5B0B-2081-08ADC25A98E8}"/>
                  </a:ext>
                </a:extLst>
              </p:cNvPr>
              <p:cNvSpPr/>
              <p:nvPr/>
            </p:nvSpPr>
            <p:spPr>
              <a:xfrm>
                <a:off x="645013" y="928559"/>
                <a:ext cx="8727587" cy="1193958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partition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0,</a:t>
                </a:r>
                <a:r>
                  <a:rPr lang="en-IN" sz="2400" i="1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],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US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24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+1+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3B895BE7-AD0E-5B0B-2081-08ADC25A98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13" y="928559"/>
                <a:ext cx="8727587" cy="11939588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59176586-E98A-B475-AAC8-122E6A929107}"/>
              </a:ext>
            </a:extLst>
          </p:cNvPr>
          <p:cNvSpPr/>
          <p:nvPr/>
        </p:nvSpPr>
        <p:spPr>
          <a:xfrm>
            <a:off x="10740172" y="1283475"/>
            <a:ext cx="12636401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Running Time of Partition</a:t>
            </a:r>
          </a:p>
        </p:txBody>
      </p:sp>
      <p:sp>
        <p:nvSpPr>
          <p:cNvPr id="39" name="Right Brace 38">
            <a:extLst>
              <a:ext uri="{FF2B5EF4-FFF2-40B4-BE49-F238E27FC236}">
                <a16:creationId xmlns:a16="http://schemas.microsoft.com/office/drawing/2014/main" id="{9CFB6FF9-5679-F5DD-356F-3E7D3D74A6E3}"/>
              </a:ext>
            </a:extLst>
          </p:cNvPr>
          <p:cNvSpPr/>
          <p:nvPr/>
        </p:nvSpPr>
        <p:spPr>
          <a:xfrm>
            <a:off x="6604000" y="3733800"/>
            <a:ext cx="508000" cy="4191000"/>
          </a:xfrm>
          <a:prstGeom prst="rightBrace">
            <a:avLst/>
          </a:prstGeom>
          <a:noFill/>
          <a:ln w="127000" cap="flat">
            <a:solidFill>
              <a:schemeClr val="bg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40" name="Right Brace 39">
            <a:extLst>
              <a:ext uri="{FF2B5EF4-FFF2-40B4-BE49-F238E27FC236}">
                <a16:creationId xmlns:a16="http://schemas.microsoft.com/office/drawing/2014/main" id="{B80295D8-C47A-D9C3-AEE2-40C641C83B18}"/>
              </a:ext>
            </a:extLst>
          </p:cNvPr>
          <p:cNvSpPr/>
          <p:nvPr/>
        </p:nvSpPr>
        <p:spPr>
          <a:xfrm>
            <a:off x="6604000" y="8207149"/>
            <a:ext cx="508000" cy="1394051"/>
          </a:xfrm>
          <a:prstGeom prst="rightBrace">
            <a:avLst/>
          </a:prstGeom>
          <a:noFill/>
          <a:ln w="127000" cap="flat">
            <a:solidFill>
              <a:schemeClr val="bg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41" name="Right Brace 40">
            <a:extLst>
              <a:ext uri="{FF2B5EF4-FFF2-40B4-BE49-F238E27FC236}">
                <a16:creationId xmlns:a16="http://schemas.microsoft.com/office/drawing/2014/main" id="{03E46B1E-EDC2-0BEA-5576-B8CCB3C5F03C}"/>
              </a:ext>
            </a:extLst>
          </p:cNvPr>
          <p:cNvSpPr/>
          <p:nvPr/>
        </p:nvSpPr>
        <p:spPr>
          <a:xfrm>
            <a:off x="6604000" y="10112149"/>
            <a:ext cx="508000" cy="1394051"/>
          </a:xfrm>
          <a:prstGeom prst="rightBrace">
            <a:avLst/>
          </a:prstGeom>
          <a:noFill/>
          <a:ln w="127000" cap="flat">
            <a:solidFill>
              <a:schemeClr val="bg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19EF4C9F-3EA6-E4B8-5C90-1E3987EFF244}"/>
              </a:ext>
            </a:extLst>
          </p:cNvPr>
          <p:cNvSpPr/>
          <p:nvPr/>
        </p:nvSpPr>
        <p:spPr>
          <a:xfrm>
            <a:off x="7264401" y="5200671"/>
            <a:ext cx="2108200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cn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A35F05EA-60F4-DD1C-F18B-9E98D98D023D}"/>
              </a:ext>
            </a:extLst>
          </p:cNvPr>
          <p:cNvSpPr/>
          <p:nvPr/>
        </p:nvSpPr>
        <p:spPr>
          <a:xfrm>
            <a:off x="7340600" y="8387720"/>
            <a:ext cx="2108200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cn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BCEB226E-08EC-B201-4B80-75E5FEDC30C1}"/>
              </a:ext>
            </a:extLst>
          </p:cNvPr>
          <p:cNvSpPr/>
          <p:nvPr/>
        </p:nvSpPr>
        <p:spPr>
          <a:xfrm>
            <a:off x="7340600" y="10326612"/>
            <a:ext cx="2108200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cn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932A5451-F021-950D-5853-880755D55979}"/>
              </a:ext>
            </a:extLst>
          </p:cNvPr>
          <p:cNvSpPr/>
          <p:nvPr/>
        </p:nvSpPr>
        <p:spPr>
          <a:xfrm>
            <a:off x="15331587" y="2909812"/>
            <a:ext cx="2108200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O(n)</a:t>
            </a:r>
          </a:p>
        </p:txBody>
      </p:sp>
    </p:spTree>
    <p:extLst>
      <p:ext uri="{BB962C8B-B14F-4D97-AF65-F5344CB8AC3E}">
        <p14:creationId xmlns:p14="http://schemas.microsoft.com/office/powerpoint/2010/main" val="36115804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" fill="hold">
                          <p:stCondLst>
                            <p:cond delay="indefinite"/>
                          </p:stCondLst>
                          <p:childTnLst>
                            <p:par>
                              <p:cTn id="1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9" presetID="2" presetClass="entr" presetSubtype="2" fill="hold" nodeType="click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1" dur="500" fill="hold"/>
                                            <p:tgtEl>
                                              <p:spTgt spid="4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2" dur="500" fill="hold"/>
                                            <p:tgtEl>
                                              <p:spTgt spid="4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2" fill="hold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5" dur="500" fill="hold"/>
                                            <p:tgtEl>
                                              <p:spTgt spid="4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6" dur="500" fill="hold"/>
                                            <p:tgtEl>
                                              <p:spTgt spid="4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2" fill="hold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9" dur="500" fill="hold"/>
                                            <p:tgtEl>
                                              <p:spTgt spid="4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0" dur="500" fill="hold"/>
                                            <p:tgtEl>
                                              <p:spTgt spid="4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1" fill="hold">
                          <p:stCondLst>
                            <p:cond delay="indefinite"/>
                          </p:stCondLst>
                          <p:childTnLst>
                            <p:par>
                              <p:cTn id="3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3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9" grpId="0" animBg="1"/>
          <p:bldP spid="40" grpId="0" animBg="1"/>
          <p:bldP spid="41" grpId="0" animBg="1"/>
          <p:bldP spid="42" grpId="0" animBg="1"/>
          <p:bldP spid="43" grpId="0" animBg="1"/>
          <p:bldP spid="44" grpId="0" animBg="1"/>
          <p:bldP spid="45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" fill="hold">
                          <p:stCondLst>
                            <p:cond delay="indefinite"/>
                          </p:stCondLst>
                          <p:childTnLst>
                            <p:par>
                              <p:cTn id="1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9" presetID="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500" fill="hold"/>
                                            <p:tgtEl>
                                              <p:spTgt spid="4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500" fill="hold"/>
                                            <p:tgtEl>
                                              <p:spTgt spid="4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500" fill="hold"/>
                                            <p:tgtEl>
                                              <p:spTgt spid="4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500" fill="hold"/>
                                            <p:tgtEl>
                                              <p:spTgt spid="4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500" fill="hold"/>
                                            <p:tgtEl>
                                              <p:spTgt spid="4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500" fill="hold"/>
                                            <p:tgtEl>
                                              <p:spTgt spid="4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1" fill="hold">
                          <p:stCondLst>
                            <p:cond delay="indefinite"/>
                          </p:stCondLst>
                          <p:childTnLst>
                            <p:par>
                              <p:cTn id="3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3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9" grpId="0" animBg="1"/>
          <p:bldP spid="40" grpId="0" animBg="1"/>
          <p:bldP spid="41" grpId="0" animBg="1"/>
          <p:bldP spid="42" grpId="0" animBg="1"/>
          <p:bldP spid="43" grpId="0" animBg="1"/>
          <p:bldP spid="44" grpId="0" animBg="1"/>
          <p:bldP spid="45" grpId="0" animBg="1"/>
        </p:bldLst>
      </p:timing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box">
            <a:extLst>
              <a:ext uri="{FF2B5EF4-FFF2-40B4-BE49-F238E27FC236}">
                <a16:creationId xmlns:a16="http://schemas.microsoft.com/office/drawing/2014/main" id="{3CCF8A67-5F91-F33D-CB94-F82D529161B9}"/>
              </a:ext>
            </a:extLst>
          </p:cNvPr>
          <p:cNvSpPr/>
          <p:nvPr/>
        </p:nvSpPr>
        <p:spPr>
          <a:xfrm>
            <a:off x="639258" y="469525"/>
            <a:ext cx="23105484" cy="47105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Write a function </a:t>
            </a: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int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</a:t>
            </a: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partition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int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A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[], </a:t>
            </a: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int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n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) that takes 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an array A 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partitions the array using the first number as the pivot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returns the index of the pivot in A after partition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Your function should not use any extra array.</a:t>
            </a:r>
          </a:p>
        </p:txBody>
      </p:sp>
    </p:spTree>
    <p:extLst>
      <p:ext uri="{BB962C8B-B14F-4D97-AF65-F5344CB8AC3E}">
        <p14:creationId xmlns:p14="http://schemas.microsoft.com/office/powerpoint/2010/main" val="7785000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!!box">
            <a:extLst>
              <a:ext uri="{FF2B5EF4-FFF2-40B4-BE49-F238E27FC236}">
                <a16:creationId xmlns:a16="http://schemas.microsoft.com/office/drawing/2014/main" id="{FDDBE50D-3B42-74EA-31E2-9354B2D56A44}"/>
              </a:ext>
            </a:extLst>
          </p:cNvPr>
          <p:cNvSpPr/>
          <p:nvPr/>
        </p:nvSpPr>
        <p:spPr>
          <a:xfrm>
            <a:off x="639258" y="4962447"/>
            <a:ext cx="23105484" cy="37911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In one pass, count the number less than the pivot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Swap the pivot and the fourth number in the array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8241710-D5F3-1903-8A00-BB100022328D}"/>
              </a:ext>
            </a:extLst>
          </p:cNvPr>
          <p:cNvSpPr/>
          <p:nvPr/>
        </p:nvSpPr>
        <p:spPr>
          <a:xfrm>
            <a:off x="6340619" y="109014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9E3FD9D-7331-5783-356D-64F30C3313BE}"/>
              </a:ext>
            </a:extLst>
          </p:cNvPr>
          <p:cNvSpPr/>
          <p:nvPr/>
        </p:nvSpPr>
        <p:spPr>
          <a:xfrm>
            <a:off x="8350400" y="10666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69BF445-0D61-61C3-FF53-751ACB9D2C31}"/>
              </a:ext>
            </a:extLst>
          </p:cNvPr>
          <p:cNvSpPr/>
          <p:nvPr/>
        </p:nvSpPr>
        <p:spPr>
          <a:xfrm>
            <a:off x="10360181" y="10666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9F60BC6-7EF7-A955-F02C-D874F6471A10}"/>
              </a:ext>
            </a:extLst>
          </p:cNvPr>
          <p:cNvSpPr/>
          <p:nvPr/>
        </p:nvSpPr>
        <p:spPr>
          <a:xfrm>
            <a:off x="12369962" y="10666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09E43E3-DD50-954A-4215-D41B71725031}"/>
              </a:ext>
            </a:extLst>
          </p:cNvPr>
          <p:cNvSpPr/>
          <p:nvPr/>
        </p:nvSpPr>
        <p:spPr>
          <a:xfrm>
            <a:off x="14379743" y="10666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DC116AE-193C-722E-04B6-DE5CEC308CD4}"/>
              </a:ext>
            </a:extLst>
          </p:cNvPr>
          <p:cNvSpPr/>
          <p:nvPr/>
        </p:nvSpPr>
        <p:spPr>
          <a:xfrm>
            <a:off x="3707289" y="11019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54475E4-31E6-D247-1202-36CB1ECABAC6}"/>
              </a:ext>
            </a:extLst>
          </p:cNvPr>
          <p:cNvSpPr/>
          <p:nvPr/>
        </p:nvSpPr>
        <p:spPr>
          <a:xfrm>
            <a:off x="3707289" y="11019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A223CE10-285A-D308-9DA0-3B868113473A}"/>
              </a:ext>
            </a:extLst>
          </p:cNvPr>
          <p:cNvSpPr/>
          <p:nvPr/>
        </p:nvSpPr>
        <p:spPr>
          <a:xfrm>
            <a:off x="16279067" y="106660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19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188B680-187B-09D2-981A-A82797D69620}"/>
              </a:ext>
            </a:extLst>
          </p:cNvPr>
          <p:cNvSpPr/>
          <p:nvPr/>
        </p:nvSpPr>
        <p:spPr>
          <a:xfrm>
            <a:off x="18288848" y="10666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16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1634E501-FFE4-5710-7FFD-A9205FDAAF04}"/>
              </a:ext>
            </a:extLst>
          </p:cNvPr>
          <p:cNvSpPr/>
          <p:nvPr/>
        </p:nvSpPr>
        <p:spPr>
          <a:xfrm>
            <a:off x="20136711" y="11019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811F9A2-11BB-F1A6-BDEE-42FBC5E5C854}"/>
              </a:ext>
            </a:extLst>
          </p:cNvPr>
          <p:cNvSpPr/>
          <p:nvPr/>
        </p:nvSpPr>
        <p:spPr>
          <a:xfrm>
            <a:off x="9437488" y="3117262"/>
            <a:ext cx="2903655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Count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6F15A4A-16E8-35D4-BD62-BED90B33C22C}"/>
              </a:ext>
            </a:extLst>
          </p:cNvPr>
          <p:cNvSpPr/>
          <p:nvPr/>
        </p:nvSpPr>
        <p:spPr>
          <a:xfrm>
            <a:off x="12881143" y="3075080"/>
            <a:ext cx="1080000" cy="103290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297141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" grpId="0" animBg="1"/>
      <p:bldP spid="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EF4B6-8074-298F-900A-063EBF618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!!box">
            <a:extLst>
              <a:ext uri="{FF2B5EF4-FFF2-40B4-BE49-F238E27FC236}">
                <a16:creationId xmlns:a16="http://schemas.microsoft.com/office/drawing/2014/main" id="{349D229B-1697-24BD-0831-E98D044FC54C}"/>
              </a:ext>
            </a:extLst>
          </p:cNvPr>
          <p:cNvSpPr/>
          <p:nvPr/>
        </p:nvSpPr>
        <p:spPr>
          <a:xfrm>
            <a:off x="639258" y="4962446"/>
            <a:ext cx="23105484" cy="37911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In one pass, count the number less than the pivot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Swap the pivot and the fourth number in the array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Now the pivot is at its correct place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But how to partition the array?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28713DA-6221-F346-1B84-9669F8ACCCAA}"/>
              </a:ext>
            </a:extLst>
          </p:cNvPr>
          <p:cNvSpPr/>
          <p:nvPr/>
        </p:nvSpPr>
        <p:spPr>
          <a:xfrm>
            <a:off x="9437488" y="3117262"/>
            <a:ext cx="2903655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Count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6D1EF84-FC76-4D71-930B-51457B96E103}"/>
              </a:ext>
            </a:extLst>
          </p:cNvPr>
          <p:cNvSpPr/>
          <p:nvPr/>
        </p:nvSpPr>
        <p:spPr>
          <a:xfrm>
            <a:off x="12881143" y="3075080"/>
            <a:ext cx="1080000" cy="103290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E309A1F-B160-6002-2AA3-27E7FB90EE9C}"/>
              </a:ext>
            </a:extLst>
          </p:cNvPr>
          <p:cNvSpPr/>
          <p:nvPr/>
        </p:nvSpPr>
        <p:spPr>
          <a:xfrm>
            <a:off x="6340619" y="109014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906465F-1EA8-9CEE-438A-F4317B01E183}"/>
              </a:ext>
            </a:extLst>
          </p:cNvPr>
          <p:cNvSpPr/>
          <p:nvPr/>
        </p:nvSpPr>
        <p:spPr>
          <a:xfrm>
            <a:off x="8350400" y="10666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00DE6C3-35F4-4745-95BE-D0CC630B0868}"/>
              </a:ext>
            </a:extLst>
          </p:cNvPr>
          <p:cNvSpPr/>
          <p:nvPr/>
        </p:nvSpPr>
        <p:spPr>
          <a:xfrm>
            <a:off x="10360181" y="10666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127E7EB-C59B-5033-0337-6DFA405C3145}"/>
              </a:ext>
            </a:extLst>
          </p:cNvPr>
          <p:cNvSpPr/>
          <p:nvPr/>
        </p:nvSpPr>
        <p:spPr>
          <a:xfrm>
            <a:off x="12369962" y="1066602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B1CC70E-75A2-2837-0773-DEADD6DF90AE}"/>
              </a:ext>
            </a:extLst>
          </p:cNvPr>
          <p:cNvSpPr/>
          <p:nvPr/>
        </p:nvSpPr>
        <p:spPr>
          <a:xfrm>
            <a:off x="14379743" y="10666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78EE34E-451F-A10B-9B05-FF6EAD9A09E8}"/>
              </a:ext>
            </a:extLst>
          </p:cNvPr>
          <p:cNvSpPr/>
          <p:nvPr/>
        </p:nvSpPr>
        <p:spPr>
          <a:xfrm>
            <a:off x="3707289" y="11019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ECFDF99-EEE0-DD63-DEBD-1A57B8B93448}"/>
              </a:ext>
            </a:extLst>
          </p:cNvPr>
          <p:cNvSpPr/>
          <p:nvPr/>
        </p:nvSpPr>
        <p:spPr>
          <a:xfrm>
            <a:off x="3707289" y="11019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06C339C2-BDB0-3D4A-5C8B-F89D30010290}"/>
              </a:ext>
            </a:extLst>
          </p:cNvPr>
          <p:cNvSpPr/>
          <p:nvPr/>
        </p:nvSpPr>
        <p:spPr>
          <a:xfrm>
            <a:off x="16279067" y="106660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19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93F29A6-0DC8-B073-443F-DD1AEFCB6EC6}"/>
              </a:ext>
            </a:extLst>
          </p:cNvPr>
          <p:cNvSpPr/>
          <p:nvPr/>
        </p:nvSpPr>
        <p:spPr>
          <a:xfrm>
            <a:off x="18288848" y="10666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16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8890EF7-39BD-CC91-31E0-4C22AE4424A2}"/>
              </a:ext>
            </a:extLst>
          </p:cNvPr>
          <p:cNvSpPr/>
          <p:nvPr/>
        </p:nvSpPr>
        <p:spPr>
          <a:xfrm>
            <a:off x="20136711" y="11019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0017736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5C977-A433-0DA9-2167-27F36FD29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83D604A-FF72-0359-BC28-7668F90E3E6B}"/>
              </a:ext>
            </a:extLst>
          </p:cNvPr>
          <p:cNvGrpSpPr/>
          <p:nvPr/>
        </p:nvGrpSpPr>
        <p:grpSpPr>
          <a:xfrm>
            <a:off x="6636001" y="2565256"/>
            <a:ext cx="489236" cy="1745799"/>
            <a:chOff x="4821200" y="5585063"/>
            <a:chExt cx="489236" cy="1745799"/>
          </a:xfrm>
        </p:grpSpPr>
        <p:sp>
          <p:nvSpPr>
            <p:cNvPr id="13" name="Down Arrow 12">
              <a:extLst>
                <a:ext uri="{FF2B5EF4-FFF2-40B4-BE49-F238E27FC236}">
                  <a16:creationId xmlns:a16="http://schemas.microsoft.com/office/drawing/2014/main" id="{87B925D2-5868-3F38-3C15-1B683C52ACD3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5331FB6A-EEBC-0A81-17F9-B0AAB0CF99B7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7C6F186-0B23-9C2F-9672-04095F3D4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2"/>
                  <a:stretch>
                    <a:fillRect l="-12500" r="-7500" b="-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8BFAA2B-4DAC-703A-63E2-B04C156ED54A}"/>
              </a:ext>
            </a:extLst>
          </p:cNvPr>
          <p:cNvGrpSpPr/>
          <p:nvPr/>
        </p:nvGrpSpPr>
        <p:grpSpPr>
          <a:xfrm>
            <a:off x="14666821" y="2565256"/>
            <a:ext cx="505843" cy="1745799"/>
            <a:chOff x="4821200" y="5585063"/>
            <a:chExt cx="505843" cy="1745799"/>
          </a:xfrm>
        </p:grpSpPr>
        <p:sp>
          <p:nvSpPr>
            <p:cNvPr id="16" name="Down Arrow 15">
              <a:extLst>
                <a:ext uri="{FF2B5EF4-FFF2-40B4-BE49-F238E27FC236}">
                  <a16:creationId xmlns:a16="http://schemas.microsoft.com/office/drawing/2014/main" id="{1B04BFB2-A647-05F2-ACB0-F82D53AD7639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CE75BF00-024C-62A3-E213-07EACC79810F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FFC9877-E7BA-9260-196D-851E930C6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24390" r="-24390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51BA1E9-5644-3336-44E6-0DF80E9D5091}"/>
              </a:ext>
            </a:extLst>
          </p:cNvPr>
          <p:cNvSpPr/>
          <p:nvPr/>
        </p:nvSpPr>
        <p:spPr>
          <a:xfrm>
            <a:off x="6340619" y="109014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D3EE4F3-D117-9EF3-F627-0E4416AF3A95}"/>
              </a:ext>
            </a:extLst>
          </p:cNvPr>
          <p:cNvSpPr/>
          <p:nvPr/>
        </p:nvSpPr>
        <p:spPr>
          <a:xfrm>
            <a:off x="8350400" y="10666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FA81497-D2E5-8947-59CA-000A5712D0A7}"/>
              </a:ext>
            </a:extLst>
          </p:cNvPr>
          <p:cNvSpPr/>
          <p:nvPr/>
        </p:nvSpPr>
        <p:spPr>
          <a:xfrm>
            <a:off x="10360181" y="10666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4CD7317-A8AD-8249-E3CF-41EC8AD9E08C}"/>
              </a:ext>
            </a:extLst>
          </p:cNvPr>
          <p:cNvSpPr/>
          <p:nvPr/>
        </p:nvSpPr>
        <p:spPr>
          <a:xfrm>
            <a:off x="12369962" y="1066602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5490F19-0AD3-F17D-A7DE-E933DE0CCBD5}"/>
              </a:ext>
            </a:extLst>
          </p:cNvPr>
          <p:cNvSpPr/>
          <p:nvPr/>
        </p:nvSpPr>
        <p:spPr>
          <a:xfrm>
            <a:off x="14379743" y="10666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F98A8DA-E477-486E-B2DE-9865E84AFB30}"/>
              </a:ext>
            </a:extLst>
          </p:cNvPr>
          <p:cNvSpPr/>
          <p:nvPr/>
        </p:nvSpPr>
        <p:spPr>
          <a:xfrm>
            <a:off x="3707289" y="11019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79622CB8-8DF0-ACEE-742A-7B6D881FF477}"/>
              </a:ext>
            </a:extLst>
          </p:cNvPr>
          <p:cNvSpPr/>
          <p:nvPr/>
        </p:nvSpPr>
        <p:spPr>
          <a:xfrm>
            <a:off x="3707289" y="11019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87B136CD-E3FD-6EC7-E49E-428962C98B3A}"/>
              </a:ext>
            </a:extLst>
          </p:cNvPr>
          <p:cNvSpPr/>
          <p:nvPr/>
        </p:nvSpPr>
        <p:spPr>
          <a:xfrm>
            <a:off x="16279067" y="106660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19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89AF6A7E-7861-585A-015E-E23336A9A1C6}"/>
              </a:ext>
            </a:extLst>
          </p:cNvPr>
          <p:cNvSpPr/>
          <p:nvPr/>
        </p:nvSpPr>
        <p:spPr>
          <a:xfrm>
            <a:off x="639258" y="5881847"/>
            <a:ext cx="23105484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Check A[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i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] and A[j]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If these two numbers are out of place, swap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7E483DB-057E-CB3C-6422-3E0A1C0763FB}"/>
              </a:ext>
            </a:extLst>
          </p:cNvPr>
          <p:cNvSpPr/>
          <p:nvPr/>
        </p:nvSpPr>
        <p:spPr>
          <a:xfrm>
            <a:off x="18288848" y="10666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16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17662B77-C735-783B-315A-3257BC3C040E}"/>
              </a:ext>
            </a:extLst>
          </p:cNvPr>
          <p:cNvSpPr/>
          <p:nvPr/>
        </p:nvSpPr>
        <p:spPr>
          <a:xfrm>
            <a:off x="20136711" y="11019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6751635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AD5CD-6270-02B3-D0BD-8839A2EB7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D411E34-0D02-70C1-8D59-29D30103055D}"/>
              </a:ext>
            </a:extLst>
          </p:cNvPr>
          <p:cNvGrpSpPr/>
          <p:nvPr/>
        </p:nvGrpSpPr>
        <p:grpSpPr>
          <a:xfrm>
            <a:off x="8719201" y="2565256"/>
            <a:ext cx="489236" cy="1745799"/>
            <a:chOff x="4821200" y="5585063"/>
            <a:chExt cx="489236" cy="1745799"/>
          </a:xfrm>
        </p:grpSpPr>
        <p:sp>
          <p:nvSpPr>
            <p:cNvPr id="13" name="Down Arrow 12">
              <a:extLst>
                <a:ext uri="{FF2B5EF4-FFF2-40B4-BE49-F238E27FC236}">
                  <a16:creationId xmlns:a16="http://schemas.microsoft.com/office/drawing/2014/main" id="{8A0E043A-7439-671C-A3D6-EA6F6B454F6A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FF756E8-6F9B-CE33-6B78-7B799CD39665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7C6F186-0B23-9C2F-9672-04095F3D4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2"/>
                  <a:stretch>
                    <a:fillRect l="-12500" r="-7500" b="-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0744A67-994A-B838-4593-5C115923D53E}"/>
              </a:ext>
            </a:extLst>
          </p:cNvPr>
          <p:cNvGrpSpPr/>
          <p:nvPr/>
        </p:nvGrpSpPr>
        <p:grpSpPr>
          <a:xfrm>
            <a:off x="16566145" y="2585813"/>
            <a:ext cx="505843" cy="1745799"/>
            <a:chOff x="4821200" y="5585063"/>
            <a:chExt cx="505843" cy="1745799"/>
          </a:xfrm>
        </p:grpSpPr>
        <p:sp>
          <p:nvSpPr>
            <p:cNvPr id="16" name="Down Arrow 15">
              <a:extLst>
                <a:ext uri="{FF2B5EF4-FFF2-40B4-BE49-F238E27FC236}">
                  <a16:creationId xmlns:a16="http://schemas.microsoft.com/office/drawing/2014/main" id="{7EE804CF-0151-F43A-CCC5-EE73E3962633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1D54C81B-EBEE-430B-4842-434A8411998D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FFC9877-E7BA-9260-196D-851E930C6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24390" r="-24390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58BE099-862D-0C3D-73A4-C5D6BBB645AD}"/>
              </a:ext>
            </a:extLst>
          </p:cNvPr>
          <p:cNvSpPr/>
          <p:nvPr/>
        </p:nvSpPr>
        <p:spPr>
          <a:xfrm>
            <a:off x="6340619" y="109014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03CB5A9-60D2-6808-3B58-6422DA21C61B}"/>
              </a:ext>
            </a:extLst>
          </p:cNvPr>
          <p:cNvSpPr/>
          <p:nvPr/>
        </p:nvSpPr>
        <p:spPr>
          <a:xfrm>
            <a:off x="8350400" y="10666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92E84B4-26F2-B244-41A6-F553967FE38D}"/>
              </a:ext>
            </a:extLst>
          </p:cNvPr>
          <p:cNvSpPr/>
          <p:nvPr/>
        </p:nvSpPr>
        <p:spPr>
          <a:xfrm>
            <a:off x="10360181" y="10666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5BD8AA2-E25B-3117-B6E0-9E817F75451B}"/>
              </a:ext>
            </a:extLst>
          </p:cNvPr>
          <p:cNvSpPr/>
          <p:nvPr/>
        </p:nvSpPr>
        <p:spPr>
          <a:xfrm>
            <a:off x="12369962" y="1066602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6A63C713-A9FB-73F9-C109-66A5B1FD3C3A}"/>
              </a:ext>
            </a:extLst>
          </p:cNvPr>
          <p:cNvSpPr/>
          <p:nvPr/>
        </p:nvSpPr>
        <p:spPr>
          <a:xfrm>
            <a:off x="14379743" y="10666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810B280-4627-8A80-E986-783F79AE3F96}"/>
              </a:ext>
            </a:extLst>
          </p:cNvPr>
          <p:cNvSpPr/>
          <p:nvPr/>
        </p:nvSpPr>
        <p:spPr>
          <a:xfrm>
            <a:off x="3707289" y="11019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2599612E-A511-3025-7E87-714CF70CA87A}"/>
              </a:ext>
            </a:extLst>
          </p:cNvPr>
          <p:cNvSpPr/>
          <p:nvPr/>
        </p:nvSpPr>
        <p:spPr>
          <a:xfrm>
            <a:off x="3707289" y="11019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EF28EEDF-1772-C5F0-DBB5-DA5C19D306B2}"/>
              </a:ext>
            </a:extLst>
          </p:cNvPr>
          <p:cNvSpPr/>
          <p:nvPr/>
        </p:nvSpPr>
        <p:spPr>
          <a:xfrm>
            <a:off x="16279067" y="106660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19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29A44F1F-8FCF-9124-C471-10CBF20EEFC6}"/>
              </a:ext>
            </a:extLst>
          </p:cNvPr>
          <p:cNvSpPr/>
          <p:nvPr/>
        </p:nvSpPr>
        <p:spPr>
          <a:xfrm>
            <a:off x="639258" y="5881847"/>
            <a:ext cx="23105484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Check A[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i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] and A[j]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If these two numbers are out of place, swap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B488A18-45FD-848C-5F90-C3F8353EDF23}"/>
              </a:ext>
            </a:extLst>
          </p:cNvPr>
          <p:cNvSpPr/>
          <p:nvPr/>
        </p:nvSpPr>
        <p:spPr>
          <a:xfrm>
            <a:off x="18288848" y="10666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16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83511BF-1EF1-3837-F6EF-A1F4EBD1126F}"/>
              </a:ext>
            </a:extLst>
          </p:cNvPr>
          <p:cNvSpPr/>
          <p:nvPr/>
        </p:nvSpPr>
        <p:spPr>
          <a:xfrm>
            <a:off x="20136711" y="11019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417555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2AA3E-BBA1-9BFA-8323-9F5BE9FEF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82AFB24-C2C0-6E59-D5F8-9D8E84FF79B8}"/>
              </a:ext>
            </a:extLst>
          </p:cNvPr>
          <p:cNvGrpSpPr/>
          <p:nvPr/>
        </p:nvGrpSpPr>
        <p:grpSpPr>
          <a:xfrm>
            <a:off x="10655563" y="2488031"/>
            <a:ext cx="489236" cy="1745799"/>
            <a:chOff x="4821200" y="5585063"/>
            <a:chExt cx="489236" cy="1745799"/>
          </a:xfrm>
        </p:grpSpPr>
        <p:sp>
          <p:nvSpPr>
            <p:cNvPr id="13" name="Down Arrow 12">
              <a:extLst>
                <a:ext uri="{FF2B5EF4-FFF2-40B4-BE49-F238E27FC236}">
                  <a16:creationId xmlns:a16="http://schemas.microsoft.com/office/drawing/2014/main" id="{0D791F27-6489-9EEC-96F6-FED11B95432E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9E1D5B55-CCA7-BABF-D1A2-A767D6827609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7C6F186-0B23-9C2F-9672-04095F3D4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2"/>
                  <a:stretch>
                    <a:fillRect l="-12500" r="-7500" b="-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5A5881B-F466-335E-D741-CE784FC71467}"/>
              </a:ext>
            </a:extLst>
          </p:cNvPr>
          <p:cNvGrpSpPr/>
          <p:nvPr/>
        </p:nvGrpSpPr>
        <p:grpSpPr>
          <a:xfrm>
            <a:off x="16566145" y="2585813"/>
            <a:ext cx="505843" cy="1745799"/>
            <a:chOff x="4821200" y="5585063"/>
            <a:chExt cx="505843" cy="1745799"/>
          </a:xfrm>
        </p:grpSpPr>
        <p:sp>
          <p:nvSpPr>
            <p:cNvPr id="16" name="Down Arrow 15">
              <a:extLst>
                <a:ext uri="{FF2B5EF4-FFF2-40B4-BE49-F238E27FC236}">
                  <a16:creationId xmlns:a16="http://schemas.microsoft.com/office/drawing/2014/main" id="{F71AD574-1815-9F83-0C82-08988DE113C8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5E35623-CC3F-DBCB-92D6-740378E1863E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FFC9877-E7BA-9260-196D-851E930C6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24390" r="-24390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6FA22AE-E308-62C5-92B8-4BF964D13F28}"/>
              </a:ext>
            </a:extLst>
          </p:cNvPr>
          <p:cNvSpPr/>
          <p:nvPr/>
        </p:nvSpPr>
        <p:spPr>
          <a:xfrm>
            <a:off x="6340619" y="109014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5AFACE5-6110-4A74-977E-871732767AB6}"/>
              </a:ext>
            </a:extLst>
          </p:cNvPr>
          <p:cNvSpPr/>
          <p:nvPr/>
        </p:nvSpPr>
        <p:spPr>
          <a:xfrm>
            <a:off x="8350400" y="10666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55DF78A-E19C-2D51-93D0-88532E8E8C19}"/>
              </a:ext>
            </a:extLst>
          </p:cNvPr>
          <p:cNvSpPr/>
          <p:nvPr/>
        </p:nvSpPr>
        <p:spPr>
          <a:xfrm>
            <a:off x="10360181" y="10666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9703EAD-B3AB-13D2-143F-7848FEBC673E}"/>
              </a:ext>
            </a:extLst>
          </p:cNvPr>
          <p:cNvSpPr/>
          <p:nvPr/>
        </p:nvSpPr>
        <p:spPr>
          <a:xfrm>
            <a:off x="12369962" y="1066602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E7357A2-1ED7-FCEA-4C2B-E3F32E459FB5}"/>
              </a:ext>
            </a:extLst>
          </p:cNvPr>
          <p:cNvSpPr/>
          <p:nvPr/>
        </p:nvSpPr>
        <p:spPr>
          <a:xfrm>
            <a:off x="14379743" y="10666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1662EDA4-9762-45E9-F1BD-CABAD713BACF}"/>
              </a:ext>
            </a:extLst>
          </p:cNvPr>
          <p:cNvSpPr/>
          <p:nvPr/>
        </p:nvSpPr>
        <p:spPr>
          <a:xfrm>
            <a:off x="3707289" y="11019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F52CCDB5-0C13-4278-88E0-5FB4BC24DAD9}"/>
              </a:ext>
            </a:extLst>
          </p:cNvPr>
          <p:cNvSpPr/>
          <p:nvPr/>
        </p:nvSpPr>
        <p:spPr>
          <a:xfrm>
            <a:off x="3707289" y="11019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7CB91DA0-63AF-84D5-DF45-2C10AA76559F}"/>
              </a:ext>
            </a:extLst>
          </p:cNvPr>
          <p:cNvSpPr/>
          <p:nvPr/>
        </p:nvSpPr>
        <p:spPr>
          <a:xfrm>
            <a:off x="16279067" y="106660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19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0DB8CC8A-FF30-A7F6-F8E3-F8F45D933378}"/>
              </a:ext>
            </a:extLst>
          </p:cNvPr>
          <p:cNvSpPr/>
          <p:nvPr/>
        </p:nvSpPr>
        <p:spPr>
          <a:xfrm>
            <a:off x="18288848" y="10666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16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63522BF2-9F58-6413-E759-E2D2AAE23C9F}"/>
              </a:ext>
            </a:extLst>
          </p:cNvPr>
          <p:cNvSpPr/>
          <p:nvPr/>
        </p:nvSpPr>
        <p:spPr>
          <a:xfrm>
            <a:off x="639258" y="5881847"/>
            <a:ext cx="23105484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Check A[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i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] and A[j]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If these two numbers are out of place, swap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44A9369-A105-745A-21A3-37FE87F9B99A}"/>
              </a:ext>
            </a:extLst>
          </p:cNvPr>
          <p:cNvSpPr/>
          <p:nvPr/>
        </p:nvSpPr>
        <p:spPr>
          <a:xfrm>
            <a:off x="20136711" y="11019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9715827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F051F-2351-6F63-BADC-1DE54D495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03D6B5D5-12B5-F328-C9D4-B873B4C91327}"/>
              </a:ext>
            </a:extLst>
          </p:cNvPr>
          <p:cNvGrpSpPr/>
          <p:nvPr/>
        </p:nvGrpSpPr>
        <p:grpSpPr>
          <a:xfrm>
            <a:off x="10655563" y="2488031"/>
            <a:ext cx="489236" cy="1745799"/>
            <a:chOff x="4821200" y="5585063"/>
            <a:chExt cx="489236" cy="1745799"/>
          </a:xfrm>
        </p:grpSpPr>
        <p:sp>
          <p:nvSpPr>
            <p:cNvPr id="13" name="Down Arrow 12">
              <a:extLst>
                <a:ext uri="{FF2B5EF4-FFF2-40B4-BE49-F238E27FC236}">
                  <a16:creationId xmlns:a16="http://schemas.microsoft.com/office/drawing/2014/main" id="{E5CD34FD-0445-BAA2-930B-D1EC5E1460AE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49C78D87-8E56-A012-06B9-B4D0A6FE9DF4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7C6F186-0B23-9C2F-9672-04095F3D4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2"/>
                  <a:stretch>
                    <a:fillRect l="-12500" r="-7500" b="-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D359EAC-02A3-1297-5C3F-77D588C55B0C}"/>
              </a:ext>
            </a:extLst>
          </p:cNvPr>
          <p:cNvGrpSpPr/>
          <p:nvPr/>
        </p:nvGrpSpPr>
        <p:grpSpPr>
          <a:xfrm>
            <a:off x="18575926" y="2439140"/>
            <a:ext cx="505843" cy="1745799"/>
            <a:chOff x="4821200" y="5585063"/>
            <a:chExt cx="505843" cy="1745799"/>
          </a:xfrm>
        </p:grpSpPr>
        <p:sp>
          <p:nvSpPr>
            <p:cNvPr id="16" name="Down Arrow 15">
              <a:extLst>
                <a:ext uri="{FF2B5EF4-FFF2-40B4-BE49-F238E27FC236}">
                  <a16:creationId xmlns:a16="http://schemas.microsoft.com/office/drawing/2014/main" id="{70858FBD-8C2E-2DD8-CFF9-0A7570954BDB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EBA797DE-F8BF-D07F-40D9-08D8815B5906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FFC9877-E7BA-9260-196D-851E930C6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24390" r="-24390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796560F-6492-CEDF-7672-680F7B874D60}"/>
              </a:ext>
            </a:extLst>
          </p:cNvPr>
          <p:cNvSpPr/>
          <p:nvPr/>
        </p:nvSpPr>
        <p:spPr>
          <a:xfrm>
            <a:off x="6340619" y="109014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DBE1686-D037-24BD-8832-F38ACBDD51B0}"/>
              </a:ext>
            </a:extLst>
          </p:cNvPr>
          <p:cNvSpPr/>
          <p:nvPr/>
        </p:nvSpPr>
        <p:spPr>
          <a:xfrm>
            <a:off x="8350400" y="10666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90B4389-B3FB-4869-422F-902BAC265006}"/>
              </a:ext>
            </a:extLst>
          </p:cNvPr>
          <p:cNvSpPr/>
          <p:nvPr/>
        </p:nvSpPr>
        <p:spPr>
          <a:xfrm>
            <a:off x="10360181" y="10666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03FCD6E1-615F-3B43-C0B1-2F8508EA103C}"/>
              </a:ext>
            </a:extLst>
          </p:cNvPr>
          <p:cNvSpPr/>
          <p:nvPr/>
        </p:nvSpPr>
        <p:spPr>
          <a:xfrm>
            <a:off x="12369962" y="1066602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06166F98-1A7C-9B28-0BB5-4F4BB58C0D6A}"/>
              </a:ext>
            </a:extLst>
          </p:cNvPr>
          <p:cNvSpPr/>
          <p:nvPr/>
        </p:nvSpPr>
        <p:spPr>
          <a:xfrm>
            <a:off x="14379743" y="10666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2B80DFE3-BE8D-3324-4B10-A857F933E370}"/>
              </a:ext>
            </a:extLst>
          </p:cNvPr>
          <p:cNvSpPr/>
          <p:nvPr/>
        </p:nvSpPr>
        <p:spPr>
          <a:xfrm>
            <a:off x="3707289" y="11019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FAD13EFE-6100-209D-9604-A753050780F3}"/>
              </a:ext>
            </a:extLst>
          </p:cNvPr>
          <p:cNvSpPr/>
          <p:nvPr/>
        </p:nvSpPr>
        <p:spPr>
          <a:xfrm>
            <a:off x="3707289" y="11019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0BB949C7-27C8-3E6E-0A29-AF385A20306A}"/>
              </a:ext>
            </a:extLst>
          </p:cNvPr>
          <p:cNvSpPr/>
          <p:nvPr/>
        </p:nvSpPr>
        <p:spPr>
          <a:xfrm>
            <a:off x="16279067" y="106660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19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0E451CFB-40D2-484A-2354-D575AA578796}"/>
              </a:ext>
            </a:extLst>
          </p:cNvPr>
          <p:cNvSpPr/>
          <p:nvPr/>
        </p:nvSpPr>
        <p:spPr>
          <a:xfrm>
            <a:off x="18288848" y="10666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16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2EEFB48-8D7F-0812-B825-AF19A358460E}"/>
              </a:ext>
            </a:extLst>
          </p:cNvPr>
          <p:cNvSpPr/>
          <p:nvPr/>
        </p:nvSpPr>
        <p:spPr>
          <a:xfrm>
            <a:off x="639258" y="5881847"/>
            <a:ext cx="23105484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Check A[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i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] and A[j]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If these two numbers are out of place, swap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4C5D57C-20F8-AE86-58E6-F3DEC431E9B5}"/>
              </a:ext>
            </a:extLst>
          </p:cNvPr>
          <p:cNvSpPr/>
          <p:nvPr/>
        </p:nvSpPr>
        <p:spPr>
          <a:xfrm>
            <a:off x="20136711" y="11019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5804281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F0464-BFCB-3E95-9021-875173F6D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279973C-F731-9BB9-702E-54D90BC6B6FD}"/>
              </a:ext>
            </a:extLst>
          </p:cNvPr>
          <p:cNvGrpSpPr/>
          <p:nvPr/>
        </p:nvGrpSpPr>
        <p:grpSpPr>
          <a:xfrm>
            <a:off x="10655563" y="2488031"/>
            <a:ext cx="489236" cy="1745799"/>
            <a:chOff x="4821200" y="5585063"/>
            <a:chExt cx="489236" cy="1745799"/>
          </a:xfrm>
        </p:grpSpPr>
        <p:sp>
          <p:nvSpPr>
            <p:cNvPr id="13" name="Down Arrow 12">
              <a:extLst>
                <a:ext uri="{FF2B5EF4-FFF2-40B4-BE49-F238E27FC236}">
                  <a16:creationId xmlns:a16="http://schemas.microsoft.com/office/drawing/2014/main" id="{A639E92E-C693-F131-70A0-F9B7E455B213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89122D8-CDE6-BE61-1AC2-8F161866ACE3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7C6F186-0B23-9C2F-9672-04095F3D4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2"/>
                  <a:stretch>
                    <a:fillRect l="-12500" r="-7500" b="-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25D7881-CEA5-5F19-329E-0A3C179E1559}"/>
              </a:ext>
            </a:extLst>
          </p:cNvPr>
          <p:cNvGrpSpPr/>
          <p:nvPr/>
        </p:nvGrpSpPr>
        <p:grpSpPr>
          <a:xfrm>
            <a:off x="20423789" y="2439140"/>
            <a:ext cx="505843" cy="1745799"/>
            <a:chOff x="4821200" y="5585063"/>
            <a:chExt cx="505843" cy="1745799"/>
          </a:xfrm>
        </p:grpSpPr>
        <p:sp>
          <p:nvSpPr>
            <p:cNvPr id="16" name="Down Arrow 15">
              <a:extLst>
                <a:ext uri="{FF2B5EF4-FFF2-40B4-BE49-F238E27FC236}">
                  <a16:creationId xmlns:a16="http://schemas.microsoft.com/office/drawing/2014/main" id="{4984E3B1-B601-0C3E-2475-E1EEABAC3F58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1CA76F32-764B-7611-EAF1-404F2EC67D8D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FFC9877-E7BA-9260-196D-851E930C6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24390" r="-24390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326E789-CB04-9D4D-97BD-33BC5089008D}"/>
              </a:ext>
            </a:extLst>
          </p:cNvPr>
          <p:cNvSpPr/>
          <p:nvPr/>
        </p:nvSpPr>
        <p:spPr>
          <a:xfrm>
            <a:off x="6340619" y="109014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5321324-9A5C-98CD-B5C3-A693F8979EF0}"/>
              </a:ext>
            </a:extLst>
          </p:cNvPr>
          <p:cNvSpPr/>
          <p:nvPr/>
        </p:nvSpPr>
        <p:spPr>
          <a:xfrm>
            <a:off x="8350400" y="10666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E999010-7A17-FE4B-1836-AA64C3D0382E}"/>
              </a:ext>
            </a:extLst>
          </p:cNvPr>
          <p:cNvSpPr/>
          <p:nvPr/>
        </p:nvSpPr>
        <p:spPr>
          <a:xfrm>
            <a:off x="10360181" y="10666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2ACCAC2A-C3C2-95A3-18C6-BA83E855493A}"/>
              </a:ext>
            </a:extLst>
          </p:cNvPr>
          <p:cNvSpPr/>
          <p:nvPr/>
        </p:nvSpPr>
        <p:spPr>
          <a:xfrm>
            <a:off x="12369962" y="1066602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4FADAEE-6375-A89C-D992-52FF5FDB26B3}"/>
              </a:ext>
            </a:extLst>
          </p:cNvPr>
          <p:cNvSpPr/>
          <p:nvPr/>
        </p:nvSpPr>
        <p:spPr>
          <a:xfrm>
            <a:off x="14379743" y="10666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DC55D6FF-E549-657D-41FC-50154AD04D38}"/>
              </a:ext>
            </a:extLst>
          </p:cNvPr>
          <p:cNvSpPr/>
          <p:nvPr/>
        </p:nvSpPr>
        <p:spPr>
          <a:xfrm>
            <a:off x="3707289" y="11019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62118DDA-9CCD-632D-7C26-A5E3DB509841}"/>
              </a:ext>
            </a:extLst>
          </p:cNvPr>
          <p:cNvSpPr/>
          <p:nvPr/>
        </p:nvSpPr>
        <p:spPr>
          <a:xfrm>
            <a:off x="3707289" y="11019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8F5B024D-471A-8ED6-BB53-39A9B72E8A62}"/>
              </a:ext>
            </a:extLst>
          </p:cNvPr>
          <p:cNvSpPr/>
          <p:nvPr/>
        </p:nvSpPr>
        <p:spPr>
          <a:xfrm>
            <a:off x="16279067" y="106660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19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0FA47BB-4447-577F-5345-EA9F390DABAC}"/>
              </a:ext>
            </a:extLst>
          </p:cNvPr>
          <p:cNvSpPr/>
          <p:nvPr/>
        </p:nvSpPr>
        <p:spPr>
          <a:xfrm>
            <a:off x="18288848" y="10666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16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2350375E-E74D-779C-7EF2-F8FB62B1F9BD}"/>
              </a:ext>
            </a:extLst>
          </p:cNvPr>
          <p:cNvSpPr/>
          <p:nvPr/>
        </p:nvSpPr>
        <p:spPr>
          <a:xfrm>
            <a:off x="639258" y="5881847"/>
            <a:ext cx="23105484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Check A[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i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] and A[j]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If these two numbers are out of place, swap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15B5FF1-6A1E-DCE9-36BE-2F78934EC93C}"/>
              </a:ext>
            </a:extLst>
          </p:cNvPr>
          <p:cNvSpPr/>
          <p:nvPr/>
        </p:nvSpPr>
        <p:spPr>
          <a:xfrm>
            <a:off x="20136711" y="11019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1352954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B7B1E-CE90-5071-D8EC-2FF4E5F5D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43F351D-5097-FD27-37CF-373D728D047C}"/>
              </a:ext>
            </a:extLst>
          </p:cNvPr>
          <p:cNvGrpSpPr/>
          <p:nvPr/>
        </p:nvGrpSpPr>
        <p:grpSpPr>
          <a:xfrm>
            <a:off x="10655563" y="2488031"/>
            <a:ext cx="489236" cy="1745799"/>
            <a:chOff x="4821200" y="5585063"/>
            <a:chExt cx="489236" cy="1745799"/>
          </a:xfrm>
        </p:grpSpPr>
        <p:sp>
          <p:nvSpPr>
            <p:cNvPr id="13" name="Down Arrow 12">
              <a:extLst>
                <a:ext uri="{FF2B5EF4-FFF2-40B4-BE49-F238E27FC236}">
                  <a16:creationId xmlns:a16="http://schemas.microsoft.com/office/drawing/2014/main" id="{B03B01F9-176D-6789-61B9-360610D625B2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9D0B30A-6232-F152-9AF3-3E4AE03B1356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7C6F186-0B23-9C2F-9672-04095F3D4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2"/>
                  <a:stretch>
                    <a:fillRect l="-12500" r="-7500" b="-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18F4FEA-8793-94B3-0DC8-7BC6C06FBFCD}"/>
              </a:ext>
            </a:extLst>
          </p:cNvPr>
          <p:cNvGrpSpPr/>
          <p:nvPr/>
        </p:nvGrpSpPr>
        <p:grpSpPr>
          <a:xfrm>
            <a:off x="20423789" y="2439140"/>
            <a:ext cx="505843" cy="1745799"/>
            <a:chOff x="4821200" y="5585063"/>
            <a:chExt cx="505843" cy="1745799"/>
          </a:xfrm>
        </p:grpSpPr>
        <p:sp>
          <p:nvSpPr>
            <p:cNvPr id="16" name="Down Arrow 15">
              <a:extLst>
                <a:ext uri="{FF2B5EF4-FFF2-40B4-BE49-F238E27FC236}">
                  <a16:creationId xmlns:a16="http://schemas.microsoft.com/office/drawing/2014/main" id="{64D412F8-DA0D-0627-3121-EECB2C8DDB06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D0BDA2AF-92CE-0AFF-D938-0A479406E6B1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FFC9877-E7BA-9260-196D-851E930C6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24390" r="-24390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DDAEC98-3E8D-AE6A-6A52-B18459BE1C52}"/>
              </a:ext>
            </a:extLst>
          </p:cNvPr>
          <p:cNvSpPr/>
          <p:nvPr/>
        </p:nvSpPr>
        <p:spPr>
          <a:xfrm>
            <a:off x="6340619" y="109014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15AA8F28-07DE-FB32-1490-F1E1A46ED26A}"/>
              </a:ext>
            </a:extLst>
          </p:cNvPr>
          <p:cNvSpPr/>
          <p:nvPr/>
        </p:nvSpPr>
        <p:spPr>
          <a:xfrm>
            <a:off x="8350400" y="10666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EEC0D6C-FAA1-E7D4-4084-F0891A5500DA}"/>
              </a:ext>
            </a:extLst>
          </p:cNvPr>
          <p:cNvSpPr/>
          <p:nvPr/>
        </p:nvSpPr>
        <p:spPr>
          <a:xfrm>
            <a:off x="10360181" y="10666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4A26B139-8CB2-8CD0-B667-B5DC701EE033}"/>
              </a:ext>
            </a:extLst>
          </p:cNvPr>
          <p:cNvSpPr/>
          <p:nvPr/>
        </p:nvSpPr>
        <p:spPr>
          <a:xfrm>
            <a:off x="12369962" y="1066602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EDE9A4D-D327-3EA5-07B3-CFC2A1E30D56}"/>
              </a:ext>
            </a:extLst>
          </p:cNvPr>
          <p:cNvSpPr/>
          <p:nvPr/>
        </p:nvSpPr>
        <p:spPr>
          <a:xfrm>
            <a:off x="14379743" y="10666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A77945A9-370A-C0E7-FD81-EF2CEFCD2975}"/>
              </a:ext>
            </a:extLst>
          </p:cNvPr>
          <p:cNvSpPr/>
          <p:nvPr/>
        </p:nvSpPr>
        <p:spPr>
          <a:xfrm>
            <a:off x="3707289" y="11019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AD7BACED-3843-F9E6-F4D4-740D71BC44CA}"/>
              </a:ext>
            </a:extLst>
          </p:cNvPr>
          <p:cNvSpPr/>
          <p:nvPr/>
        </p:nvSpPr>
        <p:spPr>
          <a:xfrm>
            <a:off x="3707289" y="11019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E466996B-8666-A948-3173-0D634D096C6C}"/>
              </a:ext>
            </a:extLst>
          </p:cNvPr>
          <p:cNvSpPr/>
          <p:nvPr/>
        </p:nvSpPr>
        <p:spPr>
          <a:xfrm>
            <a:off x="16279067" y="106660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19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E9D083A3-E420-D5E6-288B-3E61F6181794}"/>
              </a:ext>
            </a:extLst>
          </p:cNvPr>
          <p:cNvSpPr/>
          <p:nvPr/>
        </p:nvSpPr>
        <p:spPr>
          <a:xfrm>
            <a:off x="18288848" y="10666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16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3995502-262D-B520-187F-6CEC9933A8B0}"/>
              </a:ext>
            </a:extLst>
          </p:cNvPr>
          <p:cNvSpPr/>
          <p:nvPr/>
        </p:nvSpPr>
        <p:spPr>
          <a:xfrm>
            <a:off x="639258" y="5881847"/>
            <a:ext cx="23105484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Check A[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i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] and A[j]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If these two numbers are out of place, swap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714E5EB-29F1-1280-6D26-417489C31128}"/>
              </a:ext>
            </a:extLst>
          </p:cNvPr>
          <p:cNvSpPr/>
          <p:nvPr/>
        </p:nvSpPr>
        <p:spPr>
          <a:xfrm>
            <a:off x="20136711" y="11019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3DA4C43-449C-27D9-6EED-B7AA342D8871}"/>
              </a:ext>
            </a:extLst>
          </p:cNvPr>
          <p:cNvSpPr/>
          <p:nvPr/>
        </p:nvSpPr>
        <p:spPr>
          <a:xfrm>
            <a:off x="639258" y="10481747"/>
            <a:ext cx="2310548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Implement this algorithm</a:t>
            </a:r>
          </a:p>
        </p:txBody>
      </p:sp>
    </p:spTree>
    <p:extLst>
      <p:ext uri="{BB962C8B-B14F-4D97-AF65-F5344CB8AC3E}">
        <p14:creationId xmlns:p14="http://schemas.microsoft.com/office/powerpoint/2010/main" val="8190851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0026F-0B7C-0639-1989-B885D604F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5D6F6BED-7854-8672-92ED-49FE1E4DADF5}"/>
                  </a:ext>
                </a:extLst>
              </p:cNvPr>
              <p:cNvSpPr/>
              <p:nvPr/>
            </p:nvSpPr>
            <p:spPr>
              <a:xfrm>
                <a:off x="645013" y="199628"/>
                <a:ext cx="9543957" cy="13451205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partition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=0,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 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 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&amp;&amp;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&gt;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	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5D6F6BED-7854-8672-92ED-49FE1E4DAD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13" y="199628"/>
                <a:ext cx="9543957" cy="13451205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49A947B8-AF8F-3B73-F514-62F7FC23DCD9}"/>
              </a:ext>
            </a:extLst>
          </p:cNvPr>
          <p:cNvGrpSpPr/>
          <p:nvPr/>
        </p:nvGrpSpPr>
        <p:grpSpPr>
          <a:xfrm>
            <a:off x="12257708" y="2470115"/>
            <a:ext cx="489236" cy="1745799"/>
            <a:chOff x="4821200" y="5585063"/>
            <a:chExt cx="489236" cy="1745799"/>
          </a:xfrm>
        </p:grpSpPr>
        <p:sp>
          <p:nvSpPr>
            <p:cNvPr id="20" name="Down Arrow 19">
              <a:extLst>
                <a:ext uri="{FF2B5EF4-FFF2-40B4-BE49-F238E27FC236}">
                  <a16:creationId xmlns:a16="http://schemas.microsoft.com/office/drawing/2014/main" id="{D9EA0FE2-27C3-F7BC-2DCD-65674E04CD61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1FE3700-8DED-F8EA-9D48-CE9B5DB068FB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7C6F186-0B23-9C2F-9672-04095F3D4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12500" r="-7500" b="-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EE63532-B617-A304-91C7-6540DD68EF83}"/>
              </a:ext>
            </a:extLst>
          </p:cNvPr>
          <p:cNvGrpSpPr/>
          <p:nvPr/>
        </p:nvGrpSpPr>
        <p:grpSpPr>
          <a:xfrm>
            <a:off x="18715672" y="2470114"/>
            <a:ext cx="505843" cy="1745799"/>
            <a:chOff x="4821200" y="5585063"/>
            <a:chExt cx="505843" cy="1745799"/>
          </a:xfrm>
        </p:grpSpPr>
        <p:sp>
          <p:nvSpPr>
            <p:cNvPr id="23" name="Down Arrow 22">
              <a:extLst>
                <a:ext uri="{FF2B5EF4-FFF2-40B4-BE49-F238E27FC236}">
                  <a16:creationId xmlns:a16="http://schemas.microsoft.com/office/drawing/2014/main" id="{E943509B-8B8B-1386-3DB5-AC6F457F3B53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3419F650-0AA9-80C8-0C65-FD3BD0F45C91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FFC9877-E7BA-9260-196D-851E930C6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5"/>
                  <a:stretch>
                    <a:fillRect l="-24390" r="-24390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971C8F4D-C124-E539-52DA-B74DDC40F6D9}"/>
              </a:ext>
            </a:extLst>
          </p:cNvPr>
          <p:cNvSpPr/>
          <p:nvPr/>
        </p:nvSpPr>
        <p:spPr>
          <a:xfrm>
            <a:off x="11928050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E2D542B0-5E3E-1054-E076-CB3F99DBA4B9}"/>
              </a:ext>
            </a:extLst>
          </p:cNvPr>
          <p:cNvSpPr/>
          <p:nvPr/>
        </p:nvSpPr>
        <p:spPr>
          <a:xfrm>
            <a:off x="13553186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ED962E22-CC6F-55AF-49C8-BD9E780465AA}"/>
              </a:ext>
            </a:extLst>
          </p:cNvPr>
          <p:cNvSpPr/>
          <p:nvPr/>
        </p:nvSpPr>
        <p:spPr>
          <a:xfrm>
            <a:off x="15178322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2EC7E4E7-7A5D-17BE-91B7-9F4B28511876}"/>
              </a:ext>
            </a:extLst>
          </p:cNvPr>
          <p:cNvSpPr/>
          <p:nvPr/>
        </p:nvSpPr>
        <p:spPr>
          <a:xfrm>
            <a:off x="16803458" y="965000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7EA3FDB0-BE15-A498-EEC2-96652C98B7B0}"/>
              </a:ext>
            </a:extLst>
          </p:cNvPr>
          <p:cNvSpPr/>
          <p:nvPr/>
        </p:nvSpPr>
        <p:spPr>
          <a:xfrm>
            <a:off x="18428594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97437134-73F4-1793-5A9C-C92AA8C87793}"/>
              </a:ext>
            </a:extLst>
          </p:cNvPr>
          <p:cNvSpPr/>
          <p:nvPr/>
        </p:nvSpPr>
        <p:spPr>
          <a:xfrm>
            <a:off x="10302914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6C729403-5B6F-538D-B45F-C65DA9E97C0B}"/>
              </a:ext>
            </a:extLst>
          </p:cNvPr>
          <p:cNvSpPr/>
          <p:nvPr/>
        </p:nvSpPr>
        <p:spPr>
          <a:xfrm>
            <a:off x="20053730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19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A0E29FCC-88F5-B9B3-2E58-703FD8BB658D}"/>
              </a:ext>
            </a:extLst>
          </p:cNvPr>
          <p:cNvSpPr/>
          <p:nvPr/>
        </p:nvSpPr>
        <p:spPr>
          <a:xfrm>
            <a:off x="21678866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16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2457D4A8-E100-4D50-5DF2-A3A1B659EF0C}"/>
              </a:ext>
            </a:extLst>
          </p:cNvPr>
          <p:cNvSpPr/>
          <p:nvPr/>
        </p:nvSpPr>
        <p:spPr>
          <a:xfrm>
            <a:off x="23304000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B43C3511-924C-A29E-C5F3-D279ED2F62CE}"/>
              </a:ext>
            </a:extLst>
          </p:cNvPr>
          <p:cNvSpPr/>
          <p:nvPr/>
        </p:nvSpPr>
        <p:spPr>
          <a:xfrm>
            <a:off x="645013" y="5792740"/>
            <a:ext cx="9543957" cy="540840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CAF8AFF2-C507-CD68-C9E5-8E237B853F78}"/>
              </a:ext>
            </a:extLst>
          </p:cNvPr>
          <p:cNvSpPr/>
          <p:nvPr/>
        </p:nvSpPr>
        <p:spPr>
          <a:xfrm>
            <a:off x="13899803" y="5030253"/>
            <a:ext cx="2903655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Count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ECD04C1C-3EE9-9D9B-0BB5-FBB331760D23}"/>
              </a:ext>
            </a:extLst>
          </p:cNvPr>
          <p:cNvSpPr/>
          <p:nvPr/>
        </p:nvSpPr>
        <p:spPr>
          <a:xfrm>
            <a:off x="17343458" y="4988071"/>
            <a:ext cx="1080000" cy="103290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962811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0F2B2-8566-4ABF-C5E3-E40B87F12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7B161FAA-3175-CFD0-9563-2D3F9AD398A3}"/>
                  </a:ext>
                </a:extLst>
              </p:cNvPr>
              <p:cNvSpPr/>
              <p:nvPr/>
            </p:nvSpPr>
            <p:spPr>
              <a:xfrm>
                <a:off x="645013" y="199628"/>
                <a:ext cx="9543957" cy="13451205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partition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=0,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 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 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&amp;&amp;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&gt;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	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7B161FAA-3175-CFD0-9563-2D3F9AD398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13" y="199628"/>
                <a:ext cx="9543957" cy="13451205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69E69904-70C2-352E-FCCF-ADCCC5E1C0BA}"/>
              </a:ext>
            </a:extLst>
          </p:cNvPr>
          <p:cNvSpPr/>
          <p:nvPr/>
        </p:nvSpPr>
        <p:spPr>
          <a:xfrm>
            <a:off x="645013" y="6654810"/>
            <a:ext cx="9543957" cy="540840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D2370E8-30CF-3D90-1413-AC778DE388D9}"/>
              </a:ext>
            </a:extLst>
          </p:cNvPr>
          <p:cNvGrpSpPr/>
          <p:nvPr/>
        </p:nvGrpSpPr>
        <p:grpSpPr>
          <a:xfrm>
            <a:off x="12257708" y="2470115"/>
            <a:ext cx="489236" cy="1745799"/>
            <a:chOff x="4821200" y="5585063"/>
            <a:chExt cx="489236" cy="1745799"/>
          </a:xfrm>
        </p:grpSpPr>
        <p:sp>
          <p:nvSpPr>
            <p:cNvPr id="20" name="Down Arrow 19">
              <a:extLst>
                <a:ext uri="{FF2B5EF4-FFF2-40B4-BE49-F238E27FC236}">
                  <a16:creationId xmlns:a16="http://schemas.microsoft.com/office/drawing/2014/main" id="{D35C9C9A-91AF-997E-0577-105C5CD2B5C1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3AE6882-EE73-75E3-F250-66C2C389EF9E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7C6F186-0B23-9C2F-9672-04095F3D4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12500" r="-7500" b="-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61D74E3-CAFA-F498-318A-A04C2933E281}"/>
              </a:ext>
            </a:extLst>
          </p:cNvPr>
          <p:cNvGrpSpPr/>
          <p:nvPr/>
        </p:nvGrpSpPr>
        <p:grpSpPr>
          <a:xfrm>
            <a:off x="18715672" y="2470114"/>
            <a:ext cx="505843" cy="1745799"/>
            <a:chOff x="4821200" y="5585063"/>
            <a:chExt cx="505843" cy="1745799"/>
          </a:xfrm>
        </p:grpSpPr>
        <p:sp>
          <p:nvSpPr>
            <p:cNvPr id="23" name="Down Arrow 22">
              <a:extLst>
                <a:ext uri="{FF2B5EF4-FFF2-40B4-BE49-F238E27FC236}">
                  <a16:creationId xmlns:a16="http://schemas.microsoft.com/office/drawing/2014/main" id="{E8C505DD-72E8-E20D-E36D-54B65A00A550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B629796E-411D-9CA1-944B-D428B15D439D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FFC9877-E7BA-9260-196D-851E930C6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5"/>
                  <a:stretch>
                    <a:fillRect l="-24390" r="-24390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02F8576E-A316-9572-429D-4E3FD3DA741D}"/>
              </a:ext>
            </a:extLst>
          </p:cNvPr>
          <p:cNvSpPr/>
          <p:nvPr/>
        </p:nvSpPr>
        <p:spPr>
          <a:xfrm>
            <a:off x="11928050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8368E65C-D1C8-5335-D55B-1BFB16E9C24C}"/>
              </a:ext>
            </a:extLst>
          </p:cNvPr>
          <p:cNvSpPr/>
          <p:nvPr/>
        </p:nvSpPr>
        <p:spPr>
          <a:xfrm>
            <a:off x="13553186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FAE1154D-08A2-087A-3DC3-020607CFD653}"/>
              </a:ext>
            </a:extLst>
          </p:cNvPr>
          <p:cNvSpPr/>
          <p:nvPr/>
        </p:nvSpPr>
        <p:spPr>
          <a:xfrm>
            <a:off x="15178322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F07A07AD-4A92-1469-2042-4464FB191AA0}"/>
              </a:ext>
            </a:extLst>
          </p:cNvPr>
          <p:cNvSpPr/>
          <p:nvPr/>
        </p:nvSpPr>
        <p:spPr>
          <a:xfrm>
            <a:off x="16803458" y="965000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0C0C8E3B-796D-C240-A404-7AF5DD067EA3}"/>
              </a:ext>
            </a:extLst>
          </p:cNvPr>
          <p:cNvSpPr/>
          <p:nvPr/>
        </p:nvSpPr>
        <p:spPr>
          <a:xfrm>
            <a:off x="18428594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CCCE84FB-9086-157B-1E2D-885C26F9D870}"/>
              </a:ext>
            </a:extLst>
          </p:cNvPr>
          <p:cNvSpPr/>
          <p:nvPr/>
        </p:nvSpPr>
        <p:spPr>
          <a:xfrm>
            <a:off x="10302914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66C880E-1C71-7EC2-B19A-D52622227EF0}"/>
              </a:ext>
            </a:extLst>
          </p:cNvPr>
          <p:cNvSpPr/>
          <p:nvPr/>
        </p:nvSpPr>
        <p:spPr>
          <a:xfrm>
            <a:off x="20053730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19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0B2E8B47-5F16-99FD-0E8C-10A6CF46D785}"/>
              </a:ext>
            </a:extLst>
          </p:cNvPr>
          <p:cNvSpPr/>
          <p:nvPr/>
        </p:nvSpPr>
        <p:spPr>
          <a:xfrm>
            <a:off x="21678866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16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C6899C36-4647-391D-098F-67BB1CC32A2F}"/>
              </a:ext>
            </a:extLst>
          </p:cNvPr>
          <p:cNvSpPr/>
          <p:nvPr/>
        </p:nvSpPr>
        <p:spPr>
          <a:xfrm>
            <a:off x="23304000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94733EF-0E19-49D0-7374-E274CA7732D9}"/>
              </a:ext>
            </a:extLst>
          </p:cNvPr>
          <p:cNvSpPr/>
          <p:nvPr/>
        </p:nvSpPr>
        <p:spPr>
          <a:xfrm>
            <a:off x="13899803" y="5030253"/>
            <a:ext cx="2903655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Count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FCAECDF-1665-D644-826C-4DF86731844D}"/>
              </a:ext>
            </a:extLst>
          </p:cNvPr>
          <p:cNvSpPr/>
          <p:nvPr/>
        </p:nvSpPr>
        <p:spPr>
          <a:xfrm>
            <a:off x="17343458" y="4988071"/>
            <a:ext cx="1080000" cy="103290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487549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36A52-1103-557C-DC4F-57B8CF4F2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81C3ED87-1704-364B-4864-11CB1CAE6F00}"/>
                  </a:ext>
                </a:extLst>
              </p:cNvPr>
              <p:cNvSpPr/>
              <p:nvPr/>
            </p:nvSpPr>
            <p:spPr>
              <a:xfrm>
                <a:off x="645013" y="199628"/>
                <a:ext cx="9543957" cy="13451205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partition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=0,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 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 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&amp;&amp;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&gt;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	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81C3ED87-1704-364B-4864-11CB1CAE6F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13" y="199628"/>
                <a:ext cx="9543957" cy="13451205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7C1C58EA-CBF8-3F17-B913-B3F456DA33DB}"/>
              </a:ext>
            </a:extLst>
          </p:cNvPr>
          <p:cNvSpPr/>
          <p:nvPr/>
        </p:nvSpPr>
        <p:spPr>
          <a:xfrm>
            <a:off x="645012" y="7482468"/>
            <a:ext cx="9543957" cy="540840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9056253-D82B-FAE5-59C9-318464FC45EC}"/>
              </a:ext>
            </a:extLst>
          </p:cNvPr>
          <p:cNvGrpSpPr/>
          <p:nvPr/>
        </p:nvGrpSpPr>
        <p:grpSpPr>
          <a:xfrm>
            <a:off x="12257708" y="2470115"/>
            <a:ext cx="489236" cy="1745799"/>
            <a:chOff x="4821200" y="5585063"/>
            <a:chExt cx="489236" cy="1745799"/>
          </a:xfrm>
        </p:grpSpPr>
        <p:sp>
          <p:nvSpPr>
            <p:cNvPr id="20" name="Down Arrow 19">
              <a:extLst>
                <a:ext uri="{FF2B5EF4-FFF2-40B4-BE49-F238E27FC236}">
                  <a16:creationId xmlns:a16="http://schemas.microsoft.com/office/drawing/2014/main" id="{CA1B850E-8770-DC97-2CA8-ED822D2452D6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475A475-6658-BEBD-5680-3617C331987C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7C6F186-0B23-9C2F-9672-04095F3D4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12500" r="-7500" b="-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4B3CE1B-6D94-4A8D-8131-F814D5D7A075}"/>
              </a:ext>
            </a:extLst>
          </p:cNvPr>
          <p:cNvGrpSpPr/>
          <p:nvPr/>
        </p:nvGrpSpPr>
        <p:grpSpPr>
          <a:xfrm>
            <a:off x="18715672" y="2470114"/>
            <a:ext cx="505843" cy="1745799"/>
            <a:chOff x="4821200" y="5585063"/>
            <a:chExt cx="505843" cy="1745799"/>
          </a:xfrm>
        </p:grpSpPr>
        <p:sp>
          <p:nvSpPr>
            <p:cNvPr id="23" name="Down Arrow 22">
              <a:extLst>
                <a:ext uri="{FF2B5EF4-FFF2-40B4-BE49-F238E27FC236}">
                  <a16:creationId xmlns:a16="http://schemas.microsoft.com/office/drawing/2014/main" id="{08A8BF06-9114-BC75-967F-EE9EE189FEB0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BD737D5E-875E-40BF-50C7-7A6F851FCE30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FFC9877-E7BA-9260-196D-851E930C6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5"/>
                  <a:stretch>
                    <a:fillRect l="-24390" r="-24390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6457ACF7-9244-CB61-3FC1-E644CB6FD07E}"/>
              </a:ext>
            </a:extLst>
          </p:cNvPr>
          <p:cNvSpPr/>
          <p:nvPr/>
        </p:nvSpPr>
        <p:spPr>
          <a:xfrm>
            <a:off x="11928050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EEC72208-05A4-FF84-CA63-5F9366708963}"/>
              </a:ext>
            </a:extLst>
          </p:cNvPr>
          <p:cNvSpPr/>
          <p:nvPr/>
        </p:nvSpPr>
        <p:spPr>
          <a:xfrm>
            <a:off x="13553186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CAB0922E-9937-63D4-0D31-DC2C528092C5}"/>
              </a:ext>
            </a:extLst>
          </p:cNvPr>
          <p:cNvSpPr/>
          <p:nvPr/>
        </p:nvSpPr>
        <p:spPr>
          <a:xfrm>
            <a:off x="15178322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F2C82B1-5E0D-9D14-9B37-25D0653B0DC9}"/>
              </a:ext>
            </a:extLst>
          </p:cNvPr>
          <p:cNvSpPr/>
          <p:nvPr/>
        </p:nvSpPr>
        <p:spPr>
          <a:xfrm>
            <a:off x="16803458" y="965000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769FA6E8-8746-B0AB-B191-B4F46D0DC5BA}"/>
              </a:ext>
            </a:extLst>
          </p:cNvPr>
          <p:cNvSpPr/>
          <p:nvPr/>
        </p:nvSpPr>
        <p:spPr>
          <a:xfrm>
            <a:off x="18428594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12C92702-52E0-6AB0-1C6B-8739007DBEF4}"/>
              </a:ext>
            </a:extLst>
          </p:cNvPr>
          <p:cNvSpPr/>
          <p:nvPr/>
        </p:nvSpPr>
        <p:spPr>
          <a:xfrm>
            <a:off x="10302914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B744D05-EF86-1FB0-AE09-5A76DA38B4D1}"/>
              </a:ext>
            </a:extLst>
          </p:cNvPr>
          <p:cNvSpPr/>
          <p:nvPr/>
        </p:nvSpPr>
        <p:spPr>
          <a:xfrm>
            <a:off x="20053730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19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0286F106-BD92-CEDD-FE51-4917F80C3A1E}"/>
              </a:ext>
            </a:extLst>
          </p:cNvPr>
          <p:cNvSpPr/>
          <p:nvPr/>
        </p:nvSpPr>
        <p:spPr>
          <a:xfrm>
            <a:off x="21678866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16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A46B226A-BC35-E70C-83A7-ACA1725F8B2F}"/>
              </a:ext>
            </a:extLst>
          </p:cNvPr>
          <p:cNvSpPr/>
          <p:nvPr/>
        </p:nvSpPr>
        <p:spPr>
          <a:xfrm>
            <a:off x="23304000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52A1AC8-71E5-2885-D3EC-A07853F532D9}"/>
              </a:ext>
            </a:extLst>
          </p:cNvPr>
          <p:cNvSpPr/>
          <p:nvPr/>
        </p:nvSpPr>
        <p:spPr>
          <a:xfrm>
            <a:off x="13899803" y="5030253"/>
            <a:ext cx="2903655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Count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75FA20D-A1F9-055A-1E56-C762D1E3DD93}"/>
              </a:ext>
            </a:extLst>
          </p:cNvPr>
          <p:cNvSpPr/>
          <p:nvPr/>
        </p:nvSpPr>
        <p:spPr>
          <a:xfrm>
            <a:off x="17343458" y="4988071"/>
            <a:ext cx="1080000" cy="103290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354556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1363F-3EB5-7F36-5798-18AD026FD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9157E027-D7E4-0D26-B5D5-6E1CE7CE894D}"/>
                  </a:ext>
                </a:extLst>
              </p:cNvPr>
              <p:cNvSpPr/>
              <p:nvPr/>
            </p:nvSpPr>
            <p:spPr>
              <a:xfrm>
                <a:off x="645013" y="199628"/>
                <a:ext cx="9543957" cy="13451205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partition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=0,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 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 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&amp;&amp;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&gt;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	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9157E027-D7E4-0D26-B5D5-6E1CE7CE89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13" y="199628"/>
                <a:ext cx="9543957" cy="13451205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3C0B026A-A302-2985-0911-63E437D684A1}"/>
              </a:ext>
            </a:extLst>
          </p:cNvPr>
          <p:cNvGrpSpPr/>
          <p:nvPr/>
        </p:nvGrpSpPr>
        <p:grpSpPr>
          <a:xfrm>
            <a:off x="12257708" y="2470115"/>
            <a:ext cx="489236" cy="1745799"/>
            <a:chOff x="4821200" y="5585063"/>
            <a:chExt cx="489236" cy="1745799"/>
          </a:xfrm>
        </p:grpSpPr>
        <p:sp>
          <p:nvSpPr>
            <p:cNvPr id="20" name="Down Arrow 19">
              <a:extLst>
                <a:ext uri="{FF2B5EF4-FFF2-40B4-BE49-F238E27FC236}">
                  <a16:creationId xmlns:a16="http://schemas.microsoft.com/office/drawing/2014/main" id="{3082FC4B-2AFF-2F68-ACEA-1058517A51EA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6977BED4-5E56-8914-EAC7-5EAAF8E9E230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7C6F186-0B23-9C2F-9672-04095F3D4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12500" r="-7500" b="-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FA035AB-BAEF-4162-0C57-4E34D36CE09D}"/>
              </a:ext>
            </a:extLst>
          </p:cNvPr>
          <p:cNvGrpSpPr/>
          <p:nvPr/>
        </p:nvGrpSpPr>
        <p:grpSpPr>
          <a:xfrm>
            <a:off x="18715672" y="2470114"/>
            <a:ext cx="505843" cy="1745799"/>
            <a:chOff x="4821200" y="5585063"/>
            <a:chExt cx="505843" cy="1745799"/>
          </a:xfrm>
        </p:grpSpPr>
        <p:sp>
          <p:nvSpPr>
            <p:cNvPr id="23" name="Down Arrow 22">
              <a:extLst>
                <a:ext uri="{FF2B5EF4-FFF2-40B4-BE49-F238E27FC236}">
                  <a16:creationId xmlns:a16="http://schemas.microsoft.com/office/drawing/2014/main" id="{7EC0097C-B167-7D51-4672-E68DE8F726A6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3E0C9F3-0919-4690-9947-E99F2D2D1394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FFC9877-E7BA-9260-196D-851E930C6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5"/>
                  <a:stretch>
                    <a:fillRect l="-24390" r="-24390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664066A9-B86E-8EF4-20E1-D4E7CDC9A156}"/>
              </a:ext>
            </a:extLst>
          </p:cNvPr>
          <p:cNvSpPr/>
          <p:nvPr/>
        </p:nvSpPr>
        <p:spPr>
          <a:xfrm>
            <a:off x="11928050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BDB9F3E5-382A-FCD5-6F00-35ADA4314608}"/>
              </a:ext>
            </a:extLst>
          </p:cNvPr>
          <p:cNvSpPr/>
          <p:nvPr/>
        </p:nvSpPr>
        <p:spPr>
          <a:xfrm>
            <a:off x="13553186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F401DFD4-4F0D-4DF2-876E-FE92884846C0}"/>
              </a:ext>
            </a:extLst>
          </p:cNvPr>
          <p:cNvSpPr/>
          <p:nvPr/>
        </p:nvSpPr>
        <p:spPr>
          <a:xfrm>
            <a:off x="15178322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E5753550-C0B2-9664-3E8C-ADF9DE3C4F76}"/>
              </a:ext>
            </a:extLst>
          </p:cNvPr>
          <p:cNvSpPr/>
          <p:nvPr/>
        </p:nvSpPr>
        <p:spPr>
          <a:xfrm>
            <a:off x="16803458" y="965000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9A4D8773-679F-1DF3-3942-3E61BABDC828}"/>
              </a:ext>
            </a:extLst>
          </p:cNvPr>
          <p:cNvSpPr/>
          <p:nvPr/>
        </p:nvSpPr>
        <p:spPr>
          <a:xfrm>
            <a:off x="18428594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E2B44EA5-BA5E-8C4E-8705-EA854C087E64}"/>
              </a:ext>
            </a:extLst>
          </p:cNvPr>
          <p:cNvSpPr/>
          <p:nvPr/>
        </p:nvSpPr>
        <p:spPr>
          <a:xfrm>
            <a:off x="10302914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12DDF87E-C5D0-E633-5DE6-F001FA3B5193}"/>
              </a:ext>
            </a:extLst>
          </p:cNvPr>
          <p:cNvSpPr/>
          <p:nvPr/>
        </p:nvSpPr>
        <p:spPr>
          <a:xfrm>
            <a:off x="20053730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19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007631A2-159F-E9A5-A094-3557BD0D4440}"/>
              </a:ext>
            </a:extLst>
          </p:cNvPr>
          <p:cNvSpPr/>
          <p:nvPr/>
        </p:nvSpPr>
        <p:spPr>
          <a:xfrm>
            <a:off x="21678866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16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8A75E42A-013B-FBF3-8FB3-592C48F506F8}"/>
              </a:ext>
            </a:extLst>
          </p:cNvPr>
          <p:cNvSpPr/>
          <p:nvPr/>
        </p:nvSpPr>
        <p:spPr>
          <a:xfrm>
            <a:off x="23304000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5AA0BEE1-C106-7FAB-85F2-A42CF515E725}"/>
              </a:ext>
            </a:extLst>
          </p:cNvPr>
          <p:cNvSpPr/>
          <p:nvPr/>
        </p:nvSpPr>
        <p:spPr>
          <a:xfrm>
            <a:off x="645012" y="8384478"/>
            <a:ext cx="9543957" cy="540840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5993918-FC2E-34E2-D04A-183BA69E3921}"/>
              </a:ext>
            </a:extLst>
          </p:cNvPr>
          <p:cNvSpPr/>
          <p:nvPr/>
        </p:nvSpPr>
        <p:spPr>
          <a:xfrm>
            <a:off x="13899803" y="5030253"/>
            <a:ext cx="2903655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Count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A50F7CE-C99F-F659-4BFC-6C47AEF3CED7}"/>
              </a:ext>
            </a:extLst>
          </p:cNvPr>
          <p:cNvSpPr/>
          <p:nvPr/>
        </p:nvSpPr>
        <p:spPr>
          <a:xfrm>
            <a:off x="17343458" y="4988071"/>
            <a:ext cx="1080000" cy="103290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5063944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1CFCC-C0DC-DEB3-6B05-E4499CE24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1F813C5F-F97E-FEFA-85A3-BE7037E4AB4F}"/>
                  </a:ext>
                </a:extLst>
              </p:cNvPr>
              <p:cNvSpPr/>
              <p:nvPr/>
            </p:nvSpPr>
            <p:spPr>
              <a:xfrm>
                <a:off x="645013" y="199628"/>
                <a:ext cx="9543957" cy="13451205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partition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=0,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 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 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&amp;&amp;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&gt;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	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1F813C5F-F97E-FEFA-85A3-BE7037E4AB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13" y="199628"/>
                <a:ext cx="9543957" cy="13451205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53266D60-260D-C6B1-ECA9-88D47EFC3DC1}"/>
              </a:ext>
            </a:extLst>
          </p:cNvPr>
          <p:cNvGrpSpPr/>
          <p:nvPr/>
        </p:nvGrpSpPr>
        <p:grpSpPr>
          <a:xfrm>
            <a:off x="13854529" y="2470114"/>
            <a:ext cx="489236" cy="1745799"/>
            <a:chOff x="4821200" y="5585063"/>
            <a:chExt cx="489236" cy="1745799"/>
          </a:xfrm>
        </p:grpSpPr>
        <p:sp>
          <p:nvSpPr>
            <p:cNvPr id="20" name="Down Arrow 19">
              <a:extLst>
                <a:ext uri="{FF2B5EF4-FFF2-40B4-BE49-F238E27FC236}">
                  <a16:creationId xmlns:a16="http://schemas.microsoft.com/office/drawing/2014/main" id="{4C851D18-356D-B38C-8A73-3024C5D7A4BC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D632BD82-2ACB-06E7-D622-EBEE2AFD7E09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7C6F186-0B23-9C2F-9672-04095F3D4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12500" r="-7500" b="-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7A91116-D2DE-4075-3BB4-812A5BC080FC}"/>
              </a:ext>
            </a:extLst>
          </p:cNvPr>
          <p:cNvGrpSpPr/>
          <p:nvPr/>
        </p:nvGrpSpPr>
        <p:grpSpPr>
          <a:xfrm>
            <a:off x="20340808" y="2470114"/>
            <a:ext cx="505843" cy="1745799"/>
            <a:chOff x="4821200" y="5585063"/>
            <a:chExt cx="505843" cy="1745799"/>
          </a:xfrm>
        </p:grpSpPr>
        <p:sp>
          <p:nvSpPr>
            <p:cNvPr id="23" name="Down Arrow 22">
              <a:extLst>
                <a:ext uri="{FF2B5EF4-FFF2-40B4-BE49-F238E27FC236}">
                  <a16:creationId xmlns:a16="http://schemas.microsoft.com/office/drawing/2014/main" id="{2AFA48BE-5EFF-5668-E009-D497E0BEF358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9734F755-EE5A-CB42-636F-598463659931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FFC9877-E7BA-9260-196D-851E930C6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5"/>
                  <a:stretch>
                    <a:fillRect l="-24390" r="-24390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D783F74F-2FC4-177F-177D-23F16FBFB538}"/>
              </a:ext>
            </a:extLst>
          </p:cNvPr>
          <p:cNvSpPr/>
          <p:nvPr/>
        </p:nvSpPr>
        <p:spPr>
          <a:xfrm>
            <a:off x="11928050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7655F36-58AF-0605-2E57-6D78C2B9832A}"/>
              </a:ext>
            </a:extLst>
          </p:cNvPr>
          <p:cNvSpPr/>
          <p:nvPr/>
        </p:nvSpPr>
        <p:spPr>
          <a:xfrm>
            <a:off x="13553186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B856048A-916C-7219-6963-7F251661219F}"/>
              </a:ext>
            </a:extLst>
          </p:cNvPr>
          <p:cNvSpPr/>
          <p:nvPr/>
        </p:nvSpPr>
        <p:spPr>
          <a:xfrm>
            <a:off x="15178322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31D9879C-749E-E377-8ED8-33C4CC9307B3}"/>
              </a:ext>
            </a:extLst>
          </p:cNvPr>
          <p:cNvSpPr/>
          <p:nvPr/>
        </p:nvSpPr>
        <p:spPr>
          <a:xfrm>
            <a:off x="16803458" y="965000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4F450ECA-3BC9-268B-BD99-61BFB4885AB9}"/>
              </a:ext>
            </a:extLst>
          </p:cNvPr>
          <p:cNvSpPr/>
          <p:nvPr/>
        </p:nvSpPr>
        <p:spPr>
          <a:xfrm>
            <a:off x="18428594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63624D72-D7AF-8598-1AC4-A6F943DF1D66}"/>
              </a:ext>
            </a:extLst>
          </p:cNvPr>
          <p:cNvSpPr/>
          <p:nvPr/>
        </p:nvSpPr>
        <p:spPr>
          <a:xfrm>
            <a:off x="10302914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7080F7C3-5ED0-5108-AB89-105B41050D67}"/>
              </a:ext>
            </a:extLst>
          </p:cNvPr>
          <p:cNvSpPr/>
          <p:nvPr/>
        </p:nvSpPr>
        <p:spPr>
          <a:xfrm>
            <a:off x="20053730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19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4D36BC96-5057-1CAA-5E30-8FCAF839C752}"/>
              </a:ext>
            </a:extLst>
          </p:cNvPr>
          <p:cNvSpPr/>
          <p:nvPr/>
        </p:nvSpPr>
        <p:spPr>
          <a:xfrm>
            <a:off x="21678866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16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CF4AC888-8419-7282-F7FD-0D2E06E29DAB}"/>
              </a:ext>
            </a:extLst>
          </p:cNvPr>
          <p:cNvSpPr/>
          <p:nvPr/>
        </p:nvSpPr>
        <p:spPr>
          <a:xfrm>
            <a:off x="23304000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BF8791DD-58F8-7A54-C0B7-A61911EE39AF}"/>
              </a:ext>
            </a:extLst>
          </p:cNvPr>
          <p:cNvSpPr/>
          <p:nvPr/>
        </p:nvSpPr>
        <p:spPr>
          <a:xfrm>
            <a:off x="645013" y="10884149"/>
            <a:ext cx="9543957" cy="540840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BD5B314-8084-2517-D3FC-2C0FC1CD9276}"/>
              </a:ext>
            </a:extLst>
          </p:cNvPr>
          <p:cNvSpPr/>
          <p:nvPr/>
        </p:nvSpPr>
        <p:spPr>
          <a:xfrm>
            <a:off x="13899803" y="5030253"/>
            <a:ext cx="2903655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Count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A5B1B5B-5118-DAE6-0131-6F22C550E800}"/>
              </a:ext>
            </a:extLst>
          </p:cNvPr>
          <p:cNvSpPr/>
          <p:nvPr/>
        </p:nvSpPr>
        <p:spPr>
          <a:xfrm>
            <a:off x="17343458" y="4988071"/>
            <a:ext cx="1080000" cy="103290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77732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488DA-4934-FA6B-9E8D-112375292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87BB5F6D-2165-53FF-E0FE-FFA16E77D8BA}"/>
                  </a:ext>
                </a:extLst>
              </p:cNvPr>
              <p:cNvSpPr/>
              <p:nvPr/>
            </p:nvSpPr>
            <p:spPr>
              <a:xfrm>
                <a:off x="645013" y="199628"/>
                <a:ext cx="9543957" cy="13451205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partition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=0,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 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 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&amp;&amp;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&gt;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	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87BB5F6D-2165-53FF-E0FE-FFA16E77D8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13" y="199628"/>
                <a:ext cx="9543957" cy="13451205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6A9A2CCB-426E-AB76-DEE8-613E8FDD05BB}"/>
              </a:ext>
            </a:extLst>
          </p:cNvPr>
          <p:cNvGrpSpPr/>
          <p:nvPr/>
        </p:nvGrpSpPr>
        <p:grpSpPr>
          <a:xfrm>
            <a:off x="13854529" y="2470114"/>
            <a:ext cx="489236" cy="1745799"/>
            <a:chOff x="4821200" y="5585063"/>
            <a:chExt cx="489236" cy="1745799"/>
          </a:xfrm>
        </p:grpSpPr>
        <p:sp>
          <p:nvSpPr>
            <p:cNvPr id="20" name="Down Arrow 19">
              <a:extLst>
                <a:ext uri="{FF2B5EF4-FFF2-40B4-BE49-F238E27FC236}">
                  <a16:creationId xmlns:a16="http://schemas.microsoft.com/office/drawing/2014/main" id="{75E6C255-C332-A23C-2790-6033F99502BA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FCE06EB3-3391-2C85-5AEB-2257459EBD4C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7C6F186-0B23-9C2F-9672-04095F3D4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12500" r="-7500" b="-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8808A68-D0E2-18B0-E8AB-8A8EBDD9AFC0}"/>
              </a:ext>
            </a:extLst>
          </p:cNvPr>
          <p:cNvGrpSpPr/>
          <p:nvPr/>
        </p:nvGrpSpPr>
        <p:grpSpPr>
          <a:xfrm>
            <a:off x="20340808" y="2470114"/>
            <a:ext cx="505843" cy="1745799"/>
            <a:chOff x="4821200" y="5585063"/>
            <a:chExt cx="505843" cy="1745799"/>
          </a:xfrm>
        </p:grpSpPr>
        <p:sp>
          <p:nvSpPr>
            <p:cNvPr id="23" name="Down Arrow 22">
              <a:extLst>
                <a:ext uri="{FF2B5EF4-FFF2-40B4-BE49-F238E27FC236}">
                  <a16:creationId xmlns:a16="http://schemas.microsoft.com/office/drawing/2014/main" id="{1832EDE8-2A84-0665-9B8C-21F8178B2E57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5EB6F33B-CB73-B05E-5385-4029B42A986F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FFC9877-E7BA-9260-196D-851E930C6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5"/>
                  <a:stretch>
                    <a:fillRect l="-24390" r="-24390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96FA11AC-DE68-7321-185D-93F53966E22F}"/>
              </a:ext>
            </a:extLst>
          </p:cNvPr>
          <p:cNvSpPr/>
          <p:nvPr/>
        </p:nvSpPr>
        <p:spPr>
          <a:xfrm>
            <a:off x="11928050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3C0231F3-482F-8CC4-9F79-06C6A1247B43}"/>
              </a:ext>
            </a:extLst>
          </p:cNvPr>
          <p:cNvSpPr/>
          <p:nvPr/>
        </p:nvSpPr>
        <p:spPr>
          <a:xfrm>
            <a:off x="13553186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DF1344CB-BBE2-468C-A741-55D1C1BDC19B}"/>
              </a:ext>
            </a:extLst>
          </p:cNvPr>
          <p:cNvSpPr/>
          <p:nvPr/>
        </p:nvSpPr>
        <p:spPr>
          <a:xfrm>
            <a:off x="15178322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62EAB139-02CE-4216-FCC7-DC06B6DA7DA5}"/>
              </a:ext>
            </a:extLst>
          </p:cNvPr>
          <p:cNvSpPr/>
          <p:nvPr/>
        </p:nvSpPr>
        <p:spPr>
          <a:xfrm>
            <a:off x="16803458" y="965000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458922BD-1228-5834-7039-516512450919}"/>
              </a:ext>
            </a:extLst>
          </p:cNvPr>
          <p:cNvSpPr/>
          <p:nvPr/>
        </p:nvSpPr>
        <p:spPr>
          <a:xfrm>
            <a:off x="18428594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B8A8FD99-5753-E94D-91BC-60D7389B106E}"/>
              </a:ext>
            </a:extLst>
          </p:cNvPr>
          <p:cNvSpPr/>
          <p:nvPr/>
        </p:nvSpPr>
        <p:spPr>
          <a:xfrm>
            <a:off x="10302914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AB1FF7A1-D4E2-A067-B10F-217093B170EB}"/>
              </a:ext>
            </a:extLst>
          </p:cNvPr>
          <p:cNvSpPr/>
          <p:nvPr/>
        </p:nvSpPr>
        <p:spPr>
          <a:xfrm>
            <a:off x="20053730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19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E2A20C30-5020-3010-DA56-9A746AC06FE3}"/>
              </a:ext>
            </a:extLst>
          </p:cNvPr>
          <p:cNvSpPr/>
          <p:nvPr/>
        </p:nvSpPr>
        <p:spPr>
          <a:xfrm>
            <a:off x="21678866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16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DE78FC6E-D9BD-21A6-3CD4-EA7ECCC7DF06}"/>
              </a:ext>
            </a:extLst>
          </p:cNvPr>
          <p:cNvSpPr/>
          <p:nvPr/>
        </p:nvSpPr>
        <p:spPr>
          <a:xfrm>
            <a:off x="23304000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5B21141-17C3-C832-3837-2EBC843358B8}"/>
              </a:ext>
            </a:extLst>
          </p:cNvPr>
          <p:cNvSpPr/>
          <p:nvPr/>
        </p:nvSpPr>
        <p:spPr>
          <a:xfrm>
            <a:off x="645013" y="5792740"/>
            <a:ext cx="9543957" cy="540840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9DD922C-92DE-AF51-EC16-A5680F3AEC0D}"/>
              </a:ext>
            </a:extLst>
          </p:cNvPr>
          <p:cNvSpPr/>
          <p:nvPr/>
        </p:nvSpPr>
        <p:spPr>
          <a:xfrm>
            <a:off x="13899803" y="5030253"/>
            <a:ext cx="2903655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Count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3B0540C-34CE-FC83-714C-A2B5615BE517}"/>
              </a:ext>
            </a:extLst>
          </p:cNvPr>
          <p:cNvSpPr/>
          <p:nvPr/>
        </p:nvSpPr>
        <p:spPr>
          <a:xfrm>
            <a:off x="17343458" y="4988071"/>
            <a:ext cx="1080000" cy="103290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2188744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A7608-075A-AD7C-AE3D-15D2EC64B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455112DE-59F1-0CDB-43CF-F626BB303E85}"/>
                  </a:ext>
                </a:extLst>
              </p:cNvPr>
              <p:cNvSpPr/>
              <p:nvPr/>
            </p:nvSpPr>
            <p:spPr>
              <a:xfrm>
                <a:off x="645013" y="199628"/>
                <a:ext cx="9543957" cy="13451205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partition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=0,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 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 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&amp;&amp;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&gt;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	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455112DE-59F1-0CDB-43CF-F626BB303E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13" y="199628"/>
                <a:ext cx="9543957" cy="13451205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E2F687A3-FCDB-47A2-DB7B-BC158895C10E}"/>
              </a:ext>
            </a:extLst>
          </p:cNvPr>
          <p:cNvSpPr/>
          <p:nvPr/>
        </p:nvSpPr>
        <p:spPr>
          <a:xfrm>
            <a:off x="645012" y="6654810"/>
            <a:ext cx="9543957" cy="540840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F8F66CE-924B-FCC2-42DC-BD2AA0EAC8D1}"/>
              </a:ext>
            </a:extLst>
          </p:cNvPr>
          <p:cNvGrpSpPr/>
          <p:nvPr/>
        </p:nvGrpSpPr>
        <p:grpSpPr>
          <a:xfrm>
            <a:off x="13854529" y="2470114"/>
            <a:ext cx="489236" cy="1745799"/>
            <a:chOff x="4821200" y="5585063"/>
            <a:chExt cx="489236" cy="1745799"/>
          </a:xfrm>
        </p:grpSpPr>
        <p:sp>
          <p:nvSpPr>
            <p:cNvPr id="20" name="Down Arrow 19">
              <a:extLst>
                <a:ext uri="{FF2B5EF4-FFF2-40B4-BE49-F238E27FC236}">
                  <a16:creationId xmlns:a16="http://schemas.microsoft.com/office/drawing/2014/main" id="{E71AD18A-B9BB-0081-38DB-7F5394676483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6ADC718-C493-9681-AB94-36DF3D65B8C3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7C6F186-0B23-9C2F-9672-04095F3D4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12500" r="-7500" b="-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C80CD60-5A39-6AA6-4CFE-1F33DC8BF5FE}"/>
              </a:ext>
            </a:extLst>
          </p:cNvPr>
          <p:cNvGrpSpPr/>
          <p:nvPr/>
        </p:nvGrpSpPr>
        <p:grpSpPr>
          <a:xfrm>
            <a:off x="20340808" y="2470114"/>
            <a:ext cx="505843" cy="1745799"/>
            <a:chOff x="4821200" y="5585063"/>
            <a:chExt cx="505843" cy="1745799"/>
          </a:xfrm>
        </p:grpSpPr>
        <p:sp>
          <p:nvSpPr>
            <p:cNvPr id="23" name="Down Arrow 22">
              <a:extLst>
                <a:ext uri="{FF2B5EF4-FFF2-40B4-BE49-F238E27FC236}">
                  <a16:creationId xmlns:a16="http://schemas.microsoft.com/office/drawing/2014/main" id="{3D76B6BA-99EA-CB43-E98B-ABED8BD7649E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32715DE-E74F-ED7A-C79A-017CE4A5876D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FFC9877-E7BA-9260-196D-851E930C6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5"/>
                  <a:stretch>
                    <a:fillRect l="-24390" r="-24390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CA7AE701-1C3D-BE6A-07E8-895E067A4C4A}"/>
              </a:ext>
            </a:extLst>
          </p:cNvPr>
          <p:cNvSpPr/>
          <p:nvPr/>
        </p:nvSpPr>
        <p:spPr>
          <a:xfrm>
            <a:off x="11928050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A2DB3442-8BEA-AF49-A976-93B3DB48A6E0}"/>
              </a:ext>
            </a:extLst>
          </p:cNvPr>
          <p:cNvSpPr/>
          <p:nvPr/>
        </p:nvSpPr>
        <p:spPr>
          <a:xfrm>
            <a:off x="13553186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89628A6-0809-F81B-4E53-4EC242E3E160}"/>
              </a:ext>
            </a:extLst>
          </p:cNvPr>
          <p:cNvSpPr/>
          <p:nvPr/>
        </p:nvSpPr>
        <p:spPr>
          <a:xfrm>
            <a:off x="15178322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B7FCC6F7-C594-1B60-AA8D-5C34B52FB95F}"/>
              </a:ext>
            </a:extLst>
          </p:cNvPr>
          <p:cNvSpPr/>
          <p:nvPr/>
        </p:nvSpPr>
        <p:spPr>
          <a:xfrm>
            <a:off x="16803458" y="965000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E248A791-10C0-99D5-17ED-FBE996A0AB2C}"/>
              </a:ext>
            </a:extLst>
          </p:cNvPr>
          <p:cNvSpPr/>
          <p:nvPr/>
        </p:nvSpPr>
        <p:spPr>
          <a:xfrm>
            <a:off x="18428594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CA3317C2-691E-6399-CA91-995C3426E6CB}"/>
              </a:ext>
            </a:extLst>
          </p:cNvPr>
          <p:cNvSpPr/>
          <p:nvPr/>
        </p:nvSpPr>
        <p:spPr>
          <a:xfrm>
            <a:off x="10302914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FB05467A-A568-19AA-3C5E-BABAF2440F53}"/>
              </a:ext>
            </a:extLst>
          </p:cNvPr>
          <p:cNvSpPr/>
          <p:nvPr/>
        </p:nvSpPr>
        <p:spPr>
          <a:xfrm>
            <a:off x="20053730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19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CED5333F-0217-4783-49E4-7AC3396DE286}"/>
              </a:ext>
            </a:extLst>
          </p:cNvPr>
          <p:cNvSpPr/>
          <p:nvPr/>
        </p:nvSpPr>
        <p:spPr>
          <a:xfrm>
            <a:off x="21678866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16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092D5001-991F-063D-09DA-FE2C39806134}"/>
              </a:ext>
            </a:extLst>
          </p:cNvPr>
          <p:cNvSpPr/>
          <p:nvPr/>
        </p:nvSpPr>
        <p:spPr>
          <a:xfrm>
            <a:off x="23304000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1BFDE16-A273-9D9D-2684-529EB933535E}"/>
              </a:ext>
            </a:extLst>
          </p:cNvPr>
          <p:cNvSpPr/>
          <p:nvPr/>
        </p:nvSpPr>
        <p:spPr>
          <a:xfrm>
            <a:off x="13899803" y="5030253"/>
            <a:ext cx="2903655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Count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6196EBF-D393-009C-35FC-3B4AE4F3E0DE}"/>
              </a:ext>
            </a:extLst>
          </p:cNvPr>
          <p:cNvSpPr/>
          <p:nvPr/>
        </p:nvSpPr>
        <p:spPr>
          <a:xfrm>
            <a:off x="17343458" y="4988071"/>
            <a:ext cx="1080000" cy="103290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9879239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AA25E-8E0E-2B22-0F69-D763FEFDE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EA3B80AE-1F55-0B4E-0ECB-E74C38FDFCC6}"/>
                  </a:ext>
                </a:extLst>
              </p:cNvPr>
              <p:cNvSpPr/>
              <p:nvPr/>
            </p:nvSpPr>
            <p:spPr>
              <a:xfrm>
                <a:off x="645013" y="199628"/>
                <a:ext cx="9543957" cy="13451205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partition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=0,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 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 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&amp;&amp;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&gt;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	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EA3B80AE-1F55-0B4E-0ECB-E74C38FDFC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13" y="199628"/>
                <a:ext cx="9543957" cy="13451205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43DCDC4D-B773-7D63-AD44-CF7EAF815B93}"/>
              </a:ext>
            </a:extLst>
          </p:cNvPr>
          <p:cNvGrpSpPr/>
          <p:nvPr/>
        </p:nvGrpSpPr>
        <p:grpSpPr>
          <a:xfrm>
            <a:off x="13854529" y="2470114"/>
            <a:ext cx="489236" cy="1745799"/>
            <a:chOff x="4821200" y="5585063"/>
            <a:chExt cx="489236" cy="1745799"/>
          </a:xfrm>
        </p:grpSpPr>
        <p:sp>
          <p:nvSpPr>
            <p:cNvPr id="20" name="Down Arrow 19">
              <a:extLst>
                <a:ext uri="{FF2B5EF4-FFF2-40B4-BE49-F238E27FC236}">
                  <a16:creationId xmlns:a16="http://schemas.microsoft.com/office/drawing/2014/main" id="{B1310CB1-4BD8-CA52-CA04-8285AA9DF421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03DBFF9-60CE-6AAE-E18F-540F9E15D310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7C6F186-0B23-9C2F-9672-04095F3D4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12500" r="-7500" b="-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B462B1B-EB18-B765-FE96-CA3DF0C01FD6}"/>
              </a:ext>
            </a:extLst>
          </p:cNvPr>
          <p:cNvGrpSpPr/>
          <p:nvPr/>
        </p:nvGrpSpPr>
        <p:grpSpPr>
          <a:xfrm>
            <a:off x="20340808" y="2470114"/>
            <a:ext cx="505843" cy="1745799"/>
            <a:chOff x="4821200" y="5585063"/>
            <a:chExt cx="505843" cy="1745799"/>
          </a:xfrm>
        </p:grpSpPr>
        <p:sp>
          <p:nvSpPr>
            <p:cNvPr id="23" name="Down Arrow 22">
              <a:extLst>
                <a:ext uri="{FF2B5EF4-FFF2-40B4-BE49-F238E27FC236}">
                  <a16:creationId xmlns:a16="http://schemas.microsoft.com/office/drawing/2014/main" id="{9A14E8B4-6FFC-2822-40AB-0073BE7707C4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A0398872-C033-85AF-E205-F4D1C84ADDC5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FFC9877-E7BA-9260-196D-851E930C6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5"/>
                  <a:stretch>
                    <a:fillRect l="-24390" r="-24390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2B74F580-F0DB-3680-F36A-C3EE24AD5E95}"/>
              </a:ext>
            </a:extLst>
          </p:cNvPr>
          <p:cNvSpPr/>
          <p:nvPr/>
        </p:nvSpPr>
        <p:spPr>
          <a:xfrm>
            <a:off x="11928050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57EA8DF3-EC84-BE5E-0F93-2F612EF112E3}"/>
              </a:ext>
            </a:extLst>
          </p:cNvPr>
          <p:cNvSpPr/>
          <p:nvPr/>
        </p:nvSpPr>
        <p:spPr>
          <a:xfrm>
            <a:off x="13553186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37124680-2C70-45BA-D360-2EAF8FBD6FDE}"/>
              </a:ext>
            </a:extLst>
          </p:cNvPr>
          <p:cNvSpPr/>
          <p:nvPr/>
        </p:nvSpPr>
        <p:spPr>
          <a:xfrm>
            <a:off x="15178322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3AA095AB-56EC-591C-5F39-C3F5ABEC63B4}"/>
              </a:ext>
            </a:extLst>
          </p:cNvPr>
          <p:cNvSpPr/>
          <p:nvPr/>
        </p:nvSpPr>
        <p:spPr>
          <a:xfrm>
            <a:off x="16803458" y="965000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84AADEA4-AD99-2C7A-FFA9-0C10BE825B56}"/>
              </a:ext>
            </a:extLst>
          </p:cNvPr>
          <p:cNvSpPr/>
          <p:nvPr/>
        </p:nvSpPr>
        <p:spPr>
          <a:xfrm>
            <a:off x="18428594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98B4634B-E31E-6EA5-FD6A-C411015754A6}"/>
              </a:ext>
            </a:extLst>
          </p:cNvPr>
          <p:cNvSpPr/>
          <p:nvPr/>
        </p:nvSpPr>
        <p:spPr>
          <a:xfrm>
            <a:off x="10302914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7B0446E5-7A27-5AEA-8494-F92319A14DCC}"/>
              </a:ext>
            </a:extLst>
          </p:cNvPr>
          <p:cNvSpPr/>
          <p:nvPr/>
        </p:nvSpPr>
        <p:spPr>
          <a:xfrm>
            <a:off x="20053730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19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178AAFC6-B621-2E84-4AEB-C9C1EADEEC91}"/>
              </a:ext>
            </a:extLst>
          </p:cNvPr>
          <p:cNvSpPr/>
          <p:nvPr/>
        </p:nvSpPr>
        <p:spPr>
          <a:xfrm>
            <a:off x="21678866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16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6396E444-6F21-E460-002B-0D07A1B3DA50}"/>
              </a:ext>
            </a:extLst>
          </p:cNvPr>
          <p:cNvSpPr/>
          <p:nvPr/>
        </p:nvSpPr>
        <p:spPr>
          <a:xfrm>
            <a:off x="23304000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5E657935-0AFB-7D07-4E74-3D5FC7459B9D}"/>
              </a:ext>
            </a:extLst>
          </p:cNvPr>
          <p:cNvSpPr/>
          <p:nvPr/>
        </p:nvSpPr>
        <p:spPr>
          <a:xfrm>
            <a:off x="645013" y="7130585"/>
            <a:ext cx="9543957" cy="540840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D52C4A0-9F3A-D8E7-4307-6DC16CC4E5AA}"/>
              </a:ext>
            </a:extLst>
          </p:cNvPr>
          <p:cNvSpPr/>
          <p:nvPr/>
        </p:nvSpPr>
        <p:spPr>
          <a:xfrm>
            <a:off x="13899803" y="5030253"/>
            <a:ext cx="2903655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Count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79E9434-A4A0-BBB0-5C6D-8745C42483F4}"/>
              </a:ext>
            </a:extLst>
          </p:cNvPr>
          <p:cNvSpPr/>
          <p:nvPr/>
        </p:nvSpPr>
        <p:spPr>
          <a:xfrm>
            <a:off x="17343458" y="4988071"/>
            <a:ext cx="1080000" cy="103290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7726849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2A236-89B4-23D9-AA31-B2D107F23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DCAEA748-F160-1F73-2826-867D00D88E5E}"/>
                  </a:ext>
                </a:extLst>
              </p:cNvPr>
              <p:cNvSpPr/>
              <p:nvPr/>
            </p:nvSpPr>
            <p:spPr>
              <a:xfrm>
                <a:off x="645013" y="199628"/>
                <a:ext cx="9543957" cy="13451205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partition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=0,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 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 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&amp;&amp;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&gt;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	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DCAEA748-F160-1F73-2826-867D00D88E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13" y="199628"/>
                <a:ext cx="9543957" cy="13451205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999F6989-E7A5-A381-1A47-ACEE5B4B4EED}"/>
              </a:ext>
            </a:extLst>
          </p:cNvPr>
          <p:cNvSpPr/>
          <p:nvPr/>
        </p:nvSpPr>
        <p:spPr>
          <a:xfrm>
            <a:off x="645013" y="6654810"/>
            <a:ext cx="9543957" cy="540840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E5ED840-AE6C-641F-7D76-BBFC9CF4A888}"/>
              </a:ext>
            </a:extLst>
          </p:cNvPr>
          <p:cNvGrpSpPr/>
          <p:nvPr/>
        </p:nvGrpSpPr>
        <p:grpSpPr>
          <a:xfrm>
            <a:off x="15444682" y="2470114"/>
            <a:ext cx="489236" cy="1745799"/>
            <a:chOff x="4821200" y="5585063"/>
            <a:chExt cx="489236" cy="1745799"/>
          </a:xfrm>
        </p:grpSpPr>
        <p:sp>
          <p:nvSpPr>
            <p:cNvPr id="20" name="Down Arrow 19">
              <a:extLst>
                <a:ext uri="{FF2B5EF4-FFF2-40B4-BE49-F238E27FC236}">
                  <a16:creationId xmlns:a16="http://schemas.microsoft.com/office/drawing/2014/main" id="{9CFE266B-58A1-B34C-0EED-740376850136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A64B585A-E427-59F8-EA31-5B73179E8EE9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7C6F186-0B23-9C2F-9672-04095F3D4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12500" r="-7500" b="-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9A27210-075C-D4B5-3CDD-2FC254CFCDAB}"/>
              </a:ext>
            </a:extLst>
          </p:cNvPr>
          <p:cNvGrpSpPr/>
          <p:nvPr/>
        </p:nvGrpSpPr>
        <p:grpSpPr>
          <a:xfrm>
            <a:off x="20340808" y="2470114"/>
            <a:ext cx="505843" cy="1745799"/>
            <a:chOff x="4821200" y="5585063"/>
            <a:chExt cx="505843" cy="1745799"/>
          </a:xfrm>
        </p:grpSpPr>
        <p:sp>
          <p:nvSpPr>
            <p:cNvPr id="23" name="Down Arrow 22">
              <a:extLst>
                <a:ext uri="{FF2B5EF4-FFF2-40B4-BE49-F238E27FC236}">
                  <a16:creationId xmlns:a16="http://schemas.microsoft.com/office/drawing/2014/main" id="{4CE3216D-0016-7671-4CD7-608EB95C1337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B53EB3D0-1D9F-EFD1-1CB3-833B6373BDF7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FFC9877-E7BA-9260-196D-851E930C6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5"/>
                  <a:stretch>
                    <a:fillRect l="-24390" r="-24390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11EFB0FB-B874-CF43-E386-9C9E0B8318C8}"/>
              </a:ext>
            </a:extLst>
          </p:cNvPr>
          <p:cNvSpPr/>
          <p:nvPr/>
        </p:nvSpPr>
        <p:spPr>
          <a:xfrm>
            <a:off x="11928050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917AC3F-BA79-EBC6-7882-4C05AAAFA2B3}"/>
              </a:ext>
            </a:extLst>
          </p:cNvPr>
          <p:cNvSpPr/>
          <p:nvPr/>
        </p:nvSpPr>
        <p:spPr>
          <a:xfrm>
            <a:off x="13553186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1C73E2D3-4E9D-C05C-59CD-6DAE5D94DAC9}"/>
              </a:ext>
            </a:extLst>
          </p:cNvPr>
          <p:cNvSpPr/>
          <p:nvPr/>
        </p:nvSpPr>
        <p:spPr>
          <a:xfrm>
            <a:off x="15178322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ADF0793D-318C-0F05-E553-ECF1871AD6B7}"/>
              </a:ext>
            </a:extLst>
          </p:cNvPr>
          <p:cNvSpPr/>
          <p:nvPr/>
        </p:nvSpPr>
        <p:spPr>
          <a:xfrm>
            <a:off x="16803458" y="965000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A39063C8-07E2-F10B-3026-1595725127BB}"/>
              </a:ext>
            </a:extLst>
          </p:cNvPr>
          <p:cNvSpPr/>
          <p:nvPr/>
        </p:nvSpPr>
        <p:spPr>
          <a:xfrm>
            <a:off x="18428594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BB49D97E-64B5-DC3D-E175-754AF3ACE505}"/>
              </a:ext>
            </a:extLst>
          </p:cNvPr>
          <p:cNvSpPr/>
          <p:nvPr/>
        </p:nvSpPr>
        <p:spPr>
          <a:xfrm>
            <a:off x="10302914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A3E1FFD9-D926-9FE7-59E4-4ED634668B50}"/>
              </a:ext>
            </a:extLst>
          </p:cNvPr>
          <p:cNvSpPr/>
          <p:nvPr/>
        </p:nvSpPr>
        <p:spPr>
          <a:xfrm>
            <a:off x="20053730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19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46324F10-57C6-F91D-2FED-621076EA8B86}"/>
              </a:ext>
            </a:extLst>
          </p:cNvPr>
          <p:cNvSpPr/>
          <p:nvPr/>
        </p:nvSpPr>
        <p:spPr>
          <a:xfrm>
            <a:off x="21678866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16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5485B0B9-5BFD-F275-C0BB-D0670A88049C}"/>
              </a:ext>
            </a:extLst>
          </p:cNvPr>
          <p:cNvSpPr/>
          <p:nvPr/>
        </p:nvSpPr>
        <p:spPr>
          <a:xfrm>
            <a:off x="23304000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5307D38-E75F-2332-FEA0-F6BF1AD52D1E}"/>
              </a:ext>
            </a:extLst>
          </p:cNvPr>
          <p:cNvSpPr/>
          <p:nvPr/>
        </p:nvSpPr>
        <p:spPr>
          <a:xfrm>
            <a:off x="13899803" y="5030253"/>
            <a:ext cx="2903655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Count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BA64EBE-2988-BBE1-E56D-F53F0F735A60}"/>
              </a:ext>
            </a:extLst>
          </p:cNvPr>
          <p:cNvSpPr/>
          <p:nvPr/>
        </p:nvSpPr>
        <p:spPr>
          <a:xfrm>
            <a:off x="17343458" y="4988071"/>
            <a:ext cx="1080000" cy="103290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6162929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4CB82-0A90-D2C0-C0D9-A452A5DC5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EF1C8EEA-EF3E-5DCE-8B32-8DCFFD3DFAB7}"/>
                  </a:ext>
                </a:extLst>
              </p:cNvPr>
              <p:cNvSpPr/>
              <p:nvPr/>
            </p:nvSpPr>
            <p:spPr>
              <a:xfrm>
                <a:off x="645013" y="199628"/>
                <a:ext cx="9543957" cy="13451205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partition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=0,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 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 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&amp;&amp;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&gt;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	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EF1C8EEA-EF3E-5DCE-8B32-8DCFFD3DFA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13" y="199628"/>
                <a:ext cx="9543957" cy="13451205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B3067F76-F2E6-0E12-6E1B-D8A67ADCB799}"/>
              </a:ext>
            </a:extLst>
          </p:cNvPr>
          <p:cNvSpPr/>
          <p:nvPr/>
        </p:nvSpPr>
        <p:spPr>
          <a:xfrm>
            <a:off x="645012" y="7549375"/>
            <a:ext cx="9543957" cy="540840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0BFBD67-F7CE-1FE4-8D0E-F0561A4D97C4}"/>
              </a:ext>
            </a:extLst>
          </p:cNvPr>
          <p:cNvGrpSpPr/>
          <p:nvPr/>
        </p:nvGrpSpPr>
        <p:grpSpPr>
          <a:xfrm>
            <a:off x="15444682" y="2470114"/>
            <a:ext cx="489236" cy="1745799"/>
            <a:chOff x="4821200" y="5585063"/>
            <a:chExt cx="489236" cy="1745799"/>
          </a:xfrm>
        </p:grpSpPr>
        <p:sp>
          <p:nvSpPr>
            <p:cNvPr id="20" name="Down Arrow 19">
              <a:extLst>
                <a:ext uri="{FF2B5EF4-FFF2-40B4-BE49-F238E27FC236}">
                  <a16:creationId xmlns:a16="http://schemas.microsoft.com/office/drawing/2014/main" id="{0357A864-9C16-0C8F-6D41-8CAB7687FCF7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293F9415-BB67-D47D-C9DF-EFF3D1C04C2E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7C6F186-0B23-9C2F-9672-04095F3D4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12500" r="-7500" b="-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6094B5C-9FDD-0317-C447-B697D7908650}"/>
              </a:ext>
            </a:extLst>
          </p:cNvPr>
          <p:cNvGrpSpPr/>
          <p:nvPr/>
        </p:nvGrpSpPr>
        <p:grpSpPr>
          <a:xfrm>
            <a:off x="20340808" y="2470114"/>
            <a:ext cx="505843" cy="1745799"/>
            <a:chOff x="4821200" y="5585063"/>
            <a:chExt cx="505843" cy="1745799"/>
          </a:xfrm>
        </p:grpSpPr>
        <p:sp>
          <p:nvSpPr>
            <p:cNvPr id="23" name="Down Arrow 22">
              <a:extLst>
                <a:ext uri="{FF2B5EF4-FFF2-40B4-BE49-F238E27FC236}">
                  <a16:creationId xmlns:a16="http://schemas.microsoft.com/office/drawing/2014/main" id="{4473F21E-09D0-0248-B56B-03D593C1A386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60A4B212-09D3-72C0-E611-324F85903B53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FFC9877-E7BA-9260-196D-851E930C6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5"/>
                  <a:stretch>
                    <a:fillRect l="-24390" r="-24390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64E8DC36-CE5A-1298-DEE6-71EDEB14D57C}"/>
              </a:ext>
            </a:extLst>
          </p:cNvPr>
          <p:cNvSpPr/>
          <p:nvPr/>
        </p:nvSpPr>
        <p:spPr>
          <a:xfrm>
            <a:off x="11928050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53DB1F14-8CA8-C070-B4F4-96F2F9249230}"/>
              </a:ext>
            </a:extLst>
          </p:cNvPr>
          <p:cNvSpPr/>
          <p:nvPr/>
        </p:nvSpPr>
        <p:spPr>
          <a:xfrm>
            <a:off x="13553186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56520966-D5B6-9466-11C2-711A8146C758}"/>
              </a:ext>
            </a:extLst>
          </p:cNvPr>
          <p:cNvSpPr/>
          <p:nvPr/>
        </p:nvSpPr>
        <p:spPr>
          <a:xfrm>
            <a:off x="15178322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4EA39630-6424-99C7-CE3B-1CF68541988C}"/>
              </a:ext>
            </a:extLst>
          </p:cNvPr>
          <p:cNvSpPr/>
          <p:nvPr/>
        </p:nvSpPr>
        <p:spPr>
          <a:xfrm>
            <a:off x="16803458" y="965000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7EB72AD7-E25C-E41D-D10D-6081704E0360}"/>
              </a:ext>
            </a:extLst>
          </p:cNvPr>
          <p:cNvSpPr/>
          <p:nvPr/>
        </p:nvSpPr>
        <p:spPr>
          <a:xfrm>
            <a:off x="18428594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51C2C9F0-47E5-7988-D0FD-B93C563A332B}"/>
              </a:ext>
            </a:extLst>
          </p:cNvPr>
          <p:cNvSpPr/>
          <p:nvPr/>
        </p:nvSpPr>
        <p:spPr>
          <a:xfrm>
            <a:off x="10302914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B37B6EE0-6911-4BBB-F864-95C935257C0E}"/>
              </a:ext>
            </a:extLst>
          </p:cNvPr>
          <p:cNvSpPr/>
          <p:nvPr/>
        </p:nvSpPr>
        <p:spPr>
          <a:xfrm>
            <a:off x="20053730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19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6C5D22B9-01A4-6F7F-9212-908F0FE2564F}"/>
              </a:ext>
            </a:extLst>
          </p:cNvPr>
          <p:cNvSpPr/>
          <p:nvPr/>
        </p:nvSpPr>
        <p:spPr>
          <a:xfrm>
            <a:off x="21678866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16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99D4ABD6-FC1B-00E6-36C0-A2E604ACF42B}"/>
              </a:ext>
            </a:extLst>
          </p:cNvPr>
          <p:cNvSpPr/>
          <p:nvPr/>
        </p:nvSpPr>
        <p:spPr>
          <a:xfrm>
            <a:off x="23304000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76DCD1D-A99B-EF35-42E2-204B161856B4}"/>
              </a:ext>
            </a:extLst>
          </p:cNvPr>
          <p:cNvSpPr/>
          <p:nvPr/>
        </p:nvSpPr>
        <p:spPr>
          <a:xfrm>
            <a:off x="13899803" y="5030253"/>
            <a:ext cx="2903655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Count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24F9A16-411C-D8A2-4525-D4CA42B47871}"/>
              </a:ext>
            </a:extLst>
          </p:cNvPr>
          <p:cNvSpPr/>
          <p:nvPr/>
        </p:nvSpPr>
        <p:spPr>
          <a:xfrm>
            <a:off x="17343458" y="4988071"/>
            <a:ext cx="1080000" cy="103290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354543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A0C90-4665-5BF9-F509-886AEAA66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79227AA0-2193-74CB-F577-E620357A4FED}"/>
                  </a:ext>
                </a:extLst>
              </p:cNvPr>
              <p:cNvSpPr/>
              <p:nvPr/>
            </p:nvSpPr>
            <p:spPr>
              <a:xfrm>
                <a:off x="645013" y="199628"/>
                <a:ext cx="9543957" cy="13451205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partition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=0,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 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 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&amp;&amp;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&gt;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	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79227AA0-2193-74CB-F577-E620357A4F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13" y="199628"/>
                <a:ext cx="9543957" cy="13451205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44CE24C4-1DE7-A5DB-908F-37070368CB0D}"/>
              </a:ext>
            </a:extLst>
          </p:cNvPr>
          <p:cNvGrpSpPr/>
          <p:nvPr/>
        </p:nvGrpSpPr>
        <p:grpSpPr>
          <a:xfrm>
            <a:off x="15444682" y="2470114"/>
            <a:ext cx="489236" cy="1745799"/>
            <a:chOff x="4821200" y="5585063"/>
            <a:chExt cx="489236" cy="1745799"/>
          </a:xfrm>
        </p:grpSpPr>
        <p:sp>
          <p:nvSpPr>
            <p:cNvPr id="20" name="Down Arrow 19">
              <a:extLst>
                <a:ext uri="{FF2B5EF4-FFF2-40B4-BE49-F238E27FC236}">
                  <a16:creationId xmlns:a16="http://schemas.microsoft.com/office/drawing/2014/main" id="{17F75956-0DFE-84EB-1850-FC98916AE870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797BD40-C2D3-48DD-63BD-1351EA3D5FB4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7C6F186-0B23-9C2F-9672-04095F3D4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12500" r="-7500" b="-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7B566FD-2E93-3028-EE9A-2528CDEA6C92}"/>
              </a:ext>
            </a:extLst>
          </p:cNvPr>
          <p:cNvGrpSpPr/>
          <p:nvPr/>
        </p:nvGrpSpPr>
        <p:grpSpPr>
          <a:xfrm>
            <a:off x="20340808" y="2470114"/>
            <a:ext cx="505843" cy="1745799"/>
            <a:chOff x="4821200" y="5585063"/>
            <a:chExt cx="505843" cy="1745799"/>
          </a:xfrm>
        </p:grpSpPr>
        <p:sp>
          <p:nvSpPr>
            <p:cNvPr id="23" name="Down Arrow 22">
              <a:extLst>
                <a:ext uri="{FF2B5EF4-FFF2-40B4-BE49-F238E27FC236}">
                  <a16:creationId xmlns:a16="http://schemas.microsoft.com/office/drawing/2014/main" id="{F0CA0291-642A-EAFF-56B1-B4EF604599C6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858E029-0E3B-7F5F-97C0-C12EEE53CA3D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FFC9877-E7BA-9260-196D-851E930C6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5"/>
                  <a:stretch>
                    <a:fillRect l="-24390" r="-24390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6E970ACC-129F-70CE-1CC0-CED1C8186C3F}"/>
              </a:ext>
            </a:extLst>
          </p:cNvPr>
          <p:cNvSpPr/>
          <p:nvPr/>
        </p:nvSpPr>
        <p:spPr>
          <a:xfrm>
            <a:off x="11928050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ED7E050D-780B-D182-0C39-2069D1727735}"/>
              </a:ext>
            </a:extLst>
          </p:cNvPr>
          <p:cNvSpPr/>
          <p:nvPr/>
        </p:nvSpPr>
        <p:spPr>
          <a:xfrm>
            <a:off x="13553186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C161FF1E-D1BC-7477-7339-E1E038339493}"/>
              </a:ext>
            </a:extLst>
          </p:cNvPr>
          <p:cNvSpPr/>
          <p:nvPr/>
        </p:nvSpPr>
        <p:spPr>
          <a:xfrm>
            <a:off x="15178322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6C1DB1A4-931D-3416-5869-2A352696C8C4}"/>
              </a:ext>
            </a:extLst>
          </p:cNvPr>
          <p:cNvSpPr/>
          <p:nvPr/>
        </p:nvSpPr>
        <p:spPr>
          <a:xfrm>
            <a:off x="16803458" y="965000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4E3589DC-740B-AD53-60EC-5873D46B014F}"/>
              </a:ext>
            </a:extLst>
          </p:cNvPr>
          <p:cNvSpPr/>
          <p:nvPr/>
        </p:nvSpPr>
        <p:spPr>
          <a:xfrm>
            <a:off x="18428594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8B7AA54D-7F1A-BC5F-47BB-C5884959979A}"/>
              </a:ext>
            </a:extLst>
          </p:cNvPr>
          <p:cNvSpPr/>
          <p:nvPr/>
        </p:nvSpPr>
        <p:spPr>
          <a:xfrm>
            <a:off x="10302914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423D83A0-11E1-A2A8-76B0-7A9B5F10C20D}"/>
              </a:ext>
            </a:extLst>
          </p:cNvPr>
          <p:cNvSpPr/>
          <p:nvPr/>
        </p:nvSpPr>
        <p:spPr>
          <a:xfrm>
            <a:off x="20053730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19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C05C87EC-B97F-E652-255C-5C671289E8D6}"/>
              </a:ext>
            </a:extLst>
          </p:cNvPr>
          <p:cNvSpPr/>
          <p:nvPr/>
        </p:nvSpPr>
        <p:spPr>
          <a:xfrm>
            <a:off x="21678866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16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4ABBE3FF-9F6E-42F8-8ED8-008E613BD603}"/>
              </a:ext>
            </a:extLst>
          </p:cNvPr>
          <p:cNvSpPr/>
          <p:nvPr/>
        </p:nvSpPr>
        <p:spPr>
          <a:xfrm>
            <a:off x="23304000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01877686-0C3F-F1A1-6F30-51AAA400314D}"/>
              </a:ext>
            </a:extLst>
          </p:cNvPr>
          <p:cNvSpPr/>
          <p:nvPr/>
        </p:nvSpPr>
        <p:spPr>
          <a:xfrm>
            <a:off x="645012" y="7955775"/>
            <a:ext cx="9543957" cy="540840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5122A2B-B51B-3A3B-3E3B-B1FCCF124F39}"/>
              </a:ext>
            </a:extLst>
          </p:cNvPr>
          <p:cNvSpPr/>
          <p:nvPr/>
        </p:nvSpPr>
        <p:spPr>
          <a:xfrm>
            <a:off x="13899803" y="5030253"/>
            <a:ext cx="2903655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Count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60D9AE3-20F7-6C89-8992-EA135A83A8DC}"/>
              </a:ext>
            </a:extLst>
          </p:cNvPr>
          <p:cNvSpPr/>
          <p:nvPr/>
        </p:nvSpPr>
        <p:spPr>
          <a:xfrm>
            <a:off x="17343458" y="4988071"/>
            <a:ext cx="1080000" cy="103290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604099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806D5-04B5-0E9D-22C1-960832B39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BB7E7A11-BE8B-E983-70A4-A0BAFA3F3A8F}"/>
                  </a:ext>
                </a:extLst>
              </p:cNvPr>
              <p:cNvSpPr/>
              <p:nvPr/>
            </p:nvSpPr>
            <p:spPr>
              <a:xfrm>
                <a:off x="645013" y="199628"/>
                <a:ext cx="9543957" cy="13451205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partition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=0,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 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 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&amp;&amp;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&gt;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	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BB7E7A11-BE8B-E983-70A4-A0BAFA3F3A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13" y="199628"/>
                <a:ext cx="9543957" cy="13451205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3D61B9C8-D21E-29D1-79DA-8472CA22B0E2}"/>
              </a:ext>
            </a:extLst>
          </p:cNvPr>
          <p:cNvSpPr/>
          <p:nvPr/>
        </p:nvSpPr>
        <p:spPr>
          <a:xfrm>
            <a:off x="645013" y="7549376"/>
            <a:ext cx="9543957" cy="540840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1980C15-D0AE-1777-D996-9E38A272691C}"/>
              </a:ext>
            </a:extLst>
          </p:cNvPr>
          <p:cNvGrpSpPr/>
          <p:nvPr/>
        </p:nvGrpSpPr>
        <p:grpSpPr>
          <a:xfrm>
            <a:off x="15444682" y="2470114"/>
            <a:ext cx="489236" cy="1745799"/>
            <a:chOff x="4821200" y="5585063"/>
            <a:chExt cx="489236" cy="1745799"/>
          </a:xfrm>
        </p:grpSpPr>
        <p:sp>
          <p:nvSpPr>
            <p:cNvPr id="20" name="Down Arrow 19">
              <a:extLst>
                <a:ext uri="{FF2B5EF4-FFF2-40B4-BE49-F238E27FC236}">
                  <a16:creationId xmlns:a16="http://schemas.microsoft.com/office/drawing/2014/main" id="{8D3EC2CF-A37A-F44F-7037-4632DB311EB9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A0F3D22-FF39-CD7A-B8FB-3E66A11CBC59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7C6F186-0B23-9C2F-9672-04095F3D4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12500" r="-7500" b="-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B75CF56-42AD-CE41-8C58-30449849FDA7}"/>
              </a:ext>
            </a:extLst>
          </p:cNvPr>
          <p:cNvGrpSpPr/>
          <p:nvPr/>
        </p:nvGrpSpPr>
        <p:grpSpPr>
          <a:xfrm>
            <a:off x="21965944" y="2470114"/>
            <a:ext cx="505843" cy="1745799"/>
            <a:chOff x="4821200" y="5585063"/>
            <a:chExt cx="505843" cy="1745799"/>
          </a:xfrm>
        </p:grpSpPr>
        <p:sp>
          <p:nvSpPr>
            <p:cNvPr id="23" name="Down Arrow 22">
              <a:extLst>
                <a:ext uri="{FF2B5EF4-FFF2-40B4-BE49-F238E27FC236}">
                  <a16:creationId xmlns:a16="http://schemas.microsoft.com/office/drawing/2014/main" id="{0F84AB3E-42AE-E8C0-4F19-B3930D45F7B8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1A2B96CF-0E9F-877E-54AF-BF39EEAA6A5F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FFC9877-E7BA-9260-196D-851E930C6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5"/>
                  <a:stretch>
                    <a:fillRect l="-24390" r="-24390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F20FFE73-AAFC-4B14-FAF3-3259052F3534}"/>
              </a:ext>
            </a:extLst>
          </p:cNvPr>
          <p:cNvSpPr/>
          <p:nvPr/>
        </p:nvSpPr>
        <p:spPr>
          <a:xfrm>
            <a:off x="11928050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8A15A349-163B-C62A-C089-EFBE58027A3D}"/>
              </a:ext>
            </a:extLst>
          </p:cNvPr>
          <p:cNvSpPr/>
          <p:nvPr/>
        </p:nvSpPr>
        <p:spPr>
          <a:xfrm>
            <a:off x="13553186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F5EF57B7-11CB-A4CB-D035-54646A97A0ED}"/>
              </a:ext>
            </a:extLst>
          </p:cNvPr>
          <p:cNvSpPr/>
          <p:nvPr/>
        </p:nvSpPr>
        <p:spPr>
          <a:xfrm>
            <a:off x="15178322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B52310AB-B47C-E971-333E-FCD35C196FD2}"/>
              </a:ext>
            </a:extLst>
          </p:cNvPr>
          <p:cNvSpPr/>
          <p:nvPr/>
        </p:nvSpPr>
        <p:spPr>
          <a:xfrm>
            <a:off x="16803458" y="965000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791ADDE1-C04C-5119-BFE4-0EB65553EECF}"/>
              </a:ext>
            </a:extLst>
          </p:cNvPr>
          <p:cNvSpPr/>
          <p:nvPr/>
        </p:nvSpPr>
        <p:spPr>
          <a:xfrm>
            <a:off x="18428594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77EA667C-AEE0-6971-0F57-6140F9BF75AF}"/>
              </a:ext>
            </a:extLst>
          </p:cNvPr>
          <p:cNvSpPr/>
          <p:nvPr/>
        </p:nvSpPr>
        <p:spPr>
          <a:xfrm>
            <a:off x="10302914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6FE606C1-FC51-75E0-A16B-6B189E1320AD}"/>
              </a:ext>
            </a:extLst>
          </p:cNvPr>
          <p:cNvSpPr/>
          <p:nvPr/>
        </p:nvSpPr>
        <p:spPr>
          <a:xfrm>
            <a:off x="20053730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19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62085D79-896A-A355-E0CB-52FD0598EDC4}"/>
              </a:ext>
            </a:extLst>
          </p:cNvPr>
          <p:cNvSpPr/>
          <p:nvPr/>
        </p:nvSpPr>
        <p:spPr>
          <a:xfrm>
            <a:off x="21678866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16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D0C099A4-12F9-AC6C-3783-5143DF568DC1}"/>
              </a:ext>
            </a:extLst>
          </p:cNvPr>
          <p:cNvSpPr/>
          <p:nvPr/>
        </p:nvSpPr>
        <p:spPr>
          <a:xfrm>
            <a:off x="23304000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BB978AC-77EF-7AA7-B90E-FD08DDC4F7F5}"/>
              </a:ext>
            </a:extLst>
          </p:cNvPr>
          <p:cNvSpPr/>
          <p:nvPr/>
        </p:nvSpPr>
        <p:spPr>
          <a:xfrm>
            <a:off x="13899803" y="5030253"/>
            <a:ext cx="2903655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Count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E0BFF78-5AB4-A11B-7D21-F4C13A8CE0C4}"/>
              </a:ext>
            </a:extLst>
          </p:cNvPr>
          <p:cNvSpPr/>
          <p:nvPr/>
        </p:nvSpPr>
        <p:spPr>
          <a:xfrm>
            <a:off x="17343458" y="4988071"/>
            <a:ext cx="1080000" cy="103290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6292475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81C27-6F26-7B54-3268-376C29177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0181B3E8-A9A4-8EE6-432B-329C344034D6}"/>
                  </a:ext>
                </a:extLst>
              </p:cNvPr>
              <p:cNvSpPr/>
              <p:nvPr/>
            </p:nvSpPr>
            <p:spPr>
              <a:xfrm>
                <a:off x="645013" y="199628"/>
                <a:ext cx="9543957" cy="13451205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partition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=0,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 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 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&amp;&amp;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&gt;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	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0181B3E8-A9A4-8EE6-432B-329C344034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13" y="199628"/>
                <a:ext cx="9543957" cy="13451205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B2BED6B2-DE01-5929-F2A0-E9DAE2D41BF8}"/>
              </a:ext>
            </a:extLst>
          </p:cNvPr>
          <p:cNvGrpSpPr/>
          <p:nvPr/>
        </p:nvGrpSpPr>
        <p:grpSpPr>
          <a:xfrm>
            <a:off x="15444682" y="2470114"/>
            <a:ext cx="489236" cy="1745799"/>
            <a:chOff x="4821200" y="5585063"/>
            <a:chExt cx="489236" cy="1745799"/>
          </a:xfrm>
        </p:grpSpPr>
        <p:sp>
          <p:nvSpPr>
            <p:cNvPr id="20" name="Down Arrow 19">
              <a:extLst>
                <a:ext uri="{FF2B5EF4-FFF2-40B4-BE49-F238E27FC236}">
                  <a16:creationId xmlns:a16="http://schemas.microsoft.com/office/drawing/2014/main" id="{B49A9DF6-9F58-99B3-A81F-17733919C6CF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4B36DE4-B187-0681-35C9-D688BA1A2B30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7C6F186-0B23-9C2F-9672-04095F3D4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12500" r="-7500" b="-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E206D86-5779-2DB0-E5AF-13052C26FF69}"/>
              </a:ext>
            </a:extLst>
          </p:cNvPr>
          <p:cNvGrpSpPr/>
          <p:nvPr/>
        </p:nvGrpSpPr>
        <p:grpSpPr>
          <a:xfrm>
            <a:off x="21965944" y="2470114"/>
            <a:ext cx="505843" cy="1745799"/>
            <a:chOff x="4821200" y="5585063"/>
            <a:chExt cx="505843" cy="1745799"/>
          </a:xfrm>
        </p:grpSpPr>
        <p:sp>
          <p:nvSpPr>
            <p:cNvPr id="23" name="Down Arrow 22">
              <a:extLst>
                <a:ext uri="{FF2B5EF4-FFF2-40B4-BE49-F238E27FC236}">
                  <a16:creationId xmlns:a16="http://schemas.microsoft.com/office/drawing/2014/main" id="{27363580-1D78-628A-66DA-8A2B31F94C1D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DFD17F26-CCC2-2FC2-E37E-C48568F8358E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FFC9877-E7BA-9260-196D-851E930C6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5"/>
                  <a:stretch>
                    <a:fillRect l="-24390" r="-24390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0003D7C0-4038-003C-AA70-45DF03BEEA46}"/>
              </a:ext>
            </a:extLst>
          </p:cNvPr>
          <p:cNvSpPr/>
          <p:nvPr/>
        </p:nvSpPr>
        <p:spPr>
          <a:xfrm>
            <a:off x="11928050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0F528090-D679-300A-8E52-5BBBC57702EB}"/>
              </a:ext>
            </a:extLst>
          </p:cNvPr>
          <p:cNvSpPr/>
          <p:nvPr/>
        </p:nvSpPr>
        <p:spPr>
          <a:xfrm>
            <a:off x="13553186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8D3318B2-32C2-BFDE-6F0C-9CF10DDFCA84}"/>
              </a:ext>
            </a:extLst>
          </p:cNvPr>
          <p:cNvSpPr/>
          <p:nvPr/>
        </p:nvSpPr>
        <p:spPr>
          <a:xfrm>
            <a:off x="15178322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A5ED54AD-3F48-8827-FCB5-4C53A0F43684}"/>
              </a:ext>
            </a:extLst>
          </p:cNvPr>
          <p:cNvSpPr/>
          <p:nvPr/>
        </p:nvSpPr>
        <p:spPr>
          <a:xfrm>
            <a:off x="16803458" y="965000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EAF2E2CE-377C-B4B6-1B63-4DCBE01F67F8}"/>
              </a:ext>
            </a:extLst>
          </p:cNvPr>
          <p:cNvSpPr/>
          <p:nvPr/>
        </p:nvSpPr>
        <p:spPr>
          <a:xfrm>
            <a:off x="18428594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E158890F-9DDB-CE89-254B-A24766D9DFA2}"/>
              </a:ext>
            </a:extLst>
          </p:cNvPr>
          <p:cNvSpPr/>
          <p:nvPr/>
        </p:nvSpPr>
        <p:spPr>
          <a:xfrm>
            <a:off x="10302914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DA1BEF48-FBA7-0919-5A19-AD53E03754FE}"/>
              </a:ext>
            </a:extLst>
          </p:cNvPr>
          <p:cNvSpPr/>
          <p:nvPr/>
        </p:nvSpPr>
        <p:spPr>
          <a:xfrm>
            <a:off x="20053730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19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1B24E151-6C61-8AA3-5571-79152A748BE1}"/>
              </a:ext>
            </a:extLst>
          </p:cNvPr>
          <p:cNvSpPr/>
          <p:nvPr/>
        </p:nvSpPr>
        <p:spPr>
          <a:xfrm>
            <a:off x="21678866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16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58B9A0C8-409F-D6AB-EAF8-E82733F76C61}"/>
              </a:ext>
            </a:extLst>
          </p:cNvPr>
          <p:cNvSpPr/>
          <p:nvPr/>
        </p:nvSpPr>
        <p:spPr>
          <a:xfrm>
            <a:off x="23304000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08526EBF-4EC2-BC20-0304-0F02F3EFF1A7}"/>
              </a:ext>
            </a:extLst>
          </p:cNvPr>
          <p:cNvSpPr/>
          <p:nvPr/>
        </p:nvSpPr>
        <p:spPr>
          <a:xfrm>
            <a:off x="645013" y="7971883"/>
            <a:ext cx="9543957" cy="540840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02694C2-709D-AF3C-1F97-E396CF512AB1}"/>
              </a:ext>
            </a:extLst>
          </p:cNvPr>
          <p:cNvSpPr/>
          <p:nvPr/>
        </p:nvSpPr>
        <p:spPr>
          <a:xfrm>
            <a:off x="13899803" y="5030253"/>
            <a:ext cx="2903655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Count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D32EDD1-79DD-C05D-C2BD-CF8D34A45C6F}"/>
              </a:ext>
            </a:extLst>
          </p:cNvPr>
          <p:cNvSpPr/>
          <p:nvPr/>
        </p:nvSpPr>
        <p:spPr>
          <a:xfrm>
            <a:off x="17343458" y="4988071"/>
            <a:ext cx="1080000" cy="103290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265044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90D50-64BA-A3E4-6D6C-49A7462B3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3D836B60-1B4B-D886-6256-624B5766118A}"/>
                  </a:ext>
                </a:extLst>
              </p:cNvPr>
              <p:cNvSpPr/>
              <p:nvPr/>
            </p:nvSpPr>
            <p:spPr>
              <a:xfrm>
                <a:off x="645013" y="199628"/>
                <a:ext cx="9543957" cy="13451205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partition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=0,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 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 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&amp;&amp;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&gt;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	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3D836B60-1B4B-D886-6256-624B576611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13" y="199628"/>
                <a:ext cx="9543957" cy="13451205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72753467-B0A2-D991-DDB9-87EED0A1E7EF}"/>
              </a:ext>
            </a:extLst>
          </p:cNvPr>
          <p:cNvSpPr/>
          <p:nvPr/>
        </p:nvSpPr>
        <p:spPr>
          <a:xfrm>
            <a:off x="645013" y="7527073"/>
            <a:ext cx="9543957" cy="540840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9785042-1B65-B979-E805-87C24100715B}"/>
              </a:ext>
            </a:extLst>
          </p:cNvPr>
          <p:cNvGrpSpPr/>
          <p:nvPr/>
        </p:nvGrpSpPr>
        <p:grpSpPr>
          <a:xfrm>
            <a:off x="15444682" y="2470114"/>
            <a:ext cx="489236" cy="1745799"/>
            <a:chOff x="4821200" y="5585063"/>
            <a:chExt cx="489236" cy="1745799"/>
          </a:xfrm>
        </p:grpSpPr>
        <p:sp>
          <p:nvSpPr>
            <p:cNvPr id="20" name="Down Arrow 19">
              <a:extLst>
                <a:ext uri="{FF2B5EF4-FFF2-40B4-BE49-F238E27FC236}">
                  <a16:creationId xmlns:a16="http://schemas.microsoft.com/office/drawing/2014/main" id="{0471FFBD-36EF-C929-B383-E736FDD153B4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530EF0C-A46B-6B24-D023-FB0BFB45CFB0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7C6F186-0B23-9C2F-9672-04095F3D4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12500" r="-7500" b="-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7177DFD-D6B5-74C7-9F8B-ADF38B3FEAEF}"/>
              </a:ext>
            </a:extLst>
          </p:cNvPr>
          <p:cNvGrpSpPr/>
          <p:nvPr/>
        </p:nvGrpSpPr>
        <p:grpSpPr>
          <a:xfrm>
            <a:off x="23591078" y="2470114"/>
            <a:ext cx="505843" cy="1745799"/>
            <a:chOff x="4821200" y="5585063"/>
            <a:chExt cx="505843" cy="1745799"/>
          </a:xfrm>
        </p:grpSpPr>
        <p:sp>
          <p:nvSpPr>
            <p:cNvPr id="23" name="Down Arrow 22">
              <a:extLst>
                <a:ext uri="{FF2B5EF4-FFF2-40B4-BE49-F238E27FC236}">
                  <a16:creationId xmlns:a16="http://schemas.microsoft.com/office/drawing/2014/main" id="{0A2B7545-FCB5-B3FD-7F44-6F05D199FC06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98151FE8-B505-CC74-9462-5EBFEE0F4F54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FFC9877-E7BA-9260-196D-851E930C6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5"/>
                  <a:stretch>
                    <a:fillRect l="-24390" r="-24390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0A55B61A-C0AC-DF03-A4B7-B6CA26D70B39}"/>
              </a:ext>
            </a:extLst>
          </p:cNvPr>
          <p:cNvSpPr/>
          <p:nvPr/>
        </p:nvSpPr>
        <p:spPr>
          <a:xfrm>
            <a:off x="11928050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AF905079-3B0F-2786-76A2-2DCB68635A64}"/>
              </a:ext>
            </a:extLst>
          </p:cNvPr>
          <p:cNvSpPr/>
          <p:nvPr/>
        </p:nvSpPr>
        <p:spPr>
          <a:xfrm>
            <a:off x="13553186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F8478858-8885-ACC6-1779-148EBC621382}"/>
              </a:ext>
            </a:extLst>
          </p:cNvPr>
          <p:cNvSpPr/>
          <p:nvPr/>
        </p:nvSpPr>
        <p:spPr>
          <a:xfrm>
            <a:off x="15178322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BE52B20B-914A-62A6-1F4D-D6B186DF59A2}"/>
              </a:ext>
            </a:extLst>
          </p:cNvPr>
          <p:cNvSpPr/>
          <p:nvPr/>
        </p:nvSpPr>
        <p:spPr>
          <a:xfrm>
            <a:off x="16803458" y="965000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F722B277-434B-5FCC-22D9-6824FDA78A09}"/>
              </a:ext>
            </a:extLst>
          </p:cNvPr>
          <p:cNvSpPr/>
          <p:nvPr/>
        </p:nvSpPr>
        <p:spPr>
          <a:xfrm>
            <a:off x="18428594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C6A11ADA-DC10-C72E-512B-041FFB7C8C05}"/>
              </a:ext>
            </a:extLst>
          </p:cNvPr>
          <p:cNvSpPr/>
          <p:nvPr/>
        </p:nvSpPr>
        <p:spPr>
          <a:xfrm>
            <a:off x="10302914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010C13E-D50B-E6C3-F5CE-B5377AB6B848}"/>
              </a:ext>
            </a:extLst>
          </p:cNvPr>
          <p:cNvSpPr/>
          <p:nvPr/>
        </p:nvSpPr>
        <p:spPr>
          <a:xfrm>
            <a:off x="20053730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19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6129CDEF-1475-E999-FC85-0DBCA64CE9EC}"/>
              </a:ext>
            </a:extLst>
          </p:cNvPr>
          <p:cNvSpPr/>
          <p:nvPr/>
        </p:nvSpPr>
        <p:spPr>
          <a:xfrm>
            <a:off x="21678866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16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97555B2C-962E-AD4C-875E-10DF73C5AAA7}"/>
              </a:ext>
            </a:extLst>
          </p:cNvPr>
          <p:cNvSpPr/>
          <p:nvPr/>
        </p:nvSpPr>
        <p:spPr>
          <a:xfrm>
            <a:off x="23304000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9AEA3A8-434C-05DD-B45E-7D63CA7A2010}"/>
              </a:ext>
            </a:extLst>
          </p:cNvPr>
          <p:cNvSpPr/>
          <p:nvPr/>
        </p:nvSpPr>
        <p:spPr>
          <a:xfrm>
            <a:off x="13899803" y="5030253"/>
            <a:ext cx="2903655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Count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53213BE-F20E-F733-3FDE-CD7DD1264334}"/>
              </a:ext>
            </a:extLst>
          </p:cNvPr>
          <p:cNvSpPr/>
          <p:nvPr/>
        </p:nvSpPr>
        <p:spPr>
          <a:xfrm>
            <a:off x="17343458" y="4988071"/>
            <a:ext cx="1080000" cy="103290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990361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8CFE0-34AA-E44C-DF52-CDE0CCE83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7E7491AC-5C6A-F2C2-BE8E-E419673437AB}"/>
                  </a:ext>
                </a:extLst>
              </p:cNvPr>
              <p:cNvSpPr/>
              <p:nvPr/>
            </p:nvSpPr>
            <p:spPr>
              <a:xfrm>
                <a:off x="645013" y="199628"/>
                <a:ext cx="9543957" cy="13451205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partition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=0,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 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 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&amp;&amp;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&gt;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	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7E7491AC-5C6A-F2C2-BE8E-E419673437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13" y="199628"/>
                <a:ext cx="9543957" cy="13451205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8A3A6478-3379-DD17-481E-98716CAC1BFD}"/>
              </a:ext>
            </a:extLst>
          </p:cNvPr>
          <p:cNvGrpSpPr/>
          <p:nvPr/>
        </p:nvGrpSpPr>
        <p:grpSpPr>
          <a:xfrm>
            <a:off x="15444682" y="2470114"/>
            <a:ext cx="489236" cy="1745799"/>
            <a:chOff x="4821200" y="5585063"/>
            <a:chExt cx="489236" cy="1745799"/>
          </a:xfrm>
        </p:grpSpPr>
        <p:sp>
          <p:nvSpPr>
            <p:cNvPr id="20" name="Down Arrow 19">
              <a:extLst>
                <a:ext uri="{FF2B5EF4-FFF2-40B4-BE49-F238E27FC236}">
                  <a16:creationId xmlns:a16="http://schemas.microsoft.com/office/drawing/2014/main" id="{01654CA8-62CB-E638-D4A6-D3445396D795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7E7CF02C-953F-742C-AE0D-CDF5E6C03F4D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7C6F186-0B23-9C2F-9672-04095F3D4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12500" r="-7500" b="-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85444FF-D0EF-C0FB-9433-9BFF3709CCFF}"/>
              </a:ext>
            </a:extLst>
          </p:cNvPr>
          <p:cNvGrpSpPr/>
          <p:nvPr/>
        </p:nvGrpSpPr>
        <p:grpSpPr>
          <a:xfrm>
            <a:off x="23591078" y="2470114"/>
            <a:ext cx="505843" cy="1745799"/>
            <a:chOff x="4821200" y="5585063"/>
            <a:chExt cx="505843" cy="1745799"/>
          </a:xfrm>
        </p:grpSpPr>
        <p:sp>
          <p:nvSpPr>
            <p:cNvPr id="23" name="Down Arrow 22">
              <a:extLst>
                <a:ext uri="{FF2B5EF4-FFF2-40B4-BE49-F238E27FC236}">
                  <a16:creationId xmlns:a16="http://schemas.microsoft.com/office/drawing/2014/main" id="{BD840F67-E4CC-6816-8312-999D824C1B91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9C90875D-A059-5821-67D5-6A017AB13177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FFC9877-E7BA-9260-196D-851E930C6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5"/>
                  <a:stretch>
                    <a:fillRect l="-24390" r="-24390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7398AACD-0B6E-70AB-6FE1-D92F08095375}"/>
              </a:ext>
            </a:extLst>
          </p:cNvPr>
          <p:cNvSpPr/>
          <p:nvPr/>
        </p:nvSpPr>
        <p:spPr>
          <a:xfrm>
            <a:off x="11928050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5C39F1F9-168E-E178-B72E-4CA4DF5C34BD}"/>
              </a:ext>
            </a:extLst>
          </p:cNvPr>
          <p:cNvSpPr/>
          <p:nvPr/>
        </p:nvSpPr>
        <p:spPr>
          <a:xfrm>
            <a:off x="13553186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3A758D20-456D-B204-1719-35E3F9C89C30}"/>
              </a:ext>
            </a:extLst>
          </p:cNvPr>
          <p:cNvSpPr/>
          <p:nvPr/>
        </p:nvSpPr>
        <p:spPr>
          <a:xfrm>
            <a:off x="15178322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E1C7F7E0-1B56-243F-1B41-3525C67596D4}"/>
              </a:ext>
            </a:extLst>
          </p:cNvPr>
          <p:cNvSpPr/>
          <p:nvPr/>
        </p:nvSpPr>
        <p:spPr>
          <a:xfrm>
            <a:off x="16803458" y="965000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83C1934B-DA37-D3D9-75E9-25AF329A3859}"/>
              </a:ext>
            </a:extLst>
          </p:cNvPr>
          <p:cNvSpPr/>
          <p:nvPr/>
        </p:nvSpPr>
        <p:spPr>
          <a:xfrm>
            <a:off x="18428594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E471F78B-AA94-A2E7-6CC9-471620AB3620}"/>
              </a:ext>
            </a:extLst>
          </p:cNvPr>
          <p:cNvSpPr/>
          <p:nvPr/>
        </p:nvSpPr>
        <p:spPr>
          <a:xfrm>
            <a:off x="10302914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4E1445ED-F676-9E4C-FB6B-D6851EC1B10C}"/>
              </a:ext>
            </a:extLst>
          </p:cNvPr>
          <p:cNvSpPr/>
          <p:nvPr/>
        </p:nvSpPr>
        <p:spPr>
          <a:xfrm>
            <a:off x="20053730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19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FF4509F3-8054-8B43-114D-16CBC3E0245B}"/>
              </a:ext>
            </a:extLst>
          </p:cNvPr>
          <p:cNvSpPr/>
          <p:nvPr/>
        </p:nvSpPr>
        <p:spPr>
          <a:xfrm>
            <a:off x="21678866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16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BA4BE9C5-2BCA-8FE3-6E71-99AB6B31027C}"/>
              </a:ext>
            </a:extLst>
          </p:cNvPr>
          <p:cNvSpPr/>
          <p:nvPr/>
        </p:nvSpPr>
        <p:spPr>
          <a:xfrm>
            <a:off x="23304000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53293F60-38CA-5210-BCC7-9F41E7D51426}"/>
              </a:ext>
            </a:extLst>
          </p:cNvPr>
          <p:cNvSpPr/>
          <p:nvPr/>
        </p:nvSpPr>
        <p:spPr>
          <a:xfrm>
            <a:off x="645012" y="8342971"/>
            <a:ext cx="9543957" cy="540840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C134BA-8F69-A043-E081-CCA6E3AA7E5E}"/>
              </a:ext>
            </a:extLst>
          </p:cNvPr>
          <p:cNvSpPr/>
          <p:nvPr/>
        </p:nvSpPr>
        <p:spPr>
          <a:xfrm>
            <a:off x="13899803" y="5030253"/>
            <a:ext cx="2903655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Count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8D2CEDB-E634-7E7F-F9D4-CB1CDEF61824}"/>
              </a:ext>
            </a:extLst>
          </p:cNvPr>
          <p:cNvSpPr/>
          <p:nvPr/>
        </p:nvSpPr>
        <p:spPr>
          <a:xfrm>
            <a:off x="17343458" y="4988071"/>
            <a:ext cx="1080000" cy="103290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527809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C111B-F7A6-64B3-7A81-0DF50A286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ED8EB928-54C8-CB62-828F-4C235F78FCFD}"/>
                  </a:ext>
                </a:extLst>
              </p:cNvPr>
              <p:cNvSpPr/>
              <p:nvPr/>
            </p:nvSpPr>
            <p:spPr>
              <a:xfrm>
                <a:off x="645013" y="199628"/>
                <a:ext cx="9543957" cy="13451205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partition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=0,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 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 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&amp;&amp;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&gt;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	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ED8EB928-54C8-CB62-828F-4C235F78FC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13" y="199628"/>
                <a:ext cx="9543957" cy="13451205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5EFBFF50-4323-35CA-2165-A6C93164AC28}"/>
              </a:ext>
            </a:extLst>
          </p:cNvPr>
          <p:cNvGrpSpPr/>
          <p:nvPr/>
        </p:nvGrpSpPr>
        <p:grpSpPr>
          <a:xfrm>
            <a:off x="17098840" y="2470114"/>
            <a:ext cx="489236" cy="1745799"/>
            <a:chOff x="4821200" y="5585063"/>
            <a:chExt cx="489236" cy="1745799"/>
          </a:xfrm>
        </p:grpSpPr>
        <p:sp>
          <p:nvSpPr>
            <p:cNvPr id="20" name="Down Arrow 19">
              <a:extLst>
                <a:ext uri="{FF2B5EF4-FFF2-40B4-BE49-F238E27FC236}">
                  <a16:creationId xmlns:a16="http://schemas.microsoft.com/office/drawing/2014/main" id="{3BF12213-6AE6-A744-F6AA-648772469333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FD4F84F-63E7-93F3-095D-54DF0559D463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7C6F186-0B23-9C2F-9672-04095F3D4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12500" r="-7500" b="-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BB127EA-4E73-9476-E618-FF28F7EA9873}"/>
              </a:ext>
            </a:extLst>
          </p:cNvPr>
          <p:cNvGrpSpPr/>
          <p:nvPr/>
        </p:nvGrpSpPr>
        <p:grpSpPr>
          <a:xfrm>
            <a:off x="24683278" y="2470114"/>
            <a:ext cx="505843" cy="1745799"/>
            <a:chOff x="4821200" y="5585063"/>
            <a:chExt cx="505843" cy="1745799"/>
          </a:xfrm>
        </p:grpSpPr>
        <p:sp>
          <p:nvSpPr>
            <p:cNvPr id="23" name="Down Arrow 22">
              <a:extLst>
                <a:ext uri="{FF2B5EF4-FFF2-40B4-BE49-F238E27FC236}">
                  <a16:creationId xmlns:a16="http://schemas.microsoft.com/office/drawing/2014/main" id="{93B37FC2-F489-8E92-3441-802C052E79F4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097C9D58-75AA-E36B-9951-2D9F43063D5B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FFC9877-E7BA-9260-196D-851E930C6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5"/>
                  <a:stretch>
                    <a:fillRect l="-24390" r="-24390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362586F2-B7F9-B080-F3CC-B0423516DEF6}"/>
              </a:ext>
            </a:extLst>
          </p:cNvPr>
          <p:cNvSpPr/>
          <p:nvPr/>
        </p:nvSpPr>
        <p:spPr>
          <a:xfrm>
            <a:off x="11928050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7F7BA3AB-D558-9DDC-B7BF-633C618006AE}"/>
              </a:ext>
            </a:extLst>
          </p:cNvPr>
          <p:cNvSpPr/>
          <p:nvPr/>
        </p:nvSpPr>
        <p:spPr>
          <a:xfrm>
            <a:off x="13553186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AA4A87C-0C42-F6CC-1A28-BD244AC09CCB}"/>
              </a:ext>
            </a:extLst>
          </p:cNvPr>
          <p:cNvSpPr/>
          <p:nvPr/>
        </p:nvSpPr>
        <p:spPr>
          <a:xfrm>
            <a:off x="15178322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045964DE-0BBB-42EE-88B7-AEAA44E2FE69}"/>
              </a:ext>
            </a:extLst>
          </p:cNvPr>
          <p:cNvSpPr/>
          <p:nvPr/>
        </p:nvSpPr>
        <p:spPr>
          <a:xfrm>
            <a:off x="16803458" y="965000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24879FB1-6E61-FAFD-59F6-BC4639880E7A}"/>
              </a:ext>
            </a:extLst>
          </p:cNvPr>
          <p:cNvSpPr/>
          <p:nvPr/>
        </p:nvSpPr>
        <p:spPr>
          <a:xfrm>
            <a:off x="18428594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B2EDEAA3-E4D1-71A6-9ECD-50F2B828C62F}"/>
              </a:ext>
            </a:extLst>
          </p:cNvPr>
          <p:cNvSpPr/>
          <p:nvPr/>
        </p:nvSpPr>
        <p:spPr>
          <a:xfrm>
            <a:off x="10302914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7EFBF0F-1E24-4FD4-E53D-FDEDF8C9A824}"/>
              </a:ext>
            </a:extLst>
          </p:cNvPr>
          <p:cNvSpPr/>
          <p:nvPr/>
        </p:nvSpPr>
        <p:spPr>
          <a:xfrm>
            <a:off x="20053730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19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868B6D83-C620-EC0E-4181-7AE2FBD1C489}"/>
              </a:ext>
            </a:extLst>
          </p:cNvPr>
          <p:cNvSpPr/>
          <p:nvPr/>
        </p:nvSpPr>
        <p:spPr>
          <a:xfrm>
            <a:off x="21678866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16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A414192D-B0F0-7C86-A046-EBE3AFF2473E}"/>
              </a:ext>
            </a:extLst>
          </p:cNvPr>
          <p:cNvSpPr/>
          <p:nvPr/>
        </p:nvSpPr>
        <p:spPr>
          <a:xfrm>
            <a:off x="23304000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B8E95A3-21E7-81A8-7040-FD382C6998E5}"/>
              </a:ext>
            </a:extLst>
          </p:cNvPr>
          <p:cNvSpPr/>
          <p:nvPr/>
        </p:nvSpPr>
        <p:spPr>
          <a:xfrm>
            <a:off x="645012" y="5792740"/>
            <a:ext cx="9543957" cy="540840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8805439-4FF9-4E4F-9289-4B26641ED1B8}"/>
              </a:ext>
            </a:extLst>
          </p:cNvPr>
          <p:cNvSpPr/>
          <p:nvPr/>
        </p:nvSpPr>
        <p:spPr>
          <a:xfrm>
            <a:off x="13899803" y="5030253"/>
            <a:ext cx="2903655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Count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4F5AFB2-20BE-FCA4-1F0F-97C4FC8CC1E7}"/>
              </a:ext>
            </a:extLst>
          </p:cNvPr>
          <p:cNvSpPr/>
          <p:nvPr/>
        </p:nvSpPr>
        <p:spPr>
          <a:xfrm>
            <a:off x="17343458" y="4988071"/>
            <a:ext cx="1080000" cy="103290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482108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43337-DA4E-8DBC-85B9-A75832375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88CDA461-334F-2FA2-FBF6-19AA8B99251E}"/>
                  </a:ext>
                </a:extLst>
              </p:cNvPr>
              <p:cNvSpPr/>
              <p:nvPr/>
            </p:nvSpPr>
            <p:spPr>
              <a:xfrm>
                <a:off x="645013" y="199628"/>
                <a:ext cx="9543957" cy="13451205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partition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=0,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 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 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&amp;&amp;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&gt;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	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88CDA461-334F-2FA2-FBF6-19AA8B9925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13" y="199628"/>
                <a:ext cx="9543957" cy="13451205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E8B5F497-2D5C-063B-2C70-3097CD62620D}"/>
              </a:ext>
            </a:extLst>
          </p:cNvPr>
          <p:cNvGrpSpPr/>
          <p:nvPr/>
        </p:nvGrpSpPr>
        <p:grpSpPr>
          <a:xfrm>
            <a:off x="17098840" y="2470114"/>
            <a:ext cx="489236" cy="1745799"/>
            <a:chOff x="4821200" y="5585063"/>
            <a:chExt cx="489236" cy="1745799"/>
          </a:xfrm>
        </p:grpSpPr>
        <p:sp>
          <p:nvSpPr>
            <p:cNvPr id="20" name="Down Arrow 19">
              <a:extLst>
                <a:ext uri="{FF2B5EF4-FFF2-40B4-BE49-F238E27FC236}">
                  <a16:creationId xmlns:a16="http://schemas.microsoft.com/office/drawing/2014/main" id="{212E01DD-5393-9659-8005-8E04B1B950BB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D91242E-4468-6A67-7309-66102953DE9B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7C6F186-0B23-9C2F-9672-04095F3D4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12500" r="-7500" b="-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2638869-19CD-0129-E7D1-97A078F4D61B}"/>
              </a:ext>
            </a:extLst>
          </p:cNvPr>
          <p:cNvGrpSpPr/>
          <p:nvPr/>
        </p:nvGrpSpPr>
        <p:grpSpPr>
          <a:xfrm>
            <a:off x="24683278" y="2470114"/>
            <a:ext cx="505843" cy="1745799"/>
            <a:chOff x="4821200" y="5585063"/>
            <a:chExt cx="505843" cy="1745799"/>
          </a:xfrm>
        </p:grpSpPr>
        <p:sp>
          <p:nvSpPr>
            <p:cNvPr id="23" name="Down Arrow 22">
              <a:extLst>
                <a:ext uri="{FF2B5EF4-FFF2-40B4-BE49-F238E27FC236}">
                  <a16:creationId xmlns:a16="http://schemas.microsoft.com/office/drawing/2014/main" id="{3626BDC1-7602-91B0-1087-712C2BB48551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0236CC32-AFBF-CAA9-D1C3-2F481667F965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FFC9877-E7BA-9260-196D-851E930C6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5"/>
                  <a:stretch>
                    <a:fillRect l="-24390" r="-24390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F2582C24-2F14-BECD-FC4C-D5FCF3334867}"/>
              </a:ext>
            </a:extLst>
          </p:cNvPr>
          <p:cNvSpPr/>
          <p:nvPr/>
        </p:nvSpPr>
        <p:spPr>
          <a:xfrm>
            <a:off x="11928050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6C9C9DC8-26C5-F37E-E637-6F067A3335D5}"/>
              </a:ext>
            </a:extLst>
          </p:cNvPr>
          <p:cNvSpPr/>
          <p:nvPr/>
        </p:nvSpPr>
        <p:spPr>
          <a:xfrm>
            <a:off x="13553186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76C351D-7492-1703-834A-61D1A1196987}"/>
              </a:ext>
            </a:extLst>
          </p:cNvPr>
          <p:cNvSpPr/>
          <p:nvPr/>
        </p:nvSpPr>
        <p:spPr>
          <a:xfrm>
            <a:off x="15178322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FDFDE19B-CC76-B7B4-775F-C33C93D769DF}"/>
              </a:ext>
            </a:extLst>
          </p:cNvPr>
          <p:cNvSpPr/>
          <p:nvPr/>
        </p:nvSpPr>
        <p:spPr>
          <a:xfrm>
            <a:off x="16803458" y="965000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8CA1728-7ABA-AC01-B6DA-822661442105}"/>
              </a:ext>
            </a:extLst>
          </p:cNvPr>
          <p:cNvSpPr/>
          <p:nvPr/>
        </p:nvSpPr>
        <p:spPr>
          <a:xfrm>
            <a:off x="18428594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0F41D2E-6D85-FA82-DC4A-6D1935BDC122}"/>
              </a:ext>
            </a:extLst>
          </p:cNvPr>
          <p:cNvSpPr/>
          <p:nvPr/>
        </p:nvSpPr>
        <p:spPr>
          <a:xfrm>
            <a:off x="10302914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B21C035A-9DF1-65D9-0B94-63CCE2209322}"/>
              </a:ext>
            </a:extLst>
          </p:cNvPr>
          <p:cNvSpPr/>
          <p:nvPr/>
        </p:nvSpPr>
        <p:spPr>
          <a:xfrm>
            <a:off x="20053730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19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B465BA14-825A-9B0F-6B5F-56DE35EB00DF}"/>
              </a:ext>
            </a:extLst>
          </p:cNvPr>
          <p:cNvSpPr/>
          <p:nvPr/>
        </p:nvSpPr>
        <p:spPr>
          <a:xfrm>
            <a:off x="21678866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16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FE19FBD7-1ED0-0A6C-9673-3D045DD740EB}"/>
              </a:ext>
            </a:extLst>
          </p:cNvPr>
          <p:cNvSpPr/>
          <p:nvPr/>
        </p:nvSpPr>
        <p:spPr>
          <a:xfrm>
            <a:off x="23304000" y="965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BB0C94CF-ED7C-D2CD-1EAC-040466C9B926}"/>
              </a:ext>
            </a:extLst>
          </p:cNvPr>
          <p:cNvSpPr/>
          <p:nvPr/>
        </p:nvSpPr>
        <p:spPr>
          <a:xfrm>
            <a:off x="645012" y="14072778"/>
            <a:ext cx="9543957" cy="540840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EFD8B51-4AB9-19E7-9F30-FC69F5F155BC}"/>
              </a:ext>
            </a:extLst>
          </p:cNvPr>
          <p:cNvSpPr/>
          <p:nvPr/>
        </p:nvSpPr>
        <p:spPr>
          <a:xfrm>
            <a:off x="13899803" y="5030253"/>
            <a:ext cx="2903655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Count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8422AF7-391D-EE1C-E7B2-D42ABFF88A6F}"/>
              </a:ext>
            </a:extLst>
          </p:cNvPr>
          <p:cNvSpPr/>
          <p:nvPr/>
        </p:nvSpPr>
        <p:spPr>
          <a:xfrm>
            <a:off x="17343458" y="4988071"/>
            <a:ext cx="1080000" cy="103290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7350077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35AD9-A7EE-0692-9372-D4CF9E299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6C3DEA57-2347-6EB1-ABBC-83D7D3B871C7}"/>
                  </a:ext>
                </a:extLst>
              </p:cNvPr>
              <p:cNvSpPr/>
              <p:nvPr/>
            </p:nvSpPr>
            <p:spPr>
              <a:xfrm>
                <a:off x="645013" y="199628"/>
                <a:ext cx="9543957" cy="13451205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partition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=0,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 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 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&amp;&amp;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&gt;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	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6C3DEA57-2347-6EB1-ABBC-83D7D3B871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13" y="199628"/>
                <a:ext cx="9543957" cy="13451205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47A21970-71CC-F159-E142-A2D08EFC04B4}"/>
              </a:ext>
            </a:extLst>
          </p:cNvPr>
          <p:cNvSpPr/>
          <p:nvPr/>
        </p:nvSpPr>
        <p:spPr>
          <a:xfrm>
            <a:off x="645012" y="14072778"/>
            <a:ext cx="9543957" cy="540840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44B1B3E-4A4F-2BAD-C510-D03FE72E61B5}"/>
              </a:ext>
            </a:extLst>
          </p:cNvPr>
          <p:cNvSpPr/>
          <p:nvPr/>
        </p:nvSpPr>
        <p:spPr>
          <a:xfrm>
            <a:off x="10740172" y="1283475"/>
            <a:ext cx="12636401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Running Time of Partition</a:t>
            </a:r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27C1C517-08B8-A872-A4EE-D5B4CB628E97}"/>
              </a:ext>
            </a:extLst>
          </p:cNvPr>
          <p:cNvSpPr/>
          <p:nvPr/>
        </p:nvSpPr>
        <p:spPr>
          <a:xfrm>
            <a:off x="8051800" y="7035800"/>
            <a:ext cx="609600" cy="685800"/>
          </a:xfrm>
          <a:prstGeom prst="rightBrace">
            <a:avLst/>
          </a:prstGeom>
          <a:noFill/>
          <a:ln w="127000" cap="flat">
            <a:solidFill>
              <a:schemeClr val="bg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9A55A0B-85EB-FD66-F988-53B56483EB84}"/>
              </a:ext>
            </a:extLst>
          </p:cNvPr>
          <p:cNvSpPr/>
          <p:nvPr/>
        </p:nvSpPr>
        <p:spPr>
          <a:xfrm>
            <a:off x="10740172" y="2785710"/>
            <a:ext cx="12636401" cy="37911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All these blocks contain a constant amount of code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We just need to argue how many times these blocks can be executed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AE5BF5CC-B6AE-6688-4AFD-D57D2E105A77}"/>
              </a:ext>
            </a:extLst>
          </p:cNvPr>
          <p:cNvSpPr/>
          <p:nvPr/>
        </p:nvSpPr>
        <p:spPr>
          <a:xfrm>
            <a:off x="8051800" y="8030674"/>
            <a:ext cx="609600" cy="685800"/>
          </a:xfrm>
          <a:prstGeom prst="rightBrace">
            <a:avLst/>
          </a:prstGeom>
          <a:noFill/>
          <a:ln w="127000" cap="flat">
            <a:solidFill>
              <a:schemeClr val="bg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762DA5DC-C2B9-235D-85A0-970D1232B4C5}"/>
              </a:ext>
            </a:extLst>
          </p:cNvPr>
          <p:cNvSpPr/>
          <p:nvPr/>
        </p:nvSpPr>
        <p:spPr>
          <a:xfrm>
            <a:off x="8051800" y="9570038"/>
            <a:ext cx="609600" cy="2012361"/>
          </a:xfrm>
          <a:prstGeom prst="rightBrace">
            <a:avLst/>
          </a:prstGeom>
          <a:noFill/>
          <a:ln w="127000" cap="flat">
            <a:solidFill>
              <a:schemeClr val="bg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FE9EF0C-CC72-838C-CDBB-AD48A8C9FA56}"/>
              </a:ext>
            </a:extLst>
          </p:cNvPr>
          <p:cNvSpPr/>
          <p:nvPr/>
        </p:nvSpPr>
        <p:spPr>
          <a:xfrm>
            <a:off x="10740172" y="6871493"/>
            <a:ext cx="12636401" cy="65493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Every time a block is executed, either 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i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or j (or both) increment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But how many times can </a:t>
            </a:r>
            <a:r>
              <a:rPr lang="en-US" sz="54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i</a:t>
            </a: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 increment?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count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And j?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n-count</a:t>
            </a:r>
          </a:p>
        </p:txBody>
      </p:sp>
    </p:spTree>
    <p:extLst>
      <p:ext uri="{BB962C8B-B14F-4D97-AF65-F5344CB8AC3E}">
        <p14:creationId xmlns:p14="http://schemas.microsoft.com/office/powerpoint/2010/main" val="7255262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9" grpId="0" animBg="1"/>
      <p:bldP spid="11" grpId="0" animBg="1"/>
      <p:bldP spid="12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F9224-7829-719E-61CC-1F9383CAF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EF23D373-6750-32B5-F154-97C1F0E476EA}"/>
                  </a:ext>
                </a:extLst>
              </p:cNvPr>
              <p:cNvSpPr/>
              <p:nvPr/>
            </p:nvSpPr>
            <p:spPr>
              <a:xfrm>
                <a:off x="645013" y="199628"/>
                <a:ext cx="9543957" cy="13451205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partition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=0,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 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 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&amp;&amp;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&gt;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	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EF23D373-6750-32B5-F154-97C1F0E476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13" y="199628"/>
                <a:ext cx="9543957" cy="13451205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AF1CA007-1387-9474-F458-B09D639BA436}"/>
              </a:ext>
            </a:extLst>
          </p:cNvPr>
          <p:cNvSpPr/>
          <p:nvPr/>
        </p:nvSpPr>
        <p:spPr>
          <a:xfrm>
            <a:off x="645012" y="14072778"/>
            <a:ext cx="9543957" cy="540840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65463C8-D4E4-13CB-2781-3BE7C690784C}"/>
              </a:ext>
            </a:extLst>
          </p:cNvPr>
          <p:cNvSpPr/>
          <p:nvPr/>
        </p:nvSpPr>
        <p:spPr>
          <a:xfrm>
            <a:off x="10740172" y="1283475"/>
            <a:ext cx="12636401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Running Time of Partition</a:t>
            </a:r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75BA75B3-71E7-66CB-D358-1D3F62470307}"/>
              </a:ext>
            </a:extLst>
          </p:cNvPr>
          <p:cNvSpPr/>
          <p:nvPr/>
        </p:nvSpPr>
        <p:spPr>
          <a:xfrm>
            <a:off x="8051800" y="7035800"/>
            <a:ext cx="609600" cy="685800"/>
          </a:xfrm>
          <a:prstGeom prst="rightBrace">
            <a:avLst/>
          </a:prstGeom>
          <a:noFill/>
          <a:ln w="127000" cap="flat">
            <a:solidFill>
              <a:schemeClr val="bg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D6DB8C09-12C0-5E1F-5228-3EF2AE1F413A}"/>
              </a:ext>
            </a:extLst>
          </p:cNvPr>
          <p:cNvSpPr/>
          <p:nvPr/>
        </p:nvSpPr>
        <p:spPr>
          <a:xfrm>
            <a:off x="8051800" y="8030674"/>
            <a:ext cx="609600" cy="685800"/>
          </a:xfrm>
          <a:prstGeom prst="rightBrace">
            <a:avLst/>
          </a:prstGeom>
          <a:noFill/>
          <a:ln w="127000" cap="flat">
            <a:solidFill>
              <a:schemeClr val="bg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B8A9B3D4-1AF6-F760-330F-2F5D3FD2AF26}"/>
              </a:ext>
            </a:extLst>
          </p:cNvPr>
          <p:cNvSpPr/>
          <p:nvPr/>
        </p:nvSpPr>
        <p:spPr>
          <a:xfrm>
            <a:off x="8051800" y="9570038"/>
            <a:ext cx="609600" cy="2012361"/>
          </a:xfrm>
          <a:prstGeom prst="rightBrace">
            <a:avLst/>
          </a:prstGeom>
          <a:noFill/>
          <a:ln w="127000" cap="flat">
            <a:solidFill>
              <a:schemeClr val="bg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F08DB0C-31AD-24C8-1F98-9374613F835F}"/>
              </a:ext>
            </a:extLst>
          </p:cNvPr>
          <p:cNvSpPr/>
          <p:nvPr/>
        </p:nvSpPr>
        <p:spPr>
          <a:xfrm>
            <a:off x="10740171" y="2528093"/>
            <a:ext cx="12636401" cy="65493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Every time a block is executed, either 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i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or j (or both) increment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But how many times can </a:t>
            </a:r>
            <a:r>
              <a:rPr lang="en-US" sz="54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i</a:t>
            </a: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 increment?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count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And j?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n-count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C5A9063-4774-3A91-B697-607B000E9FEB}"/>
              </a:ext>
            </a:extLst>
          </p:cNvPr>
          <p:cNvSpPr/>
          <p:nvPr/>
        </p:nvSpPr>
        <p:spPr>
          <a:xfrm>
            <a:off x="10740171" y="10146545"/>
            <a:ext cx="12636401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Total number of times these three blocks are executed is at most n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Thus, the running time is 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cn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= O(n)</a:t>
            </a:r>
            <a:endParaRPr lang="en-US" sz="5400" dirty="0">
              <a:solidFill>
                <a:schemeClr val="accent3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070206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67C0C-27A8-94FD-501F-B0F04C253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box">
            <a:extLst>
              <a:ext uri="{FF2B5EF4-FFF2-40B4-BE49-F238E27FC236}">
                <a16:creationId xmlns:a16="http://schemas.microsoft.com/office/drawing/2014/main" id="{29F0CFCE-E252-1214-7952-A2DBF5E5E491}"/>
              </a:ext>
            </a:extLst>
          </p:cNvPr>
          <p:cNvSpPr/>
          <p:nvPr/>
        </p:nvSpPr>
        <p:spPr>
          <a:xfrm>
            <a:off x="639258" y="308689"/>
            <a:ext cx="23105484" cy="65493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Write a function </a:t>
            </a: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int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</a:t>
            </a: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partition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int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A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[], </a:t>
            </a: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int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n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) that takes 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an array A 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partitions the array using the first number as the pivot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returns the index of the pivot in A after partition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Your function should not use any extra array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Counting the number of elements less than the pivot is not required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Can you write a function that does not do this counting?</a:t>
            </a:r>
          </a:p>
        </p:txBody>
      </p:sp>
    </p:spTree>
    <p:extLst>
      <p:ext uri="{BB962C8B-B14F-4D97-AF65-F5344CB8AC3E}">
        <p14:creationId xmlns:p14="http://schemas.microsoft.com/office/powerpoint/2010/main" val="23954380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DC12CC0-9A52-80A7-C713-97E6315EE926}"/>
              </a:ext>
            </a:extLst>
          </p:cNvPr>
          <p:cNvGrpSpPr/>
          <p:nvPr/>
        </p:nvGrpSpPr>
        <p:grpSpPr>
          <a:xfrm>
            <a:off x="8645782" y="2544649"/>
            <a:ext cx="489236" cy="1745799"/>
            <a:chOff x="4821200" y="5585063"/>
            <a:chExt cx="489236" cy="1745799"/>
          </a:xfrm>
        </p:grpSpPr>
        <p:sp>
          <p:nvSpPr>
            <p:cNvPr id="3" name="Down Arrow 2">
              <a:extLst>
                <a:ext uri="{FF2B5EF4-FFF2-40B4-BE49-F238E27FC236}">
                  <a16:creationId xmlns:a16="http://schemas.microsoft.com/office/drawing/2014/main" id="{A3776E78-76B0-38F7-8867-76BE6954B78A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1DA8E869-FA52-D05D-4FE2-896FF9B45E96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7C6F186-0B23-9C2F-9672-04095F3D4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2"/>
                  <a:stretch>
                    <a:fillRect l="-12500" r="-7500" b="-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FC910B8-E446-13CC-05F7-2396AF82C1BD}"/>
              </a:ext>
            </a:extLst>
          </p:cNvPr>
          <p:cNvGrpSpPr/>
          <p:nvPr/>
        </p:nvGrpSpPr>
        <p:grpSpPr>
          <a:xfrm>
            <a:off x="20423789" y="2544649"/>
            <a:ext cx="505843" cy="1745799"/>
            <a:chOff x="4821200" y="5585063"/>
            <a:chExt cx="505843" cy="1745799"/>
          </a:xfrm>
        </p:grpSpPr>
        <p:sp>
          <p:nvSpPr>
            <p:cNvPr id="6" name="Down Arrow 5">
              <a:extLst>
                <a:ext uri="{FF2B5EF4-FFF2-40B4-BE49-F238E27FC236}">
                  <a16:creationId xmlns:a16="http://schemas.microsoft.com/office/drawing/2014/main" id="{3A79E283-C559-E299-99F7-B6971923EAED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5C690C34-E1BD-9614-121F-BBD3F51DCC71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FFC9877-E7BA-9260-196D-851E930C6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24390" r="-24390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2B076D5-25BC-3146-1074-05871BC7C085}"/>
              </a:ext>
            </a:extLst>
          </p:cNvPr>
          <p:cNvSpPr/>
          <p:nvPr/>
        </p:nvSpPr>
        <p:spPr>
          <a:xfrm>
            <a:off x="6340619" y="109014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89FE287-68DC-DEFD-0328-D294B3A36384}"/>
              </a:ext>
            </a:extLst>
          </p:cNvPr>
          <p:cNvSpPr/>
          <p:nvPr/>
        </p:nvSpPr>
        <p:spPr>
          <a:xfrm>
            <a:off x="8350400" y="10666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D16741E-1C7B-98C8-BB79-12BD950E683B}"/>
              </a:ext>
            </a:extLst>
          </p:cNvPr>
          <p:cNvSpPr/>
          <p:nvPr/>
        </p:nvSpPr>
        <p:spPr>
          <a:xfrm>
            <a:off x="10360181" y="10666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16107CA-78B6-B64C-9F31-A999675AE2E1}"/>
              </a:ext>
            </a:extLst>
          </p:cNvPr>
          <p:cNvSpPr/>
          <p:nvPr/>
        </p:nvSpPr>
        <p:spPr>
          <a:xfrm>
            <a:off x="12369962" y="10666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201BA1B-9351-F4CE-0EE8-9926CE703F22}"/>
              </a:ext>
            </a:extLst>
          </p:cNvPr>
          <p:cNvSpPr/>
          <p:nvPr/>
        </p:nvSpPr>
        <p:spPr>
          <a:xfrm>
            <a:off x="14379743" y="10666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6D206B0-7702-6043-D489-6CC003EB7290}"/>
              </a:ext>
            </a:extLst>
          </p:cNvPr>
          <p:cNvSpPr/>
          <p:nvPr/>
        </p:nvSpPr>
        <p:spPr>
          <a:xfrm>
            <a:off x="3707289" y="11019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3CBA279-CC4E-0C6D-6F74-9DF1F07CB286}"/>
              </a:ext>
            </a:extLst>
          </p:cNvPr>
          <p:cNvSpPr/>
          <p:nvPr/>
        </p:nvSpPr>
        <p:spPr>
          <a:xfrm>
            <a:off x="3707289" y="11019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3F43F2B-F24D-E4EC-0899-339C0AB8739F}"/>
              </a:ext>
            </a:extLst>
          </p:cNvPr>
          <p:cNvSpPr/>
          <p:nvPr/>
        </p:nvSpPr>
        <p:spPr>
          <a:xfrm>
            <a:off x="16279067" y="106660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19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C39C4DE-452D-9228-9389-39E0D862A86B}"/>
              </a:ext>
            </a:extLst>
          </p:cNvPr>
          <p:cNvSpPr/>
          <p:nvPr/>
        </p:nvSpPr>
        <p:spPr>
          <a:xfrm>
            <a:off x="18288848" y="10666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16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EF90390-99BC-6D55-E9C5-7D8A438D495F}"/>
              </a:ext>
            </a:extLst>
          </p:cNvPr>
          <p:cNvSpPr/>
          <p:nvPr/>
        </p:nvSpPr>
        <p:spPr>
          <a:xfrm>
            <a:off x="20136711" y="11019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64AEF5B-236F-75A3-DDB2-4D9D371FEF8C}"/>
              </a:ext>
            </a:extLst>
          </p:cNvPr>
          <p:cNvSpPr/>
          <p:nvPr/>
        </p:nvSpPr>
        <p:spPr>
          <a:xfrm>
            <a:off x="817220" y="5881846"/>
            <a:ext cx="23105484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Check A[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i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] and A[j]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If these two numbers are out of place, swap</a:t>
            </a:r>
          </a:p>
        </p:txBody>
      </p:sp>
    </p:spTree>
    <p:extLst>
      <p:ext uri="{BB962C8B-B14F-4D97-AF65-F5344CB8AC3E}">
        <p14:creationId xmlns:p14="http://schemas.microsoft.com/office/powerpoint/2010/main" val="9262490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F99DC-3C6D-9D70-FA18-047A47A1F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9C5B8CD-545C-8B0E-A402-826ABD18B915}"/>
              </a:ext>
            </a:extLst>
          </p:cNvPr>
          <p:cNvGrpSpPr/>
          <p:nvPr/>
        </p:nvGrpSpPr>
        <p:grpSpPr>
          <a:xfrm>
            <a:off x="10655563" y="2544649"/>
            <a:ext cx="489236" cy="1745799"/>
            <a:chOff x="4821200" y="5585063"/>
            <a:chExt cx="489236" cy="1745799"/>
          </a:xfrm>
        </p:grpSpPr>
        <p:sp>
          <p:nvSpPr>
            <p:cNvPr id="3" name="Down Arrow 2">
              <a:extLst>
                <a:ext uri="{FF2B5EF4-FFF2-40B4-BE49-F238E27FC236}">
                  <a16:creationId xmlns:a16="http://schemas.microsoft.com/office/drawing/2014/main" id="{241B571A-9226-3612-B6D1-780AA6B53C03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F06D4A9C-AF36-6B50-2465-FBAFFAE351A7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7C6F186-0B23-9C2F-9672-04095F3D4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2"/>
                  <a:stretch>
                    <a:fillRect l="-12500" r="-7500" b="-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87DA9D76-CC1B-A1F0-ADA6-511B16DADD95}"/>
              </a:ext>
            </a:extLst>
          </p:cNvPr>
          <p:cNvGrpSpPr/>
          <p:nvPr/>
        </p:nvGrpSpPr>
        <p:grpSpPr>
          <a:xfrm>
            <a:off x="20423789" y="2544649"/>
            <a:ext cx="505843" cy="1745799"/>
            <a:chOff x="4821200" y="5585063"/>
            <a:chExt cx="505843" cy="1745799"/>
          </a:xfrm>
        </p:grpSpPr>
        <p:sp>
          <p:nvSpPr>
            <p:cNvPr id="6" name="Down Arrow 5">
              <a:extLst>
                <a:ext uri="{FF2B5EF4-FFF2-40B4-BE49-F238E27FC236}">
                  <a16:creationId xmlns:a16="http://schemas.microsoft.com/office/drawing/2014/main" id="{89224D1B-E14D-40C7-21A4-62A9B844C97A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BD705404-AA30-80F6-E902-784D6D9C7D77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FFC9877-E7BA-9260-196D-851E930C6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24390" r="-24390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BEADE3E-B5C7-D830-3385-4456BCE10979}"/>
              </a:ext>
            </a:extLst>
          </p:cNvPr>
          <p:cNvSpPr/>
          <p:nvPr/>
        </p:nvSpPr>
        <p:spPr>
          <a:xfrm>
            <a:off x="6340619" y="109014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917A775-1805-3C8C-7390-1C14AFE5DA15}"/>
              </a:ext>
            </a:extLst>
          </p:cNvPr>
          <p:cNvSpPr/>
          <p:nvPr/>
        </p:nvSpPr>
        <p:spPr>
          <a:xfrm>
            <a:off x="8350400" y="10666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7807A90-C5E7-E55F-DFEA-7547CC9D81D3}"/>
              </a:ext>
            </a:extLst>
          </p:cNvPr>
          <p:cNvSpPr/>
          <p:nvPr/>
        </p:nvSpPr>
        <p:spPr>
          <a:xfrm>
            <a:off x="10360181" y="10666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CEA4610-B552-9E78-D014-8EEFCF047395}"/>
              </a:ext>
            </a:extLst>
          </p:cNvPr>
          <p:cNvSpPr/>
          <p:nvPr/>
        </p:nvSpPr>
        <p:spPr>
          <a:xfrm>
            <a:off x="12369962" y="10666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55CD12E-EA87-7F02-C243-E51FC85AB399}"/>
              </a:ext>
            </a:extLst>
          </p:cNvPr>
          <p:cNvSpPr/>
          <p:nvPr/>
        </p:nvSpPr>
        <p:spPr>
          <a:xfrm>
            <a:off x="14379743" y="10666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EC5FCCF-6411-2C34-7317-37EEA270BD8F}"/>
              </a:ext>
            </a:extLst>
          </p:cNvPr>
          <p:cNvSpPr/>
          <p:nvPr/>
        </p:nvSpPr>
        <p:spPr>
          <a:xfrm>
            <a:off x="3707289" y="11019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9142514-4CEB-E57E-9229-D34E64F19D28}"/>
              </a:ext>
            </a:extLst>
          </p:cNvPr>
          <p:cNvSpPr/>
          <p:nvPr/>
        </p:nvSpPr>
        <p:spPr>
          <a:xfrm>
            <a:off x="3707289" y="11019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D41BC13-F230-33CF-1E72-E9C08FE8EAB2}"/>
              </a:ext>
            </a:extLst>
          </p:cNvPr>
          <p:cNvSpPr/>
          <p:nvPr/>
        </p:nvSpPr>
        <p:spPr>
          <a:xfrm>
            <a:off x="16279067" y="106660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19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4CCA65C-73C6-12E2-C174-36BC65696C86}"/>
              </a:ext>
            </a:extLst>
          </p:cNvPr>
          <p:cNvSpPr/>
          <p:nvPr/>
        </p:nvSpPr>
        <p:spPr>
          <a:xfrm>
            <a:off x="18288848" y="10666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16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0639B3A2-C465-6F2D-8358-6CD15037DD7F}"/>
              </a:ext>
            </a:extLst>
          </p:cNvPr>
          <p:cNvSpPr/>
          <p:nvPr/>
        </p:nvSpPr>
        <p:spPr>
          <a:xfrm>
            <a:off x="20136711" y="11019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0AC6549-2E03-75C1-8F5D-B2E2B08D79A5}"/>
              </a:ext>
            </a:extLst>
          </p:cNvPr>
          <p:cNvSpPr/>
          <p:nvPr/>
        </p:nvSpPr>
        <p:spPr>
          <a:xfrm>
            <a:off x="817220" y="5881846"/>
            <a:ext cx="23105484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Check A[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i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] and A[j]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If these two numbers are out of place, swap</a:t>
            </a:r>
          </a:p>
        </p:txBody>
      </p:sp>
    </p:spTree>
    <p:extLst>
      <p:ext uri="{BB962C8B-B14F-4D97-AF65-F5344CB8AC3E}">
        <p14:creationId xmlns:p14="http://schemas.microsoft.com/office/powerpoint/2010/main" val="13051661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8E6CB-AD98-C862-77F6-A6CB795B1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94EA1D5-B4C9-6BA5-3386-A2E3D70CBF61}"/>
              </a:ext>
            </a:extLst>
          </p:cNvPr>
          <p:cNvGrpSpPr/>
          <p:nvPr/>
        </p:nvGrpSpPr>
        <p:grpSpPr>
          <a:xfrm>
            <a:off x="12665344" y="2544649"/>
            <a:ext cx="489236" cy="1745799"/>
            <a:chOff x="4821200" y="5585063"/>
            <a:chExt cx="489236" cy="1745799"/>
          </a:xfrm>
        </p:grpSpPr>
        <p:sp>
          <p:nvSpPr>
            <p:cNvPr id="3" name="Down Arrow 2">
              <a:extLst>
                <a:ext uri="{FF2B5EF4-FFF2-40B4-BE49-F238E27FC236}">
                  <a16:creationId xmlns:a16="http://schemas.microsoft.com/office/drawing/2014/main" id="{13CF6F76-6089-BCF3-2917-EF26FD71C333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AD8EF74D-18D5-7265-A688-A2FEDE717020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7C6F186-0B23-9C2F-9672-04095F3D4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2"/>
                  <a:stretch>
                    <a:fillRect l="-12500" r="-7500" b="-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2E54701-D91A-0526-67F1-230D1E6FF67A}"/>
              </a:ext>
            </a:extLst>
          </p:cNvPr>
          <p:cNvGrpSpPr/>
          <p:nvPr/>
        </p:nvGrpSpPr>
        <p:grpSpPr>
          <a:xfrm>
            <a:off x="18575926" y="2544649"/>
            <a:ext cx="505843" cy="1745799"/>
            <a:chOff x="4821200" y="5585063"/>
            <a:chExt cx="505843" cy="1745799"/>
          </a:xfrm>
        </p:grpSpPr>
        <p:sp>
          <p:nvSpPr>
            <p:cNvPr id="6" name="Down Arrow 5">
              <a:extLst>
                <a:ext uri="{FF2B5EF4-FFF2-40B4-BE49-F238E27FC236}">
                  <a16:creationId xmlns:a16="http://schemas.microsoft.com/office/drawing/2014/main" id="{03427C44-3EE4-2DB6-96F3-9625A7E4060B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717396C-B057-ABEF-8747-F1DBC04B6CA6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FFC9877-E7BA-9260-196D-851E930C6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24390" r="-24390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5BFEE08-146C-A145-A8E1-C33C20BE1912}"/>
              </a:ext>
            </a:extLst>
          </p:cNvPr>
          <p:cNvSpPr/>
          <p:nvPr/>
        </p:nvSpPr>
        <p:spPr>
          <a:xfrm>
            <a:off x="6340619" y="109014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2B0EF54-ADF9-7093-2B31-2D85D11352DF}"/>
              </a:ext>
            </a:extLst>
          </p:cNvPr>
          <p:cNvSpPr/>
          <p:nvPr/>
        </p:nvSpPr>
        <p:spPr>
          <a:xfrm>
            <a:off x="8350400" y="10666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2A05877-D373-0562-0E72-FB9056E31292}"/>
              </a:ext>
            </a:extLst>
          </p:cNvPr>
          <p:cNvSpPr/>
          <p:nvPr/>
        </p:nvSpPr>
        <p:spPr>
          <a:xfrm>
            <a:off x="10360181" y="10666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3D53C1C-BA20-9A49-9557-0045F1901510}"/>
              </a:ext>
            </a:extLst>
          </p:cNvPr>
          <p:cNvSpPr/>
          <p:nvPr/>
        </p:nvSpPr>
        <p:spPr>
          <a:xfrm>
            <a:off x="12369962" y="10666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C2E72C8-B8BD-D91D-9774-1EB394FDFB41}"/>
              </a:ext>
            </a:extLst>
          </p:cNvPr>
          <p:cNvSpPr/>
          <p:nvPr/>
        </p:nvSpPr>
        <p:spPr>
          <a:xfrm>
            <a:off x="14379743" y="10666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7849271-7376-8886-05F9-CEDB788EC41F}"/>
              </a:ext>
            </a:extLst>
          </p:cNvPr>
          <p:cNvSpPr/>
          <p:nvPr/>
        </p:nvSpPr>
        <p:spPr>
          <a:xfrm>
            <a:off x="3707289" y="11019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0645577-1A88-C195-3D05-19FD4E564DA5}"/>
              </a:ext>
            </a:extLst>
          </p:cNvPr>
          <p:cNvSpPr/>
          <p:nvPr/>
        </p:nvSpPr>
        <p:spPr>
          <a:xfrm>
            <a:off x="3707289" y="11019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0A7C957-1263-8D37-CA13-2177D65C8526}"/>
              </a:ext>
            </a:extLst>
          </p:cNvPr>
          <p:cNvSpPr/>
          <p:nvPr/>
        </p:nvSpPr>
        <p:spPr>
          <a:xfrm>
            <a:off x="16279067" y="106660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19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3E3870C-5D73-2581-7604-CB36767EC519}"/>
              </a:ext>
            </a:extLst>
          </p:cNvPr>
          <p:cNvSpPr/>
          <p:nvPr/>
        </p:nvSpPr>
        <p:spPr>
          <a:xfrm>
            <a:off x="18288848" y="10666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16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5C1A9BF-C342-07FD-C514-1EB3AF57B23B}"/>
              </a:ext>
            </a:extLst>
          </p:cNvPr>
          <p:cNvSpPr/>
          <p:nvPr/>
        </p:nvSpPr>
        <p:spPr>
          <a:xfrm>
            <a:off x="20136711" y="11019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4DF5ABD-C303-5A98-CFD2-5E6848017446}"/>
              </a:ext>
            </a:extLst>
          </p:cNvPr>
          <p:cNvSpPr/>
          <p:nvPr/>
        </p:nvSpPr>
        <p:spPr>
          <a:xfrm>
            <a:off x="817220" y="5881846"/>
            <a:ext cx="23105484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Check A[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i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] and A[j]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If these two numbers are out of place, swap</a:t>
            </a:r>
          </a:p>
        </p:txBody>
      </p:sp>
    </p:spTree>
    <p:extLst>
      <p:ext uri="{BB962C8B-B14F-4D97-AF65-F5344CB8AC3E}">
        <p14:creationId xmlns:p14="http://schemas.microsoft.com/office/powerpoint/2010/main" val="3573135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7A0D3-313C-F4CD-336A-A9800EA24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CFA3D86-1BB2-A37D-2BFD-F73FB614F2B7}"/>
              </a:ext>
            </a:extLst>
          </p:cNvPr>
          <p:cNvGrpSpPr/>
          <p:nvPr/>
        </p:nvGrpSpPr>
        <p:grpSpPr>
          <a:xfrm>
            <a:off x="14675125" y="2467449"/>
            <a:ext cx="489236" cy="1745799"/>
            <a:chOff x="4821200" y="5585063"/>
            <a:chExt cx="489236" cy="1745799"/>
          </a:xfrm>
        </p:grpSpPr>
        <p:sp>
          <p:nvSpPr>
            <p:cNvPr id="3" name="Down Arrow 2">
              <a:extLst>
                <a:ext uri="{FF2B5EF4-FFF2-40B4-BE49-F238E27FC236}">
                  <a16:creationId xmlns:a16="http://schemas.microsoft.com/office/drawing/2014/main" id="{26BF7E0F-22BD-7AD7-96F4-0122D55CAD57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E2EE411E-3E31-A542-A00B-5F8DB76600F9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7C6F186-0B23-9C2F-9672-04095F3D4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2"/>
                  <a:stretch>
                    <a:fillRect l="-12500" r="-7500" b="-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80BD5C2-592D-320F-870A-A8CF47A04BCB}"/>
              </a:ext>
            </a:extLst>
          </p:cNvPr>
          <p:cNvGrpSpPr/>
          <p:nvPr/>
        </p:nvGrpSpPr>
        <p:grpSpPr>
          <a:xfrm>
            <a:off x="18575926" y="2544649"/>
            <a:ext cx="505843" cy="1745799"/>
            <a:chOff x="4821200" y="5585063"/>
            <a:chExt cx="505843" cy="1745799"/>
          </a:xfrm>
        </p:grpSpPr>
        <p:sp>
          <p:nvSpPr>
            <p:cNvPr id="6" name="Down Arrow 5">
              <a:extLst>
                <a:ext uri="{FF2B5EF4-FFF2-40B4-BE49-F238E27FC236}">
                  <a16:creationId xmlns:a16="http://schemas.microsoft.com/office/drawing/2014/main" id="{51AE6EAA-1338-CD44-620E-C02432DD8EAA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EF255DB-0761-45AF-994D-61F10C25AE6B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FFC9877-E7BA-9260-196D-851E930C6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24390" r="-24390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542C29D-88BE-F719-F5EC-FE3A71DB5141}"/>
              </a:ext>
            </a:extLst>
          </p:cNvPr>
          <p:cNvSpPr/>
          <p:nvPr/>
        </p:nvSpPr>
        <p:spPr>
          <a:xfrm>
            <a:off x="6340619" y="109014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3775073-8A82-0D1C-CCFD-10C7BFC11B31}"/>
              </a:ext>
            </a:extLst>
          </p:cNvPr>
          <p:cNvSpPr/>
          <p:nvPr/>
        </p:nvSpPr>
        <p:spPr>
          <a:xfrm>
            <a:off x="8350400" y="10666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4144A25-3CF2-A27F-793A-AB0627B352BE}"/>
              </a:ext>
            </a:extLst>
          </p:cNvPr>
          <p:cNvSpPr/>
          <p:nvPr/>
        </p:nvSpPr>
        <p:spPr>
          <a:xfrm>
            <a:off x="10360181" y="10666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064BD70-82C7-81A0-2995-0A6A19B3ADBB}"/>
              </a:ext>
            </a:extLst>
          </p:cNvPr>
          <p:cNvSpPr/>
          <p:nvPr/>
        </p:nvSpPr>
        <p:spPr>
          <a:xfrm>
            <a:off x="12369962" y="10666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9B9E314-D496-F8EF-71A2-64E67220AF30}"/>
              </a:ext>
            </a:extLst>
          </p:cNvPr>
          <p:cNvSpPr/>
          <p:nvPr/>
        </p:nvSpPr>
        <p:spPr>
          <a:xfrm>
            <a:off x="14379743" y="10666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92802B8-2461-7F1A-7329-83004718046D}"/>
              </a:ext>
            </a:extLst>
          </p:cNvPr>
          <p:cNvSpPr/>
          <p:nvPr/>
        </p:nvSpPr>
        <p:spPr>
          <a:xfrm>
            <a:off x="3707289" y="11019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23BAF94-F567-E977-AE7A-46194B64A9F6}"/>
              </a:ext>
            </a:extLst>
          </p:cNvPr>
          <p:cNvSpPr/>
          <p:nvPr/>
        </p:nvSpPr>
        <p:spPr>
          <a:xfrm>
            <a:off x="3707289" y="11019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06576D0-91E4-9202-1ED9-B924E636C0E1}"/>
              </a:ext>
            </a:extLst>
          </p:cNvPr>
          <p:cNvSpPr/>
          <p:nvPr/>
        </p:nvSpPr>
        <p:spPr>
          <a:xfrm>
            <a:off x="16279067" y="106660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19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3B52683-C0F7-A5A7-21D0-421D5B4FEF67}"/>
              </a:ext>
            </a:extLst>
          </p:cNvPr>
          <p:cNvSpPr/>
          <p:nvPr/>
        </p:nvSpPr>
        <p:spPr>
          <a:xfrm>
            <a:off x="18288848" y="10666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16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905D8C0-A553-BAB4-418D-F5271BC5BCA2}"/>
              </a:ext>
            </a:extLst>
          </p:cNvPr>
          <p:cNvSpPr/>
          <p:nvPr/>
        </p:nvSpPr>
        <p:spPr>
          <a:xfrm>
            <a:off x="20136711" y="11019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2B58635-4176-3765-01D6-E293BAC9C13A}"/>
              </a:ext>
            </a:extLst>
          </p:cNvPr>
          <p:cNvSpPr/>
          <p:nvPr/>
        </p:nvSpPr>
        <p:spPr>
          <a:xfrm>
            <a:off x="817220" y="5881846"/>
            <a:ext cx="23105484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Check A[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i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] and A[j]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If these two numbers are out of place, swap</a:t>
            </a:r>
          </a:p>
        </p:txBody>
      </p:sp>
    </p:spTree>
    <p:extLst>
      <p:ext uri="{BB962C8B-B14F-4D97-AF65-F5344CB8AC3E}">
        <p14:creationId xmlns:p14="http://schemas.microsoft.com/office/powerpoint/2010/main" val="41378370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74949-8FB9-B65B-1EC8-C6AAFC16E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917474C-8F10-7060-4139-D1C7BCF4C053}"/>
              </a:ext>
            </a:extLst>
          </p:cNvPr>
          <p:cNvGrpSpPr/>
          <p:nvPr/>
        </p:nvGrpSpPr>
        <p:grpSpPr>
          <a:xfrm>
            <a:off x="14675125" y="2467449"/>
            <a:ext cx="489236" cy="1745799"/>
            <a:chOff x="4821200" y="5585063"/>
            <a:chExt cx="489236" cy="1745799"/>
          </a:xfrm>
        </p:grpSpPr>
        <p:sp>
          <p:nvSpPr>
            <p:cNvPr id="3" name="Down Arrow 2">
              <a:extLst>
                <a:ext uri="{FF2B5EF4-FFF2-40B4-BE49-F238E27FC236}">
                  <a16:creationId xmlns:a16="http://schemas.microsoft.com/office/drawing/2014/main" id="{9F81D5A1-DE13-2F11-7E33-E0FE7C681851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94771C57-D9D6-B820-D012-B3CAA694F792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7C6F186-0B23-9C2F-9672-04095F3D4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2"/>
                  <a:stretch>
                    <a:fillRect l="-12500" r="-7500" b="-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C788DB82-B361-1940-C317-363FB233E945}"/>
              </a:ext>
            </a:extLst>
          </p:cNvPr>
          <p:cNvGrpSpPr/>
          <p:nvPr/>
        </p:nvGrpSpPr>
        <p:grpSpPr>
          <a:xfrm>
            <a:off x="16566145" y="2572957"/>
            <a:ext cx="505843" cy="1745799"/>
            <a:chOff x="4821200" y="5585063"/>
            <a:chExt cx="505843" cy="1745799"/>
          </a:xfrm>
        </p:grpSpPr>
        <p:sp>
          <p:nvSpPr>
            <p:cNvPr id="6" name="Down Arrow 5">
              <a:extLst>
                <a:ext uri="{FF2B5EF4-FFF2-40B4-BE49-F238E27FC236}">
                  <a16:creationId xmlns:a16="http://schemas.microsoft.com/office/drawing/2014/main" id="{A70B4532-4994-DEE5-0178-FB9085734A58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72D00140-6293-4043-C6E7-CC360BA78463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FFC9877-E7BA-9260-196D-851E930C6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24390" r="-24390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72777F8-E25A-0AA7-95F4-94FAACBF30FC}"/>
              </a:ext>
            </a:extLst>
          </p:cNvPr>
          <p:cNvSpPr/>
          <p:nvPr/>
        </p:nvSpPr>
        <p:spPr>
          <a:xfrm>
            <a:off x="6340619" y="109014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FED85E9-7514-BAA5-944F-065B3ACC188E}"/>
              </a:ext>
            </a:extLst>
          </p:cNvPr>
          <p:cNvSpPr/>
          <p:nvPr/>
        </p:nvSpPr>
        <p:spPr>
          <a:xfrm>
            <a:off x="8350400" y="10666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D9D0CA5-5972-9733-FDCD-6A75483927FF}"/>
              </a:ext>
            </a:extLst>
          </p:cNvPr>
          <p:cNvSpPr/>
          <p:nvPr/>
        </p:nvSpPr>
        <p:spPr>
          <a:xfrm>
            <a:off x="10360181" y="10666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D03B01C-7999-6F86-C213-4E7549376C15}"/>
              </a:ext>
            </a:extLst>
          </p:cNvPr>
          <p:cNvSpPr/>
          <p:nvPr/>
        </p:nvSpPr>
        <p:spPr>
          <a:xfrm>
            <a:off x="12369962" y="10666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E47B415-79BA-1BE6-E0F6-1A74581BE414}"/>
              </a:ext>
            </a:extLst>
          </p:cNvPr>
          <p:cNvSpPr/>
          <p:nvPr/>
        </p:nvSpPr>
        <p:spPr>
          <a:xfrm>
            <a:off x="14379743" y="10666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21A0F3E-AEB0-4C4C-7306-61879FC23233}"/>
              </a:ext>
            </a:extLst>
          </p:cNvPr>
          <p:cNvSpPr/>
          <p:nvPr/>
        </p:nvSpPr>
        <p:spPr>
          <a:xfrm>
            <a:off x="3707289" y="11019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DAAA505-AA30-E908-BC03-76D916262F2F}"/>
              </a:ext>
            </a:extLst>
          </p:cNvPr>
          <p:cNvSpPr/>
          <p:nvPr/>
        </p:nvSpPr>
        <p:spPr>
          <a:xfrm>
            <a:off x="3707289" y="11019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D7CFFDC-7DAB-56EC-561B-3B02033CEFA4}"/>
              </a:ext>
            </a:extLst>
          </p:cNvPr>
          <p:cNvSpPr/>
          <p:nvPr/>
        </p:nvSpPr>
        <p:spPr>
          <a:xfrm>
            <a:off x="16279067" y="106660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19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437F606-EDC2-01D0-B7AA-7FE443F4AF2F}"/>
              </a:ext>
            </a:extLst>
          </p:cNvPr>
          <p:cNvSpPr/>
          <p:nvPr/>
        </p:nvSpPr>
        <p:spPr>
          <a:xfrm>
            <a:off x="18288848" y="10666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16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98D48F6-9F51-31B8-0CD4-A4B812015299}"/>
              </a:ext>
            </a:extLst>
          </p:cNvPr>
          <p:cNvSpPr/>
          <p:nvPr/>
        </p:nvSpPr>
        <p:spPr>
          <a:xfrm>
            <a:off x="20136711" y="11019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786EE589-69A2-BB3A-90A2-71EAD32AA1BD}"/>
              </a:ext>
            </a:extLst>
          </p:cNvPr>
          <p:cNvSpPr/>
          <p:nvPr/>
        </p:nvSpPr>
        <p:spPr>
          <a:xfrm>
            <a:off x="817220" y="5881846"/>
            <a:ext cx="23105484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Check A[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i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] and A[j]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If these two numbers are out of place, swap</a:t>
            </a:r>
          </a:p>
        </p:txBody>
      </p:sp>
    </p:spTree>
    <p:extLst>
      <p:ext uri="{BB962C8B-B14F-4D97-AF65-F5344CB8AC3E}">
        <p14:creationId xmlns:p14="http://schemas.microsoft.com/office/powerpoint/2010/main" val="23226171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71F4F-E24E-8F17-170F-213126F75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A6C1123-E087-A920-566E-76DA32586D30}"/>
              </a:ext>
            </a:extLst>
          </p:cNvPr>
          <p:cNvGrpSpPr/>
          <p:nvPr/>
        </p:nvGrpSpPr>
        <p:grpSpPr>
          <a:xfrm>
            <a:off x="14675125" y="2467449"/>
            <a:ext cx="489236" cy="1745799"/>
            <a:chOff x="4821200" y="5585063"/>
            <a:chExt cx="489236" cy="1745799"/>
          </a:xfrm>
        </p:grpSpPr>
        <p:sp>
          <p:nvSpPr>
            <p:cNvPr id="3" name="Down Arrow 2">
              <a:extLst>
                <a:ext uri="{FF2B5EF4-FFF2-40B4-BE49-F238E27FC236}">
                  <a16:creationId xmlns:a16="http://schemas.microsoft.com/office/drawing/2014/main" id="{4134D725-C297-B6E4-D62E-769CED72A4E7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C1237E04-949F-E36F-346B-4F159017A110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7C6F186-0B23-9C2F-9672-04095F3D4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2"/>
                  <a:stretch>
                    <a:fillRect l="-12500" r="-7500" b="-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C35D17E-587F-416A-8C6D-318BF460399C}"/>
              </a:ext>
            </a:extLst>
          </p:cNvPr>
          <p:cNvGrpSpPr/>
          <p:nvPr/>
        </p:nvGrpSpPr>
        <p:grpSpPr>
          <a:xfrm>
            <a:off x="14424506" y="2467449"/>
            <a:ext cx="505843" cy="1745799"/>
            <a:chOff x="4821200" y="5585063"/>
            <a:chExt cx="505843" cy="1745799"/>
          </a:xfrm>
        </p:grpSpPr>
        <p:sp>
          <p:nvSpPr>
            <p:cNvPr id="6" name="Down Arrow 5">
              <a:extLst>
                <a:ext uri="{FF2B5EF4-FFF2-40B4-BE49-F238E27FC236}">
                  <a16:creationId xmlns:a16="http://schemas.microsoft.com/office/drawing/2014/main" id="{FFFF99FB-B8A5-D352-F66D-D06EE7BEBC7A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712EAF7B-B1F4-6B95-C975-DD1CDBECC9F5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FFC9877-E7BA-9260-196D-851E930C6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24390" r="-24390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B8B3D39-8A46-5C87-EF12-3DD67AC827B2}"/>
              </a:ext>
            </a:extLst>
          </p:cNvPr>
          <p:cNvSpPr/>
          <p:nvPr/>
        </p:nvSpPr>
        <p:spPr>
          <a:xfrm>
            <a:off x="6340619" y="109014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AEBFCB0-E631-59AD-E3C8-8DD8DC152F1B}"/>
              </a:ext>
            </a:extLst>
          </p:cNvPr>
          <p:cNvSpPr/>
          <p:nvPr/>
        </p:nvSpPr>
        <p:spPr>
          <a:xfrm>
            <a:off x="8350400" y="10666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BB367FC-BEFC-0CBE-4A31-9D0EF1FD9337}"/>
              </a:ext>
            </a:extLst>
          </p:cNvPr>
          <p:cNvSpPr/>
          <p:nvPr/>
        </p:nvSpPr>
        <p:spPr>
          <a:xfrm>
            <a:off x="10360181" y="10666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9D13E51-E1B3-86C4-907A-A09D0DBA9525}"/>
              </a:ext>
            </a:extLst>
          </p:cNvPr>
          <p:cNvSpPr/>
          <p:nvPr/>
        </p:nvSpPr>
        <p:spPr>
          <a:xfrm>
            <a:off x="12369962" y="10666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18E48D1-5769-8B64-CB31-72B81D8F37C6}"/>
              </a:ext>
            </a:extLst>
          </p:cNvPr>
          <p:cNvSpPr/>
          <p:nvPr/>
        </p:nvSpPr>
        <p:spPr>
          <a:xfrm>
            <a:off x="14379743" y="10666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027A90F-47B8-5472-1B52-DFC81547BCB7}"/>
              </a:ext>
            </a:extLst>
          </p:cNvPr>
          <p:cNvSpPr/>
          <p:nvPr/>
        </p:nvSpPr>
        <p:spPr>
          <a:xfrm>
            <a:off x="3707289" y="11019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65C59A1-B703-7299-8738-03F19BC197C5}"/>
              </a:ext>
            </a:extLst>
          </p:cNvPr>
          <p:cNvSpPr/>
          <p:nvPr/>
        </p:nvSpPr>
        <p:spPr>
          <a:xfrm>
            <a:off x="3707289" y="11019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967F464-0118-7F17-840F-DB1F46E80B49}"/>
              </a:ext>
            </a:extLst>
          </p:cNvPr>
          <p:cNvSpPr/>
          <p:nvPr/>
        </p:nvSpPr>
        <p:spPr>
          <a:xfrm>
            <a:off x="16279067" y="106660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19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B447C47-C262-C8EB-BF4D-B2695FE62E37}"/>
              </a:ext>
            </a:extLst>
          </p:cNvPr>
          <p:cNvSpPr/>
          <p:nvPr/>
        </p:nvSpPr>
        <p:spPr>
          <a:xfrm>
            <a:off x="18288848" y="10666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16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D1232F3-B96F-F42B-5823-DFE5A878B7C0}"/>
              </a:ext>
            </a:extLst>
          </p:cNvPr>
          <p:cNvSpPr/>
          <p:nvPr/>
        </p:nvSpPr>
        <p:spPr>
          <a:xfrm>
            <a:off x="20136711" y="11019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B6A8504-4762-47BF-69A5-8CE4ACBFAD76}"/>
              </a:ext>
            </a:extLst>
          </p:cNvPr>
          <p:cNvSpPr/>
          <p:nvPr/>
        </p:nvSpPr>
        <p:spPr>
          <a:xfrm>
            <a:off x="817220" y="5881846"/>
            <a:ext cx="23105484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Check A[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i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] and A[j]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If these two numbers are out of place, swap</a:t>
            </a:r>
          </a:p>
        </p:txBody>
      </p:sp>
    </p:spTree>
    <p:extLst>
      <p:ext uri="{BB962C8B-B14F-4D97-AF65-F5344CB8AC3E}">
        <p14:creationId xmlns:p14="http://schemas.microsoft.com/office/powerpoint/2010/main" val="14652224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73805-0FAE-5DD6-347C-70EEC74D2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4958DFB-00CE-A25F-30E1-F805AA6C99EC}"/>
              </a:ext>
            </a:extLst>
          </p:cNvPr>
          <p:cNvGrpSpPr/>
          <p:nvPr/>
        </p:nvGrpSpPr>
        <p:grpSpPr>
          <a:xfrm>
            <a:off x="14675125" y="2467449"/>
            <a:ext cx="489236" cy="1745799"/>
            <a:chOff x="4821200" y="5585063"/>
            <a:chExt cx="489236" cy="1745799"/>
          </a:xfrm>
        </p:grpSpPr>
        <p:sp>
          <p:nvSpPr>
            <p:cNvPr id="3" name="Down Arrow 2">
              <a:extLst>
                <a:ext uri="{FF2B5EF4-FFF2-40B4-BE49-F238E27FC236}">
                  <a16:creationId xmlns:a16="http://schemas.microsoft.com/office/drawing/2014/main" id="{6F595563-7644-2DBF-902A-9D4445F6600B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B79FCABA-862B-F535-BDC3-8CF246FE2792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7C6F186-0B23-9C2F-9672-04095F3D4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2"/>
                  <a:stretch>
                    <a:fillRect l="-12500" r="-7500" b="-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84B8381-6F23-EA18-6FF0-3EEA08DAF26B}"/>
              </a:ext>
            </a:extLst>
          </p:cNvPr>
          <p:cNvGrpSpPr/>
          <p:nvPr/>
        </p:nvGrpSpPr>
        <p:grpSpPr>
          <a:xfrm>
            <a:off x="12657040" y="2572957"/>
            <a:ext cx="505843" cy="1745799"/>
            <a:chOff x="4821200" y="5585063"/>
            <a:chExt cx="505843" cy="1745799"/>
          </a:xfrm>
        </p:grpSpPr>
        <p:sp>
          <p:nvSpPr>
            <p:cNvPr id="6" name="Down Arrow 5">
              <a:extLst>
                <a:ext uri="{FF2B5EF4-FFF2-40B4-BE49-F238E27FC236}">
                  <a16:creationId xmlns:a16="http://schemas.microsoft.com/office/drawing/2014/main" id="{1AD01B4E-6C7F-4998-7BD2-8BE9F341C3A6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64564D64-7301-BBF2-8175-276D6972317A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FFC9877-E7BA-9260-196D-851E930C6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24390" r="-24390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C5538E0-6959-6E3D-7A43-9A5D719B2034}"/>
              </a:ext>
            </a:extLst>
          </p:cNvPr>
          <p:cNvSpPr/>
          <p:nvPr/>
        </p:nvSpPr>
        <p:spPr>
          <a:xfrm>
            <a:off x="6340619" y="109014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2361B00-DFCB-A046-0578-22D28709017D}"/>
              </a:ext>
            </a:extLst>
          </p:cNvPr>
          <p:cNvSpPr/>
          <p:nvPr/>
        </p:nvSpPr>
        <p:spPr>
          <a:xfrm>
            <a:off x="8350400" y="10666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DE3B723-CB54-09DF-C3C6-4ABFB354BBDE}"/>
              </a:ext>
            </a:extLst>
          </p:cNvPr>
          <p:cNvSpPr/>
          <p:nvPr/>
        </p:nvSpPr>
        <p:spPr>
          <a:xfrm>
            <a:off x="10360181" y="10666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0F1C812-5469-443B-1140-DAADC6492E33}"/>
              </a:ext>
            </a:extLst>
          </p:cNvPr>
          <p:cNvSpPr/>
          <p:nvPr/>
        </p:nvSpPr>
        <p:spPr>
          <a:xfrm>
            <a:off x="12369962" y="10666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50DF681-527E-A2E1-BECF-42C04AFC4B5D}"/>
              </a:ext>
            </a:extLst>
          </p:cNvPr>
          <p:cNvSpPr/>
          <p:nvPr/>
        </p:nvSpPr>
        <p:spPr>
          <a:xfrm>
            <a:off x="14379743" y="10666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2D76292-8FA2-CE37-24DC-DD4502B5C6D8}"/>
              </a:ext>
            </a:extLst>
          </p:cNvPr>
          <p:cNvSpPr/>
          <p:nvPr/>
        </p:nvSpPr>
        <p:spPr>
          <a:xfrm>
            <a:off x="3707289" y="11019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DBB782F-0CFF-B26E-D3E9-6F869D9C839D}"/>
              </a:ext>
            </a:extLst>
          </p:cNvPr>
          <p:cNvSpPr/>
          <p:nvPr/>
        </p:nvSpPr>
        <p:spPr>
          <a:xfrm>
            <a:off x="3707289" y="11019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069514E-FFD7-D62C-3695-F152ED95599A}"/>
              </a:ext>
            </a:extLst>
          </p:cNvPr>
          <p:cNvSpPr/>
          <p:nvPr/>
        </p:nvSpPr>
        <p:spPr>
          <a:xfrm>
            <a:off x="16279067" y="106660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19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256868D-6E36-7097-C8E6-EB7785F136AF}"/>
              </a:ext>
            </a:extLst>
          </p:cNvPr>
          <p:cNvSpPr/>
          <p:nvPr/>
        </p:nvSpPr>
        <p:spPr>
          <a:xfrm>
            <a:off x="18288848" y="10666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16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C17F186-1105-8097-5141-876C1485E2A7}"/>
              </a:ext>
            </a:extLst>
          </p:cNvPr>
          <p:cNvSpPr/>
          <p:nvPr/>
        </p:nvSpPr>
        <p:spPr>
          <a:xfrm>
            <a:off x="20136711" y="11019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CE48298-2D31-77C6-C4F3-C9EDB8B08BE2}"/>
              </a:ext>
            </a:extLst>
          </p:cNvPr>
          <p:cNvSpPr/>
          <p:nvPr/>
        </p:nvSpPr>
        <p:spPr>
          <a:xfrm>
            <a:off x="817220" y="5881846"/>
            <a:ext cx="23105484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Check A[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i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] and A[j]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If these two numbers are out of place, swap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854E1B8-FA90-B009-12CD-6574287BACD6}"/>
              </a:ext>
            </a:extLst>
          </p:cNvPr>
          <p:cNvSpPr/>
          <p:nvPr/>
        </p:nvSpPr>
        <p:spPr>
          <a:xfrm>
            <a:off x="938145" y="9313346"/>
            <a:ext cx="2310548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Swap A[0] with A[j]</a:t>
            </a:r>
          </a:p>
        </p:txBody>
      </p:sp>
    </p:spTree>
    <p:extLst>
      <p:ext uri="{BB962C8B-B14F-4D97-AF65-F5344CB8AC3E}">
        <p14:creationId xmlns:p14="http://schemas.microsoft.com/office/powerpoint/2010/main" val="12886882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E526F-12D8-5801-6279-D3EA6BD5F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0329E05-420E-AD6A-4584-7C96DDDAAC83}"/>
              </a:ext>
            </a:extLst>
          </p:cNvPr>
          <p:cNvGrpSpPr/>
          <p:nvPr/>
        </p:nvGrpSpPr>
        <p:grpSpPr>
          <a:xfrm>
            <a:off x="14675125" y="2467449"/>
            <a:ext cx="489236" cy="1745799"/>
            <a:chOff x="4821200" y="5585063"/>
            <a:chExt cx="489236" cy="1745799"/>
          </a:xfrm>
        </p:grpSpPr>
        <p:sp>
          <p:nvSpPr>
            <p:cNvPr id="3" name="Down Arrow 2">
              <a:extLst>
                <a:ext uri="{FF2B5EF4-FFF2-40B4-BE49-F238E27FC236}">
                  <a16:creationId xmlns:a16="http://schemas.microsoft.com/office/drawing/2014/main" id="{67C1F9D3-42A2-53BF-417B-5D8BE7C3B6E6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D6F0AB35-621A-6394-53BB-0507452F413D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7C6F186-0B23-9C2F-9672-04095F3D4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489236" cy="767390"/>
                </a:xfrm>
                <a:prstGeom prst="rect">
                  <a:avLst/>
                </a:prstGeom>
                <a:blipFill>
                  <a:blip r:embed="rId2"/>
                  <a:stretch>
                    <a:fillRect l="-12500" r="-7500" b="-161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C0E0D07-72DE-476C-0A0A-AE007D6D8CE5}"/>
              </a:ext>
            </a:extLst>
          </p:cNvPr>
          <p:cNvGrpSpPr/>
          <p:nvPr/>
        </p:nvGrpSpPr>
        <p:grpSpPr>
          <a:xfrm>
            <a:off x="12657040" y="2572957"/>
            <a:ext cx="505843" cy="1745799"/>
            <a:chOff x="4821200" y="5585063"/>
            <a:chExt cx="505843" cy="1745799"/>
          </a:xfrm>
        </p:grpSpPr>
        <p:sp>
          <p:nvSpPr>
            <p:cNvPr id="6" name="Down Arrow 5">
              <a:extLst>
                <a:ext uri="{FF2B5EF4-FFF2-40B4-BE49-F238E27FC236}">
                  <a16:creationId xmlns:a16="http://schemas.microsoft.com/office/drawing/2014/main" id="{A0681D80-E84E-D6D4-A311-47137CBBC791}"/>
                </a:ext>
              </a:extLst>
            </p:cNvPr>
            <p:cNvSpPr/>
            <p:nvPr/>
          </p:nvSpPr>
          <p:spPr>
            <a:xfrm rot="10800000">
              <a:off x="4825804" y="5585063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8E7AFCBB-1D02-6F65-6EDB-5FEF51CECA48}"/>
                    </a:ext>
                  </a:extLst>
                </p:cNvPr>
                <p:cNvSpPr txBox="1"/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FFC9877-E7BA-9260-196D-851E930C6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200" y="6563472"/>
                  <a:ext cx="505843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24390" r="-24390" b="-2623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7C90A16-D385-3E3A-AD7C-55C35550C960}"/>
              </a:ext>
            </a:extLst>
          </p:cNvPr>
          <p:cNvSpPr/>
          <p:nvPr/>
        </p:nvSpPr>
        <p:spPr>
          <a:xfrm>
            <a:off x="6340619" y="109014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85A9728-6405-38DF-AC82-92B64C0437FC}"/>
              </a:ext>
            </a:extLst>
          </p:cNvPr>
          <p:cNvSpPr/>
          <p:nvPr/>
        </p:nvSpPr>
        <p:spPr>
          <a:xfrm>
            <a:off x="8350400" y="10666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86E8245-B512-7752-ADE1-0F3F50A1E50C}"/>
              </a:ext>
            </a:extLst>
          </p:cNvPr>
          <p:cNvSpPr/>
          <p:nvPr/>
        </p:nvSpPr>
        <p:spPr>
          <a:xfrm>
            <a:off x="10360181" y="10666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37E447B-63F3-3590-33A5-84387BAA60A0}"/>
              </a:ext>
            </a:extLst>
          </p:cNvPr>
          <p:cNvSpPr/>
          <p:nvPr/>
        </p:nvSpPr>
        <p:spPr>
          <a:xfrm>
            <a:off x="12369962" y="10666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91A1345-8857-52B3-626F-C7B15ACD2B68}"/>
              </a:ext>
            </a:extLst>
          </p:cNvPr>
          <p:cNvSpPr/>
          <p:nvPr/>
        </p:nvSpPr>
        <p:spPr>
          <a:xfrm>
            <a:off x="14379743" y="106660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65FA401-51B5-BAA9-0E5C-2B8EEBEE8E5F}"/>
              </a:ext>
            </a:extLst>
          </p:cNvPr>
          <p:cNvSpPr/>
          <p:nvPr/>
        </p:nvSpPr>
        <p:spPr>
          <a:xfrm>
            <a:off x="3707289" y="11019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9F1000A-81CD-EF75-9251-5287CB4A06A4}"/>
              </a:ext>
            </a:extLst>
          </p:cNvPr>
          <p:cNvSpPr/>
          <p:nvPr/>
        </p:nvSpPr>
        <p:spPr>
          <a:xfrm>
            <a:off x="3707289" y="11019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9FA986C-58E0-1E40-4721-3E8FA691B6AE}"/>
              </a:ext>
            </a:extLst>
          </p:cNvPr>
          <p:cNvSpPr/>
          <p:nvPr/>
        </p:nvSpPr>
        <p:spPr>
          <a:xfrm>
            <a:off x="16279067" y="106660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19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B45F6CE-D7B9-2A3D-3C7F-C1DFC56E5CB2}"/>
              </a:ext>
            </a:extLst>
          </p:cNvPr>
          <p:cNvSpPr/>
          <p:nvPr/>
        </p:nvSpPr>
        <p:spPr>
          <a:xfrm>
            <a:off x="18288848" y="10666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16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5AE90FA-B152-5F61-792A-19A43B0CC104}"/>
              </a:ext>
            </a:extLst>
          </p:cNvPr>
          <p:cNvSpPr/>
          <p:nvPr/>
        </p:nvSpPr>
        <p:spPr>
          <a:xfrm>
            <a:off x="20136711" y="11019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6635D28-8FDA-E144-C182-A2D1E0C6AAFE}"/>
              </a:ext>
            </a:extLst>
          </p:cNvPr>
          <p:cNvSpPr/>
          <p:nvPr/>
        </p:nvSpPr>
        <p:spPr>
          <a:xfrm>
            <a:off x="817220" y="5881846"/>
            <a:ext cx="23105484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Check A[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i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] and A[j]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If these two numbers are out of place, swap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915B526-CFED-9091-7B07-66580DDAF2C0}"/>
              </a:ext>
            </a:extLst>
          </p:cNvPr>
          <p:cNvSpPr/>
          <p:nvPr/>
        </p:nvSpPr>
        <p:spPr>
          <a:xfrm>
            <a:off x="938145" y="9313346"/>
            <a:ext cx="2310548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Swap A[0] with A[j]</a:t>
            </a:r>
          </a:p>
        </p:txBody>
      </p:sp>
    </p:spTree>
    <p:extLst>
      <p:ext uri="{BB962C8B-B14F-4D97-AF65-F5344CB8AC3E}">
        <p14:creationId xmlns:p14="http://schemas.microsoft.com/office/powerpoint/2010/main" val="33815834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FF9B6C14-010F-B649-9E65-A0432C369A2E}"/>
                  </a:ext>
                </a:extLst>
              </p:cNvPr>
              <p:cNvSpPr/>
              <p:nvPr/>
            </p:nvSpPr>
            <p:spPr>
              <a:xfrm>
                <a:off x="645013" y="1248767"/>
                <a:ext cx="9543957" cy="1135292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partition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1,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=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-1,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&amp;&amp;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&amp;&amp;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&gt;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	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FF9B6C14-010F-B649-9E65-A0432C369A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13" y="1248767"/>
                <a:ext cx="9543957" cy="11352927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E3F6D0D-A517-87FD-B4D4-E714792EAC3A}"/>
              </a:ext>
            </a:extLst>
          </p:cNvPr>
          <p:cNvSpPr/>
          <p:nvPr/>
        </p:nvSpPr>
        <p:spPr>
          <a:xfrm>
            <a:off x="11102587" y="1482963"/>
            <a:ext cx="12636401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Running Time of Partition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9F19875-5DC5-4D55-1446-D15B8DB17E82}"/>
              </a:ext>
            </a:extLst>
          </p:cNvPr>
          <p:cNvSpPr/>
          <p:nvPr/>
        </p:nvSpPr>
        <p:spPr>
          <a:xfrm>
            <a:off x="11102587" y="3259433"/>
            <a:ext cx="12636401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Total number of times these three blocks are executed is at most n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Thus, the running time is 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cn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= O(n)</a:t>
            </a:r>
            <a:endParaRPr lang="en-US" sz="5400" dirty="0">
              <a:solidFill>
                <a:schemeClr val="accent3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6554942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A9388-A90E-C627-C997-BED295182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andy: A problem on leetcode">
            <a:extLst>
              <a:ext uri="{FF2B5EF4-FFF2-40B4-BE49-F238E27FC236}">
                <a16:creationId xmlns:a16="http://schemas.microsoft.com/office/drawing/2014/main" id="{BC73A44D-AD19-1705-16CC-6037B4E45B92}"/>
              </a:ext>
            </a:extLst>
          </p:cNvPr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ma14:wrappingTextBoxFlag xmlns:mc="http://schemas.openxmlformats.org/markup-compatibility/2006" xmlns:a14="http://schemas.microsoft.com/office/drawing/2010/main" xmlns:ma14="http://schemas.microsoft.com/office/mac/drawingml/2011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r>
              <a:rPr lang="en-US" sz="14400" dirty="0" err="1">
                <a:latin typeface="Chalkduster" panose="03050602040202020205" pitchFamily="66" charset="77"/>
                <a:cs typeface="Fave Script Bold Pro" panose="020F0502020204030204" pitchFamily="34" charset="0"/>
              </a:rPr>
              <a:t>QuickSort</a:t>
            </a:r>
            <a:endParaRPr sz="144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0751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3193094-D207-67B2-46E6-01EA8E8B0657}"/>
              </a:ext>
            </a:extLst>
          </p:cNvPr>
          <p:cNvSpPr/>
          <p:nvPr/>
        </p:nvSpPr>
        <p:spPr>
          <a:xfrm>
            <a:off x="640006" y="925133"/>
            <a:ext cx="23103988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The partition function can be used to sort the array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Let us see how</a:t>
            </a:r>
            <a:endParaRPr lang="en-US" sz="5400" dirty="0">
              <a:solidFill>
                <a:schemeClr val="accent3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6292494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D368A2-C8E6-4838-36E7-8E805158174C}"/>
              </a:ext>
            </a:extLst>
          </p:cNvPr>
          <p:cNvSpPr/>
          <p:nvPr/>
        </p:nvSpPr>
        <p:spPr>
          <a:xfrm>
            <a:off x="6340619" y="1066600"/>
            <a:ext cx="1080000" cy="103290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 cap="flat">
            <a:solidFill>
              <a:schemeClr val="accent2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C0C47ED-3F5F-C329-3B07-1565F29239B0}"/>
              </a:ext>
            </a:extLst>
          </p:cNvPr>
          <p:cNvSpPr/>
          <p:nvPr/>
        </p:nvSpPr>
        <p:spPr>
          <a:xfrm>
            <a:off x="8350400" y="10666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C1C7BA2-5411-8272-ADD7-A072FF73D028}"/>
              </a:ext>
            </a:extLst>
          </p:cNvPr>
          <p:cNvSpPr/>
          <p:nvPr/>
        </p:nvSpPr>
        <p:spPr>
          <a:xfrm>
            <a:off x="10360181" y="10666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AB90883-C042-ACC0-154A-B5234FC32317}"/>
              </a:ext>
            </a:extLst>
          </p:cNvPr>
          <p:cNvSpPr/>
          <p:nvPr/>
        </p:nvSpPr>
        <p:spPr>
          <a:xfrm>
            <a:off x="12369962" y="10666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061E914-3E7B-F271-896E-C395DF6C49AB}"/>
              </a:ext>
            </a:extLst>
          </p:cNvPr>
          <p:cNvSpPr/>
          <p:nvPr/>
        </p:nvSpPr>
        <p:spPr>
          <a:xfrm>
            <a:off x="14379743" y="10666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DB3FE44-BEFC-C83F-FFC5-86AEE8915383}"/>
              </a:ext>
            </a:extLst>
          </p:cNvPr>
          <p:cNvSpPr/>
          <p:nvPr/>
        </p:nvSpPr>
        <p:spPr>
          <a:xfrm>
            <a:off x="3707289" y="10666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7F9C5B7-4752-7E0E-2091-6447BAA49C4F}"/>
              </a:ext>
            </a:extLst>
          </p:cNvPr>
          <p:cNvSpPr/>
          <p:nvPr/>
        </p:nvSpPr>
        <p:spPr>
          <a:xfrm>
            <a:off x="16279067" y="10666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19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D4B7C4A-E14A-DFAF-3B53-4124C5297EB1}"/>
              </a:ext>
            </a:extLst>
          </p:cNvPr>
          <p:cNvSpPr/>
          <p:nvPr/>
        </p:nvSpPr>
        <p:spPr>
          <a:xfrm>
            <a:off x="18288848" y="10666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16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F5B0965D-104D-2FE1-EF30-55F071454C3A}"/>
              </a:ext>
            </a:extLst>
          </p:cNvPr>
          <p:cNvSpPr/>
          <p:nvPr/>
        </p:nvSpPr>
        <p:spPr>
          <a:xfrm>
            <a:off x="20136711" y="10666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6861103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6E961-012C-8CF5-602A-F8813895D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105231E-E640-5101-88DF-278E05C14A08}"/>
              </a:ext>
            </a:extLst>
          </p:cNvPr>
          <p:cNvSpPr/>
          <p:nvPr/>
        </p:nvSpPr>
        <p:spPr>
          <a:xfrm>
            <a:off x="6340619" y="10666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A64712D-8BD2-A194-42BF-88C8FE8450C2}"/>
              </a:ext>
            </a:extLst>
          </p:cNvPr>
          <p:cNvSpPr/>
          <p:nvPr/>
        </p:nvSpPr>
        <p:spPr>
          <a:xfrm>
            <a:off x="8350400" y="10666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834F739-AFF7-BAC5-0C6A-89BB3B504A86}"/>
              </a:ext>
            </a:extLst>
          </p:cNvPr>
          <p:cNvSpPr/>
          <p:nvPr/>
        </p:nvSpPr>
        <p:spPr>
          <a:xfrm>
            <a:off x="10360181" y="10666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0CDBB2D-6DFF-B9BC-0517-B5EFADE2A3E1}"/>
              </a:ext>
            </a:extLst>
          </p:cNvPr>
          <p:cNvSpPr/>
          <p:nvPr/>
        </p:nvSpPr>
        <p:spPr>
          <a:xfrm>
            <a:off x="12369962" y="1066600"/>
            <a:ext cx="1080000" cy="103290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 cap="flat">
            <a:solidFill>
              <a:schemeClr val="accent2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313E379-9E33-B245-B503-FEF28E5EE561}"/>
              </a:ext>
            </a:extLst>
          </p:cNvPr>
          <p:cNvSpPr/>
          <p:nvPr/>
        </p:nvSpPr>
        <p:spPr>
          <a:xfrm>
            <a:off x="14379743" y="10666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973FE9B-1F2D-8966-C030-6DABE7990D7B}"/>
              </a:ext>
            </a:extLst>
          </p:cNvPr>
          <p:cNvSpPr/>
          <p:nvPr/>
        </p:nvSpPr>
        <p:spPr>
          <a:xfrm>
            <a:off x="3707289" y="10666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090A860B-D88D-DFB5-45B2-B07E57ABAC80}"/>
              </a:ext>
            </a:extLst>
          </p:cNvPr>
          <p:cNvSpPr/>
          <p:nvPr/>
        </p:nvSpPr>
        <p:spPr>
          <a:xfrm>
            <a:off x="16279067" y="10666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19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2CA00A3-ED29-780E-8C77-3AE950836916}"/>
              </a:ext>
            </a:extLst>
          </p:cNvPr>
          <p:cNvSpPr/>
          <p:nvPr/>
        </p:nvSpPr>
        <p:spPr>
          <a:xfrm>
            <a:off x="18288848" y="10666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16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A4F4A62-4BC1-F07C-7F13-9F51F7B73C08}"/>
              </a:ext>
            </a:extLst>
          </p:cNvPr>
          <p:cNvSpPr/>
          <p:nvPr/>
        </p:nvSpPr>
        <p:spPr>
          <a:xfrm>
            <a:off x="20136711" y="10666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599470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AAC37-5D38-7C18-28CB-90C4FC6B8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1E89E00-B8F0-2572-15B0-E3DD9CDC6D9D}"/>
              </a:ext>
            </a:extLst>
          </p:cNvPr>
          <p:cNvSpPr/>
          <p:nvPr/>
        </p:nvSpPr>
        <p:spPr>
          <a:xfrm>
            <a:off x="5381171" y="2099507"/>
            <a:ext cx="6810829" cy="176129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F668567-A8C3-2742-A4E2-2B8A208CBE9F}"/>
              </a:ext>
            </a:extLst>
          </p:cNvPr>
          <p:cNvSpPr/>
          <p:nvPr/>
        </p:nvSpPr>
        <p:spPr>
          <a:xfrm>
            <a:off x="14001341" y="2099406"/>
            <a:ext cx="7664859" cy="176129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9D947AC-16C1-D3C3-0F73-7870855ADEB1}"/>
              </a:ext>
            </a:extLst>
          </p:cNvPr>
          <p:cNvSpPr/>
          <p:nvPr/>
        </p:nvSpPr>
        <p:spPr>
          <a:xfrm>
            <a:off x="6340619" y="2463600"/>
            <a:ext cx="1080000" cy="103290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 cap="flat">
            <a:solidFill>
              <a:schemeClr val="accent2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17F1040-7714-B0ED-2275-AA50FA2C8B65}"/>
              </a:ext>
            </a:extLst>
          </p:cNvPr>
          <p:cNvSpPr/>
          <p:nvPr/>
        </p:nvSpPr>
        <p:spPr>
          <a:xfrm>
            <a:off x="8350400" y="24636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5E6F968-0A94-FB13-2187-6E6DB142758C}"/>
              </a:ext>
            </a:extLst>
          </p:cNvPr>
          <p:cNvSpPr/>
          <p:nvPr/>
        </p:nvSpPr>
        <p:spPr>
          <a:xfrm>
            <a:off x="10360181" y="24636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87A3F42-3FBD-AB87-EC87-E78990488170}"/>
              </a:ext>
            </a:extLst>
          </p:cNvPr>
          <p:cNvSpPr/>
          <p:nvPr/>
        </p:nvSpPr>
        <p:spPr>
          <a:xfrm>
            <a:off x="12369962" y="1066600"/>
            <a:ext cx="1080000" cy="103290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 cap="flat">
            <a:solidFill>
              <a:schemeClr val="accent2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F1BDAF7-9518-DAAB-5C53-FCC0E5D85F09}"/>
              </a:ext>
            </a:extLst>
          </p:cNvPr>
          <p:cNvSpPr/>
          <p:nvPr/>
        </p:nvSpPr>
        <p:spPr>
          <a:xfrm>
            <a:off x="14413602" y="2463600"/>
            <a:ext cx="1080000" cy="103290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 cap="flat">
            <a:solidFill>
              <a:schemeClr val="accent2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2D400A0-33C8-424E-2196-ADFCD20EEA4E}"/>
              </a:ext>
            </a:extLst>
          </p:cNvPr>
          <p:cNvSpPr/>
          <p:nvPr/>
        </p:nvSpPr>
        <p:spPr>
          <a:xfrm>
            <a:off x="3707289" y="10666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D4C53D1-274D-AE65-E257-515563EFF6DF}"/>
              </a:ext>
            </a:extLst>
          </p:cNvPr>
          <p:cNvSpPr/>
          <p:nvPr/>
        </p:nvSpPr>
        <p:spPr>
          <a:xfrm>
            <a:off x="16312926" y="24636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19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2A9E690-8134-9DEF-0B27-ED35D4F25F23}"/>
              </a:ext>
            </a:extLst>
          </p:cNvPr>
          <p:cNvSpPr/>
          <p:nvPr/>
        </p:nvSpPr>
        <p:spPr>
          <a:xfrm>
            <a:off x="18322707" y="24636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16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5625305-F459-FB92-3CB1-34CFB52D9C3A}"/>
              </a:ext>
            </a:extLst>
          </p:cNvPr>
          <p:cNvSpPr/>
          <p:nvPr/>
        </p:nvSpPr>
        <p:spPr>
          <a:xfrm>
            <a:off x="20170570" y="24636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1227070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32190-8609-B393-1294-0968D6226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2B0D4C8-AB94-E2A2-99D5-8ADCB755213F}"/>
              </a:ext>
            </a:extLst>
          </p:cNvPr>
          <p:cNvSpPr/>
          <p:nvPr/>
        </p:nvSpPr>
        <p:spPr>
          <a:xfrm>
            <a:off x="5381171" y="2099507"/>
            <a:ext cx="6810829" cy="176129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3FDAC99-6FB5-58B0-B83D-C95EFCFE5C4D}"/>
              </a:ext>
            </a:extLst>
          </p:cNvPr>
          <p:cNvSpPr/>
          <p:nvPr/>
        </p:nvSpPr>
        <p:spPr>
          <a:xfrm>
            <a:off x="14001341" y="2099406"/>
            <a:ext cx="7664859" cy="176129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2807A4D-B904-3A7A-3E96-881A5FF3DB87}"/>
              </a:ext>
            </a:extLst>
          </p:cNvPr>
          <p:cNvSpPr/>
          <p:nvPr/>
        </p:nvSpPr>
        <p:spPr>
          <a:xfrm>
            <a:off x="6340619" y="24636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F78C75D-32F1-598E-1537-43AB7999E7A0}"/>
              </a:ext>
            </a:extLst>
          </p:cNvPr>
          <p:cNvSpPr/>
          <p:nvPr/>
        </p:nvSpPr>
        <p:spPr>
          <a:xfrm>
            <a:off x="8350400" y="24636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0907E84-8C2F-2F3F-7428-EC41684C2FD3}"/>
              </a:ext>
            </a:extLst>
          </p:cNvPr>
          <p:cNvSpPr/>
          <p:nvPr/>
        </p:nvSpPr>
        <p:spPr>
          <a:xfrm>
            <a:off x="10360181" y="2463600"/>
            <a:ext cx="1080000" cy="103290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 cap="flat">
            <a:solidFill>
              <a:schemeClr val="accent2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ECAD180-B1C4-EA9C-A0C0-F1D007AF50A6}"/>
              </a:ext>
            </a:extLst>
          </p:cNvPr>
          <p:cNvSpPr/>
          <p:nvPr/>
        </p:nvSpPr>
        <p:spPr>
          <a:xfrm>
            <a:off x="12369962" y="1066600"/>
            <a:ext cx="1080000" cy="103290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 cap="flat">
            <a:solidFill>
              <a:schemeClr val="accent2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30ABC2B-3DF0-CB62-4D07-5DDD4568F4C2}"/>
              </a:ext>
            </a:extLst>
          </p:cNvPr>
          <p:cNvSpPr/>
          <p:nvPr/>
        </p:nvSpPr>
        <p:spPr>
          <a:xfrm>
            <a:off x="14413602" y="2463600"/>
            <a:ext cx="1080000" cy="103290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 cap="flat">
            <a:solidFill>
              <a:schemeClr val="accent2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DD228F2-831F-986C-C131-AC1177D38BBA}"/>
              </a:ext>
            </a:extLst>
          </p:cNvPr>
          <p:cNvSpPr/>
          <p:nvPr/>
        </p:nvSpPr>
        <p:spPr>
          <a:xfrm>
            <a:off x="3707289" y="10666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8339E253-DDBF-6558-B80B-0DC58101B55A}"/>
              </a:ext>
            </a:extLst>
          </p:cNvPr>
          <p:cNvSpPr/>
          <p:nvPr/>
        </p:nvSpPr>
        <p:spPr>
          <a:xfrm>
            <a:off x="16312926" y="24636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19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573DFB4-0F57-1D79-7195-8DD672F637C8}"/>
              </a:ext>
            </a:extLst>
          </p:cNvPr>
          <p:cNvSpPr/>
          <p:nvPr/>
        </p:nvSpPr>
        <p:spPr>
          <a:xfrm>
            <a:off x="18322707" y="24636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16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C4DE773-C73B-D139-C3E8-3C165C4E2859}"/>
              </a:ext>
            </a:extLst>
          </p:cNvPr>
          <p:cNvSpPr/>
          <p:nvPr/>
        </p:nvSpPr>
        <p:spPr>
          <a:xfrm>
            <a:off x="20170570" y="24636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4828432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4F594-3A02-BC82-954C-76CE9ADF6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C7E1BE3-B09A-E844-F4B6-E0D5641ABC17}"/>
              </a:ext>
            </a:extLst>
          </p:cNvPr>
          <p:cNvSpPr/>
          <p:nvPr/>
        </p:nvSpPr>
        <p:spPr>
          <a:xfrm>
            <a:off x="5381172" y="3699708"/>
            <a:ext cx="4979009" cy="1659692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8EA05FB-17B3-6FDC-B255-45C93583687C}"/>
              </a:ext>
            </a:extLst>
          </p:cNvPr>
          <p:cNvSpPr/>
          <p:nvPr/>
        </p:nvSpPr>
        <p:spPr>
          <a:xfrm>
            <a:off x="16196893" y="3750407"/>
            <a:ext cx="5603342" cy="1659692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F08C67A-5CB2-827F-52C9-8EC2DDCB00AE}"/>
              </a:ext>
            </a:extLst>
          </p:cNvPr>
          <p:cNvSpPr/>
          <p:nvPr/>
        </p:nvSpPr>
        <p:spPr>
          <a:xfrm>
            <a:off x="6315219" y="4063800"/>
            <a:ext cx="1080000" cy="103290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 cap="flat">
            <a:solidFill>
              <a:schemeClr val="accent2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8597466-74E0-B733-6860-3D9902CC0037}"/>
              </a:ext>
            </a:extLst>
          </p:cNvPr>
          <p:cNvSpPr/>
          <p:nvPr/>
        </p:nvSpPr>
        <p:spPr>
          <a:xfrm>
            <a:off x="8325000" y="40638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F783BEE-0831-D19E-AA8C-CE36E710BD19}"/>
              </a:ext>
            </a:extLst>
          </p:cNvPr>
          <p:cNvSpPr/>
          <p:nvPr/>
        </p:nvSpPr>
        <p:spPr>
          <a:xfrm>
            <a:off x="10360181" y="2463600"/>
            <a:ext cx="1080000" cy="103290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 cap="flat">
            <a:solidFill>
              <a:schemeClr val="accent2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FC9D973-A4EB-329D-55C0-17D37FF94772}"/>
              </a:ext>
            </a:extLst>
          </p:cNvPr>
          <p:cNvSpPr/>
          <p:nvPr/>
        </p:nvSpPr>
        <p:spPr>
          <a:xfrm>
            <a:off x="12369962" y="1066600"/>
            <a:ext cx="1080000" cy="103290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 cap="flat">
            <a:solidFill>
              <a:schemeClr val="accent2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52C8CAF-2AB6-F33F-2011-FA4F60192850}"/>
              </a:ext>
            </a:extLst>
          </p:cNvPr>
          <p:cNvSpPr/>
          <p:nvPr/>
        </p:nvSpPr>
        <p:spPr>
          <a:xfrm>
            <a:off x="14413602" y="2463600"/>
            <a:ext cx="1080000" cy="103290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 cap="flat">
            <a:solidFill>
              <a:schemeClr val="accent2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52BE692-2FAF-808D-8614-936AA5820F13}"/>
              </a:ext>
            </a:extLst>
          </p:cNvPr>
          <p:cNvSpPr/>
          <p:nvPr/>
        </p:nvSpPr>
        <p:spPr>
          <a:xfrm>
            <a:off x="3707289" y="10666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622E785-8139-6C74-04D8-97AB6913063F}"/>
              </a:ext>
            </a:extLst>
          </p:cNvPr>
          <p:cNvSpPr/>
          <p:nvPr/>
        </p:nvSpPr>
        <p:spPr>
          <a:xfrm>
            <a:off x="16448783" y="4063800"/>
            <a:ext cx="1080000" cy="103290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 cap="flat">
            <a:solidFill>
              <a:schemeClr val="accent2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19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7EE04BF-D753-6FA0-6AB3-345AA00F4E35}"/>
              </a:ext>
            </a:extLst>
          </p:cNvPr>
          <p:cNvSpPr/>
          <p:nvPr/>
        </p:nvSpPr>
        <p:spPr>
          <a:xfrm>
            <a:off x="18458564" y="40638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16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46A75728-2E7D-1E3B-EF72-85C7E8E8C3D2}"/>
              </a:ext>
            </a:extLst>
          </p:cNvPr>
          <p:cNvSpPr/>
          <p:nvPr/>
        </p:nvSpPr>
        <p:spPr>
          <a:xfrm>
            <a:off x="20306427" y="40638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7955161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4F05B-AE17-ECB9-854C-AD6BD2060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48981E7-EB7B-247F-4290-E1BBCE7E231A}"/>
              </a:ext>
            </a:extLst>
          </p:cNvPr>
          <p:cNvSpPr/>
          <p:nvPr/>
        </p:nvSpPr>
        <p:spPr>
          <a:xfrm>
            <a:off x="5381172" y="3699708"/>
            <a:ext cx="4979009" cy="1659692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0BCD4E6-7298-15A3-7849-99D5C5FB9F27}"/>
              </a:ext>
            </a:extLst>
          </p:cNvPr>
          <p:cNvSpPr/>
          <p:nvPr/>
        </p:nvSpPr>
        <p:spPr>
          <a:xfrm>
            <a:off x="16196893" y="3750407"/>
            <a:ext cx="5603342" cy="1659692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9EF322E-96FA-1767-74A0-BF12ABFAB80A}"/>
              </a:ext>
            </a:extLst>
          </p:cNvPr>
          <p:cNvSpPr/>
          <p:nvPr/>
        </p:nvSpPr>
        <p:spPr>
          <a:xfrm>
            <a:off x="6315219" y="4063800"/>
            <a:ext cx="1080000" cy="103290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 cap="flat">
            <a:solidFill>
              <a:schemeClr val="accent2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8D00578-DB3B-57B7-EFC0-A18556BEEF3C}"/>
              </a:ext>
            </a:extLst>
          </p:cNvPr>
          <p:cNvSpPr/>
          <p:nvPr/>
        </p:nvSpPr>
        <p:spPr>
          <a:xfrm>
            <a:off x="8325000" y="40638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78C2999-DF11-5C86-7726-BD5C6FD30B91}"/>
              </a:ext>
            </a:extLst>
          </p:cNvPr>
          <p:cNvSpPr/>
          <p:nvPr/>
        </p:nvSpPr>
        <p:spPr>
          <a:xfrm>
            <a:off x="10360181" y="2463600"/>
            <a:ext cx="1080000" cy="103290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 cap="flat">
            <a:solidFill>
              <a:schemeClr val="accent2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6CAB9F4-A219-06D8-0509-7FA9BD7A0AA4}"/>
              </a:ext>
            </a:extLst>
          </p:cNvPr>
          <p:cNvSpPr/>
          <p:nvPr/>
        </p:nvSpPr>
        <p:spPr>
          <a:xfrm>
            <a:off x="12369962" y="1066600"/>
            <a:ext cx="1080000" cy="103290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 cap="flat">
            <a:solidFill>
              <a:schemeClr val="accent2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3962F47-4C59-2709-0264-BA28DC13A485}"/>
              </a:ext>
            </a:extLst>
          </p:cNvPr>
          <p:cNvSpPr/>
          <p:nvPr/>
        </p:nvSpPr>
        <p:spPr>
          <a:xfrm>
            <a:off x="14413602" y="2463600"/>
            <a:ext cx="1080000" cy="103290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 cap="flat">
            <a:solidFill>
              <a:schemeClr val="accent2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35D0941-E0DE-FD30-878A-0E246B84749E}"/>
              </a:ext>
            </a:extLst>
          </p:cNvPr>
          <p:cNvSpPr/>
          <p:nvPr/>
        </p:nvSpPr>
        <p:spPr>
          <a:xfrm>
            <a:off x="3707289" y="10666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3EACC946-F620-37A2-0598-95D5F43C8747}"/>
              </a:ext>
            </a:extLst>
          </p:cNvPr>
          <p:cNvSpPr/>
          <p:nvPr/>
        </p:nvSpPr>
        <p:spPr>
          <a:xfrm>
            <a:off x="16448783" y="40638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9362741-7103-2489-AC1A-BAF2A5EA9346}"/>
              </a:ext>
            </a:extLst>
          </p:cNvPr>
          <p:cNvSpPr/>
          <p:nvPr/>
        </p:nvSpPr>
        <p:spPr>
          <a:xfrm>
            <a:off x="18458564" y="40638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16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F573681-8779-11B9-04C5-7F683C3B3CBE}"/>
              </a:ext>
            </a:extLst>
          </p:cNvPr>
          <p:cNvSpPr/>
          <p:nvPr/>
        </p:nvSpPr>
        <p:spPr>
          <a:xfrm>
            <a:off x="20306427" y="4063800"/>
            <a:ext cx="1080000" cy="103290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 cap="flat">
            <a:solidFill>
              <a:schemeClr val="accent2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19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9540495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791E1-248D-4F2C-DF22-0812245D6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E37A850-B4E6-C2D2-C3F0-759ABCB055C6}"/>
              </a:ext>
            </a:extLst>
          </p:cNvPr>
          <p:cNvSpPr/>
          <p:nvPr/>
        </p:nvSpPr>
        <p:spPr>
          <a:xfrm>
            <a:off x="7733037" y="5223607"/>
            <a:ext cx="2274563" cy="163439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D45D842-798A-9A86-9D5F-519D610539D1}"/>
              </a:ext>
            </a:extLst>
          </p:cNvPr>
          <p:cNvSpPr/>
          <p:nvPr/>
        </p:nvSpPr>
        <p:spPr>
          <a:xfrm>
            <a:off x="16019093" y="5198308"/>
            <a:ext cx="4046907" cy="1659692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6D5A3F2-05C3-EFA4-7790-3B1786CB3C8C}"/>
              </a:ext>
            </a:extLst>
          </p:cNvPr>
          <p:cNvSpPr/>
          <p:nvPr/>
        </p:nvSpPr>
        <p:spPr>
          <a:xfrm>
            <a:off x="6315219" y="4063800"/>
            <a:ext cx="1080000" cy="103290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 cap="flat">
            <a:solidFill>
              <a:schemeClr val="accent2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CF1E04C-0082-754A-2B58-133D15455E96}"/>
              </a:ext>
            </a:extLst>
          </p:cNvPr>
          <p:cNvSpPr/>
          <p:nvPr/>
        </p:nvSpPr>
        <p:spPr>
          <a:xfrm>
            <a:off x="8325000" y="5537000"/>
            <a:ext cx="1080000" cy="103290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 cap="flat">
            <a:solidFill>
              <a:schemeClr val="accent2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256F7F1-5B79-CCB8-4E13-E625BD34BC9D}"/>
              </a:ext>
            </a:extLst>
          </p:cNvPr>
          <p:cNvSpPr/>
          <p:nvPr/>
        </p:nvSpPr>
        <p:spPr>
          <a:xfrm>
            <a:off x="10360181" y="2463600"/>
            <a:ext cx="1080000" cy="103290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 cap="flat">
            <a:solidFill>
              <a:schemeClr val="accent2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C8A3175-E4E1-F0B3-3911-82E3C7AEC0EE}"/>
              </a:ext>
            </a:extLst>
          </p:cNvPr>
          <p:cNvSpPr/>
          <p:nvPr/>
        </p:nvSpPr>
        <p:spPr>
          <a:xfrm>
            <a:off x="12369962" y="1066600"/>
            <a:ext cx="1080000" cy="103290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 cap="flat">
            <a:solidFill>
              <a:schemeClr val="accent2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A8E746B-B432-E689-5191-C7A8A84E7A19}"/>
              </a:ext>
            </a:extLst>
          </p:cNvPr>
          <p:cNvSpPr/>
          <p:nvPr/>
        </p:nvSpPr>
        <p:spPr>
          <a:xfrm>
            <a:off x="14413602" y="2463600"/>
            <a:ext cx="1080000" cy="103290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 cap="flat">
            <a:solidFill>
              <a:schemeClr val="accent2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23BAF74-BE32-DD16-DBFE-6AA06970F162}"/>
              </a:ext>
            </a:extLst>
          </p:cNvPr>
          <p:cNvSpPr/>
          <p:nvPr/>
        </p:nvSpPr>
        <p:spPr>
          <a:xfrm>
            <a:off x="3707289" y="10666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9ACC3EA-E3B4-210E-1763-B9F6179E49B1}"/>
              </a:ext>
            </a:extLst>
          </p:cNvPr>
          <p:cNvSpPr/>
          <p:nvPr/>
        </p:nvSpPr>
        <p:spPr>
          <a:xfrm>
            <a:off x="16448783" y="5537000"/>
            <a:ext cx="1080000" cy="103290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 cap="flat">
            <a:solidFill>
              <a:schemeClr val="accent2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D779E35-EA23-5016-AD2B-DCD6D835FCDB}"/>
              </a:ext>
            </a:extLst>
          </p:cNvPr>
          <p:cNvSpPr/>
          <p:nvPr/>
        </p:nvSpPr>
        <p:spPr>
          <a:xfrm>
            <a:off x="18458564" y="55370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16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BE07395-AB0B-5C77-FB8A-85E089C53F4C}"/>
              </a:ext>
            </a:extLst>
          </p:cNvPr>
          <p:cNvSpPr/>
          <p:nvPr/>
        </p:nvSpPr>
        <p:spPr>
          <a:xfrm>
            <a:off x="20306427" y="4063800"/>
            <a:ext cx="1080000" cy="103290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 cap="flat">
            <a:solidFill>
              <a:schemeClr val="accent2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8356664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AE7AF-44F3-2641-5D2D-97F7FEECF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F7CDA3D-013F-971B-838F-3C8ABABC2F79}"/>
              </a:ext>
            </a:extLst>
          </p:cNvPr>
          <p:cNvSpPr/>
          <p:nvPr/>
        </p:nvSpPr>
        <p:spPr>
          <a:xfrm>
            <a:off x="17912082" y="6912656"/>
            <a:ext cx="2274563" cy="163439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7B10AEC-11DE-36E1-C72B-98E97EBF1D84}"/>
              </a:ext>
            </a:extLst>
          </p:cNvPr>
          <p:cNvSpPr/>
          <p:nvPr/>
        </p:nvSpPr>
        <p:spPr>
          <a:xfrm>
            <a:off x="6315219" y="4063800"/>
            <a:ext cx="1080000" cy="103290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 cap="flat">
            <a:solidFill>
              <a:schemeClr val="accent2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6351ED4-4318-1044-997E-CC7A82441AEE}"/>
              </a:ext>
            </a:extLst>
          </p:cNvPr>
          <p:cNvSpPr/>
          <p:nvPr/>
        </p:nvSpPr>
        <p:spPr>
          <a:xfrm>
            <a:off x="8325000" y="5537000"/>
            <a:ext cx="1080000" cy="103290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 cap="flat">
            <a:solidFill>
              <a:schemeClr val="accent2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1C2BBF2-9973-64D2-4FDC-DEF1D31FA94F}"/>
              </a:ext>
            </a:extLst>
          </p:cNvPr>
          <p:cNvSpPr/>
          <p:nvPr/>
        </p:nvSpPr>
        <p:spPr>
          <a:xfrm>
            <a:off x="10360181" y="2463600"/>
            <a:ext cx="1080000" cy="103290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 cap="flat">
            <a:solidFill>
              <a:schemeClr val="accent2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73323D3-26B2-B627-F9F5-AF709ECFAB65}"/>
              </a:ext>
            </a:extLst>
          </p:cNvPr>
          <p:cNvSpPr/>
          <p:nvPr/>
        </p:nvSpPr>
        <p:spPr>
          <a:xfrm>
            <a:off x="12369962" y="1066600"/>
            <a:ext cx="1080000" cy="103290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 cap="flat">
            <a:solidFill>
              <a:schemeClr val="accent2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A84DA59-034A-D034-6731-6773BF41D2D3}"/>
              </a:ext>
            </a:extLst>
          </p:cNvPr>
          <p:cNvSpPr/>
          <p:nvPr/>
        </p:nvSpPr>
        <p:spPr>
          <a:xfrm>
            <a:off x="14413602" y="2463600"/>
            <a:ext cx="1080000" cy="103290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 cap="flat">
            <a:solidFill>
              <a:schemeClr val="accent2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8B205CE-CDFA-69E0-E42B-EE6B4AAD6191}"/>
              </a:ext>
            </a:extLst>
          </p:cNvPr>
          <p:cNvSpPr/>
          <p:nvPr/>
        </p:nvSpPr>
        <p:spPr>
          <a:xfrm>
            <a:off x="3707289" y="10666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E8EE925F-E863-CF4B-ED51-248D8FFE422E}"/>
              </a:ext>
            </a:extLst>
          </p:cNvPr>
          <p:cNvSpPr/>
          <p:nvPr/>
        </p:nvSpPr>
        <p:spPr>
          <a:xfrm>
            <a:off x="16448783" y="5537000"/>
            <a:ext cx="1080000" cy="103290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 cap="flat">
            <a:solidFill>
              <a:schemeClr val="accent2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D1181E91-3EE6-5283-14A6-1D78C13FBCA6}"/>
              </a:ext>
            </a:extLst>
          </p:cNvPr>
          <p:cNvSpPr/>
          <p:nvPr/>
        </p:nvSpPr>
        <p:spPr>
          <a:xfrm>
            <a:off x="18509364" y="7213400"/>
            <a:ext cx="1080000" cy="103290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 cap="flat">
            <a:solidFill>
              <a:schemeClr val="accent2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16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34C8634F-C38F-BB4A-60C4-621A1161E3AB}"/>
              </a:ext>
            </a:extLst>
          </p:cNvPr>
          <p:cNvSpPr/>
          <p:nvPr/>
        </p:nvSpPr>
        <p:spPr>
          <a:xfrm>
            <a:off x="20306427" y="4063800"/>
            <a:ext cx="1080000" cy="103290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 cap="flat">
            <a:solidFill>
              <a:schemeClr val="accent2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8739226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326BD-BA2C-8F93-BEB1-B878B0D36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092CBC0-9A05-D6E4-F402-6C405D7CB537}"/>
              </a:ext>
            </a:extLst>
          </p:cNvPr>
          <p:cNvSpPr/>
          <p:nvPr/>
        </p:nvSpPr>
        <p:spPr>
          <a:xfrm>
            <a:off x="6315219" y="1066600"/>
            <a:ext cx="1080000" cy="103290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 cap="flat">
            <a:solidFill>
              <a:schemeClr val="accent2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9D9845E-4C4A-83B3-5B60-6569FDA00679}"/>
              </a:ext>
            </a:extLst>
          </p:cNvPr>
          <p:cNvSpPr/>
          <p:nvPr/>
        </p:nvSpPr>
        <p:spPr>
          <a:xfrm>
            <a:off x="8325000" y="1066600"/>
            <a:ext cx="1080000" cy="103290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 cap="flat">
            <a:solidFill>
              <a:schemeClr val="accent2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ED5ABA6-7831-F953-EEB1-4A9792D203E2}"/>
              </a:ext>
            </a:extLst>
          </p:cNvPr>
          <p:cNvSpPr/>
          <p:nvPr/>
        </p:nvSpPr>
        <p:spPr>
          <a:xfrm>
            <a:off x="10360181" y="1066600"/>
            <a:ext cx="1080000" cy="103290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 cap="flat">
            <a:solidFill>
              <a:schemeClr val="accent2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EFB4A0D-54EA-C9F3-836D-AAAA2B118D7E}"/>
              </a:ext>
            </a:extLst>
          </p:cNvPr>
          <p:cNvSpPr/>
          <p:nvPr/>
        </p:nvSpPr>
        <p:spPr>
          <a:xfrm>
            <a:off x="12369962" y="1066600"/>
            <a:ext cx="1080000" cy="103290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 cap="flat">
            <a:solidFill>
              <a:schemeClr val="accent2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90FD852-6FA0-B424-0DF3-B3B222814E21}"/>
              </a:ext>
            </a:extLst>
          </p:cNvPr>
          <p:cNvSpPr/>
          <p:nvPr/>
        </p:nvSpPr>
        <p:spPr>
          <a:xfrm>
            <a:off x="14413602" y="1066600"/>
            <a:ext cx="1080000" cy="103290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 cap="flat">
            <a:solidFill>
              <a:schemeClr val="accent2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C8CFF46-3371-5599-159D-D656D9C80F16}"/>
              </a:ext>
            </a:extLst>
          </p:cNvPr>
          <p:cNvSpPr/>
          <p:nvPr/>
        </p:nvSpPr>
        <p:spPr>
          <a:xfrm>
            <a:off x="3707289" y="10666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C703726-6AA6-1E26-A123-87B1F4588D27}"/>
              </a:ext>
            </a:extLst>
          </p:cNvPr>
          <p:cNvSpPr/>
          <p:nvPr/>
        </p:nvSpPr>
        <p:spPr>
          <a:xfrm>
            <a:off x="16448783" y="1066600"/>
            <a:ext cx="1080000" cy="103290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 cap="flat">
            <a:solidFill>
              <a:schemeClr val="accent2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D25D1E11-2E87-B6C5-12F0-76FC43CAAEBD}"/>
              </a:ext>
            </a:extLst>
          </p:cNvPr>
          <p:cNvSpPr/>
          <p:nvPr/>
        </p:nvSpPr>
        <p:spPr>
          <a:xfrm>
            <a:off x="18509364" y="1066600"/>
            <a:ext cx="1080000" cy="103290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 cap="flat">
            <a:solidFill>
              <a:schemeClr val="accent2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16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C0760B7-1F89-3DCF-8387-5CD17549994C}"/>
              </a:ext>
            </a:extLst>
          </p:cNvPr>
          <p:cNvSpPr/>
          <p:nvPr/>
        </p:nvSpPr>
        <p:spPr>
          <a:xfrm>
            <a:off x="20306427" y="1066600"/>
            <a:ext cx="1080000" cy="103290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 cap="flat">
            <a:solidFill>
              <a:schemeClr val="accent2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3AD58042-5650-6A64-E0BC-D96405AC4EBD}"/>
                  </a:ext>
                </a:extLst>
              </p:cNvPr>
              <p:cNvSpPr/>
              <p:nvPr/>
            </p:nvSpPr>
            <p:spPr>
              <a:xfrm>
                <a:off x="640006" y="4962445"/>
                <a:ext cx="23103988" cy="3791109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Implement the recursive quicksort algorithm: 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IN" sz="5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quickSort</a:t>
                </a:r>
                <a:r>
                  <a:rPr lang="en-IN" sz="5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5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5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5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5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5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 </a:t>
                </a:r>
                <a:r>
                  <a:rPr lang="en-IN" sz="5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</a:t>
                </a:r>
                <a:r>
                  <a:rPr lang="en-IN" sz="5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int </a:t>
                </a:r>
                <a:r>
                  <a:rPr lang="en-IN" sz="5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  <a:r>
                  <a:rPr lang="en-IN" sz="5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IN" sz="5400" dirty="0">
                    <a:solidFill>
                      <a:schemeClr val="bg1"/>
                    </a:solidFill>
                    <a:latin typeface="Bradley Hand" pitchFamily="2" charset="77"/>
                  </a:rPr>
                  <a:t>Initially </a:t>
                </a:r>
                <a:r>
                  <a:rPr lang="en-IN" sz="5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</a:t>
                </a:r>
                <a:r>
                  <a:rPr lang="en-IN" sz="5400" dirty="0">
                    <a:solidFill>
                      <a:schemeClr val="bg1"/>
                    </a:solidFill>
                    <a:latin typeface="Bradley Hand" pitchFamily="2" charset="77"/>
                  </a:rPr>
                  <a:t> = 0, </a:t>
                </a:r>
                <a:r>
                  <a:rPr lang="en-IN" sz="5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  <a:r>
                  <a:rPr lang="en-IN" sz="5400" dirty="0">
                    <a:solidFill>
                      <a:schemeClr val="bg1"/>
                    </a:solidFill>
                    <a:latin typeface="Bradley Hand" pitchFamily="2" charset="77"/>
                  </a:rPr>
                  <a:t>= </a:t>
                </a:r>
                <a14:m>
                  <m:oMath xmlns:m="http://schemas.openxmlformats.org/officeDocument/2006/math">
                    <m:r>
                      <a:rPr lang="en-IN" sz="54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5400" dirty="0">
                    <a:solidFill>
                      <a:schemeClr val="bg1"/>
                    </a:solidFill>
                    <a:latin typeface="Bradley Hand" pitchFamily="2" charset="77"/>
                  </a:rPr>
                  <a:t>-1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IN" sz="5400" dirty="0">
                    <a:solidFill>
                      <a:schemeClr val="bg1"/>
                    </a:solidFill>
                    <a:latin typeface="Bradley Hand" pitchFamily="2" charset="77"/>
                  </a:rPr>
                  <a:t>Think about the base case and how to write the recursive algorithm</a:t>
                </a: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3AD58042-5650-6A64-E0BC-D96405AC4E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06" y="4962445"/>
                <a:ext cx="23103988" cy="3791109"/>
              </a:xfrm>
              <a:prstGeom prst="roundRect">
                <a:avLst/>
              </a:prstGeom>
              <a:blipFill>
                <a:blip r:embed="rId2"/>
                <a:stretch>
                  <a:fillRect l="-548" b="-3947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74535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box">
            <a:extLst>
              <a:ext uri="{FF2B5EF4-FFF2-40B4-BE49-F238E27FC236}">
                <a16:creationId xmlns:a16="http://schemas.microsoft.com/office/drawing/2014/main" id="{1F7E0A96-54C0-92AE-D5E2-40F020963126}"/>
              </a:ext>
            </a:extLst>
          </p:cNvPr>
          <p:cNvSpPr/>
          <p:nvPr/>
        </p:nvSpPr>
        <p:spPr>
          <a:xfrm>
            <a:off x="645013" y="4961573"/>
            <a:ext cx="9543957" cy="392731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quickSort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[],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int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high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US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index</a:t>
            </a:r>
            <a:r>
              <a:rPr lang="en-US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US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partition</a:t>
            </a:r>
            <a:r>
              <a:rPr lang="en-US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  <a:r>
              <a:rPr lang="en-US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high</a:t>
            </a:r>
            <a:r>
              <a:rPr lang="en-US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A3BE763F-2205-B133-9D86-84A053100BBB}"/>
                  </a:ext>
                </a:extLst>
              </p:cNvPr>
              <p:cNvSpPr/>
              <p:nvPr/>
            </p:nvSpPr>
            <p:spPr>
              <a:xfrm>
                <a:off x="12978262" y="980814"/>
                <a:ext cx="9543957" cy="1135292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partition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1,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=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-1,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&amp;&amp;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&amp;&amp;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&gt;=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	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A3BE763F-2205-B133-9D86-84A053100B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78262" y="980814"/>
                <a:ext cx="9543957" cy="11352927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87404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98F5D-F9F5-55C8-4E1B-C154516DF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444000C7-9DAE-353F-96BF-C37910A732C9}"/>
                  </a:ext>
                </a:extLst>
              </p:cNvPr>
              <p:cNvSpPr/>
              <p:nvPr/>
            </p:nvSpPr>
            <p:spPr>
              <a:xfrm>
                <a:off x="12989413" y="999926"/>
                <a:ext cx="9543957" cy="1171614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partition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+1,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&amp;&amp;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&amp;&amp;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&gt;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pivot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	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low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444000C7-9DAE-353F-96BF-C37910A732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89413" y="999926"/>
                <a:ext cx="9543957" cy="11716147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!!box">
            <a:extLst>
              <a:ext uri="{FF2B5EF4-FFF2-40B4-BE49-F238E27FC236}">
                <a16:creationId xmlns:a16="http://schemas.microsoft.com/office/drawing/2014/main" id="{817FD6F3-7622-19F2-F256-5B097B54C8EA}"/>
              </a:ext>
            </a:extLst>
          </p:cNvPr>
          <p:cNvSpPr/>
          <p:nvPr/>
        </p:nvSpPr>
        <p:spPr>
          <a:xfrm>
            <a:off x="645013" y="4961573"/>
            <a:ext cx="9543957" cy="392731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quickSort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[],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int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high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US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index</a:t>
            </a:r>
            <a:r>
              <a:rPr lang="en-US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US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partition</a:t>
            </a:r>
            <a:r>
              <a:rPr lang="en-US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  <a:r>
              <a:rPr lang="en-US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high</a:t>
            </a:r>
            <a:r>
              <a:rPr lang="en-US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97176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FE498-0389-74B6-BADB-44259EA83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DDD88A6E-69E8-4368-EF38-7E79FF7FD6B2}"/>
              </a:ext>
            </a:extLst>
          </p:cNvPr>
          <p:cNvSpPr/>
          <p:nvPr/>
        </p:nvSpPr>
        <p:spPr>
          <a:xfrm>
            <a:off x="645013" y="4961573"/>
            <a:ext cx="9543957" cy="392731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quickSort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[],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int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high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high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US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index</a:t>
            </a:r>
            <a:r>
              <a:rPr lang="en-US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US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partition</a:t>
            </a:r>
            <a:r>
              <a:rPr lang="en-US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  <a:r>
              <a:rPr lang="en-US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high</a:t>
            </a:r>
            <a:r>
              <a:rPr lang="en-US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quickSort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index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-1);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quickSort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index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+1,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high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52AECB1-E1AD-4D8C-C4CB-B5327E43BB3B}"/>
              </a:ext>
            </a:extLst>
          </p:cNvPr>
          <p:cNvSpPr/>
          <p:nvPr/>
        </p:nvSpPr>
        <p:spPr>
          <a:xfrm>
            <a:off x="11102586" y="4961573"/>
            <a:ext cx="12636401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Running Time of 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QuickSort</a:t>
            </a: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4BBE26C-864D-2093-9F77-B4823F74DF0C}"/>
              </a:ext>
            </a:extLst>
          </p:cNvPr>
          <p:cNvSpPr/>
          <p:nvPr/>
        </p:nvSpPr>
        <p:spPr>
          <a:xfrm>
            <a:off x="11102586" y="6745367"/>
            <a:ext cx="12636401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What is the worst case running time of quicksort?</a:t>
            </a:r>
          </a:p>
        </p:txBody>
      </p:sp>
    </p:spTree>
    <p:extLst>
      <p:ext uri="{BB962C8B-B14F-4D97-AF65-F5344CB8AC3E}">
        <p14:creationId xmlns:p14="http://schemas.microsoft.com/office/powerpoint/2010/main" val="38334622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2F41799-EFD8-4A64-EA9B-4F83DFBF14ED}"/>
              </a:ext>
            </a:extLst>
          </p:cNvPr>
          <p:cNvSpPr/>
          <p:nvPr/>
        </p:nvSpPr>
        <p:spPr>
          <a:xfrm>
            <a:off x="2654088" y="172679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13E95F7-7211-5BE2-C196-82CAF183C9BE}"/>
              </a:ext>
            </a:extLst>
          </p:cNvPr>
          <p:cNvSpPr/>
          <p:nvPr/>
        </p:nvSpPr>
        <p:spPr>
          <a:xfrm>
            <a:off x="4674287" y="172679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2B54A90-C71C-7420-8A05-2D70BE472B6D}"/>
              </a:ext>
            </a:extLst>
          </p:cNvPr>
          <p:cNvSpPr/>
          <p:nvPr/>
        </p:nvSpPr>
        <p:spPr>
          <a:xfrm>
            <a:off x="6694486" y="172679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8412BF7-40BF-10A7-84ED-110B91022356}"/>
              </a:ext>
            </a:extLst>
          </p:cNvPr>
          <p:cNvSpPr/>
          <p:nvPr/>
        </p:nvSpPr>
        <p:spPr>
          <a:xfrm>
            <a:off x="8714685" y="172679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6CAE7A33-19FE-18E3-18AF-8BA80CA72949}"/>
                  </a:ext>
                </a:extLst>
              </p:cNvPr>
              <p:cNvSpPr/>
              <p:nvPr/>
            </p:nvSpPr>
            <p:spPr>
              <a:xfrm>
                <a:off x="12569559" y="1726798"/>
                <a:ext cx="2150143" cy="1032907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5400" b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ea typeface="Helvetica Neue Medium"/>
                    <a:cs typeface="Helvetica Neue Medium"/>
                    <a:sym typeface="Helvetica Neue Medium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54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𝑛</m:t>
                    </m:r>
                    <m:r>
                      <a:rPr kumimoji="0" lang="en-US" sz="54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−2</m:t>
                    </m:r>
                  </m:oMath>
                </a14:m>
                <a:endParaRPr kumimoji="0" lang="en-US" sz="54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6CAE7A33-19FE-18E3-18AF-8BA80CA729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69559" y="1726798"/>
                <a:ext cx="2150143" cy="1032907"/>
              </a:xfrm>
              <a:prstGeom prst="roundRect">
                <a:avLst/>
              </a:prstGeom>
              <a:blipFill>
                <a:blip r:embed="rId2"/>
                <a:stretch>
                  <a:fillRect r="-1143"/>
                </a:stretch>
              </a:blip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52848C1-7B84-7246-4212-AA64581F9146}"/>
              </a:ext>
            </a:extLst>
          </p:cNvPr>
          <p:cNvSpPr/>
          <p:nvPr/>
        </p:nvSpPr>
        <p:spPr>
          <a:xfrm>
            <a:off x="633889" y="172679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085BE0BF-B4FA-0C56-3C36-1D82E720F3AD}"/>
                  </a:ext>
                </a:extLst>
              </p:cNvPr>
              <p:cNvSpPr/>
              <p:nvPr/>
            </p:nvSpPr>
            <p:spPr>
              <a:xfrm>
                <a:off x="15659901" y="1726798"/>
                <a:ext cx="2150143" cy="1032907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5400" b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ea typeface="Helvetica Neue Medium"/>
                    <a:cs typeface="Helvetica Neue Medium"/>
                    <a:sym typeface="Helvetica Neue Medium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54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𝑛</m:t>
                    </m:r>
                    <m:r>
                      <a:rPr kumimoji="0" lang="en-US" sz="54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−1</m:t>
                    </m:r>
                  </m:oMath>
                </a14:m>
                <a:endParaRPr kumimoji="0" lang="en-US" sz="54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mc:Choice>
        <mc:Fallback xmlns="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085BE0BF-B4FA-0C56-3C36-1D82E720F3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59901" y="1726798"/>
                <a:ext cx="2150143" cy="1032907"/>
              </a:xfrm>
              <a:prstGeom prst="roundRect">
                <a:avLst/>
              </a:prstGeom>
              <a:blipFill>
                <a:blip r:embed="rId3"/>
                <a:stretch>
                  <a:fillRect r="-1143"/>
                </a:stretch>
              </a:blip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FA64A58C-C4C4-2EF8-8CD3-5CD29B5EFDE2}"/>
                  </a:ext>
                </a:extLst>
              </p:cNvPr>
              <p:cNvSpPr/>
              <p:nvPr/>
            </p:nvSpPr>
            <p:spPr>
              <a:xfrm>
                <a:off x="18750241" y="1726798"/>
                <a:ext cx="1111924" cy="1032907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5400" b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ea typeface="Helvetica Neue Medium"/>
                    <a:cs typeface="Helvetica Neue Medium"/>
                    <a:sym typeface="Helvetica Neue Medium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54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𝑛</m:t>
                    </m:r>
                  </m:oMath>
                </a14:m>
                <a:endParaRPr kumimoji="0" lang="en-US" sz="54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mc:Choice>
        <mc:Fallback xmlns="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FA64A58C-C4C4-2EF8-8CD3-5CD29B5EFD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50241" y="1726798"/>
                <a:ext cx="1111924" cy="1032907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F72801A-9538-FC3F-B090-55304672FCE7}"/>
                  </a:ext>
                </a:extLst>
              </p:cNvPr>
              <p:cNvSpPr txBox="1"/>
              <p:nvPr/>
            </p:nvSpPr>
            <p:spPr>
              <a:xfrm>
                <a:off x="10734884" y="1826116"/>
                <a:ext cx="894476" cy="93358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6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…</m:t>
                      </m:r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F72801A-9538-FC3F-B090-55304672FC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4884" y="1826116"/>
                <a:ext cx="894476" cy="93358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7F07A1B-3E74-1DF1-41E3-24E8B0B75390}"/>
              </a:ext>
            </a:extLst>
          </p:cNvPr>
          <p:cNvSpPr/>
          <p:nvPr/>
        </p:nvSpPr>
        <p:spPr>
          <a:xfrm>
            <a:off x="21894562" y="380599"/>
            <a:ext cx="2257813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30146287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FEFCA-4A09-558A-42FB-8CD3C0FA3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3742B4F-1238-B2C2-0F08-031084D2FADA}"/>
              </a:ext>
            </a:extLst>
          </p:cNvPr>
          <p:cNvSpPr/>
          <p:nvPr/>
        </p:nvSpPr>
        <p:spPr>
          <a:xfrm>
            <a:off x="2654088" y="1726798"/>
            <a:ext cx="1080000" cy="103290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 cap="flat">
            <a:solidFill>
              <a:schemeClr val="accent2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82C49ED-BFED-A623-FB3A-145393C24FE3}"/>
              </a:ext>
            </a:extLst>
          </p:cNvPr>
          <p:cNvSpPr/>
          <p:nvPr/>
        </p:nvSpPr>
        <p:spPr>
          <a:xfrm>
            <a:off x="4674287" y="172679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6104AEB-8E18-9E01-195B-6C61D8742BE6}"/>
              </a:ext>
            </a:extLst>
          </p:cNvPr>
          <p:cNvSpPr/>
          <p:nvPr/>
        </p:nvSpPr>
        <p:spPr>
          <a:xfrm>
            <a:off x="6694486" y="172679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08A4ABD-C31C-A99F-71D8-B85A3D1CF903}"/>
              </a:ext>
            </a:extLst>
          </p:cNvPr>
          <p:cNvSpPr/>
          <p:nvPr/>
        </p:nvSpPr>
        <p:spPr>
          <a:xfrm>
            <a:off x="8714685" y="172679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78E9D01A-1F28-E014-6B05-BC8D7308693A}"/>
                  </a:ext>
                </a:extLst>
              </p:cNvPr>
              <p:cNvSpPr/>
              <p:nvPr/>
            </p:nvSpPr>
            <p:spPr>
              <a:xfrm>
                <a:off x="12569559" y="1726798"/>
                <a:ext cx="2150143" cy="1032907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5400" b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ea typeface="Helvetica Neue Medium"/>
                    <a:cs typeface="Helvetica Neue Medium"/>
                    <a:sym typeface="Helvetica Neue Medium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54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𝑛</m:t>
                    </m:r>
                    <m:r>
                      <a:rPr kumimoji="0" lang="en-US" sz="54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−2</m:t>
                    </m:r>
                  </m:oMath>
                </a14:m>
                <a:endParaRPr kumimoji="0" lang="en-US" sz="54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78E9D01A-1F28-E014-6B05-BC8D730869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69559" y="1726798"/>
                <a:ext cx="2150143" cy="1032907"/>
              </a:xfrm>
              <a:prstGeom prst="roundRect">
                <a:avLst/>
              </a:prstGeom>
              <a:blipFill>
                <a:blip r:embed="rId2"/>
                <a:stretch>
                  <a:fillRect r="-1143"/>
                </a:stretch>
              </a:blip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2442633-AA85-1300-DA7D-DC347C6011B0}"/>
              </a:ext>
            </a:extLst>
          </p:cNvPr>
          <p:cNvSpPr/>
          <p:nvPr/>
        </p:nvSpPr>
        <p:spPr>
          <a:xfrm>
            <a:off x="633889" y="172679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7772CA64-C376-53DD-CB3B-06FBA0772A4F}"/>
                  </a:ext>
                </a:extLst>
              </p:cNvPr>
              <p:cNvSpPr/>
              <p:nvPr/>
            </p:nvSpPr>
            <p:spPr>
              <a:xfrm>
                <a:off x="15659901" y="1726798"/>
                <a:ext cx="2150143" cy="1032907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5400" b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ea typeface="Helvetica Neue Medium"/>
                    <a:cs typeface="Helvetica Neue Medium"/>
                    <a:sym typeface="Helvetica Neue Medium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54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𝑛</m:t>
                    </m:r>
                    <m:r>
                      <a:rPr kumimoji="0" lang="en-US" sz="54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−1</m:t>
                    </m:r>
                  </m:oMath>
                </a14:m>
                <a:endParaRPr kumimoji="0" lang="en-US" sz="54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mc:Choice>
        <mc:Fallback xmlns="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7772CA64-C376-53DD-CB3B-06FBA0772A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59901" y="1726798"/>
                <a:ext cx="2150143" cy="1032907"/>
              </a:xfrm>
              <a:prstGeom prst="roundRect">
                <a:avLst/>
              </a:prstGeom>
              <a:blipFill>
                <a:blip r:embed="rId3"/>
                <a:stretch>
                  <a:fillRect r="-1143"/>
                </a:stretch>
              </a:blip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AC44AE4F-16F6-831E-5D51-8C4505BE0E35}"/>
                  </a:ext>
                </a:extLst>
              </p:cNvPr>
              <p:cNvSpPr/>
              <p:nvPr/>
            </p:nvSpPr>
            <p:spPr>
              <a:xfrm>
                <a:off x="18750241" y="1726798"/>
                <a:ext cx="1111924" cy="1032907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5400" b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ea typeface="Helvetica Neue Medium"/>
                    <a:cs typeface="Helvetica Neue Medium"/>
                    <a:sym typeface="Helvetica Neue Medium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54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𝑛</m:t>
                    </m:r>
                  </m:oMath>
                </a14:m>
                <a:endParaRPr kumimoji="0" lang="en-US" sz="54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mc:Choice>
        <mc:Fallback xmlns="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AC44AE4F-16F6-831E-5D51-8C4505BE0E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50241" y="1726798"/>
                <a:ext cx="1111924" cy="1032907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E9CFCC1-561B-9C55-A8FF-8FC401F020E4}"/>
                  </a:ext>
                </a:extLst>
              </p:cNvPr>
              <p:cNvSpPr txBox="1"/>
              <p:nvPr/>
            </p:nvSpPr>
            <p:spPr>
              <a:xfrm>
                <a:off x="10734884" y="1826116"/>
                <a:ext cx="894476" cy="93358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6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…</m:t>
                      </m:r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E9CFCC1-561B-9C55-A8FF-8FC401F020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4884" y="1826116"/>
                <a:ext cx="894476" cy="93358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613F85F-1A26-7901-9ED0-5BCEF24B5346}"/>
              </a:ext>
            </a:extLst>
          </p:cNvPr>
          <p:cNvSpPr/>
          <p:nvPr/>
        </p:nvSpPr>
        <p:spPr>
          <a:xfrm>
            <a:off x="21894562" y="380599"/>
            <a:ext cx="2257813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Time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9DF73CF-499E-B357-11B3-3253D7B5100C}"/>
              </a:ext>
            </a:extLst>
          </p:cNvPr>
          <p:cNvSpPr/>
          <p:nvPr/>
        </p:nvSpPr>
        <p:spPr>
          <a:xfrm>
            <a:off x="22389862" y="1776456"/>
            <a:ext cx="1267212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n</a:t>
            </a:r>
            <a:endParaRPr lang="en-US" sz="5400" dirty="0">
              <a:solidFill>
                <a:schemeClr val="accent3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175469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0C7B1-79ED-2830-37C0-8AB4C1C04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8863466-FB02-9AA0-C7D1-96B14C9E8925}"/>
              </a:ext>
            </a:extLst>
          </p:cNvPr>
          <p:cNvSpPr/>
          <p:nvPr/>
        </p:nvSpPr>
        <p:spPr>
          <a:xfrm>
            <a:off x="2654088" y="1726798"/>
            <a:ext cx="1080000" cy="103290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 cap="flat">
            <a:solidFill>
              <a:schemeClr val="accent2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E1274C0-25C8-B919-7431-20C3473CA121}"/>
              </a:ext>
            </a:extLst>
          </p:cNvPr>
          <p:cNvSpPr/>
          <p:nvPr/>
        </p:nvSpPr>
        <p:spPr>
          <a:xfrm>
            <a:off x="4623487" y="3606398"/>
            <a:ext cx="1080000" cy="103290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 cap="flat">
            <a:solidFill>
              <a:schemeClr val="accent2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EC4E703-7565-BD5B-7F48-4C22FAF7B875}"/>
              </a:ext>
            </a:extLst>
          </p:cNvPr>
          <p:cNvSpPr/>
          <p:nvPr/>
        </p:nvSpPr>
        <p:spPr>
          <a:xfrm>
            <a:off x="6643686" y="360639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148EC4A-1809-EA68-6DB1-542507F158A6}"/>
              </a:ext>
            </a:extLst>
          </p:cNvPr>
          <p:cNvSpPr/>
          <p:nvPr/>
        </p:nvSpPr>
        <p:spPr>
          <a:xfrm>
            <a:off x="8663885" y="360639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04406CF2-5041-9086-7665-0B3251539474}"/>
                  </a:ext>
                </a:extLst>
              </p:cNvPr>
              <p:cNvSpPr/>
              <p:nvPr/>
            </p:nvSpPr>
            <p:spPr>
              <a:xfrm>
                <a:off x="12518759" y="3606398"/>
                <a:ext cx="2150143" cy="1032907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5400" b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ea typeface="Helvetica Neue Medium"/>
                    <a:cs typeface="Helvetica Neue Medium"/>
                    <a:sym typeface="Helvetica Neue Medium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54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𝑛</m:t>
                    </m:r>
                    <m:r>
                      <a:rPr kumimoji="0" lang="en-US" sz="54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−2</m:t>
                    </m:r>
                  </m:oMath>
                </a14:m>
                <a:endParaRPr kumimoji="0" lang="en-US" sz="54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04406CF2-5041-9086-7665-0B32515394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18759" y="3606398"/>
                <a:ext cx="2150143" cy="1032907"/>
              </a:xfrm>
              <a:prstGeom prst="roundRect">
                <a:avLst/>
              </a:prstGeom>
              <a:blipFill>
                <a:blip r:embed="rId2"/>
                <a:stretch>
                  <a:fillRect r="-1143"/>
                </a:stretch>
              </a:blip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BD5DC1C-CCDB-7BFD-5D6A-50530E037283}"/>
              </a:ext>
            </a:extLst>
          </p:cNvPr>
          <p:cNvSpPr/>
          <p:nvPr/>
        </p:nvSpPr>
        <p:spPr>
          <a:xfrm>
            <a:off x="633889" y="172679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D56E0403-DEBA-E8E3-D60C-B79862194733}"/>
                  </a:ext>
                </a:extLst>
              </p:cNvPr>
              <p:cNvSpPr/>
              <p:nvPr/>
            </p:nvSpPr>
            <p:spPr>
              <a:xfrm>
                <a:off x="15609101" y="3606398"/>
                <a:ext cx="2150143" cy="1032907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5400" b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ea typeface="Helvetica Neue Medium"/>
                    <a:cs typeface="Helvetica Neue Medium"/>
                    <a:sym typeface="Helvetica Neue Medium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54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𝑛</m:t>
                    </m:r>
                    <m:r>
                      <a:rPr kumimoji="0" lang="en-US" sz="54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−1</m:t>
                    </m:r>
                  </m:oMath>
                </a14:m>
                <a:endParaRPr kumimoji="0" lang="en-US" sz="54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mc:Choice>
        <mc:Fallback xmlns="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D56E0403-DEBA-E8E3-D60C-B798621947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09101" y="3606398"/>
                <a:ext cx="2150143" cy="1032907"/>
              </a:xfrm>
              <a:prstGeom prst="roundRect">
                <a:avLst/>
              </a:prstGeom>
              <a:blipFill>
                <a:blip r:embed="rId3"/>
                <a:stretch>
                  <a:fillRect r="-1143"/>
                </a:stretch>
              </a:blip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4A907204-B75A-56B7-1EFF-8E08CC359990}"/>
                  </a:ext>
                </a:extLst>
              </p:cNvPr>
              <p:cNvSpPr/>
              <p:nvPr/>
            </p:nvSpPr>
            <p:spPr>
              <a:xfrm>
                <a:off x="18699441" y="3606398"/>
                <a:ext cx="1111924" cy="1032907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5400" b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ea typeface="Helvetica Neue Medium"/>
                    <a:cs typeface="Helvetica Neue Medium"/>
                    <a:sym typeface="Helvetica Neue Medium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54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𝑛</m:t>
                    </m:r>
                  </m:oMath>
                </a14:m>
                <a:endParaRPr kumimoji="0" lang="en-US" sz="54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mc:Choice>
        <mc:Fallback xmlns="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4A907204-B75A-56B7-1EFF-8E08CC3599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99441" y="3606398"/>
                <a:ext cx="1111924" cy="1032907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6F4CCB2-7294-4B62-7F0A-DB704C83D4A8}"/>
                  </a:ext>
                </a:extLst>
              </p:cNvPr>
              <p:cNvSpPr txBox="1"/>
              <p:nvPr/>
            </p:nvSpPr>
            <p:spPr>
              <a:xfrm>
                <a:off x="10684084" y="3705716"/>
                <a:ext cx="894476" cy="93358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6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…</m:t>
                      </m:r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6F4CCB2-7294-4B62-7F0A-DB704C83D4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4084" y="3705716"/>
                <a:ext cx="894476" cy="93358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D295583-9FA1-9663-7FB4-C7D9A9CFF878}"/>
              </a:ext>
            </a:extLst>
          </p:cNvPr>
          <p:cNvSpPr/>
          <p:nvPr/>
        </p:nvSpPr>
        <p:spPr>
          <a:xfrm>
            <a:off x="21894562" y="380599"/>
            <a:ext cx="2257813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Time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7B24CC5-27E6-11B8-FE19-FE3BA6E30DEE}"/>
              </a:ext>
            </a:extLst>
          </p:cNvPr>
          <p:cNvSpPr/>
          <p:nvPr/>
        </p:nvSpPr>
        <p:spPr>
          <a:xfrm>
            <a:off x="22389862" y="1776456"/>
            <a:ext cx="1267212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n</a:t>
            </a:r>
            <a:endParaRPr lang="en-US" sz="5400" dirty="0">
              <a:solidFill>
                <a:schemeClr val="accent3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760122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0F09E-91C3-F8B5-2723-5ED461A5C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D73627B-48A2-2798-CACB-D4D83C89A205}"/>
              </a:ext>
            </a:extLst>
          </p:cNvPr>
          <p:cNvSpPr/>
          <p:nvPr/>
        </p:nvSpPr>
        <p:spPr>
          <a:xfrm>
            <a:off x="2654088" y="1726798"/>
            <a:ext cx="1080000" cy="103290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 cap="flat">
            <a:solidFill>
              <a:schemeClr val="accent2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1610B85-3D39-548C-42DE-01E466650CB1}"/>
              </a:ext>
            </a:extLst>
          </p:cNvPr>
          <p:cNvSpPr/>
          <p:nvPr/>
        </p:nvSpPr>
        <p:spPr>
          <a:xfrm>
            <a:off x="4623487" y="3606398"/>
            <a:ext cx="1080000" cy="103290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 cap="flat">
            <a:solidFill>
              <a:schemeClr val="accent2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4365C53-17BB-B14D-603C-FC9DB0A11853}"/>
              </a:ext>
            </a:extLst>
          </p:cNvPr>
          <p:cNvSpPr/>
          <p:nvPr/>
        </p:nvSpPr>
        <p:spPr>
          <a:xfrm>
            <a:off x="6643686" y="360639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72B6CFF-F8D6-2333-B1D7-F54DF1D37A54}"/>
              </a:ext>
            </a:extLst>
          </p:cNvPr>
          <p:cNvSpPr/>
          <p:nvPr/>
        </p:nvSpPr>
        <p:spPr>
          <a:xfrm>
            <a:off x="8663885" y="360639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9AA080E5-901F-967F-BDA8-30572A4AC428}"/>
                  </a:ext>
                </a:extLst>
              </p:cNvPr>
              <p:cNvSpPr/>
              <p:nvPr/>
            </p:nvSpPr>
            <p:spPr>
              <a:xfrm>
                <a:off x="12518759" y="3606398"/>
                <a:ext cx="2150143" cy="1032907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5400" b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ea typeface="Helvetica Neue Medium"/>
                    <a:cs typeface="Helvetica Neue Medium"/>
                    <a:sym typeface="Helvetica Neue Medium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54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𝑛</m:t>
                    </m:r>
                    <m:r>
                      <a:rPr kumimoji="0" lang="en-US" sz="54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−2</m:t>
                    </m:r>
                  </m:oMath>
                </a14:m>
                <a:endParaRPr kumimoji="0" lang="en-US" sz="54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9AA080E5-901F-967F-BDA8-30572A4AC4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18759" y="3606398"/>
                <a:ext cx="2150143" cy="1032907"/>
              </a:xfrm>
              <a:prstGeom prst="roundRect">
                <a:avLst/>
              </a:prstGeom>
              <a:blipFill>
                <a:blip r:embed="rId2"/>
                <a:stretch>
                  <a:fillRect r="-1143"/>
                </a:stretch>
              </a:blip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F0E2989-EAF0-3E30-514E-3761732F0B43}"/>
              </a:ext>
            </a:extLst>
          </p:cNvPr>
          <p:cNvSpPr/>
          <p:nvPr/>
        </p:nvSpPr>
        <p:spPr>
          <a:xfrm>
            <a:off x="633889" y="172679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D92F5B3F-B2F6-8979-B1CD-52FC6B04210F}"/>
                  </a:ext>
                </a:extLst>
              </p:cNvPr>
              <p:cNvSpPr/>
              <p:nvPr/>
            </p:nvSpPr>
            <p:spPr>
              <a:xfrm>
                <a:off x="15609101" y="3606398"/>
                <a:ext cx="2150143" cy="1032907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5400" b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ea typeface="Helvetica Neue Medium"/>
                    <a:cs typeface="Helvetica Neue Medium"/>
                    <a:sym typeface="Helvetica Neue Medium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54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𝑛</m:t>
                    </m:r>
                    <m:r>
                      <a:rPr kumimoji="0" lang="en-US" sz="54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−1</m:t>
                    </m:r>
                  </m:oMath>
                </a14:m>
                <a:endParaRPr kumimoji="0" lang="en-US" sz="54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mc:Choice>
        <mc:Fallback xmlns="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D92F5B3F-B2F6-8979-B1CD-52FC6B0421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09101" y="3606398"/>
                <a:ext cx="2150143" cy="1032907"/>
              </a:xfrm>
              <a:prstGeom prst="roundRect">
                <a:avLst/>
              </a:prstGeom>
              <a:blipFill>
                <a:blip r:embed="rId3"/>
                <a:stretch>
                  <a:fillRect r="-1143"/>
                </a:stretch>
              </a:blip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C3562DCD-7A37-4B95-2D14-8F6E3D046A02}"/>
                  </a:ext>
                </a:extLst>
              </p:cNvPr>
              <p:cNvSpPr/>
              <p:nvPr/>
            </p:nvSpPr>
            <p:spPr>
              <a:xfrm>
                <a:off x="18699441" y="3606398"/>
                <a:ext cx="1111924" cy="1032907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5400" b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ea typeface="Helvetica Neue Medium"/>
                    <a:cs typeface="Helvetica Neue Medium"/>
                    <a:sym typeface="Helvetica Neue Medium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54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𝑛</m:t>
                    </m:r>
                  </m:oMath>
                </a14:m>
                <a:endParaRPr kumimoji="0" lang="en-US" sz="54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mc:Choice>
        <mc:Fallback xmlns="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C3562DCD-7A37-4B95-2D14-8F6E3D046A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99441" y="3606398"/>
                <a:ext cx="1111924" cy="1032907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9DDBF3B-97A3-2B76-9E18-A5DC54ABBD71}"/>
                  </a:ext>
                </a:extLst>
              </p:cNvPr>
              <p:cNvSpPr txBox="1"/>
              <p:nvPr/>
            </p:nvSpPr>
            <p:spPr>
              <a:xfrm>
                <a:off x="10684084" y="3705716"/>
                <a:ext cx="894476" cy="93358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6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…</m:t>
                      </m:r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9DDBF3B-97A3-2B76-9E18-A5DC54ABBD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4084" y="3705716"/>
                <a:ext cx="894476" cy="93358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08F01D9-DABB-E828-378B-BEF421619606}"/>
              </a:ext>
            </a:extLst>
          </p:cNvPr>
          <p:cNvSpPr/>
          <p:nvPr/>
        </p:nvSpPr>
        <p:spPr>
          <a:xfrm>
            <a:off x="21894562" y="380599"/>
            <a:ext cx="2257813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Time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6421398-8984-22C9-9B41-39BA517ECB06}"/>
              </a:ext>
            </a:extLst>
          </p:cNvPr>
          <p:cNvSpPr/>
          <p:nvPr/>
        </p:nvSpPr>
        <p:spPr>
          <a:xfrm>
            <a:off x="22389862" y="1776456"/>
            <a:ext cx="1267212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n</a:t>
            </a:r>
            <a:endParaRPr lang="en-US" sz="5400" dirty="0">
              <a:solidFill>
                <a:schemeClr val="accent3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FAD9329-343C-B375-59D7-AB0F32A64758}"/>
              </a:ext>
            </a:extLst>
          </p:cNvPr>
          <p:cNvSpPr/>
          <p:nvPr/>
        </p:nvSpPr>
        <p:spPr>
          <a:xfrm>
            <a:off x="22142212" y="3605995"/>
            <a:ext cx="1762512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n-1</a:t>
            </a:r>
            <a:endParaRPr lang="en-US" sz="5400" dirty="0">
              <a:solidFill>
                <a:schemeClr val="accent3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3019154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B9EFC-BE83-CC45-5066-085B08ABB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110F66F-6132-9DDE-F5E6-CC32383B056E}"/>
              </a:ext>
            </a:extLst>
          </p:cNvPr>
          <p:cNvSpPr/>
          <p:nvPr/>
        </p:nvSpPr>
        <p:spPr>
          <a:xfrm>
            <a:off x="2654088" y="1726798"/>
            <a:ext cx="1080000" cy="103290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 cap="flat">
            <a:solidFill>
              <a:schemeClr val="accent2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76B1260-2DD7-0F59-5DE5-647F548C9F21}"/>
              </a:ext>
            </a:extLst>
          </p:cNvPr>
          <p:cNvSpPr/>
          <p:nvPr/>
        </p:nvSpPr>
        <p:spPr>
          <a:xfrm>
            <a:off x="4623487" y="3606398"/>
            <a:ext cx="1080000" cy="103290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 cap="flat">
            <a:solidFill>
              <a:schemeClr val="accent2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32B43D3-0BB7-98B1-AFA4-1A3122AFC551}"/>
              </a:ext>
            </a:extLst>
          </p:cNvPr>
          <p:cNvSpPr/>
          <p:nvPr/>
        </p:nvSpPr>
        <p:spPr>
          <a:xfrm>
            <a:off x="6643686" y="5282798"/>
            <a:ext cx="1080000" cy="103290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 cap="flat">
            <a:solidFill>
              <a:schemeClr val="accent2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5507393-9CBA-2E30-A25A-AE8A3FBE3C61}"/>
              </a:ext>
            </a:extLst>
          </p:cNvPr>
          <p:cNvSpPr/>
          <p:nvPr/>
        </p:nvSpPr>
        <p:spPr>
          <a:xfrm>
            <a:off x="8663885" y="528279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4BFE726C-5668-8E37-37FF-0C00E7568C7C}"/>
                  </a:ext>
                </a:extLst>
              </p:cNvPr>
              <p:cNvSpPr/>
              <p:nvPr/>
            </p:nvSpPr>
            <p:spPr>
              <a:xfrm>
                <a:off x="12518759" y="5282798"/>
                <a:ext cx="2150143" cy="1032907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5400" b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ea typeface="Helvetica Neue Medium"/>
                    <a:cs typeface="Helvetica Neue Medium"/>
                    <a:sym typeface="Helvetica Neue Medium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54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𝑛</m:t>
                    </m:r>
                    <m:r>
                      <a:rPr kumimoji="0" lang="en-US" sz="54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−2</m:t>
                    </m:r>
                  </m:oMath>
                </a14:m>
                <a:endParaRPr kumimoji="0" lang="en-US" sz="54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4BFE726C-5668-8E37-37FF-0C00E7568C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18759" y="5282798"/>
                <a:ext cx="2150143" cy="1032907"/>
              </a:xfrm>
              <a:prstGeom prst="roundRect">
                <a:avLst/>
              </a:prstGeom>
              <a:blipFill>
                <a:blip r:embed="rId2"/>
                <a:stretch>
                  <a:fillRect r="-1143"/>
                </a:stretch>
              </a:blip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24A0F04-FF3F-0736-8CC2-2BFB34D2DAAA}"/>
              </a:ext>
            </a:extLst>
          </p:cNvPr>
          <p:cNvSpPr/>
          <p:nvPr/>
        </p:nvSpPr>
        <p:spPr>
          <a:xfrm>
            <a:off x="633889" y="172679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AAC9116B-5773-6E11-4E9F-5C50738FC7AA}"/>
                  </a:ext>
                </a:extLst>
              </p:cNvPr>
              <p:cNvSpPr/>
              <p:nvPr/>
            </p:nvSpPr>
            <p:spPr>
              <a:xfrm>
                <a:off x="15609101" y="5282798"/>
                <a:ext cx="2150143" cy="1032907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5400" b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ea typeface="Helvetica Neue Medium"/>
                    <a:cs typeface="Helvetica Neue Medium"/>
                    <a:sym typeface="Helvetica Neue Medium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54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𝑛</m:t>
                    </m:r>
                    <m:r>
                      <a:rPr kumimoji="0" lang="en-US" sz="54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−1</m:t>
                    </m:r>
                  </m:oMath>
                </a14:m>
                <a:endParaRPr kumimoji="0" lang="en-US" sz="54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mc:Choice>
        <mc:Fallback xmlns="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AAC9116B-5773-6E11-4E9F-5C50738FC7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09101" y="5282798"/>
                <a:ext cx="2150143" cy="1032907"/>
              </a:xfrm>
              <a:prstGeom prst="roundRect">
                <a:avLst/>
              </a:prstGeom>
              <a:blipFill>
                <a:blip r:embed="rId3"/>
                <a:stretch>
                  <a:fillRect r="-1143"/>
                </a:stretch>
              </a:blip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4CB82A34-EC2C-4EC6-0098-902CF07C4766}"/>
                  </a:ext>
                </a:extLst>
              </p:cNvPr>
              <p:cNvSpPr/>
              <p:nvPr/>
            </p:nvSpPr>
            <p:spPr>
              <a:xfrm>
                <a:off x="18699441" y="5282798"/>
                <a:ext cx="1111924" cy="1032907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5400" b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ea typeface="Helvetica Neue Medium"/>
                    <a:cs typeface="Helvetica Neue Medium"/>
                    <a:sym typeface="Helvetica Neue Medium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54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𝑛</m:t>
                    </m:r>
                  </m:oMath>
                </a14:m>
                <a:endParaRPr kumimoji="0" lang="en-US" sz="54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mc:Choice>
        <mc:Fallback xmlns="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4CB82A34-EC2C-4EC6-0098-902CF07C47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99441" y="5282798"/>
                <a:ext cx="1111924" cy="1032907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432F074-FB4C-9108-2C14-36A6DDBC0264}"/>
                  </a:ext>
                </a:extLst>
              </p:cNvPr>
              <p:cNvSpPr txBox="1"/>
              <p:nvPr/>
            </p:nvSpPr>
            <p:spPr>
              <a:xfrm>
                <a:off x="10684084" y="5382116"/>
                <a:ext cx="894476" cy="93358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6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…</m:t>
                      </m:r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432F074-FB4C-9108-2C14-36A6DDBC02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4084" y="5382116"/>
                <a:ext cx="894476" cy="93358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AFB4F80-CD09-9A93-8DB4-5E762B42DC43}"/>
              </a:ext>
            </a:extLst>
          </p:cNvPr>
          <p:cNvSpPr/>
          <p:nvPr/>
        </p:nvSpPr>
        <p:spPr>
          <a:xfrm>
            <a:off x="21894562" y="380599"/>
            <a:ext cx="2257813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Time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64F1C93-10D6-ACDB-1822-AD65CEAB0A8B}"/>
              </a:ext>
            </a:extLst>
          </p:cNvPr>
          <p:cNvSpPr/>
          <p:nvPr/>
        </p:nvSpPr>
        <p:spPr>
          <a:xfrm>
            <a:off x="22389862" y="1776456"/>
            <a:ext cx="1267212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n</a:t>
            </a:r>
            <a:endParaRPr lang="en-US" sz="5400" dirty="0">
              <a:solidFill>
                <a:schemeClr val="accent3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FD716D2-9F75-DEB9-2BD4-ADF4A344255A}"/>
              </a:ext>
            </a:extLst>
          </p:cNvPr>
          <p:cNvSpPr/>
          <p:nvPr/>
        </p:nvSpPr>
        <p:spPr>
          <a:xfrm>
            <a:off x="22142212" y="3605995"/>
            <a:ext cx="1762512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n-1</a:t>
            </a:r>
            <a:endParaRPr lang="en-US" sz="5400" dirty="0">
              <a:solidFill>
                <a:schemeClr val="accent3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9726422-33D9-C5EF-99A7-7B244472B7EA}"/>
              </a:ext>
            </a:extLst>
          </p:cNvPr>
          <p:cNvSpPr/>
          <p:nvPr/>
        </p:nvSpPr>
        <p:spPr>
          <a:xfrm>
            <a:off x="22142212" y="5282797"/>
            <a:ext cx="1762512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n-2</a:t>
            </a:r>
            <a:endParaRPr lang="en-US" sz="5400" dirty="0">
              <a:solidFill>
                <a:schemeClr val="accent3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061044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8C325-C2AC-5211-9E9B-F6022495C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9BF61BD-BE1B-808E-BFA7-B3E1252BCE33}"/>
              </a:ext>
            </a:extLst>
          </p:cNvPr>
          <p:cNvSpPr/>
          <p:nvPr/>
        </p:nvSpPr>
        <p:spPr>
          <a:xfrm>
            <a:off x="2654088" y="1726798"/>
            <a:ext cx="1080000" cy="103290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 cap="flat">
            <a:solidFill>
              <a:schemeClr val="accent2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98D2FA7-8976-1447-515E-084B484ECEA4}"/>
              </a:ext>
            </a:extLst>
          </p:cNvPr>
          <p:cNvSpPr/>
          <p:nvPr/>
        </p:nvSpPr>
        <p:spPr>
          <a:xfrm>
            <a:off x="4623487" y="3606398"/>
            <a:ext cx="1080000" cy="103290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 cap="flat">
            <a:solidFill>
              <a:schemeClr val="accent2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AB02DC6-1592-2837-8835-35E87D32C42F}"/>
              </a:ext>
            </a:extLst>
          </p:cNvPr>
          <p:cNvSpPr/>
          <p:nvPr/>
        </p:nvSpPr>
        <p:spPr>
          <a:xfrm>
            <a:off x="6643686" y="5282798"/>
            <a:ext cx="1080000" cy="103290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 cap="flat">
            <a:solidFill>
              <a:schemeClr val="accent2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A0CA428-9999-427B-905D-2EA51F1BA9B5}"/>
              </a:ext>
            </a:extLst>
          </p:cNvPr>
          <p:cNvSpPr/>
          <p:nvPr/>
        </p:nvSpPr>
        <p:spPr>
          <a:xfrm>
            <a:off x="8663885" y="528279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F7B40C8A-77DE-4D1F-D1D6-19A1EAA355F4}"/>
                  </a:ext>
                </a:extLst>
              </p:cNvPr>
              <p:cNvSpPr/>
              <p:nvPr/>
            </p:nvSpPr>
            <p:spPr>
              <a:xfrm>
                <a:off x="12518759" y="5282798"/>
                <a:ext cx="2150143" cy="1032907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5400" b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ea typeface="Helvetica Neue Medium"/>
                    <a:cs typeface="Helvetica Neue Medium"/>
                    <a:sym typeface="Helvetica Neue Medium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54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𝑛</m:t>
                    </m:r>
                    <m:r>
                      <a:rPr kumimoji="0" lang="en-US" sz="54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−2</m:t>
                    </m:r>
                  </m:oMath>
                </a14:m>
                <a:endParaRPr kumimoji="0" lang="en-US" sz="54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F7B40C8A-77DE-4D1F-D1D6-19A1EAA355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18759" y="5282798"/>
                <a:ext cx="2150143" cy="1032907"/>
              </a:xfrm>
              <a:prstGeom prst="roundRect">
                <a:avLst/>
              </a:prstGeom>
              <a:blipFill>
                <a:blip r:embed="rId2"/>
                <a:stretch>
                  <a:fillRect r="-1143"/>
                </a:stretch>
              </a:blip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0ECC782-6B04-30A9-3470-B6D2E4BDF312}"/>
              </a:ext>
            </a:extLst>
          </p:cNvPr>
          <p:cNvSpPr/>
          <p:nvPr/>
        </p:nvSpPr>
        <p:spPr>
          <a:xfrm>
            <a:off x="633889" y="172679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46502DC9-6565-29DB-07DB-83D01B1DBFDB}"/>
                  </a:ext>
                </a:extLst>
              </p:cNvPr>
              <p:cNvSpPr/>
              <p:nvPr/>
            </p:nvSpPr>
            <p:spPr>
              <a:xfrm>
                <a:off x="15609101" y="5282798"/>
                <a:ext cx="2150143" cy="1032907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5400" b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ea typeface="Helvetica Neue Medium"/>
                    <a:cs typeface="Helvetica Neue Medium"/>
                    <a:sym typeface="Helvetica Neue Medium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54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𝑛</m:t>
                    </m:r>
                    <m:r>
                      <a:rPr kumimoji="0" lang="en-US" sz="54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−1</m:t>
                    </m:r>
                  </m:oMath>
                </a14:m>
                <a:endParaRPr kumimoji="0" lang="en-US" sz="54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mc:Choice>
        <mc:Fallback xmlns="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46502DC9-6565-29DB-07DB-83D01B1DBF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09101" y="5282798"/>
                <a:ext cx="2150143" cy="1032907"/>
              </a:xfrm>
              <a:prstGeom prst="roundRect">
                <a:avLst/>
              </a:prstGeom>
              <a:blipFill>
                <a:blip r:embed="rId3"/>
                <a:stretch>
                  <a:fillRect r="-1143"/>
                </a:stretch>
              </a:blip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6621C4D1-F541-3A56-9D2E-F30BE4B508CD}"/>
                  </a:ext>
                </a:extLst>
              </p:cNvPr>
              <p:cNvSpPr/>
              <p:nvPr/>
            </p:nvSpPr>
            <p:spPr>
              <a:xfrm>
                <a:off x="18699441" y="5282798"/>
                <a:ext cx="1111924" cy="1032907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5400" b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ea typeface="Helvetica Neue Medium"/>
                    <a:cs typeface="Helvetica Neue Medium"/>
                    <a:sym typeface="Helvetica Neue Medium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54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𝑛</m:t>
                    </m:r>
                  </m:oMath>
                </a14:m>
                <a:endParaRPr kumimoji="0" lang="en-US" sz="54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mc:Choice>
        <mc:Fallback xmlns="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6621C4D1-F541-3A56-9D2E-F30BE4B508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99441" y="5282798"/>
                <a:ext cx="1111924" cy="1032907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606508A-7F10-65A2-34B2-67D1ABF3D172}"/>
                  </a:ext>
                </a:extLst>
              </p:cNvPr>
              <p:cNvSpPr txBox="1"/>
              <p:nvPr/>
            </p:nvSpPr>
            <p:spPr>
              <a:xfrm>
                <a:off x="10684084" y="5382116"/>
                <a:ext cx="894476" cy="93358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6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…</m:t>
                      </m:r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606508A-7F10-65A2-34B2-67D1ABF3D1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4084" y="5382116"/>
                <a:ext cx="894476" cy="93358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B58963B-1CD5-6E80-76BB-8A7D2CD232D8}"/>
              </a:ext>
            </a:extLst>
          </p:cNvPr>
          <p:cNvSpPr/>
          <p:nvPr/>
        </p:nvSpPr>
        <p:spPr>
          <a:xfrm>
            <a:off x="21894562" y="380599"/>
            <a:ext cx="2257813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Time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ED7705B-024B-24CB-F516-12053989E3D3}"/>
              </a:ext>
            </a:extLst>
          </p:cNvPr>
          <p:cNvSpPr/>
          <p:nvPr/>
        </p:nvSpPr>
        <p:spPr>
          <a:xfrm>
            <a:off x="22389862" y="1776456"/>
            <a:ext cx="1267212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n</a:t>
            </a:r>
            <a:endParaRPr lang="en-US" sz="5400" dirty="0">
              <a:solidFill>
                <a:schemeClr val="accent3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F2FEACD-B91F-F76B-6734-5DE09F3D9568}"/>
              </a:ext>
            </a:extLst>
          </p:cNvPr>
          <p:cNvSpPr/>
          <p:nvPr/>
        </p:nvSpPr>
        <p:spPr>
          <a:xfrm>
            <a:off x="22142212" y="3605995"/>
            <a:ext cx="1762512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n-1</a:t>
            </a:r>
            <a:endParaRPr lang="en-US" sz="5400" dirty="0">
              <a:solidFill>
                <a:schemeClr val="accent3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61D690D-8404-5968-9267-74EF9CD153A4}"/>
              </a:ext>
            </a:extLst>
          </p:cNvPr>
          <p:cNvSpPr/>
          <p:nvPr/>
        </p:nvSpPr>
        <p:spPr>
          <a:xfrm>
            <a:off x="22142212" y="5282797"/>
            <a:ext cx="1762512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n-2</a:t>
            </a:r>
            <a:endParaRPr lang="en-US" sz="5400" dirty="0">
              <a:solidFill>
                <a:schemeClr val="accent3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9A822B4-594F-81DF-38B3-578AA5298825}"/>
                  </a:ext>
                </a:extLst>
              </p:cNvPr>
              <p:cNvSpPr txBox="1"/>
              <p:nvPr/>
            </p:nvSpPr>
            <p:spPr>
              <a:xfrm rot="5400000">
                <a:off x="11561446" y="7325386"/>
                <a:ext cx="2708906" cy="28587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99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…</m:t>
                      </m:r>
                    </m:oMath>
                  </m:oMathPara>
                </a14:m>
                <a:endParaRPr kumimoji="0" lang="en-US" sz="13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9A822B4-594F-81DF-38B3-578AA52988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11561446" y="7325386"/>
                <a:ext cx="2708906" cy="28587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873289DA-0EFC-0A04-0668-487CA7F09F99}"/>
                  </a:ext>
                </a:extLst>
              </p:cNvPr>
              <p:cNvSpPr/>
              <p:nvPr/>
            </p:nvSpPr>
            <p:spPr>
              <a:xfrm>
                <a:off x="12721959" y="10160891"/>
                <a:ext cx="2150143" cy="1032907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63500" cap="flat">
                <a:solidFill>
                  <a:schemeClr val="accent2">
                    <a:lumMod val="75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tx1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 </a:t>
                </a:r>
                <a14:m>
                  <m:oMath xmlns:m="http://schemas.openxmlformats.org/officeDocument/2006/math">
                    <m:r>
                      <a:rPr lang="en-US" sz="540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Helvetica Neue Medium"/>
                      </a:rPr>
                      <m:t>𝑛</m:t>
                    </m:r>
                    <m:r>
                      <a:rPr lang="en-US" sz="540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Helvetica Neue Medium"/>
                      </a:rPr>
                      <m:t>−2</m:t>
                    </m:r>
                  </m:oMath>
                </a14:m>
                <a:endParaRPr lang="en-US" sz="5400" dirty="0">
                  <a:solidFill>
                    <a:schemeClr val="tx1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mc:Choice>
        <mc:Fallback xmlns=""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873289DA-0EFC-0A04-0668-487CA7F09F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21959" y="10160891"/>
                <a:ext cx="2150143" cy="1032907"/>
              </a:xfrm>
              <a:prstGeom prst="roundRect">
                <a:avLst/>
              </a:prstGeom>
              <a:blipFill>
                <a:blip r:embed="rId7"/>
                <a:stretch>
                  <a:fillRect r="-1143"/>
                </a:stretch>
              </a:blipFill>
              <a:ln w="63500" cap="flat">
                <a:solidFill>
                  <a:schemeClr val="accent2">
                    <a:lumMod val="75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B40FF354-903B-0C37-1DE5-ECD023A9D419}"/>
                  </a:ext>
                </a:extLst>
              </p:cNvPr>
              <p:cNvSpPr/>
              <p:nvPr/>
            </p:nvSpPr>
            <p:spPr>
              <a:xfrm>
                <a:off x="15812301" y="10160891"/>
                <a:ext cx="2150143" cy="1032907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5400" b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ea typeface="Helvetica Neue Medium"/>
                    <a:cs typeface="Helvetica Neue Medium"/>
                    <a:sym typeface="Helvetica Neue Medium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54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𝑛</m:t>
                    </m:r>
                    <m:r>
                      <a:rPr kumimoji="0" lang="en-US" sz="54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−1</m:t>
                    </m:r>
                  </m:oMath>
                </a14:m>
                <a:endParaRPr kumimoji="0" lang="en-US" sz="54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mc:Choice>
        <mc:Fallback xmlns=""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B40FF354-903B-0C37-1DE5-ECD023A9D4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12301" y="10160891"/>
                <a:ext cx="2150143" cy="1032907"/>
              </a:xfrm>
              <a:prstGeom prst="roundRect">
                <a:avLst/>
              </a:prstGeom>
              <a:blipFill>
                <a:blip r:embed="rId8"/>
                <a:stretch>
                  <a:fillRect r="-1143"/>
                </a:stretch>
              </a:blip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C9C5185D-8EEF-6FB5-AB56-3BF4DB471E53}"/>
                  </a:ext>
                </a:extLst>
              </p:cNvPr>
              <p:cNvSpPr/>
              <p:nvPr/>
            </p:nvSpPr>
            <p:spPr>
              <a:xfrm>
                <a:off x="18902641" y="10160891"/>
                <a:ext cx="1111924" cy="1032907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5400" b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ea typeface="Helvetica Neue Medium"/>
                    <a:cs typeface="Helvetica Neue Medium"/>
                    <a:sym typeface="Helvetica Neue Medium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54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𝑛</m:t>
                    </m:r>
                  </m:oMath>
                </a14:m>
                <a:endParaRPr kumimoji="0" lang="en-US" sz="54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mc:Choice>
        <mc:Fallback xmlns=""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C9C5185D-8EEF-6FB5-AB56-3BF4DB471E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02641" y="10160891"/>
                <a:ext cx="1111924" cy="1032907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CC98CD8-972F-299D-64F2-16E3640EFC22}"/>
                  </a:ext>
                </a:extLst>
              </p:cNvPr>
              <p:cNvSpPr txBox="1"/>
              <p:nvPr/>
            </p:nvSpPr>
            <p:spPr>
              <a:xfrm rot="5400000">
                <a:off x="22302621" y="7232680"/>
                <a:ext cx="2708906" cy="28587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99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…</m:t>
                      </m:r>
                    </m:oMath>
                  </m:oMathPara>
                </a14:m>
                <a:endParaRPr kumimoji="0" lang="en-US" sz="13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CC98CD8-972F-299D-64F2-16E3640EFC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22302621" y="7232680"/>
                <a:ext cx="2708906" cy="285873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A40922A-09C1-E284-0FE3-4FB916A13600}"/>
              </a:ext>
            </a:extLst>
          </p:cNvPr>
          <p:cNvSpPr/>
          <p:nvPr/>
        </p:nvSpPr>
        <p:spPr>
          <a:xfrm>
            <a:off x="22142212" y="10160891"/>
            <a:ext cx="1762512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3</a:t>
            </a:r>
            <a:endParaRPr lang="en-US" sz="5400" dirty="0">
              <a:solidFill>
                <a:schemeClr val="accent3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0100516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22EB2-EE16-B311-65E3-0D824ED45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ABF5EC8-CB5D-BD2F-095E-A26749408E77}"/>
              </a:ext>
            </a:extLst>
          </p:cNvPr>
          <p:cNvSpPr/>
          <p:nvPr/>
        </p:nvSpPr>
        <p:spPr>
          <a:xfrm>
            <a:off x="2654088" y="1726798"/>
            <a:ext cx="1080000" cy="103290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 cap="flat">
            <a:solidFill>
              <a:schemeClr val="accent2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C9BDC1E-660B-C47B-D8F9-FC82C84E2C20}"/>
              </a:ext>
            </a:extLst>
          </p:cNvPr>
          <p:cNvSpPr/>
          <p:nvPr/>
        </p:nvSpPr>
        <p:spPr>
          <a:xfrm>
            <a:off x="4623487" y="3606398"/>
            <a:ext cx="1080000" cy="103290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 cap="flat">
            <a:solidFill>
              <a:schemeClr val="accent2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0F1B6D3-21C1-11A7-2A0B-AE09DBFB67BE}"/>
              </a:ext>
            </a:extLst>
          </p:cNvPr>
          <p:cNvSpPr/>
          <p:nvPr/>
        </p:nvSpPr>
        <p:spPr>
          <a:xfrm>
            <a:off x="6643686" y="5282798"/>
            <a:ext cx="1080000" cy="103290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 cap="flat">
            <a:solidFill>
              <a:schemeClr val="accent2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6E236C8-21AB-5387-268F-BFE0B885FEE6}"/>
              </a:ext>
            </a:extLst>
          </p:cNvPr>
          <p:cNvSpPr/>
          <p:nvPr/>
        </p:nvSpPr>
        <p:spPr>
          <a:xfrm>
            <a:off x="8663885" y="528279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518082C9-51B1-59A3-A973-D8587FCD90FB}"/>
                  </a:ext>
                </a:extLst>
              </p:cNvPr>
              <p:cNvSpPr/>
              <p:nvPr/>
            </p:nvSpPr>
            <p:spPr>
              <a:xfrm>
                <a:off x="12518759" y="5282798"/>
                <a:ext cx="2150143" cy="1032907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5400" b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ea typeface="Helvetica Neue Medium"/>
                    <a:cs typeface="Helvetica Neue Medium"/>
                    <a:sym typeface="Helvetica Neue Medium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54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𝑛</m:t>
                    </m:r>
                    <m:r>
                      <a:rPr kumimoji="0" lang="en-US" sz="54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−2</m:t>
                    </m:r>
                  </m:oMath>
                </a14:m>
                <a:endParaRPr kumimoji="0" lang="en-US" sz="54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518082C9-51B1-59A3-A973-D8587FCD90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18759" y="5282798"/>
                <a:ext cx="2150143" cy="1032907"/>
              </a:xfrm>
              <a:prstGeom prst="roundRect">
                <a:avLst/>
              </a:prstGeom>
              <a:blipFill>
                <a:blip r:embed="rId2"/>
                <a:stretch>
                  <a:fillRect r="-1143"/>
                </a:stretch>
              </a:blip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2854DBB-C3A2-1F31-1B6B-257DC125284D}"/>
              </a:ext>
            </a:extLst>
          </p:cNvPr>
          <p:cNvSpPr/>
          <p:nvPr/>
        </p:nvSpPr>
        <p:spPr>
          <a:xfrm>
            <a:off x="633889" y="172679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9D263DEA-EED1-F670-5471-D3D0968B24A1}"/>
                  </a:ext>
                </a:extLst>
              </p:cNvPr>
              <p:cNvSpPr/>
              <p:nvPr/>
            </p:nvSpPr>
            <p:spPr>
              <a:xfrm>
                <a:off x="15609101" y="5282798"/>
                <a:ext cx="2150143" cy="1032907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5400" b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ea typeface="Helvetica Neue Medium"/>
                    <a:cs typeface="Helvetica Neue Medium"/>
                    <a:sym typeface="Helvetica Neue Medium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54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𝑛</m:t>
                    </m:r>
                    <m:r>
                      <a:rPr kumimoji="0" lang="en-US" sz="54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−1</m:t>
                    </m:r>
                  </m:oMath>
                </a14:m>
                <a:endParaRPr kumimoji="0" lang="en-US" sz="54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mc:Choice>
        <mc:Fallback xmlns="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9D263DEA-EED1-F670-5471-D3D0968B24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09101" y="5282798"/>
                <a:ext cx="2150143" cy="1032907"/>
              </a:xfrm>
              <a:prstGeom prst="roundRect">
                <a:avLst/>
              </a:prstGeom>
              <a:blipFill>
                <a:blip r:embed="rId3"/>
                <a:stretch>
                  <a:fillRect r="-1143"/>
                </a:stretch>
              </a:blip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2C3EC612-A67E-B0FF-BC7A-C2CC305A3FFD}"/>
                  </a:ext>
                </a:extLst>
              </p:cNvPr>
              <p:cNvSpPr/>
              <p:nvPr/>
            </p:nvSpPr>
            <p:spPr>
              <a:xfrm>
                <a:off x="18699441" y="5282798"/>
                <a:ext cx="1111924" cy="1032907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5400" b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ea typeface="Helvetica Neue Medium"/>
                    <a:cs typeface="Helvetica Neue Medium"/>
                    <a:sym typeface="Helvetica Neue Medium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54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𝑛</m:t>
                    </m:r>
                  </m:oMath>
                </a14:m>
                <a:endParaRPr kumimoji="0" lang="en-US" sz="54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mc:Choice>
        <mc:Fallback xmlns="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2C3EC612-A67E-B0FF-BC7A-C2CC305A3F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99441" y="5282798"/>
                <a:ext cx="1111924" cy="1032907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F80B6D5-01B4-D110-387D-F474ACD2513A}"/>
                  </a:ext>
                </a:extLst>
              </p:cNvPr>
              <p:cNvSpPr txBox="1"/>
              <p:nvPr/>
            </p:nvSpPr>
            <p:spPr>
              <a:xfrm>
                <a:off x="10684084" y="5382116"/>
                <a:ext cx="894476" cy="93358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6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…</m:t>
                      </m:r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F80B6D5-01B4-D110-387D-F474ACD25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4084" y="5382116"/>
                <a:ext cx="894476" cy="93358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BFEE926-B3EF-FF2A-EDDE-0CFFC740CF24}"/>
              </a:ext>
            </a:extLst>
          </p:cNvPr>
          <p:cNvSpPr/>
          <p:nvPr/>
        </p:nvSpPr>
        <p:spPr>
          <a:xfrm>
            <a:off x="21894562" y="380599"/>
            <a:ext cx="2257813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Time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152054B-96D5-5243-762C-089A427A1CF3}"/>
              </a:ext>
            </a:extLst>
          </p:cNvPr>
          <p:cNvSpPr/>
          <p:nvPr/>
        </p:nvSpPr>
        <p:spPr>
          <a:xfrm>
            <a:off x="22389862" y="1776456"/>
            <a:ext cx="1267212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n</a:t>
            </a:r>
            <a:endParaRPr lang="en-US" sz="5400" dirty="0">
              <a:solidFill>
                <a:schemeClr val="accent3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5160EC2-B36D-5BE2-B781-EDC858B7B4E9}"/>
              </a:ext>
            </a:extLst>
          </p:cNvPr>
          <p:cNvSpPr/>
          <p:nvPr/>
        </p:nvSpPr>
        <p:spPr>
          <a:xfrm>
            <a:off x="22142212" y="3605995"/>
            <a:ext cx="1762512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n-1</a:t>
            </a:r>
            <a:endParaRPr lang="en-US" sz="5400" dirty="0">
              <a:solidFill>
                <a:schemeClr val="accent3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38100A9-B38A-928B-7A2D-FEECE24EB950}"/>
              </a:ext>
            </a:extLst>
          </p:cNvPr>
          <p:cNvSpPr/>
          <p:nvPr/>
        </p:nvSpPr>
        <p:spPr>
          <a:xfrm>
            <a:off x="22142212" y="5282797"/>
            <a:ext cx="1762512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n-2</a:t>
            </a:r>
            <a:endParaRPr lang="en-US" sz="5400" dirty="0">
              <a:solidFill>
                <a:schemeClr val="accent3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45194B5-D45E-790D-364D-7D7DA3714F58}"/>
                  </a:ext>
                </a:extLst>
              </p:cNvPr>
              <p:cNvSpPr txBox="1"/>
              <p:nvPr/>
            </p:nvSpPr>
            <p:spPr>
              <a:xfrm rot="5400000">
                <a:off x="11561446" y="7325386"/>
                <a:ext cx="2708906" cy="28587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99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…</m:t>
                      </m:r>
                    </m:oMath>
                  </m:oMathPara>
                </a14:m>
                <a:endParaRPr kumimoji="0" lang="en-US" sz="13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45194B5-D45E-790D-364D-7D7DA3714F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11561446" y="7325386"/>
                <a:ext cx="2708906" cy="28587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22499528-6DBA-99F1-4816-5D5D909020CB}"/>
                  </a:ext>
                </a:extLst>
              </p:cNvPr>
              <p:cNvSpPr/>
              <p:nvPr/>
            </p:nvSpPr>
            <p:spPr>
              <a:xfrm>
                <a:off x="12721959" y="10160891"/>
                <a:ext cx="2150143" cy="1032907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63500" cap="flat">
                <a:solidFill>
                  <a:schemeClr val="accent2">
                    <a:lumMod val="75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tx1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 </a:t>
                </a:r>
                <a14:m>
                  <m:oMath xmlns:m="http://schemas.openxmlformats.org/officeDocument/2006/math">
                    <m:r>
                      <a:rPr lang="en-US" sz="540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Helvetica Neue Medium"/>
                      </a:rPr>
                      <m:t>𝑛</m:t>
                    </m:r>
                    <m:r>
                      <a:rPr lang="en-US" sz="540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Helvetica Neue Medium"/>
                      </a:rPr>
                      <m:t>−2</m:t>
                    </m:r>
                  </m:oMath>
                </a14:m>
                <a:endParaRPr lang="en-US" sz="5400" dirty="0">
                  <a:solidFill>
                    <a:schemeClr val="tx1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mc:Choice>
        <mc:Fallback xmlns=""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22499528-6DBA-99F1-4816-5D5D909020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21959" y="10160891"/>
                <a:ext cx="2150143" cy="1032907"/>
              </a:xfrm>
              <a:prstGeom prst="roundRect">
                <a:avLst/>
              </a:prstGeom>
              <a:blipFill>
                <a:blip r:embed="rId7"/>
                <a:stretch>
                  <a:fillRect r="-1143"/>
                </a:stretch>
              </a:blipFill>
              <a:ln w="63500" cap="flat">
                <a:solidFill>
                  <a:schemeClr val="accent2">
                    <a:lumMod val="75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2E847BF-2F81-E6EC-F30E-97F8762054C9}"/>
                  </a:ext>
                </a:extLst>
              </p:cNvPr>
              <p:cNvSpPr txBox="1"/>
              <p:nvPr/>
            </p:nvSpPr>
            <p:spPr>
              <a:xfrm rot="5400000">
                <a:off x="22302621" y="7232680"/>
                <a:ext cx="2708906" cy="28587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99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…</m:t>
                      </m:r>
                    </m:oMath>
                  </m:oMathPara>
                </a14:m>
                <a:endParaRPr kumimoji="0" lang="en-US" sz="13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2E847BF-2F81-E6EC-F30E-97F8762054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22302621" y="7232680"/>
                <a:ext cx="2708906" cy="28587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C3C9AA6-4535-0B80-5ED5-478EF464547B}"/>
              </a:ext>
            </a:extLst>
          </p:cNvPr>
          <p:cNvSpPr/>
          <p:nvPr/>
        </p:nvSpPr>
        <p:spPr>
          <a:xfrm>
            <a:off x="22142212" y="10160891"/>
            <a:ext cx="1762512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3</a:t>
            </a:r>
            <a:endParaRPr lang="en-US" sz="5400" dirty="0">
              <a:solidFill>
                <a:schemeClr val="accent3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6980667-04E0-1EA5-0E59-5F1CFCF9E1DF}"/>
              </a:ext>
            </a:extLst>
          </p:cNvPr>
          <p:cNvSpPr/>
          <p:nvPr/>
        </p:nvSpPr>
        <p:spPr>
          <a:xfrm>
            <a:off x="22142212" y="11380090"/>
            <a:ext cx="1762512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2</a:t>
            </a:r>
            <a:endParaRPr lang="en-US" sz="5400" dirty="0">
              <a:solidFill>
                <a:schemeClr val="accent3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ounded Rectangle 22">
                <a:extLst>
                  <a:ext uri="{FF2B5EF4-FFF2-40B4-BE49-F238E27FC236}">
                    <a16:creationId xmlns:a16="http://schemas.microsoft.com/office/drawing/2014/main" id="{95BCF9E3-5D5A-E7F7-C0CD-CC0B9559849B}"/>
                  </a:ext>
                </a:extLst>
              </p:cNvPr>
              <p:cNvSpPr/>
              <p:nvPr/>
            </p:nvSpPr>
            <p:spPr>
              <a:xfrm>
                <a:off x="15812301" y="11380091"/>
                <a:ext cx="2150143" cy="1032907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63500" cap="flat">
                <a:solidFill>
                  <a:schemeClr val="accent2">
                    <a:lumMod val="75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tx1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 </a:t>
                </a:r>
                <a14:m>
                  <m:oMath xmlns:m="http://schemas.openxmlformats.org/officeDocument/2006/math">
                    <m:r>
                      <a:rPr lang="en-US" sz="540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Helvetica Neue Medium"/>
                      </a:rPr>
                      <m:t>𝑛</m:t>
                    </m:r>
                    <m:r>
                      <a:rPr lang="en-US" sz="540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Helvetica Neue Medium"/>
                      </a:rPr>
                      <m:t>−1</m:t>
                    </m:r>
                  </m:oMath>
                </a14:m>
                <a:endParaRPr lang="en-US" sz="5400" dirty="0">
                  <a:solidFill>
                    <a:schemeClr val="tx1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mc:Choice>
        <mc:Fallback xmlns="">
          <p:sp>
            <p:nvSpPr>
              <p:cNvPr id="23" name="Rounded Rectangle 22">
                <a:extLst>
                  <a:ext uri="{FF2B5EF4-FFF2-40B4-BE49-F238E27FC236}">
                    <a16:creationId xmlns:a16="http://schemas.microsoft.com/office/drawing/2014/main" id="{95BCF9E3-5D5A-E7F7-C0CD-CC0B955984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12301" y="11380091"/>
                <a:ext cx="2150143" cy="1032907"/>
              </a:xfrm>
              <a:prstGeom prst="roundRect">
                <a:avLst/>
              </a:prstGeom>
              <a:blipFill>
                <a:blip r:embed="rId9"/>
                <a:stretch>
                  <a:fillRect r="-1143"/>
                </a:stretch>
              </a:blipFill>
              <a:ln w="63500" cap="flat">
                <a:solidFill>
                  <a:schemeClr val="accent2">
                    <a:lumMod val="75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60D9B69D-8BD6-626B-FE87-53D70ADAAEE9}"/>
                  </a:ext>
                </a:extLst>
              </p:cNvPr>
              <p:cNvSpPr/>
              <p:nvPr/>
            </p:nvSpPr>
            <p:spPr>
              <a:xfrm>
                <a:off x="18902641" y="11380091"/>
                <a:ext cx="1111924" cy="1032907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5400" b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ea typeface="Helvetica Neue Medium"/>
                    <a:cs typeface="Helvetica Neue Medium"/>
                    <a:sym typeface="Helvetica Neue Medium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54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𝑛</m:t>
                    </m:r>
                  </m:oMath>
                </a14:m>
                <a:endParaRPr kumimoji="0" lang="en-US" sz="54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mc:Choice>
        <mc:Fallback xmlns=""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60D9B69D-8BD6-626B-FE87-53D70ADAAE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02641" y="11380091"/>
                <a:ext cx="1111924" cy="1032907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97092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03EA0-F2B6-F0EB-787B-6D9C84CA7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2DDA4AB-BD45-9644-8B64-1509A2D72164}"/>
              </a:ext>
            </a:extLst>
          </p:cNvPr>
          <p:cNvSpPr/>
          <p:nvPr/>
        </p:nvSpPr>
        <p:spPr>
          <a:xfrm>
            <a:off x="2654088" y="1726798"/>
            <a:ext cx="1080000" cy="103290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 cap="flat">
            <a:solidFill>
              <a:schemeClr val="accent2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83BBFE1-6B6C-D5A1-25AE-A4C3ADD9BB12}"/>
              </a:ext>
            </a:extLst>
          </p:cNvPr>
          <p:cNvSpPr/>
          <p:nvPr/>
        </p:nvSpPr>
        <p:spPr>
          <a:xfrm>
            <a:off x="4623487" y="3606398"/>
            <a:ext cx="1080000" cy="103290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 cap="flat">
            <a:solidFill>
              <a:schemeClr val="accent2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3AEE889-F66A-3F81-FE81-5E6977E56150}"/>
              </a:ext>
            </a:extLst>
          </p:cNvPr>
          <p:cNvSpPr/>
          <p:nvPr/>
        </p:nvSpPr>
        <p:spPr>
          <a:xfrm>
            <a:off x="6643686" y="5282798"/>
            <a:ext cx="1080000" cy="103290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 cap="flat">
            <a:solidFill>
              <a:schemeClr val="accent2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5B512C3-8E20-1C7A-8585-720225EBAFED}"/>
              </a:ext>
            </a:extLst>
          </p:cNvPr>
          <p:cNvSpPr/>
          <p:nvPr/>
        </p:nvSpPr>
        <p:spPr>
          <a:xfrm>
            <a:off x="8663885" y="528279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8F8CBC47-9766-9BE3-9C97-57C5EDA3B966}"/>
                  </a:ext>
                </a:extLst>
              </p:cNvPr>
              <p:cNvSpPr/>
              <p:nvPr/>
            </p:nvSpPr>
            <p:spPr>
              <a:xfrm>
                <a:off x="12518759" y="5282798"/>
                <a:ext cx="2150143" cy="1032907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5400" b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ea typeface="Helvetica Neue Medium"/>
                    <a:cs typeface="Helvetica Neue Medium"/>
                    <a:sym typeface="Helvetica Neue Medium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54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𝑛</m:t>
                    </m:r>
                    <m:r>
                      <a:rPr kumimoji="0" lang="en-US" sz="54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−2</m:t>
                    </m:r>
                  </m:oMath>
                </a14:m>
                <a:endParaRPr kumimoji="0" lang="en-US" sz="54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8F8CBC47-9766-9BE3-9C97-57C5EDA3B9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18759" y="5282798"/>
                <a:ext cx="2150143" cy="1032907"/>
              </a:xfrm>
              <a:prstGeom prst="roundRect">
                <a:avLst/>
              </a:prstGeom>
              <a:blipFill>
                <a:blip r:embed="rId2"/>
                <a:stretch>
                  <a:fillRect r="-1143"/>
                </a:stretch>
              </a:blip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012D383-7E75-52AE-6863-34B90EE03AA7}"/>
              </a:ext>
            </a:extLst>
          </p:cNvPr>
          <p:cNvSpPr/>
          <p:nvPr/>
        </p:nvSpPr>
        <p:spPr>
          <a:xfrm>
            <a:off x="633889" y="172679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8742B272-EC9C-F221-CEEB-5858CD3B74B5}"/>
                  </a:ext>
                </a:extLst>
              </p:cNvPr>
              <p:cNvSpPr/>
              <p:nvPr/>
            </p:nvSpPr>
            <p:spPr>
              <a:xfrm>
                <a:off x="15609101" y="5282798"/>
                <a:ext cx="2150143" cy="1032907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5400" b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ea typeface="Helvetica Neue Medium"/>
                    <a:cs typeface="Helvetica Neue Medium"/>
                    <a:sym typeface="Helvetica Neue Medium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54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𝑛</m:t>
                    </m:r>
                    <m:r>
                      <a:rPr kumimoji="0" lang="en-US" sz="54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−1</m:t>
                    </m:r>
                  </m:oMath>
                </a14:m>
                <a:endParaRPr kumimoji="0" lang="en-US" sz="54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mc:Choice>
        <mc:Fallback xmlns="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8742B272-EC9C-F221-CEEB-5858CD3B74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09101" y="5282798"/>
                <a:ext cx="2150143" cy="1032907"/>
              </a:xfrm>
              <a:prstGeom prst="roundRect">
                <a:avLst/>
              </a:prstGeom>
              <a:blipFill>
                <a:blip r:embed="rId3"/>
                <a:stretch>
                  <a:fillRect r="-1143"/>
                </a:stretch>
              </a:blip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E08C8BCE-7946-6C55-344F-E365106F3A7D}"/>
                  </a:ext>
                </a:extLst>
              </p:cNvPr>
              <p:cNvSpPr/>
              <p:nvPr/>
            </p:nvSpPr>
            <p:spPr>
              <a:xfrm>
                <a:off x="18699441" y="5282798"/>
                <a:ext cx="1111924" cy="1032907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5400" b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ea typeface="Helvetica Neue Medium"/>
                    <a:cs typeface="Helvetica Neue Medium"/>
                    <a:sym typeface="Helvetica Neue Medium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54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𝑛</m:t>
                    </m:r>
                  </m:oMath>
                </a14:m>
                <a:endParaRPr kumimoji="0" lang="en-US" sz="54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mc:Choice>
        <mc:Fallback xmlns="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E08C8BCE-7946-6C55-344F-E365106F3A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99441" y="5282798"/>
                <a:ext cx="1111924" cy="1032907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202FDFF-0F13-BFD3-2653-B16C62D74051}"/>
                  </a:ext>
                </a:extLst>
              </p:cNvPr>
              <p:cNvSpPr txBox="1"/>
              <p:nvPr/>
            </p:nvSpPr>
            <p:spPr>
              <a:xfrm>
                <a:off x="10684084" y="5382116"/>
                <a:ext cx="894476" cy="93358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6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…</m:t>
                      </m:r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202FDFF-0F13-BFD3-2653-B16C62D740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4084" y="5382116"/>
                <a:ext cx="894476" cy="93358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407293E-B0FA-5142-B508-2E8F3440B8BD}"/>
              </a:ext>
            </a:extLst>
          </p:cNvPr>
          <p:cNvSpPr/>
          <p:nvPr/>
        </p:nvSpPr>
        <p:spPr>
          <a:xfrm>
            <a:off x="21894562" y="380599"/>
            <a:ext cx="2257813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Time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F8D5BEE-C805-AAEE-E38E-F729AD61A212}"/>
              </a:ext>
            </a:extLst>
          </p:cNvPr>
          <p:cNvSpPr/>
          <p:nvPr/>
        </p:nvSpPr>
        <p:spPr>
          <a:xfrm>
            <a:off x="22389862" y="1776456"/>
            <a:ext cx="1267212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n</a:t>
            </a:r>
            <a:endParaRPr lang="en-US" sz="5400" dirty="0">
              <a:solidFill>
                <a:schemeClr val="accent3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625C831-51AC-CCC4-1467-5912DB078B19}"/>
              </a:ext>
            </a:extLst>
          </p:cNvPr>
          <p:cNvSpPr/>
          <p:nvPr/>
        </p:nvSpPr>
        <p:spPr>
          <a:xfrm>
            <a:off x="22142212" y="3605995"/>
            <a:ext cx="1762512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n-1</a:t>
            </a:r>
            <a:endParaRPr lang="en-US" sz="5400" dirty="0">
              <a:solidFill>
                <a:schemeClr val="accent3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796D8E6-D3EB-2A44-CA62-EE3C9764B3CD}"/>
              </a:ext>
            </a:extLst>
          </p:cNvPr>
          <p:cNvSpPr/>
          <p:nvPr/>
        </p:nvSpPr>
        <p:spPr>
          <a:xfrm>
            <a:off x="22142212" y="5282797"/>
            <a:ext cx="1762512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n-2</a:t>
            </a:r>
            <a:endParaRPr lang="en-US" sz="5400" dirty="0">
              <a:solidFill>
                <a:schemeClr val="accent3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5C82907-66A1-49B7-2D99-4926B4F0250E}"/>
                  </a:ext>
                </a:extLst>
              </p:cNvPr>
              <p:cNvSpPr txBox="1"/>
              <p:nvPr/>
            </p:nvSpPr>
            <p:spPr>
              <a:xfrm rot="5400000">
                <a:off x="11561446" y="7325386"/>
                <a:ext cx="2708906" cy="28587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99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…</m:t>
                      </m:r>
                    </m:oMath>
                  </m:oMathPara>
                </a14:m>
                <a:endParaRPr kumimoji="0" lang="en-US" sz="13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5C82907-66A1-49B7-2D99-4926B4F025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11561446" y="7325386"/>
                <a:ext cx="2708906" cy="28587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E30FDE06-3936-D8F1-18FA-C13D03491154}"/>
                  </a:ext>
                </a:extLst>
              </p:cNvPr>
              <p:cNvSpPr/>
              <p:nvPr/>
            </p:nvSpPr>
            <p:spPr>
              <a:xfrm>
                <a:off x="12721959" y="10160891"/>
                <a:ext cx="2150143" cy="1032907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63500" cap="flat">
                <a:solidFill>
                  <a:schemeClr val="accent2">
                    <a:lumMod val="75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tx1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 </a:t>
                </a:r>
                <a14:m>
                  <m:oMath xmlns:m="http://schemas.openxmlformats.org/officeDocument/2006/math">
                    <m:r>
                      <a:rPr lang="en-US" sz="540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Helvetica Neue Medium"/>
                      </a:rPr>
                      <m:t>𝑛</m:t>
                    </m:r>
                    <m:r>
                      <a:rPr lang="en-US" sz="540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Helvetica Neue Medium"/>
                      </a:rPr>
                      <m:t>−2</m:t>
                    </m:r>
                  </m:oMath>
                </a14:m>
                <a:endParaRPr lang="en-US" sz="5400" dirty="0">
                  <a:solidFill>
                    <a:schemeClr val="tx1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mc:Choice>
        <mc:Fallback xmlns=""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E30FDE06-3936-D8F1-18FA-C13D034911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21959" y="10160891"/>
                <a:ext cx="2150143" cy="1032907"/>
              </a:xfrm>
              <a:prstGeom prst="roundRect">
                <a:avLst/>
              </a:prstGeom>
              <a:blipFill>
                <a:blip r:embed="rId7"/>
                <a:stretch>
                  <a:fillRect r="-1143"/>
                </a:stretch>
              </a:blipFill>
              <a:ln w="63500" cap="flat">
                <a:solidFill>
                  <a:schemeClr val="accent2">
                    <a:lumMod val="75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32F128B0-98CD-4BD8-F505-D578452EF305}"/>
                  </a:ext>
                </a:extLst>
              </p:cNvPr>
              <p:cNvSpPr/>
              <p:nvPr/>
            </p:nvSpPr>
            <p:spPr>
              <a:xfrm>
                <a:off x="18940404" y="12513786"/>
                <a:ext cx="1111924" cy="1032907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63500" cap="flat">
                <a:solidFill>
                  <a:schemeClr val="accent2">
                    <a:lumMod val="75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tx1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 </a:t>
                </a:r>
                <a14:m>
                  <m:oMath xmlns:m="http://schemas.openxmlformats.org/officeDocument/2006/math">
                    <m:r>
                      <a:rPr lang="en-US" sz="540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Helvetica Neue Medium"/>
                      </a:rPr>
                      <m:t>𝑛</m:t>
                    </m:r>
                  </m:oMath>
                </a14:m>
                <a:endParaRPr lang="en-US" sz="5400" dirty="0">
                  <a:solidFill>
                    <a:schemeClr val="tx1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mc:Choice>
        <mc:Fallback xmlns=""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32F128B0-98CD-4BD8-F505-D578452EF3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40404" y="12513786"/>
                <a:ext cx="1111924" cy="1032907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 w="63500" cap="flat">
                <a:solidFill>
                  <a:schemeClr val="accent2">
                    <a:lumMod val="75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A91DEA2-802F-6D41-5E14-33F78F025E54}"/>
                  </a:ext>
                </a:extLst>
              </p:cNvPr>
              <p:cNvSpPr txBox="1"/>
              <p:nvPr/>
            </p:nvSpPr>
            <p:spPr>
              <a:xfrm rot="5400000">
                <a:off x="22302621" y="7232680"/>
                <a:ext cx="2708906" cy="28587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99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…</m:t>
                      </m:r>
                    </m:oMath>
                  </m:oMathPara>
                </a14:m>
                <a:endParaRPr kumimoji="0" lang="en-US" sz="13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A91DEA2-802F-6D41-5E14-33F78F025E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22302621" y="7232680"/>
                <a:ext cx="2708906" cy="28587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5C1644E8-25A8-57BA-7936-34CAA923289B}"/>
              </a:ext>
            </a:extLst>
          </p:cNvPr>
          <p:cNvSpPr/>
          <p:nvPr/>
        </p:nvSpPr>
        <p:spPr>
          <a:xfrm>
            <a:off x="22142212" y="10160891"/>
            <a:ext cx="1762512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3</a:t>
            </a:r>
            <a:endParaRPr lang="en-US" sz="5400" dirty="0">
              <a:solidFill>
                <a:schemeClr val="accent3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EE37E37-F932-8F25-669D-DE81C9E6C315}"/>
              </a:ext>
            </a:extLst>
          </p:cNvPr>
          <p:cNvSpPr/>
          <p:nvPr/>
        </p:nvSpPr>
        <p:spPr>
          <a:xfrm>
            <a:off x="22135782" y="12513785"/>
            <a:ext cx="1762512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1</a:t>
            </a:r>
            <a:endParaRPr lang="en-US" sz="5400" dirty="0">
              <a:solidFill>
                <a:schemeClr val="accent3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D4654B4-16D6-8D52-EDE2-DF583FCC42B2}"/>
              </a:ext>
            </a:extLst>
          </p:cNvPr>
          <p:cNvSpPr/>
          <p:nvPr/>
        </p:nvSpPr>
        <p:spPr>
          <a:xfrm>
            <a:off x="22142212" y="11380090"/>
            <a:ext cx="1762512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2</a:t>
            </a:r>
            <a:endParaRPr lang="en-US" sz="5400" dirty="0">
              <a:solidFill>
                <a:schemeClr val="accent3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C228CB0F-E3B7-0779-C445-32621B5E4DA7}"/>
                  </a:ext>
                </a:extLst>
              </p:cNvPr>
              <p:cNvSpPr/>
              <p:nvPr/>
            </p:nvSpPr>
            <p:spPr>
              <a:xfrm>
                <a:off x="15812301" y="11380091"/>
                <a:ext cx="2150143" cy="1032907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63500" cap="flat">
                <a:solidFill>
                  <a:schemeClr val="accent2">
                    <a:lumMod val="75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tx1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 </a:t>
                </a:r>
                <a14:m>
                  <m:oMath xmlns:m="http://schemas.openxmlformats.org/officeDocument/2006/math">
                    <m:r>
                      <a:rPr lang="en-US" sz="540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Helvetica Neue Medium"/>
                      </a:rPr>
                      <m:t>𝑛</m:t>
                    </m:r>
                    <m:r>
                      <a:rPr lang="en-US" sz="540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Helvetica Neue Medium"/>
                      </a:rPr>
                      <m:t>−1</m:t>
                    </m:r>
                  </m:oMath>
                </a14:m>
                <a:endParaRPr lang="en-US" sz="5400" dirty="0">
                  <a:solidFill>
                    <a:schemeClr val="tx1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mc:Choice>
        <mc:Fallback xmlns=""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C228CB0F-E3B7-0779-C445-32621B5E4D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12301" y="11380091"/>
                <a:ext cx="2150143" cy="1032907"/>
              </a:xfrm>
              <a:prstGeom prst="roundRect">
                <a:avLst/>
              </a:prstGeom>
              <a:blipFill>
                <a:blip r:embed="rId10"/>
                <a:stretch>
                  <a:fillRect r="-1143"/>
                </a:stretch>
              </a:blipFill>
              <a:ln w="63500" cap="flat">
                <a:solidFill>
                  <a:schemeClr val="accent2">
                    <a:lumMod val="75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09608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2A3F6-1490-3DEF-3853-F0B196F26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F098A04-3510-6FA3-1589-B2228B2931CF}"/>
              </a:ext>
            </a:extLst>
          </p:cNvPr>
          <p:cNvSpPr/>
          <p:nvPr/>
        </p:nvSpPr>
        <p:spPr>
          <a:xfrm>
            <a:off x="726926" y="964799"/>
            <a:ext cx="2257813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Time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FFA29B4-6EE4-9994-D895-FF160C36BBE9}"/>
              </a:ext>
            </a:extLst>
          </p:cNvPr>
          <p:cNvSpPr/>
          <p:nvPr/>
        </p:nvSpPr>
        <p:spPr>
          <a:xfrm>
            <a:off x="4559061" y="871172"/>
            <a:ext cx="1267212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n</a:t>
            </a:r>
            <a:endParaRPr lang="en-US" sz="5400" dirty="0">
              <a:solidFill>
                <a:schemeClr val="accent3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3EE2206-C630-F1EA-BD15-0097CE0E3A74}"/>
              </a:ext>
            </a:extLst>
          </p:cNvPr>
          <p:cNvSpPr/>
          <p:nvPr/>
        </p:nvSpPr>
        <p:spPr>
          <a:xfrm>
            <a:off x="6978412" y="871172"/>
            <a:ext cx="1762512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n-1</a:t>
            </a:r>
            <a:endParaRPr lang="en-US" sz="5400" dirty="0">
              <a:solidFill>
                <a:schemeClr val="accent3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23BCA75-E651-667A-31AF-C75C7F2DFA22}"/>
              </a:ext>
            </a:extLst>
          </p:cNvPr>
          <p:cNvSpPr/>
          <p:nvPr/>
        </p:nvSpPr>
        <p:spPr>
          <a:xfrm>
            <a:off x="9893064" y="890658"/>
            <a:ext cx="1762512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n-2</a:t>
            </a:r>
            <a:endParaRPr lang="en-US" sz="5400" dirty="0">
              <a:solidFill>
                <a:schemeClr val="accent3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A5415C4-AE88-5C6C-ED9F-38DC92E60D9A}"/>
                  </a:ext>
                </a:extLst>
              </p:cNvPr>
              <p:cNvSpPr txBox="1"/>
              <p:nvPr/>
            </p:nvSpPr>
            <p:spPr>
              <a:xfrm>
                <a:off x="12523621" y="-558195"/>
                <a:ext cx="2708906" cy="28587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99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…</m:t>
                      </m:r>
                    </m:oMath>
                  </m:oMathPara>
                </a14:m>
                <a:endParaRPr kumimoji="0" lang="en-US" sz="13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A5415C4-AE88-5C6C-ED9F-38DC92E60D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23621" y="-558195"/>
                <a:ext cx="2708906" cy="28587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7400CA1-D011-0950-B560-4FC671C9059C}"/>
              </a:ext>
            </a:extLst>
          </p:cNvPr>
          <p:cNvSpPr/>
          <p:nvPr/>
        </p:nvSpPr>
        <p:spPr>
          <a:xfrm>
            <a:off x="16181342" y="964799"/>
            <a:ext cx="1762512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3</a:t>
            </a:r>
            <a:endParaRPr lang="en-US" sz="5400" dirty="0">
              <a:solidFill>
                <a:schemeClr val="accent3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288CAAE1-4A8E-30A3-3BC7-DB23E595498A}"/>
              </a:ext>
            </a:extLst>
          </p:cNvPr>
          <p:cNvSpPr/>
          <p:nvPr/>
        </p:nvSpPr>
        <p:spPr>
          <a:xfrm>
            <a:off x="22153625" y="905584"/>
            <a:ext cx="1762512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1</a:t>
            </a:r>
            <a:endParaRPr lang="en-US" sz="5400" dirty="0">
              <a:solidFill>
                <a:schemeClr val="accent3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CD0463CE-5433-8544-17CE-451763918340}"/>
              </a:ext>
            </a:extLst>
          </p:cNvPr>
          <p:cNvSpPr/>
          <p:nvPr/>
        </p:nvSpPr>
        <p:spPr>
          <a:xfrm>
            <a:off x="19169496" y="945312"/>
            <a:ext cx="1762512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2</a:t>
            </a:r>
            <a:endParaRPr lang="en-US" sz="5400" dirty="0">
              <a:solidFill>
                <a:schemeClr val="accent3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17" name="Equals 16">
            <a:extLst>
              <a:ext uri="{FF2B5EF4-FFF2-40B4-BE49-F238E27FC236}">
                <a16:creationId xmlns:a16="http://schemas.microsoft.com/office/drawing/2014/main" id="{391AC98F-58EC-18B3-278A-2AA39191AB30}"/>
              </a:ext>
            </a:extLst>
          </p:cNvPr>
          <p:cNvSpPr/>
          <p:nvPr/>
        </p:nvSpPr>
        <p:spPr>
          <a:xfrm>
            <a:off x="3302000" y="964799"/>
            <a:ext cx="939800" cy="846574"/>
          </a:xfrm>
          <a:prstGeom prst="mathEqual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</p:txBody>
      </p:sp>
      <p:sp>
        <p:nvSpPr>
          <p:cNvPr id="21" name="Plus 20">
            <a:extLst>
              <a:ext uri="{FF2B5EF4-FFF2-40B4-BE49-F238E27FC236}">
                <a16:creationId xmlns:a16="http://schemas.microsoft.com/office/drawing/2014/main" id="{D0BB3A3B-505B-B5C4-D6BF-FEF181C163E1}"/>
              </a:ext>
            </a:extLst>
          </p:cNvPr>
          <p:cNvSpPr/>
          <p:nvPr/>
        </p:nvSpPr>
        <p:spPr>
          <a:xfrm>
            <a:off x="5907042" y="871172"/>
            <a:ext cx="990600" cy="1071880"/>
          </a:xfrm>
          <a:prstGeom prst="mathPlus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</p:txBody>
      </p:sp>
      <p:sp>
        <p:nvSpPr>
          <p:cNvPr id="25" name="Plus 24">
            <a:extLst>
              <a:ext uri="{FF2B5EF4-FFF2-40B4-BE49-F238E27FC236}">
                <a16:creationId xmlns:a16="http://schemas.microsoft.com/office/drawing/2014/main" id="{CE01346C-0425-4E4B-12F6-4FE8E861F750}"/>
              </a:ext>
            </a:extLst>
          </p:cNvPr>
          <p:cNvSpPr/>
          <p:nvPr/>
        </p:nvSpPr>
        <p:spPr>
          <a:xfrm>
            <a:off x="8821694" y="916048"/>
            <a:ext cx="990600" cy="1071880"/>
          </a:xfrm>
          <a:prstGeom prst="mathPlus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</p:txBody>
      </p:sp>
      <p:sp>
        <p:nvSpPr>
          <p:cNvPr id="26" name="Plus 25">
            <a:extLst>
              <a:ext uri="{FF2B5EF4-FFF2-40B4-BE49-F238E27FC236}">
                <a16:creationId xmlns:a16="http://schemas.microsoft.com/office/drawing/2014/main" id="{4880D6D3-0038-27D2-59E8-F926715D410B}"/>
              </a:ext>
            </a:extLst>
          </p:cNvPr>
          <p:cNvSpPr/>
          <p:nvPr/>
        </p:nvSpPr>
        <p:spPr>
          <a:xfrm>
            <a:off x="11737826" y="871171"/>
            <a:ext cx="990600" cy="1071880"/>
          </a:xfrm>
          <a:prstGeom prst="mathPlus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</p:txBody>
      </p:sp>
      <p:sp>
        <p:nvSpPr>
          <p:cNvPr id="27" name="Plus 26">
            <a:extLst>
              <a:ext uri="{FF2B5EF4-FFF2-40B4-BE49-F238E27FC236}">
                <a16:creationId xmlns:a16="http://schemas.microsoft.com/office/drawing/2014/main" id="{0BE80F19-8357-1160-5987-8109C28ADCCF}"/>
              </a:ext>
            </a:extLst>
          </p:cNvPr>
          <p:cNvSpPr/>
          <p:nvPr/>
        </p:nvSpPr>
        <p:spPr>
          <a:xfrm>
            <a:off x="15044848" y="925826"/>
            <a:ext cx="990600" cy="1071880"/>
          </a:xfrm>
          <a:prstGeom prst="mathPlus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</p:txBody>
      </p:sp>
      <p:sp>
        <p:nvSpPr>
          <p:cNvPr id="28" name="Plus 27">
            <a:extLst>
              <a:ext uri="{FF2B5EF4-FFF2-40B4-BE49-F238E27FC236}">
                <a16:creationId xmlns:a16="http://schemas.microsoft.com/office/drawing/2014/main" id="{323085FE-B1DE-4EEA-E105-20C93812E45A}"/>
              </a:ext>
            </a:extLst>
          </p:cNvPr>
          <p:cNvSpPr/>
          <p:nvPr/>
        </p:nvSpPr>
        <p:spPr>
          <a:xfrm>
            <a:off x="18061375" y="945312"/>
            <a:ext cx="990600" cy="1071880"/>
          </a:xfrm>
          <a:prstGeom prst="mathPlus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</p:txBody>
      </p:sp>
      <p:sp>
        <p:nvSpPr>
          <p:cNvPr id="29" name="Plus 28">
            <a:extLst>
              <a:ext uri="{FF2B5EF4-FFF2-40B4-BE49-F238E27FC236}">
                <a16:creationId xmlns:a16="http://schemas.microsoft.com/office/drawing/2014/main" id="{EA7239E5-57EB-5E10-E678-EBF579EED69D}"/>
              </a:ext>
            </a:extLst>
          </p:cNvPr>
          <p:cNvSpPr/>
          <p:nvPr/>
        </p:nvSpPr>
        <p:spPr>
          <a:xfrm>
            <a:off x="20958519" y="890658"/>
            <a:ext cx="990600" cy="1071880"/>
          </a:xfrm>
          <a:prstGeom prst="mathPlus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</p:txBody>
      </p:sp>
      <p:sp>
        <p:nvSpPr>
          <p:cNvPr id="30" name="Equals 29">
            <a:extLst>
              <a:ext uri="{FF2B5EF4-FFF2-40B4-BE49-F238E27FC236}">
                <a16:creationId xmlns:a16="http://schemas.microsoft.com/office/drawing/2014/main" id="{A88A699C-8C9E-6A5B-7656-5F777CF04225}"/>
              </a:ext>
            </a:extLst>
          </p:cNvPr>
          <p:cNvSpPr/>
          <p:nvPr/>
        </p:nvSpPr>
        <p:spPr>
          <a:xfrm>
            <a:off x="3302000" y="2641199"/>
            <a:ext cx="939800" cy="846574"/>
          </a:xfrm>
          <a:prstGeom prst="mathEqual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ounded Rectangle 30">
                <a:extLst>
                  <a:ext uri="{FF2B5EF4-FFF2-40B4-BE49-F238E27FC236}">
                    <a16:creationId xmlns:a16="http://schemas.microsoft.com/office/drawing/2014/main" id="{3774CA97-F218-B652-6479-30B924E2315E}"/>
                  </a:ext>
                </a:extLst>
              </p:cNvPr>
              <p:cNvSpPr/>
              <p:nvPr/>
            </p:nvSpPr>
            <p:spPr>
              <a:xfrm>
                <a:off x="4668104" y="2474352"/>
                <a:ext cx="2774095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)</a:t>
                </a:r>
              </a:p>
            </p:txBody>
          </p:sp>
        </mc:Choice>
        <mc:Fallback xmlns="">
          <p:sp>
            <p:nvSpPr>
              <p:cNvPr id="31" name="Rounded Rectangle 30">
                <a:extLst>
                  <a:ext uri="{FF2B5EF4-FFF2-40B4-BE49-F238E27FC236}">
                    <a16:creationId xmlns:a16="http://schemas.microsoft.com/office/drawing/2014/main" id="{3774CA97-F218-B652-6479-30B924E231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8104" y="2474352"/>
                <a:ext cx="2774095" cy="1032907"/>
              </a:xfrm>
              <a:prstGeom prst="roundRect">
                <a:avLst/>
              </a:prstGeom>
              <a:blipFill>
                <a:blip r:embed="rId3"/>
                <a:stretch>
                  <a:fillRect t="-3448" b="-28736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8967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37BF9D2-AD48-0310-83EB-59A808BD743E}"/>
              </a:ext>
            </a:extLst>
          </p:cNvPr>
          <p:cNvSpPr/>
          <p:nvPr/>
        </p:nvSpPr>
        <p:spPr>
          <a:xfrm>
            <a:off x="652706" y="499467"/>
            <a:ext cx="2307858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What is the best case running time of quicksort?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11923CD-BD74-D09E-A481-2FD07BBC5602}"/>
              </a:ext>
            </a:extLst>
          </p:cNvPr>
          <p:cNvSpPr/>
          <p:nvPr/>
        </p:nvSpPr>
        <p:spPr>
          <a:xfrm>
            <a:off x="830506" y="3138567"/>
            <a:ext cx="23078587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In each partition function, the pivot magically lands in the middle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Then 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quickSort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behaves like 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MergeSort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382376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E336E-E253-BF77-1C25-AF76B8B9E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C4B78A9-C7E0-C348-32A2-34F3FACA3CF3}"/>
              </a:ext>
            </a:extLst>
          </p:cNvPr>
          <p:cNvSpPr/>
          <p:nvPr/>
        </p:nvSpPr>
        <p:spPr>
          <a:xfrm>
            <a:off x="746613" y="2940368"/>
            <a:ext cx="11445387" cy="610663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4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44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quickSort</a:t>
            </a: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4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4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[], </a:t>
            </a:r>
            <a:r>
              <a:rPr lang="en-IN" sz="4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4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4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int </a:t>
            </a:r>
            <a:r>
              <a:rPr lang="en-IN" sz="4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high</a:t>
            </a: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4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4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&gt;= </a:t>
            </a:r>
            <a:r>
              <a:rPr lang="en-IN" sz="4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high</a:t>
            </a: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4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sz="4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US" sz="4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index</a:t>
            </a:r>
            <a:r>
              <a:rPr lang="en-US" sz="4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US" sz="4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partition</a:t>
            </a:r>
            <a:r>
              <a:rPr lang="en-US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4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sz="4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  <a:r>
              <a:rPr lang="en-US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sz="4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high</a:t>
            </a:r>
            <a:r>
              <a:rPr lang="en-US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  <a:endParaRPr lang="en-IN" sz="4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44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quickSort</a:t>
            </a: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4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4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4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index</a:t>
            </a: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-1);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44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quickSort</a:t>
            </a: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4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4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index</a:t>
            </a: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+1, </a:t>
            </a:r>
            <a:r>
              <a:rPr lang="en-IN" sz="4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high</a:t>
            </a: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4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5DE5EB0-140F-5498-4886-549D225E634C}"/>
              </a:ext>
            </a:extLst>
          </p:cNvPr>
          <p:cNvSpPr/>
          <p:nvPr/>
        </p:nvSpPr>
        <p:spPr>
          <a:xfrm>
            <a:off x="13327307" y="685919"/>
            <a:ext cx="882149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Best case Running Time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A4274E3-5234-55D2-ACDA-081E872EBA4C}"/>
              </a:ext>
            </a:extLst>
          </p:cNvPr>
          <p:cNvSpPr/>
          <p:nvPr/>
        </p:nvSpPr>
        <p:spPr>
          <a:xfrm>
            <a:off x="10832862" y="3268347"/>
            <a:ext cx="1663938" cy="79454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T(n)</a:t>
            </a:r>
            <a:endParaRPr lang="en-US" sz="4000" dirty="0">
              <a:solidFill>
                <a:schemeClr val="accent3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6C36AD6-F61E-CCB7-95AB-5B2446E989D2}"/>
              </a:ext>
            </a:extLst>
          </p:cNvPr>
          <p:cNvSpPr/>
          <p:nvPr/>
        </p:nvSpPr>
        <p:spPr>
          <a:xfrm>
            <a:off x="10832862" y="5993686"/>
            <a:ext cx="1663938" cy="79454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n</a:t>
            </a:r>
            <a:endParaRPr lang="en-US" sz="4000" dirty="0">
              <a:solidFill>
                <a:schemeClr val="accent3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7F47EB3-DFC6-3B81-C1B9-5D7A2A7ED24C}"/>
              </a:ext>
            </a:extLst>
          </p:cNvPr>
          <p:cNvSpPr/>
          <p:nvPr/>
        </p:nvSpPr>
        <p:spPr>
          <a:xfrm>
            <a:off x="9067324" y="6610828"/>
            <a:ext cx="2032476" cy="79454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T(n/2)</a:t>
            </a:r>
            <a:endParaRPr lang="en-US" sz="4000" dirty="0">
              <a:solidFill>
                <a:schemeClr val="accent3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F989E9F-0DAD-2C7C-6F6D-253A5D42423B}"/>
              </a:ext>
            </a:extLst>
          </p:cNvPr>
          <p:cNvSpPr/>
          <p:nvPr/>
        </p:nvSpPr>
        <p:spPr>
          <a:xfrm>
            <a:off x="9067324" y="7431644"/>
            <a:ext cx="2032476" cy="79454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T(n/2)</a:t>
            </a:r>
            <a:endParaRPr lang="en-US" sz="4000" dirty="0">
              <a:solidFill>
                <a:schemeClr val="accent3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A62D63B-EAFF-3D01-194F-0AAEB823C250}"/>
              </a:ext>
            </a:extLst>
          </p:cNvPr>
          <p:cNvSpPr/>
          <p:nvPr/>
        </p:nvSpPr>
        <p:spPr>
          <a:xfrm>
            <a:off x="6469306" y="4825286"/>
            <a:ext cx="1663938" cy="79454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c</a:t>
            </a:r>
            <a:endParaRPr lang="en-US" sz="4000" dirty="0">
              <a:solidFill>
                <a:schemeClr val="accent3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3197570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" fill="hold">
                          <p:stCondLst>
                            <p:cond delay="indefinite"/>
                          </p:stCondLst>
                          <p:childTnLst>
                            <p:par>
                              <p:cTn id="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" fill="hold">
                          <p:stCondLst>
                            <p:cond delay="indefinite"/>
                          </p:stCondLst>
                          <p:childTnLst>
                            <p:par>
                              <p:cTn id="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" presetID="2" presetClass="entr" presetSubtype="2" fill="hold" nodeType="click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7" dur="500" fill="hold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8" dur="500" fill="hold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2" fill="hold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1" dur="500" fill="hold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2" dur="500" fill="hold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3" fill="hold">
                          <p:stCondLst>
                            <p:cond delay="indefinite"/>
                          </p:stCondLst>
                          <p:childTnLst>
                            <p:par>
                              <p:cTn id="2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5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7" fill="hold">
                          <p:stCondLst>
                            <p:cond delay="indefinite"/>
                          </p:stCondLst>
                          <p:childTnLst>
                            <p:par>
                              <p:cTn id="2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9" presetID="2" presetClass="entr" presetSubtype="2" fill="hold" nodeType="click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1" dur="500" fill="hold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2" dur="500" fill="hold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3" fill="hold">
                          <p:stCondLst>
                            <p:cond delay="indefinite"/>
                          </p:stCondLst>
                          <p:childTnLst>
                            <p:par>
                              <p:cTn id="3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5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7" fill="hold">
                          <p:stCondLst>
                            <p:cond delay="indefinite"/>
                          </p:stCondLst>
                          <p:childTnLst>
                            <p:par>
                              <p:cTn id="3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9" presetID="2" presetClass="entr" presetSubtype="2" fill="hold" nodeType="click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41" dur="500" fill="hold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2" dur="500" fill="hold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" grpId="0" animBg="1"/>
          <p:bldP spid="7" grpId="0" animBg="1"/>
          <p:bldP spid="8" grpId="0" animBg="1"/>
          <p:bldP spid="9" grpId="0" animBg="1"/>
          <p:bldP spid="10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" fill="hold">
                          <p:stCondLst>
                            <p:cond delay="indefinite"/>
                          </p:stCondLst>
                          <p:childTnLst>
                            <p:par>
                              <p:cTn id="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" fill="hold">
                          <p:stCondLst>
                            <p:cond delay="indefinite"/>
                          </p:stCondLst>
                          <p:childTnLst>
                            <p:par>
                              <p:cTn id="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" presetID="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500" fill="hold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500" fill="hold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500" fill="hold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500" fill="hold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3" fill="hold">
                          <p:stCondLst>
                            <p:cond delay="indefinite"/>
                          </p:stCondLst>
                          <p:childTnLst>
                            <p:par>
                              <p:cTn id="2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5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7" fill="hold">
                          <p:stCondLst>
                            <p:cond delay="indefinite"/>
                          </p:stCondLst>
                          <p:childTnLst>
                            <p:par>
                              <p:cTn id="2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9" presetID="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3" fill="hold">
                          <p:stCondLst>
                            <p:cond delay="indefinite"/>
                          </p:stCondLst>
                          <p:childTnLst>
                            <p:par>
                              <p:cTn id="3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5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7" fill="hold">
                          <p:stCondLst>
                            <p:cond delay="indefinite"/>
                          </p:stCondLst>
                          <p:childTnLst>
                            <p:par>
                              <p:cTn id="3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9" presetID="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1" dur="500" fill="hold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2" dur="500" fill="hold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" grpId="0" animBg="1"/>
          <p:bldP spid="7" grpId="0" animBg="1"/>
          <p:bldP spid="8" grpId="0" animBg="1"/>
          <p:bldP spid="9" grpId="0" animBg="1"/>
          <p:bldP spid="10" grpId="0" animBg="1"/>
        </p:bldLst>
      </p:timing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A35C-58CD-D577-94E5-641CD202D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9220EEC-4DED-9C62-D556-2F686F86E92D}"/>
              </a:ext>
            </a:extLst>
          </p:cNvPr>
          <p:cNvSpPr/>
          <p:nvPr/>
        </p:nvSpPr>
        <p:spPr>
          <a:xfrm>
            <a:off x="746613" y="2940368"/>
            <a:ext cx="11445387" cy="610663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4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44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quickSort</a:t>
            </a: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4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4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[], </a:t>
            </a:r>
            <a:r>
              <a:rPr lang="en-IN" sz="4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4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4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int </a:t>
            </a:r>
            <a:r>
              <a:rPr lang="en-IN" sz="4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high</a:t>
            </a: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4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4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&gt;= </a:t>
            </a:r>
            <a:r>
              <a:rPr lang="en-IN" sz="4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high</a:t>
            </a: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4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sz="4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US" sz="4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index</a:t>
            </a:r>
            <a:r>
              <a:rPr lang="en-US" sz="4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US" sz="4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partition</a:t>
            </a:r>
            <a:r>
              <a:rPr lang="en-US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4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sz="4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  <a:r>
              <a:rPr lang="en-US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sz="4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high</a:t>
            </a:r>
            <a:r>
              <a:rPr lang="en-US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  <a:endParaRPr lang="en-IN" sz="4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44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quickSort</a:t>
            </a: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4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4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4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index</a:t>
            </a: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-1);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44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quickSort</a:t>
            </a: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4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4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index</a:t>
            </a: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+1, </a:t>
            </a:r>
            <a:r>
              <a:rPr lang="en-IN" sz="4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high</a:t>
            </a: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4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7E72D29-C8CF-9CBB-747D-0619C75A2ECF}"/>
              </a:ext>
            </a:extLst>
          </p:cNvPr>
          <p:cNvSpPr/>
          <p:nvPr/>
        </p:nvSpPr>
        <p:spPr>
          <a:xfrm>
            <a:off x="13327307" y="685919"/>
            <a:ext cx="882149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Best case Running Time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977D18E-8667-C3FB-7852-49F2AC3C5439}"/>
              </a:ext>
            </a:extLst>
          </p:cNvPr>
          <p:cNvSpPr/>
          <p:nvPr/>
        </p:nvSpPr>
        <p:spPr>
          <a:xfrm>
            <a:off x="1866662" y="10775632"/>
            <a:ext cx="1663938" cy="79454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T(n)</a:t>
            </a:r>
            <a:endParaRPr lang="en-US" sz="4000" dirty="0">
              <a:solidFill>
                <a:schemeClr val="accent3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8787D84-A322-004B-FCD5-5BD2A1076429}"/>
              </a:ext>
            </a:extLst>
          </p:cNvPr>
          <p:cNvSpPr/>
          <p:nvPr/>
        </p:nvSpPr>
        <p:spPr>
          <a:xfrm>
            <a:off x="11468102" y="10651292"/>
            <a:ext cx="1663938" cy="79454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n</a:t>
            </a:r>
            <a:endParaRPr lang="en-US" sz="4000" dirty="0">
              <a:solidFill>
                <a:schemeClr val="accent3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D4DFB8E-7CB3-C6B9-D528-48D89AF11218}"/>
              </a:ext>
            </a:extLst>
          </p:cNvPr>
          <p:cNvSpPr/>
          <p:nvPr/>
        </p:nvSpPr>
        <p:spPr>
          <a:xfrm>
            <a:off x="5029200" y="10723602"/>
            <a:ext cx="2032476" cy="79454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T(n/2)</a:t>
            </a:r>
            <a:endParaRPr lang="en-US" sz="4000" dirty="0">
              <a:solidFill>
                <a:schemeClr val="accent3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E1F94F5-D36F-8AD5-3D1F-4ED96D249F79}"/>
              </a:ext>
            </a:extLst>
          </p:cNvPr>
          <p:cNvSpPr/>
          <p:nvPr/>
        </p:nvSpPr>
        <p:spPr>
          <a:xfrm>
            <a:off x="8146182" y="10749617"/>
            <a:ext cx="2032476" cy="79454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T(n/2)</a:t>
            </a:r>
            <a:endParaRPr lang="en-US" sz="4000" dirty="0">
              <a:solidFill>
                <a:schemeClr val="accent3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4" name="Equals 3">
            <a:extLst>
              <a:ext uri="{FF2B5EF4-FFF2-40B4-BE49-F238E27FC236}">
                <a16:creationId xmlns:a16="http://schemas.microsoft.com/office/drawing/2014/main" id="{9973F5FC-ACCC-A4EB-E234-73629F98430E}"/>
              </a:ext>
            </a:extLst>
          </p:cNvPr>
          <p:cNvSpPr/>
          <p:nvPr/>
        </p:nvSpPr>
        <p:spPr>
          <a:xfrm>
            <a:off x="3810000" y="10723602"/>
            <a:ext cx="939800" cy="846574"/>
          </a:xfrm>
          <a:prstGeom prst="mathEqual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</p:txBody>
      </p:sp>
      <p:sp>
        <p:nvSpPr>
          <p:cNvPr id="5" name="Plus 4">
            <a:extLst>
              <a:ext uri="{FF2B5EF4-FFF2-40B4-BE49-F238E27FC236}">
                <a16:creationId xmlns:a16="http://schemas.microsoft.com/office/drawing/2014/main" id="{6FEC76D5-B9D6-6195-FE76-68D2A6DB7355}"/>
              </a:ext>
            </a:extLst>
          </p:cNvPr>
          <p:cNvSpPr/>
          <p:nvPr/>
        </p:nvSpPr>
        <p:spPr>
          <a:xfrm>
            <a:off x="7155582" y="10610949"/>
            <a:ext cx="990600" cy="1071880"/>
          </a:xfrm>
          <a:prstGeom prst="mathPlus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</p:txBody>
      </p:sp>
      <p:sp>
        <p:nvSpPr>
          <p:cNvPr id="11" name="Plus 10">
            <a:extLst>
              <a:ext uri="{FF2B5EF4-FFF2-40B4-BE49-F238E27FC236}">
                <a16:creationId xmlns:a16="http://schemas.microsoft.com/office/drawing/2014/main" id="{7B153638-ED57-80BD-0A10-057BFE7E8C8E}"/>
              </a:ext>
            </a:extLst>
          </p:cNvPr>
          <p:cNvSpPr/>
          <p:nvPr/>
        </p:nvSpPr>
        <p:spPr>
          <a:xfrm>
            <a:off x="10337562" y="10584934"/>
            <a:ext cx="990600" cy="1071880"/>
          </a:xfrm>
          <a:prstGeom prst="mathPlus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F8CFE03-9D45-B231-5203-323F0DD5CC27}"/>
              </a:ext>
            </a:extLst>
          </p:cNvPr>
          <p:cNvSpPr/>
          <p:nvPr/>
        </p:nvSpPr>
        <p:spPr>
          <a:xfrm>
            <a:off x="5213469" y="12216686"/>
            <a:ext cx="1663938" cy="79454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c</a:t>
            </a:r>
            <a:endParaRPr lang="en-US" sz="4000" dirty="0">
              <a:solidFill>
                <a:schemeClr val="accent3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80D165C-C53A-A5C9-2D49-7A2B21F884FB}"/>
              </a:ext>
            </a:extLst>
          </p:cNvPr>
          <p:cNvSpPr/>
          <p:nvPr/>
        </p:nvSpPr>
        <p:spPr>
          <a:xfrm>
            <a:off x="1866662" y="12242701"/>
            <a:ext cx="1663938" cy="79454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T(1)</a:t>
            </a:r>
            <a:endParaRPr lang="en-US" sz="4000" dirty="0">
              <a:solidFill>
                <a:schemeClr val="accent3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14" name="Equals 13">
            <a:extLst>
              <a:ext uri="{FF2B5EF4-FFF2-40B4-BE49-F238E27FC236}">
                <a16:creationId xmlns:a16="http://schemas.microsoft.com/office/drawing/2014/main" id="{295A49A0-EEFB-8C4C-4622-2F826086FB3F}"/>
              </a:ext>
            </a:extLst>
          </p:cNvPr>
          <p:cNvSpPr/>
          <p:nvPr/>
        </p:nvSpPr>
        <p:spPr>
          <a:xfrm>
            <a:off x="3902134" y="12190671"/>
            <a:ext cx="939800" cy="846574"/>
          </a:xfrm>
          <a:prstGeom prst="mathEqual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2202409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5212E-3CF4-A941-475C-F952F35AD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54D9708-91AA-DB5F-7DCE-165BAE94265B}"/>
              </a:ext>
            </a:extLst>
          </p:cNvPr>
          <p:cNvSpPr/>
          <p:nvPr/>
        </p:nvSpPr>
        <p:spPr>
          <a:xfrm>
            <a:off x="746613" y="2940368"/>
            <a:ext cx="11445387" cy="610663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4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44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quickSort</a:t>
            </a: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4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4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[], </a:t>
            </a:r>
            <a:r>
              <a:rPr lang="en-IN" sz="4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4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4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int </a:t>
            </a:r>
            <a:r>
              <a:rPr lang="en-IN" sz="4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high</a:t>
            </a: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4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4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&gt;= </a:t>
            </a:r>
            <a:r>
              <a:rPr lang="en-IN" sz="4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high</a:t>
            </a: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4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sz="4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US" sz="4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index</a:t>
            </a:r>
            <a:r>
              <a:rPr lang="en-US" sz="4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US" sz="4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partition</a:t>
            </a:r>
            <a:r>
              <a:rPr lang="en-US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4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sz="4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  <a:r>
              <a:rPr lang="en-US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sz="4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high</a:t>
            </a:r>
            <a:r>
              <a:rPr lang="en-US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  <a:endParaRPr lang="en-IN" sz="4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44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quickSort</a:t>
            </a: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4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4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</a:t>
            </a: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4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index</a:t>
            </a: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-1);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44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quickSort</a:t>
            </a: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4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4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index</a:t>
            </a: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+1, </a:t>
            </a:r>
            <a:r>
              <a:rPr lang="en-IN" sz="4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high</a:t>
            </a: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4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4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7159E75-D2F8-D2EF-65F5-2EEF67A42060}"/>
              </a:ext>
            </a:extLst>
          </p:cNvPr>
          <p:cNvSpPr/>
          <p:nvPr/>
        </p:nvSpPr>
        <p:spPr>
          <a:xfrm>
            <a:off x="13327307" y="685919"/>
            <a:ext cx="882149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Best case Running Time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4ED84FD-D218-D207-F871-6C0CF6E67CA0}"/>
              </a:ext>
            </a:extLst>
          </p:cNvPr>
          <p:cNvSpPr/>
          <p:nvPr/>
        </p:nvSpPr>
        <p:spPr>
          <a:xfrm>
            <a:off x="1866662" y="10775632"/>
            <a:ext cx="1663938" cy="79454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T(n)</a:t>
            </a:r>
            <a:endParaRPr lang="en-US" sz="4000" dirty="0">
              <a:solidFill>
                <a:schemeClr val="accent3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05CA5DD4-F563-7268-5CD6-873C12EE88DB}"/>
                  </a:ext>
                </a:extLst>
              </p:cNvPr>
              <p:cNvSpPr/>
              <p:nvPr/>
            </p:nvSpPr>
            <p:spPr>
              <a:xfrm>
                <a:off x="5029200" y="10723603"/>
                <a:ext cx="3104044" cy="794544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000" dirty="0">
                    <a:solidFill>
                      <a:schemeClr val="bg1"/>
                    </a:solidFill>
                    <a:latin typeface="Bradley Hand" pitchFamily="2" charset="77"/>
                  </a:rPr>
                  <a:t>O(</a:t>
                </a:r>
                <a14:m>
                  <m:oMath xmlns:m="http://schemas.openxmlformats.org/officeDocument/2006/math">
                    <m:r>
                      <a:rPr lang="en-US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40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sz="4000" dirty="0">
                    <a:solidFill>
                      <a:schemeClr val="bg1"/>
                    </a:solidFill>
                    <a:latin typeface="Bradley Hand" pitchFamily="2" charset="77"/>
                  </a:rPr>
                  <a:t>)</a:t>
                </a:r>
                <a:endParaRPr lang="en-US" sz="4000" dirty="0">
                  <a:solidFill>
                    <a:schemeClr val="accent3">
                      <a:lumMod val="40000"/>
                      <a:lumOff val="60000"/>
                    </a:schemeClr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05CA5DD4-F563-7268-5CD6-873C12EE88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10723603"/>
                <a:ext cx="3104044" cy="794544"/>
              </a:xfrm>
              <a:prstGeom prst="roundRect">
                <a:avLst/>
              </a:prstGeom>
              <a:blipFill>
                <a:blip r:embed="rId2"/>
                <a:stretch>
                  <a:fillRect t="-1449" b="-21739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quals 3">
            <a:extLst>
              <a:ext uri="{FF2B5EF4-FFF2-40B4-BE49-F238E27FC236}">
                <a16:creationId xmlns:a16="http://schemas.microsoft.com/office/drawing/2014/main" id="{8B72C561-AA74-60BE-DCAB-8A98BD82745A}"/>
              </a:ext>
            </a:extLst>
          </p:cNvPr>
          <p:cNvSpPr/>
          <p:nvPr/>
        </p:nvSpPr>
        <p:spPr>
          <a:xfrm>
            <a:off x="3810000" y="10723602"/>
            <a:ext cx="939800" cy="846574"/>
          </a:xfrm>
          <a:prstGeom prst="mathEqual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4401944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95220-B025-02E0-DA9E-79D1B2350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6B548ED2-B41E-1421-D9F2-980D13D69E93}"/>
                  </a:ext>
                </a:extLst>
              </p:cNvPr>
              <p:cNvSpPr/>
              <p:nvPr/>
            </p:nvSpPr>
            <p:spPr>
              <a:xfrm>
                <a:off x="652706" y="1741567"/>
                <a:ext cx="23078587" cy="195230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The best case running time of quicksort is O(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5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The worst case running time of quicksort is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)</a:t>
                </a:r>
              </a:p>
            </p:txBody>
          </p:sp>
        </mc:Choice>
        <mc:Fallback xmlns="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6B548ED2-B41E-1421-D9F2-980D13D69E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06" y="1741567"/>
                <a:ext cx="23078587" cy="1952308"/>
              </a:xfrm>
              <a:prstGeom prst="roundRect">
                <a:avLst/>
              </a:prstGeom>
              <a:blipFill>
                <a:blip r:embed="rId2"/>
                <a:stretch>
                  <a:fillRect l="-877" t="-1875" b="-12500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997F8BF-313D-C9BF-14C1-0E2AFECD2728}"/>
              </a:ext>
            </a:extLst>
          </p:cNvPr>
          <p:cNvSpPr/>
          <p:nvPr/>
        </p:nvSpPr>
        <p:spPr>
          <a:xfrm>
            <a:off x="652706" y="5198467"/>
            <a:ext cx="2307858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What is the average case running time of quicksort?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CDDC718-3BF5-2B2D-4551-A9F34C35EAA2}"/>
              </a:ext>
            </a:extLst>
          </p:cNvPr>
          <p:cNvSpPr/>
          <p:nvPr/>
        </p:nvSpPr>
        <p:spPr>
          <a:xfrm>
            <a:off x="652706" y="7219512"/>
            <a:ext cx="2307858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O(n log n)  !!!!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C27924B0-E1F7-F744-8328-4F4CA557376A}"/>
                  </a:ext>
                </a:extLst>
              </p:cNvPr>
              <p:cNvSpPr/>
              <p:nvPr/>
            </p:nvSpPr>
            <p:spPr>
              <a:xfrm>
                <a:off x="652706" y="9240557"/>
                <a:ext cx="23078587" cy="195230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There are very few instances on which quicksort takes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) time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>
                    <a:solidFill>
                      <a:schemeClr val="bg1"/>
                    </a:solidFill>
                    <a:latin typeface="Bradley Hand" pitchFamily="2" charset="77"/>
                  </a:rPr>
                  <a:t>In fact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, quicksort is one of the fastest sorting algorithms</a:t>
                </a:r>
              </a:p>
            </p:txBody>
          </p:sp>
        </mc:Choice>
        <mc:Fallback xmlns="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C27924B0-E1F7-F744-8328-4F4CA55737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06" y="9240557"/>
                <a:ext cx="23078587" cy="1952308"/>
              </a:xfrm>
              <a:prstGeom prst="roundRect">
                <a:avLst/>
              </a:prstGeom>
              <a:blipFill>
                <a:blip r:embed="rId3"/>
                <a:stretch>
                  <a:fillRect l="-877" t="-1887" b="-11950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76087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</p:bldLst>
  </p:timing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9156</TotalTime>
  <Words>10642</Words>
  <Application>Microsoft Macintosh PowerPoint</Application>
  <PresentationFormat>Custom</PresentationFormat>
  <Paragraphs>2259</Paragraphs>
  <Slides>97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97</vt:i4>
      </vt:variant>
    </vt:vector>
  </HeadingPairs>
  <TitlesOfParts>
    <vt:vector size="104" baseType="lpstr">
      <vt:lpstr>Arial</vt:lpstr>
      <vt:lpstr>Bradley Hand</vt:lpstr>
      <vt:lpstr>Cambria Math</vt:lpstr>
      <vt:lpstr>Chalkduster</vt:lpstr>
      <vt:lpstr>Helvetica Neue</vt:lpstr>
      <vt:lpstr>Helvetica Neue Medium</vt:lpstr>
      <vt:lpstr>21_BasicWhite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Manoj Gupta</cp:lastModifiedBy>
  <cp:revision>1282</cp:revision>
  <dcterms:modified xsi:type="dcterms:W3CDTF">2026-08-21T03:52:48Z</dcterms:modified>
</cp:coreProperties>
</file>