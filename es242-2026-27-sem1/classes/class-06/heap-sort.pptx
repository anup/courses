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6"/>
  </p:notesMasterIdLst>
  <p:sldIdLst>
    <p:sldId id="260" r:id="rId2"/>
    <p:sldId id="265" r:id="rId3"/>
    <p:sldId id="266" r:id="rId4"/>
    <p:sldId id="269" r:id="rId5"/>
    <p:sldId id="277" r:id="rId6"/>
    <p:sldId id="278" r:id="rId7"/>
    <p:sldId id="279" r:id="rId8"/>
    <p:sldId id="267" r:id="rId9"/>
    <p:sldId id="270" r:id="rId10"/>
    <p:sldId id="271" r:id="rId11"/>
    <p:sldId id="272" r:id="rId12"/>
    <p:sldId id="274" r:id="rId13"/>
    <p:sldId id="276" r:id="rId14"/>
    <p:sldId id="256" r:id="rId15"/>
    <p:sldId id="280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8" r:id="rId27"/>
    <p:sldId id="293" r:id="rId28"/>
    <p:sldId id="294" r:id="rId29"/>
    <p:sldId id="295" r:id="rId30"/>
    <p:sldId id="299" r:id="rId31"/>
    <p:sldId id="300" r:id="rId32"/>
    <p:sldId id="301" r:id="rId33"/>
    <p:sldId id="302" r:id="rId34"/>
    <p:sldId id="304" r:id="rId35"/>
    <p:sldId id="306" r:id="rId36"/>
    <p:sldId id="308" r:id="rId37"/>
    <p:sldId id="305" r:id="rId38"/>
    <p:sldId id="303" r:id="rId39"/>
    <p:sldId id="315" r:id="rId40"/>
    <p:sldId id="309" r:id="rId41"/>
    <p:sldId id="310" r:id="rId42"/>
    <p:sldId id="311" r:id="rId43"/>
    <p:sldId id="312" r:id="rId44"/>
    <p:sldId id="313" r:id="rId45"/>
    <p:sldId id="314" r:id="rId46"/>
    <p:sldId id="338" r:id="rId47"/>
    <p:sldId id="317" r:id="rId48"/>
    <p:sldId id="318" r:id="rId49"/>
    <p:sldId id="319" r:id="rId50"/>
    <p:sldId id="320" r:id="rId51"/>
    <p:sldId id="321" r:id="rId52"/>
    <p:sldId id="322" r:id="rId53"/>
    <p:sldId id="323" r:id="rId54"/>
    <p:sldId id="324" r:id="rId55"/>
    <p:sldId id="325" r:id="rId56"/>
    <p:sldId id="326" r:id="rId57"/>
    <p:sldId id="327" r:id="rId58"/>
    <p:sldId id="328" r:id="rId59"/>
    <p:sldId id="329" r:id="rId60"/>
    <p:sldId id="330" r:id="rId61"/>
    <p:sldId id="331" r:id="rId62"/>
    <p:sldId id="332" r:id="rId63"/>
    <p:sldId id="333" r:id="rId64"/>
    <p:sldId id="334" r:id="rId65"/>
    <p:sldId id="335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349" r:id="rId77"/>
    <p:sldId id="350" r:id="rId78"/>
    <p:sldId id="351" r:id="rId79"/>
    <p:sldId id="352" r:id="rId80"/>
    <p:sldId id="353" r:id="rId81"/>
    <p:sldId id="354" r:id="rId82"/>
    <p:sldId id="355" r:id="rId83"/>
    <p:sldId id="356" r:id="rId84"/>
    <p:sldId id="357" r:id="rId85"/>
    <p:sldId id="358" r:id="rId86"/>
    <p:sldId id="359" r:id="rId87"/>
    <p:sldId id="360" r:id="rId88"/>
    <p:sldId id="361" r:id="rId89"/>
    <p:sldId id="362" r:id="rId90"/>
    <p:sldId id="363" r:id="rId91"/>
    <p:sldId id="364" r:id="rId92"/>
    <p:sldId id="365" r:id="rId93"/>
    <p:sldId id="366" r:id="rId94"/>
    <p:sldId id="367" r:id="rId95"/>
    <p:sldId id="368" r:id="rId96"/>
    <p:sldId id="369" r:id="rId97"/>
    <p:sldId id="379" r:id="rId98"/>
    <p:sldId id="374" r:id="rId99"/>
    <p:sldId id="375" r:id="rId100"/>
    <p:sldId id="376" r:id="rId101"/>
    <p:sldId id="377" r:id="rId102"/>
    <p:sldId id="378" r:id="rId103"/>
    <p:sldId id="380" r:id="rId104"/>
    <p:sldId id="381" r:id="rId10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8"/>
    <p:restoredTop sz="94783"/>
  </p:normalViewPr>
  <p:slideViewPr>
    <p:cSldViewPr snapToGrid="0">
      <p:cViewPr varScale="1">
        <p:scale>
          <a:sx n="65" d="100"/>
          <a:sy n="65" d="100"/>
        </p:scale>
        <p:origin x="24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27.png"/><Relationship Id="rId4" Type="http://schemas.openxmlformats.org/officeDocument/2006/relationships/image" Target="../media/image22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5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8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0.png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87290B64-09F0-455D-148B-D624A6FFDE52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3012CFF-078F-2E3F-98DB-175FC97CCCAB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905C0F1-5C6C-543E-41DA-73478B46AF7F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A5175-4685-2756-50D7-8F277C1F6C1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3AD6CE3-FE89-6181-F0AE-7F29BC237D56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490DE997-1F64-04A6-8949-9446949AD6B0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5FD9B59-35AF-9B54-32D2-D26D396E4888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48B5BC1-6AA8-F63C-F200-7C7144071A9F}"/>
              </a:ext>
            </a:extLst>
          </p:cNvPr>
          <p:cNvSpPr/>
          <p:nvPr/>
        </p:nvSpPr>
        <p:spPr>
          <a:xfrm>
            <a:off x="639258" y="755828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What is this structure called?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7495F2FC-2DA1-E35C-342B-FB04562E6269}"/>
              </a:ext>
            </a:extLst>
          </p:cNvPr>
          <p:cNvSpPr/>
          <p:nvPr/>
        </p:nvSpPr>
        <p:spPr>
          <a:xfrm>
            <a:off x="639258" y="9117259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Tree</a:t>
            </a:r>
          </a:p>
        </p:txBody>
      </p:sp>
    </p:spTree>
    <p:extLst>
      <p:ext uri="{BB962C8B-B14F-4D97-AF65-F5344CB8AC3E}">
        <p14:creationId xmlns:p14="http://schemas.microsoft.com/office/powerpoint/2010/main" val="157648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479D0-60D7-E0DE-52A9-D4135209A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D343B70A-F769-7867-CF8C-9932CAF6B032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738445A-FD62-A280-6C65-9A0FF18E5F63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4FBD8B-5134-327A-B779-C6A6823681BD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33E4FA6-2BF5-0229-CBB4-396C2DF8CA5B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D5715DE-C8D4-50C8-E264-0B79E2F97BCE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252FD16-0DCF-0E89-04F2-13AD91DDF51D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FCFE89-90A4-66CE-5C2E-3BFCB9F07E2F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B6448C3-939C-8FC5-7E50-DAD3110236DB}"/>
              </a:ext>
            </a:extLst>
          </p:cNvPr>
          <p:cNvSpPr/>
          <p:nvPr/>
        </p:nvSpPr>
        <p:spPr>
          <a:xfrm>
            <a:off x="639258" y="755828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What is this structure called?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C4176DAD-7CC3-334A-8AD0-13EEE881345D}"/>
              </a:ext>
            </a:extLst>
          </p:cNvPr>
          <p:cNvSpPr/>
          <p:nvPr/>
        </p:nvSpPr>
        <p:spPr>
          <a:xfrm>
            <a:off x="639258" y="9117259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Binary Tree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3589CF6-1A19-FBBB-22B2-561F323D03E7}"/>
              </a:ext>
            </a:extLst>
          </p:cNvPr>
          <p:cNvSpPr/>
          <p:nvPr/>
        </p:nvSpPr>
        <p:spPr>
          <a:xfrm>
            <a:off x="10245877" y="10795460"/>
            <a:ext cx="1349886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Because each node has at most two children if we see the structure from top to bottom</a:t>
            </a:r>
          </a:p>
        </p:txBody>
      </p:sp>
    </p:spTree>
    <p:extLst>
      <p:ext uri="{BB962C8B-B14F-4D97-AF65-F5344CB8AC3E}">
        <p14:creationId xmlns:p14="http://schemas.microsoft.com/office/powerpoint/2010/main" val="2384882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7890F-0441-B62E-8C06-7F1901533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5107C1D8-15EF-EE11-377E-7E39844B3F7F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48136E7-E6BA-4A7D-E970-BBAC9985C1DF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66EFB64-8240-A968-084C-A3927CB1BC39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25C50-3CF7-57CC-3CB5-5F9A07B88A4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3AEFB03-EDFC-2C11-6302-1F398ED64A3E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070F5C5-160C-DC7E-0CCC-A33CC1540A30}"/>
              </a:ext>
            </a:extLst>
          </p:cNvPr>
          <p:cNvSpPr/>
          <p:nvPr/>
        </p:nvSpPr>
        <p:spPr>
          <a:xfrm>
            <a:off x="6985118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83A85B6-27FC-BBD6-E1ED-F6865021FAB6}"/>
              </a:ext>
            </a:extLst>
          </p:cNvPr>
          <p:cNvSpPr/>
          <p:nvPr/>
        </p:nvSpPr>
        <p:spPr>
          <a:xfrm>
            <a:off x="10245877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A58FB39-C9E7-B938-0928-CA7828D634E4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705118" y="3990657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8018345-BA5F-9D9F-1F4F-82FC4F0EE289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9625863" y="3990657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83C0E310-3B30-7672-AA5D-6FD90220F0E9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029CE20A-BC04-CB2B-52BA-A4FA9925BF6A}"/>
              </a:ext>
            </a:extLst>
          </p:cNvPr>
          <p:cNvSpPr/>
          <p:nvPr/>
        </p:nvSpPr>
        <p:spPr>
          <a:xfrm>
            <a:off x="16869690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253341-3F94-5107-90FE-FC60DC9248FA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DF62EC-BF2C-B598-266C-47B824B5ADB4}"/>
              </a:ext>
            </a:extLst>
          </p:cNvPr>
          <p:cNvCxnSpPr>
            <a:cxnSpLocks/>
            <a:stCxn id="5" idx="4"/>
            <a:endCxn id="34" idx="0"/>
          </p:cNvCxnSpPr>
          <p:nvPr/>
        </p:nvCxnSpPr>
        <p:spPr>
          <a:xfrm>
            <a:off x="15812533" y="3990657"/>
            <a:ext cx="1777157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6312FEAE-A093-18E0-1B65-763E0E7DD851}"/>
              </a:ext>
            </a:extLst>
          </p:cNvPr>
          <p:cNvSpPr/>
          <p:nvPr/>
        </p:nvSpPr>
        <p:spPr>
          <a:xfrm>
            <a:off x="639258" y="755828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What is this structure called?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608D5289-DA1E-812E-268A-1EECD3305669}"/>
              </a:ext>
            </a:extLst>
          </p:cNvPr>
          <p:cNvSpPr/>
          <p:nvPr/>
        </p:nvSpPr>
        <p:spPr>
          <a:xfrm>
            <a:off x="639258" y="9117259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Perfect Binary Tree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1F78472-D9E2-E4A5-B620-A3D3442D6B67}"/>
              </a:ext>
            </a:extLst>
          </p:cNvPr>
          <p:cNvSpPr/>
          <p:nvPr/>
        </p:nvSpPr>
        <p:spPr>
          <a:xfrm>
            <a:off x="10245877" y="11255160"/>
            <a:ext cx="1349886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levels are full</a:t>
            </a:r>
          </a:p>
        </p:txBody>
      </p:sp>
    </p:spTree>
    <p:extLst>
      <p:ext uri="{BB962C8B-B14F-4D97-AF65-F5344CB8AC3E}">
        <p14:creationId xmlns:p14="http://schemas.microsoft.com/office/powerpoint/2010/main" val="2242991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73059-30F0-B48F-C8D3-E7ED07EA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93593AC-EDB2-C234-0357-FE0F8DBDBB9A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30076B-0BED-5214-D33D-1EE69B0BD7A5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DE73924-4EAB-D9D5-CABA-CAE1D29D65A7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B251BC-5FF4-0DD4-F5CD-A2AA28E8A33D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DE45FE9-C321-D232-A8DC-12016B258D31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4288CB96-6975-0C6C-9023-57773C64FF0E}"/>
              </a:ext>
            </a:extLst>
          </p:cNvPr>
          <p:cNvSpPr/>
          <p:nvPr/>
        </p:nvSpPr>
        <p:spPr>
          <a:xfrm>
            <a:off x="6985118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1A1535-B91E-F8A4-0BC5-6C22793171EC}"/>
              </a:ext>
            </a:extLst>
          </p:cNvPr>
          <p:cNvSpPr/>
          <p:nvPr/>
        </p:nvSpPr>
        <p:spPr>
          <a:xfrm>
            <a:off x="10245877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33EFECD-E9B8-A2D5-B177-50FD239B9820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705118" y="3990657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D1CF62C-2CF0-0946-844C-CAA39071F3EC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9625863" y="3990657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DBEDC2D7-2AE8-F366-0628-492EFFFA3769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7065341-BDA3-61DD-4141-09C70027E92C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2BE50380-C936-26AF-6B9C-1EAC193C6BBE}"/>
              </a:ext>
            </a:extLst>
          </p:cNvPr>
          <p:cNvSpPr/>
          <p:nvPr/>
        </p:nvSpPr>
        <p:spPr>
          <a:xfrm>
            <a:off x="639258" y="7558281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What is this structure called?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EDB5AA5-7C29-0942-FDAC-71C1DDE1DE34}"/>
              </a:ext>
            </a:extLst>
          </p:cNvPr>
          <p:cNvSpPr/>
          <p:nvPr/>
        </p:nvSpPr>
        <p:spPr>
          <a:xfrm>
            <a:off x="639258" y="9117259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Complete Binary Tree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E51CDF0-E13A-A229-F9E9-AC2593F7543E}"/>
              </a:ext>
            </a:extLst>
          </p:cNvPr>
          <p:cNvSpPr/>
          <p:nvPr/>
        </p:nvSpPr>
        <p:spPr>
          <a:xfrm>
            <a:off x="10245877" y="11255160"/>
            <a:ext cx="1349886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All the levels except the last one are full</a:t>
            </a:r>
          </a:p>
        </p:txBody>
      </p:sp>
    </p:spTree>
    <p:extLst>
      <p:ext uri="{BB962C8B-B14F-4D97-AF65-F5344CB8AC3E}">
        <p14:creationId xmlns:p14="http://schemas.microsoft.com/office/powerpoint/2010/main" val="29786947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E12F72-AE44-F59B-5173-C9326F481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F382E4D5-6F48-7F42-A43F-6C865705CA27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2B87524-91D0-7E02-DE2B-DCF78F22A93C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22C2565-3B2E-BD14-5C02-4FC697357BE1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208DD97-4C5D-983B-C79D-71403CCE8880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CC4F03D-34CA-E888-A804-3ACE2C9634B1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792D0D8B-3DC7-852D-6D1A-7A041D17FE2F}"/>
              </a:ext>
            </a:extLst>
          </p:cNvPr>
          <p:cNvSpPr/>
          <p:nvPr/>
        </p:nvSpPr>
        <p:spPr>
          <a:xfrm>
            <a:off x="6985118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4DDACF6-1DAC-408D-E5B8-F6A797D618AB}"/>
              </a:ext>
            </a:extLst>
          </p:cNvPr>
          <p:cNvSpPr/>
          <p:nvPr/>
        </p:nvSpPr>
        <p:spPr>
          <a:xfrm>
            <a:off x="10245877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3D09C3A-9412-6398-DD96-F28983EA72FF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705118" y="3990657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06EAD95-FE5A-1F3C-9BD1-200536501000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9625863" y="3990657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E24C300-1375-56B8-9DD8-F1BA837F090C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3AD5705-2567-8F30-AAD0-26B890242B8E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158AA41A-B01B-ADF0-DC0B-BD8750FDB12E}"/>
              </a:ext>
            </a:extLst>
          </p:cNvPr>
          <p:cNvSpPr/>
          <p:nvPr/>
        </p:nvSpPr>
        <p:spPr>
          <a:xfrm>
            <a:off x="639258" y="7098581"/>
            <a:ext cx="2310548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height of this tree is 2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in general, what is the height of a nearly complete binary tree?</a:t>
            </a:r>
          </a:p>
        </p:txBody>
      </p:sp>
    </p:spTree>
    <p:extLst>
      <p:ext uri="{BB962C8B-B14F-4D97-AF65-F5344CB8AC3E}">
        <p14:creationId xmlns:p14="http://schemas.microsoft.com/office/powerpoint/2010/main" val="13631294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77BC4-97E5-BB5F-FC55-3DDBACDC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>
            <a:extLst>
              <a:ext uri="{FF2B5EF4-FFF2-40B4-BE49-F238E27FC236}">
                <a16:creationId xmlns:a16="http://schemas.microsoft.com/office/drawing/2014/main" id="{958F5475-EFC4-C7B2-836E-3E440CDCE212}"/>
              </a:ext>
            </a:extLst>
          </p:cNvPr>
          <p:cNvSpPr/>
          <p:nvPr/>
        </p:nvSpPr>
        <p:spPr>
          <a:xfrm>
            <a:off x="890586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B2505B60-D6FC-657A-46BE-3C54A7D74601}"/>
              </a:ext>
            </a:extLst>
          </p:cNvPr>
          <p:cNvSpPr/>
          <p:nvPr/>
        </p:nvSpPr>
        <p:spPr>
          <a:xfrm>
            <a:off x="11881801" y="7220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EB3399-F9B3-BF96-7C87-8934F24DFBAB}"/>
              </a:ext>
            </a:extLst>
          </p:cNvPr>
          <p:cNvSpPr/>
          <p:nvPr/>
        </p:nvSpPr>
        <p:spPr>
          <a:xfrm>
            <a:off x="15092533" y="26778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F48380-2AA2-0F9D-7ECA-8CF919DC94D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9625863" y="2034807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3A5266-F080-7AC8-7FE1-1AF486C155AF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2601801" y="2034807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8354AD9-4598-9618-229B-D3F30E547892}"/>
              </a:ext>
            </a:extLst>
          </p:cNvPr>
          <p:cNvSpPr/>
          <p:nvPr/>
        </p:nvSpPr>
        <p:spPr>
          <a:xfrm>
            <a:off x="6985118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98FBC9-AEB6-3376-483F-5699423D96B1}"/>
              </a:ext>
            </a:extLst>
          </p:cNvPr>
          <p:cNvSpPr/>
          <p:nvPr/>
        </p:nvSpPr>
        <p:spPr>
          <a:xfrm>
            <a:off x="10245877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AF5B104-A29F-39C8-830E-AAC3A6820A55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705118" y="3990657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A88432E-0DE1-C84E-D24D-8C5713F1FB28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9625863" y="3990657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ABFED87-DEB3-BD3C-27A6-706D8ADBB77F}"/>
              </a:ext>
            </a:extLst>
          </p:cNvPr>
          <p:cNvSpPr/>
          <p:nvPr/>
        </p:nvSpPr>
        <p:spPr>
          <a:xfrm>
            <a:off x="13702399" y="4719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5C39181-EA28-95F8-5F59-971EC879FA1E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4422399" y="3990657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B2B24BE-99F6-B2E5-E451-288469759E94}"/>
                  </a:ext>
                </a:extLst>
              </p:cNvPr>
              <p:cNvSpPr/>
              <p:nvPr/>
            </p:nvSpPr>
            <p:spPr>
              <a:xfrm>
                <a:off x="19499419" y="931925"/>
                <a:ext cx="1746934" cy="1032907"/>
              </a:xfrm>
              <a:prstGeom prst="round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b="0" dirty="0">
                    <a:solidFill>
                      <a:schemeClr val="tx1"/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0</m:t>
                        </m:r>
                      </m:sup>
                    </m:sSup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B2B24BE-99F6-B2E5-E451-288469759E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9419" y="931925"/>
                <a:ext cx="1746934" cy="1032907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CD1671A-75E4-D2CB-85EB-2723881066AE}"/>
                  </a:ext>
                </a:extLst>
              </p:cNvPr>
              <p:cNvSpPr/>
              <p:nvPr/>
            </p:nvSpPr>
            <p:spPr>
              <a:xfrm>
                <a:off x="19559163" y="2760098"/>
                <a:ext cx="1746934" cy="1032907"/>
              </a:xfrm>
              <a:prstGeom prst="round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b="0" dirty="0">
                    <a:solidFill>
                      <a:schemeClr val="tx1"/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1</m:t>
                        </m:r>
                      </m:sup>
                    </m:sSup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FCD1671A-75E4-D2CB-85EB-2723881066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59163" y="2760098"/>
                <a:ext cx="1746934" cy="1032907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085FDF7-75E0-3AA8-B5AC-7ED4CA30FADD}"/>
                  </a:ext>
                </a:extLst>
              </p:cNvPr>
              <p:cNvSpPr/>
              <p:nvPr/>
            </p:nvSpPr>
            <p:spPr>
              <a:xfrm>
                <a:off x="19612950" y="4719893"/>
                <a:ext cx="2278861" cy="1032907"/>
              </a:xfrm>
              <a:prstGeom prst="round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b="0" dirty="0">
                    <a:solidFill>
                      <a:schemeClr val="tx1"/>
                    </a:solidFill>
                    <a:ea typeface="Helvetica Neue Medium"/>
                    <a:cs typeface="Helvetica Neue Medium"/>
                    <a:sym typeface="Helvetica Neue Medium"/>
                  </a:rPr>
                  <a:t>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Helvetica Neue Medium"/>
                        <a:cs typeface="Helvetica Neue Medium"/>
                        <a:sym typeface="Helvetica Neue Medium"/>
                      </a:rPr>
                      <m:t>≤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Helvetica Neue Medium"/>
                            <a:cs typeface="Helvetica Neue Medium"/>
                            <a:sym typeface="Helvetica Neue Medium"/>
                          </a:rPr>
                          <m:t>2</m:t>
                        </m:r>
                      </m:sup>
                    </m:sSup>
                  </m:oMath>
                </a14:m>
                <a:endParaRPr lang="en-US" sz="5400" dirty="0">
                  <a:solidFill>
                    <a:schemeClr val="tx1"/>
                  </a:solidFill>
                  <a:latin typeface="Helvetica Neue Medium"/>
                  <a:ea typeface="Helvetica Neue Medium"/>
                  <a:cs typeface="Helvetica Neue Medium"/>
                  <a:sym typeface="Helvetica Neue Medium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5085FDF7-75E0-3AA8-B5AC-7ED4CA30FA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12950" y="4719893"/>
                <a:ext cx="2278861" cy="1032907"/>
              </a:xfrm>
              <a:prstGeom prst="roundRect">
                <a:avLst/>
              </a:prstGeom>
              <a:blipFill>
                <a:blip r:embed="rId4"/>
                <a:stretch>
                  <a:fillRect b="-120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2EEF96-EF2D-E272-2A68-C1C1B91C2025}"/>
                  </a:ext>
                </a:extLst>
              </p:cNvPr>
              <p:cNvSpPr/>
              <p:nvPr/>
            </p:nvSpPr>
            <p:spPr>
              <a:xfrm>
                <a:off x="639258" y="6959584"/>
                <a:ext cx="23105484" cy="474328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Let us assume that there are k levels in the nearly complete binary tree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0-th level will contain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first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numbers, the second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numbers,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(k-1)-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And the k-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level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</p:txBody>
          </p:sp>
        </mc:Choice>
        <mc:Fallback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ED2EEF96-EF2D-E272-2A68-C1C1B91C2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8" y="6959584"/>
                <a:ext cx="23105484" cy="4743284"/>
              </a:xfrm>
              <a:prstGeom prst="roundRect">
                <a:avLst/>
              </a:prstGeom>
              <a:blipFill>
                <a:blip r:embed="rId5"/>
                <a:stretch>
                  <a:fillRect l="-329" b="-236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50645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5105B-61C9-A461-6703-604AF522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6310F864-0F6B-2381-3DC7-5FE6C75BC721}"/>
                  </a:ext>
                </a:extLst>
              </p:cNvPr>
              <p:cNvSpPr/>
              <p:nvPr/>
            </p:nvSpPr>
            <p:spPr>
              <a:xfrm>
                <a:off x="639258" y="6982515"/>
                <a:ext cx="23105484" cy="290448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−1&lt;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6310F864-0F6B-2381-3DC7-5FE6C75BC7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8" y="6982515"/>
                <a:ext cx="23105484" cy="2904483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5FA528E-B4C3-E6F5-7B56-70673D8DAD2B}"/>
              </a:ext>
            </a:extLst>
          </p:cNvPr>
          <p:cNvSpPr/>
          <p:nvPr/>
        </p:nvSpPr>
        <p:spPr>
          <a:xfrm>
            <a:off x="639258" y="11459362"/>
            <a:ext cx="231054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height of a nearly complete binary tree on n numbers is O(log 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C9534D8-2924-47D6-3302-0D0F71D97158}"/>
                  </a:ext>
                </a:extLst>
              </p:cNvPr>
              <p:cNvSpPr/>
              <p:nvPr/>
            </p:nvSpPr>
            <p:spPr>
              <a:xfrm>
                <a:off x="639258" y="399758"/>
                <a:ext cx="23105484" cy="474328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Let us assume that there are k levels in the nearly complete binary tree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0-th level will contain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first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numbers, the second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numbers,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(k-1)-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level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And the k-</a:t>
                </a:r>
                <a:r>
                  <a:rPr lang="en-US" sz="5400" dirty="0" err="1">
                    <a:solidFill>
                      <a:schemeClr val="bg1"/>
                    </a:solidFill>
                    <a:latin typeface="Bradley Hand" pitchFamily="2" charset="77"/>
                  </a:rPr>
                  <a:t>th</a:t>
                </a: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level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numbers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C9534D8-2924-47D6-3302-0D0F71D97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58" y="399758"/>
                <a:ext cx="23105484" cy="4743284"/>
              </a:xfrm>
              <a:prstGeom prst="roundRect">
                <a:avLst/>
              </a:prstGeom>
              <a:blipFill>
                <a:blip r:embed="rId4"/>
                <a:stretch>
                  <a:fillRect l="-329" b="-237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8113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D9F6-5BDB-E99C-020B-AF8E0A611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B9A095B-1DCA-3AC2-40D7-2B3658925C80}"/>
              </a:ext>
            </a:extLst>
          </p:cNvPr>
          <p:cNvSpPr>
            <a:spLocks noChangeAspect="1"/>
          </p:cNvSpPr>
          <p:nvPr/>
        </p:nvSpPr>
        <p:spPr>
          <a:xfrm>
            <a:off x="14172609" y="773539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C85734D-6D52-ADDA-6F1C-F3697A9F4187}"/>
              </a:ext>
            </a:extLst>
          </p:cNvPr>
          <p:cNvSpPr>
            <a:spLocks noChangeAspect="1"/>
          </p:cNvSpPr>
          <p:nvPr/>
        </p:nvSpPr>
        <p:spPr>
          <a:xfrm>
            <a:off x="5411088" y="7736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7227D5D-689C-760E-8B5F-E3C4CC72BD85}"/>
              </a:ext>
            </a:extLst>
          </p:cNvPr>
          <p:cNvSpPr>
            <a:spLocks noChangeAspect="1"/>
          </p:cNvSpPr>
          <p:nvPr/>
        </p:nvSpPr>
        <p:spPr>
          <a:xfrm>
            <a:off x="9302516" y="565711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DD421C1-7E8E-F5F2-12EA-4A7651010313}"/>
              </a:ext>
            </a:extLst>
          </p:cNvPr>
          <p:cNvSpPr>
            <a:spLocks noChangeAspect="1"/>
          </p:cNvSpPr>
          <p:nvPr/>
        </p:nvSpPr>
        <p:spPr>
          <a:xfrm>
            <a:off x="13607833" y="56956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F0FAFE-4AF1-3C2C-0903-6F71D5E9C4F3}"/>
              </a:ext>
            </a:extLst>
          </p:cNvPr>
          <p:cNvSpPr>
            <a:spLocks noChangeAspect="1"/>
          </p:cNvSpPr>
          <p:nvPr/>
        </p:nvSpPr>
        <p:spPr>
          <a:xfrm>
            <a:off x="10816072" y="76904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7589A6-FE16-D209-474C-6ABEF7B39038}"/>
              </a:ext>
            </a:extLst>
          </p:cNvPr>
          <p:cNvSpPr>
            <a:spLocks noChangeAspect="1"/>
          </p:cNvSpPr>
          <p:nvPr/>
        </p:nvSpPr>
        <p:spPr>
          <a:xfrm>
            <a:off x="10266630" y="3740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715D2F87-8909-3F6E-16DF-7E23A1DA9841}"/>
              </a:ext>
            </a:extLst>
          </p:cNvPr>
          <p:cNvSpPr/>
          <p:nvPr/>
        </p:nvSpPr>
        <p:spPr>
          <a:xfrm>
            <a:off x="820661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988E7D1-AE62-3A2D-D06A-B47F724F9AF0}"/>
              </a:ext>
            </a:extLst>
          </p:cNvPr>
          <p:cNvSpPr/>
          <p:nvPr/>
        </p:nvSpPr>
        <p:spPr>
          <a:xfrm>
            <a:off x="11182554" y="34114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C3B2858-D152-384D-E517-B69BBFAC9CDC}"/>
              </a:ext>
            </a:extLst>
          </p:cNvPr>
          <p:cNvSpPr/>
          <p:nvPr/>
        </p:nvSpPr>
        <p:spPr>
          <a:xfrm>
            <a:off x="1439328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9E97FA-8DD8-1FEA-DAB9-F3F1228DA75A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926616" y="472421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8AD58A7-B2FC-37C2-93BA-0D1D929EF3B4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1902554" y="472421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94DE96B1-5086-4805-9C38-32F6895C8086}"/>
              </a:ext>
            </a:extLst>
          </p:cNvPr>
          <p:cNvSpPr/>
          <p:nvPr/>
        </p:nvSpPr>
        <p:spPr>
          <a:xfrm>
            <a:off x="6285871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4260BE5-48AE-B8EF-F425-029C582263C2}"/>
              </a:ext>
            </a:extLst>
          </p:cNvPr>
          <p:cNvSpPr/>
          <p:nvPr/>
        </p:nvSpPr>
        <p:spPr>
          <a:xfrm>
            <a:off x="9546630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D38BD3F-BE66-06D0-DEB3-6872F4A61806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005871" y="668006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5FEA6EC-8DD0-371E-26E0-E2C6B7ADF608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8926616" y="668006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9598E120-DD5A-9117-0256-197FB5DC7C2C}"/>
              </a:ext>
            </a:extLst>
          </p:cNvPr>
          <p:cNvSpPr/>
          <p:nvPr/>
        </p:nvSpPr>
        <p:spPr>
          <a:xfrm>
            <a:off x="13003152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BBD27E-061E-40A5-E66D-4D849103E7EB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3723152" y="668006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6C1C6EE-4844-D626-58E7-5290CDF771C9}"/>
              </a:ext>
            </a:extLst>
          </p:cNvPr>
          <p:cNvSpPr>
            <a:spLocks noChangeAspect="1"/>
          </p:cNvSpPr>
          <p:nvPr/>
        </p:nvSpPr>
        <p:spPr>
          <a:xfrm>
            <a:off x="14172609" y="773539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A6783F6-F9AC-063F-93F3-E80B07B439FB}"/>
              </a:ext>
            </a:extLst>
          </p:cNvPr>
          <p:cNvSpPr>
            <a:spLocks noChangeAspect="1"/>
          </p:cNvSpPr>
          <p:nvPr/>
        </p:nvSpPr>
        <p:spPr>
          <a:xfrm>
            <a:off x="5411088" y="7736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994B472-2569-2B2D-77B4-9708C2D46D28}"/>
              </a:ext>
            </a:extLst>
          </p:cNvPr>
          <p:cNvSpPr>
            <a:spLocks noChangeAspect="1"/>
          </p:cNvSpPr>
          <p:nvPr/>
        </p:nvSpPr>
        <p:spPr>
          <a:xfrm>
            <a:off x="9302516" y="565711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C9E9E2D-71C7-305D-4B96-504EA9055CF4}"/>
              </a:ext>
            </a:extLst>
          </p:cNvPr>
          <p:cNvSpPr>
            <a:spLocks noChangeAspect="1"/>
          </p:cNvSpPr>
          <p:nvPr/>
        </p:nvSpPr>
        <p:spPr>
          <a:xfrm>
            <a:off x="13607833" y="56956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003661A-E723-D664-F1A8-0BF7DE49E560}"/>
              </a:ext>
            </a:extLst>
          </p:cNvPr>
          <p:cNvSpPr>
            <a:spLocks noChangeAspect="1"/>
          </p:cNvSpPr>
          <p:nvPr/>
        </p:nvSpPr>
        <p:spPr>
          <a:xfrm>
            <a:off x="10816072" y="76904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FC641B-5DDB-AC12-2E96-9B6130AAEED4}"/>
              </a:ext>
            </a:extLst>
          </p:cNvPr>
          <p:cNvSpPr>
            <a:spLocks noChangeAspect="1"/>
          </p:cNvSpPr>
          <p:nvPr/>
        </p:nvSpPr>
        <p:spPr>
          <a:xfrm>
            <a:off x="10266630" y="3740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97794C4-A46E-8153-BE9C-75D3002414DF}"/>
              </a:ext>
            </a:extLst>
          </p:cNvPr>
          <p:cNvSpPr/>
          <p:nvPr/>
        </p:nvSpPr>
        <p:spPr>
          <a:xfrm>
            <a:off x="820661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D88B705-F6EE-4131-3F0A-47D6B2BB5ACD}"/>
              </a:ext>
            </a:extLst>
          </p:cNvPr>
          <p:cNvSpPr/>
          <p:nvPr/>
        </p:nvSpPr>
        <p:spPr>
          <a:xfrm>
            <a:off x="11182554" y="34114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542BC63-EDB9-D155-36BA-4BE365299632}"/>
              </a:ext>
            </a:extLst>
          </p:cNvPr>
          <p:cNvSpPr/>
          <p:nvPr/>
        </p:nvSpPr>
        <p:spPr>
          <a:xfrm>
            <a:off x="1439328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DEAE8E9-25A7-9681-3D4F-CD35302F86E4}"/>
              </a:ext>
            </a:extLst>
          </p:cNvPr>
          <p:cNvSpPr/>
          <p:nvPr/>
        </p:nvSpPr>
        <p:spPr>
          <a:xfrm>
            <a:off x="6285871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D6AE0D-5CA2-CCAB-9FD3-FFDFBCFB5975}"/>
              </a:ext>
            </a:extLst>
          </p:cNvPr>
          <p:cNvSpPr/>
          <p:nvPr/>
        </p:nvSpPr>
        <p:spPr>
          <a:xfrm>
            <a:off x="9546630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FA3CB3D-8A5B-C306-C419-736981FCA2CC}"/>
              </a:ext>
            </a:extLst>
          </p:cNvPr>
          <p:cNvSpPr/>
          <p:nvPr/>
        </p:nvSpPr>
        <p:spPr>
          <a:xfrm>
            <a:off x="13003152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176614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21CEA-377C-226B-13CA-9091A341B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EB79AD7-4187-CEBB-A042-52AFACA5D536}"/>
              </a:ext>
            </a:extLst>
          </p:cNvPr>
          <p:cNvSpPr>
            <a:spLocks noChangeAspect="1"/>
          </p:cNvSpPr>
          <p:nvPr/>
        </p:nvSpPr>
        <p:spPr>
          <a:xfrm>
            <a:off x="14172609" y="773539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62C6D58-D2FD-5846-8747-C2A5653F5E3E}"/>
              </a:ext>
            </a:extLst>
          </p:cNvPr>
          <p:cNvSpPr>
            <a:spLocks noChangeAspect="1"/>
          </p:cNvSpPr>
          <p:nvPr/>
        </p:nvSpPr>
        <p:spPr>
          <a:xfrm>
            <a:off x="5411088" y="7736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E1FBE7-84C8-971B-732A-6DB25F5639DC}"/>
              </a:ext>
            </a:extLst>
          </p:cNvPr>
          <p:cNvSpPr>
            <a:spLocks noChangeAspect="1"/>
          </p:cNvSpPr>
          <p:nvPr/>
        </p:nvSpPr>
        <p:spPr>
          <a:xfrm>
            <a:off x="9302516" y="565711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6B9553-310C-4058-5B80-5F7BAA074D9B}"/>
              </a:ext>
            </a:extLst>
          </p:cNvPr>
          <p:cNvSpPr>
            <a:spLocks noChangeAspect="1"/>
          </p:cNvSpPr>
          <p:nvPr/>
        </p:nvSpPr>
        <p:spPr>
          <a:xfrm>
            <a:off x="13607833" y="56956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001508-9785-B316-6EC2-2E330C11486F}"/>
              </a:ext>
            </a:extLst>
          </p:cNvPr>
          <p:cNvSpPr>
            <a:spLocks noChangeAspect="1"/>
          </p:cNvSpPr>
          <p:nvPr/>
        </p:nvSpPr>
        <p:spPr>
          <a:xfrm>
            <a:off x="10816072" y="76904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569AEDD-2B43-9EBC-B1B6-ECD0F90DEECD}"/>
              </a:ext>
            </a:extLst>
          </p:cNvPr>
          <p:cNvSpPr>
            <a:spLocks noChangeAspect="1"/>
          </p:cNvSpPr>
          <p:nvPr/>
        </p:nvSpPr>
        <p:spPr>
          <a:xfrm>
            <a:off x="10266630" y="37405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0D2A968E-7EFA-86AE-464F-122931D270DF}"/>
              </a:ext>
            </a:extLst>
          </p:cNvPr>
          <p:cNvSpPr/>
          <p:nvPr/>
        </p:nvSpPr>
        <p:spPr>
          <a:xfrm>
            <a:off x="820661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9950284-DC52-9408-D617-7F1358A529DF}"/>
              </a:ext>
            </a:extLst>
          </p:cNvPr>
          <p:cNvSpPr/>
          <p:nvPr/>
        </p:nvSpPr>
        <p:spPr>
          <a:xfrm>
            <a:off x="11182554" y="341141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6DBD9C6-9422-674E-4973-6F624FFB3CBF}"/>
              </a:ext>
            </a:extLst>
          </p:cNvPr>
          <p:cNvSpPr/>
          <p:nvPr/>
        </p:nvSpPr>
        <p:spPr>
          <a:xfrm>
            <a:off x="14393286" y="536726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82F8197-8012-B1DE-90D4-EC6F873DDF52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8926616" y="472421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2955E0E-5454-1287-EEA0-2D75D55884E9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11902554" y="472421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A1FC61C-BB95-E869-5FEB-71030224F4E5}"/>
              </a:ext>
            </a:extLst>
          </p:cNvPr>
          <p:cNvSpPr/>
          <p:nvPr/>
        </p:nvSpPr>
        <p:spPr>
          <a:xfrm>
            <a:off x="6285871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14D2AB9-EBCA-B070-D6CB-A93F6FC7E222}"/>
              </a:ext>
            </a:extLst>
          </p:cNvPr>
          <p:cNvSpPr/>
          <p:nvPr/>
        </p:nvSpPr>
        <p:spPr>
          <a:xfrm>
            <a:off x="9546630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A40CEA-F8A5-A592-4268-96BF3ED64C87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7005871" y="668006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BCCC295-CCAD-8B27-E5C2-75310499CC4E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8926616" y="668006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34EE99FB-BB84-E027-C41D-0F499D66202D}"/>
              </a:ext>
            </a:extLst>
          </p:cNvPr>
          <p:cNvSpPr/>
          <p:nvPr/>
        </p:nvSpPr>
        <p:spPr>
          <a:xfrm>
            <a:off x="13003152" y="740930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55ED3ED-6284-1DD5-80AA-F136E1576C17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3723152" y="668006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8B56FF8-BFE6-0209-4E7A-1DD20404A93F}"/>
              </a:ext>
            </a:extLst>
          </p:cNvPr>
          <p:cNvSpPr>
            <a:spLocks noChangeAspect="1"/>
          </p:cNvSpPr>
          <p:nvPr/>
        </p:nvSpPr>
        <p:spPr>
          <a:xfrm>
            <a:off x="12480169" y="187999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4D257BF-C6E3-3A75-3F7A-CFD5188E9569}"/>
              </a:ext>
            </a:extLst>
          </p:cNvPr>
          <p:cNvSpPr>
            <a:spLocks noChangeAspect="1"/>
          </p:cNvSpPr>
          <p:nvPr/>
        </p:nvSpPr>
        <p:spPr>
          <a:xfrm>
            <a:off x="8415610" y="195396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56F8449-7BB6-32C0-57B7-862D11A2C117}"/>
              </a:ext>
            </a:extLst>
          </p:cNvPr>
          <p:cNvSpPr>
            <a:spLocks noChangeAspect="1"/>
          </p:cNvSpPr>
          <p:nvPr/>
        </p:nvSpPr>
        <p:spPr>
          <a:xfrm>
            <a:off x="10477627" y="194380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984538F-24D8-8D2A-DBCE-75CAF29C64E1}"/>
              </a:ext>
            </a:extLst>
          </p:cNvPr>
          <p:cNvSpPr>
            <a:spLocks noChangeAspect="1"/>
          </p:cNvSpPr>
          <p:nvPr/>
        </p:nvSpPr>
        <p:spPr>
          <a:xfrm>
            <a:off x="14566695" y="184450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5357D20-EC39-EA05-ACF7-91F5EB9B80AD}"/>
              </a:ext>
            </a:extLst>
          </p:cNvPr>
          <p:cNvSpPr>
            <a:spLocks noChangeAspect="1"/>
          </p:cNvSpPr>
          <p:nvPr/>
        </p:nvSpPr>
        <p:spPr>
          <a:xfrm>
            <a:off x="6470983" y="195396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4EE4BC9-40A1-92C5-9056-CE3FD0E4B62A}"/>
              </a:ext>
            </a:extLst>
          </p:cNvPr>
          <p:cNvSpPr/>
          <p:nvPr/>
        </p:nvSpPr>
        <p:spPr>
          <a:xfrm>
            <a:off x="8299055" y="71652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6BD1ABE-F627-9DD9-7300-F9EA9B6582D6}"/>
              </a:ext>
            </a:extLst>
          </p:cNvPr>
          <p:cNvSpPr/>
          <p:nvPr/>
        </p:nvSpPr>
        <p:spPr>
          <a:xfrm>
            <a:off x="6285871" y="71652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CAA667-5349-1F62-992B-B2C0142FDD00}"/>
              </a:ext>
            </a:extLst>
          </p:cNvPr>
          <p:cNvSpPr/>
          <p:nvPr/>
        </p:nvSpPr>
        <p:spPr>
          <a:xfrm>
            <a:off x="10281155" y="74241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9B2015-6A7A-8A8B-6D1D-C1FF19CA4083}"/>
              </a:ext>
            </a:extLst>
          </p:cNvPr>
          <p:cNvSpPr/>
          <p:nvPr/>
        </p:nvSpPr>
        <p:spPr>
          <a:xfrm>
            <a:off x="12362864" y="71652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68F9E90-FBA3-996A-6515-DD8A8E37AD81}"/>
              </a:ext>
            </a:extLst>
          </p:cNvPr>
          <p:cNvSpPr/>
          <p:nvPr/>
        </p:nvSpPr>
        <p:spPr>
          <a:xfrm>
            <a:off x="14391519" y="67309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0791B58-4DD2-E9CF-4ABD-4955FB50D329}"/>
              </a:ext>
            </a:extLst>
          </p:cNvPr>
          <p:cNvSpPr>
            <a:spLocks noChangeAspect="1"/>
          </p:cNvSpPr>
          <p:nvPr/>
        </p:nvSpPr>
        <p:spPr>
          <a:xfrm>
            <a:off x="16559926" y="187999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9C28BC-0961-A87D-5D12-B4A8E97D8F4B}"/>
              </a:ext>
            </a:extLst>
          </p:cNvPr>
          <p:cNvSpPr/>
          <p:nvPr/>
        </p:nvSpPr>
        <p:spPr>
          <a:xfrm>
            <a:off x="16404703" y="57735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37CA35-F562-638B-2548-EB5CA64FB090}"/>
              </a:ext>
            </a:extLst>
          </p:cNvPr>
          <p:cNvSpPr/>
          <p:nvPr/>
        </p:nvSpPr>
        <p:spPr>
          <a:xfrm>
            <a:off x="3712572" y="94932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488170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E646-C790-33A7-EB4F-0A3FD2EC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ACFFA7B-09E4-887A-BECA-CF2B5B9ED473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3E52258-8AB1-A06F-92AD-788F316F8AAC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8B3CD4-2313-17CA-C453-CC12454CA434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B3C6E0-C45C-938F-692B-58F4BC2FA4E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B24DCDF-46CB-6F88-42AB-2E06C7D5DD6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61CA13A-1BEE-45A3-6C0E-5FAB65D336F4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8D51C7-334E-7140-2855-48DE82A18DD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A713CB5-6EB9-45DE-20F8-D27A4D05E612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369621-EDB5-EFC9-0A81-087601955107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3C2421A-11B1-DDD3-CFA9-DBBC3DD648E7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ECD1982-2DB9-8B51-58E2-B7507B899AAA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5EA4C988-CCA3-3367-7718-FA93CB0AC34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551256B-343B-34DB-AD93-13B13737BEF4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C3685EF-19BE-36C7-9FC6-98111C0C8847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0FCEB4F-9055-B8DD-2ADB-3D9801CB0256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2A1FE6AC-4A36-F42B-2FB0-11A6D6ADB036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AA8FB59-054C-D0E2-4B40-88BF47ADFF93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C5295CB-0F3A-6C38-0CA2-3712D0557B7A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81073A8-18E4-F181-31B9-55F180A865C6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58191F-0C05-2CCA-6877-2B278D9CDD15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3A40F8E-5A6C-B9B8-8AAA-B98F756A60C8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34AC16E-58D4-D3BB-565C-29987EA142EE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709B96-2597-FA84-269C-00290D082DD4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E3D8806-B565-165B-EC6C-12F8D76B8F70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CD78E3C-5B33-20E6-843F-3003E58284A4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F9FD65B-349F-9880-F987-D47E2E47D30E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F42DD6-BC28-53A3-2404-485113755CC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525D901-F6D6-72BC-2869-C67CA8CAD8B6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DCA860F6-EAB8-F5B6-0E73-B21E936B4B1A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78C39C-7FCD-B71A-B82D-52BBD5B86A40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28EBC28-9E9B-BCF0-6932-206C6917FCD6}"/>
              </a:ext>
            </a:extLst>
          </p:cNvPr>
          <p:cNvSpPr/>
          <p:nvPr/>
        </p:nvSpPr>
        <p:spPr>
          <a:xfrm>
            <a:off x="14355493" y="4049047"/>
            <a:ext cx="948635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Implicit representation of the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find the child or parent?</a:t>
            </a:r>
          </a:p>
        </p:txBody>
      </p:sp>
    </p:spTree>
    <p:extLst>
      <p:ext uri="{BB962C8B-B14F-4D97-AF65-F5344CB8AC3E}">
        <p14:creationId xmlns:p14="http://schemas.microsoft.com/office/powerpoint/2010/main" val="2258786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B6088-06D4-6508-0852-A6D7E5F95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108A44D-EDD5-1F45-9B33-C3F7E85AF98F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EC8C125-7767-2385-AA23-9C9175FE5030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A579E2C-7E31-EDE7-8DF8-43FB8F81B50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7AB79E-0204-FD9A-855C-219215C9831B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9249813-40F4-C41B-31E0-EB8E8D3CC43F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BC137D-E4F6-230C-899D-BFE46287DD80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3999647-7809-3914-1309-819BAF0D24CC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24091E-501A-F075-EBBB-6AC02C3E57F3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8E8E0D-842B-DEBF-90D5-350E78115B55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58CDD5D-5FFF-742D-6D25-15986F0DB401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5BCB91F-69A5-EB23-DB38-2BFEC7ACA17F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13C83901-16C0-018C-A73C-41945ED551A6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EFA63AF-6139-5CD4-01A8-022F9AEF0680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7974511-7860-39DB-0FEE-130AC31E2119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DF4BB6-F287-982E-40B1-395D072BD094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56F28FDF-895D-604F-2093-565B7B2BC61C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31700B2-455D-0567-E4E6-AA2877180B62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42C0A6-1CF3-84B1-63FE-ED83588DE96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D12E819-ABCA-ED32-EAE9-AD1F6AE62771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478D36D-0893-9962-CD5E-330ED0016F7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33E5C87-67D9-D7D5-1451-62A432CE3303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963D668F-9D9F-B20B-0F84-1F910B5C4A84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EACDFB0-BF2D-EA8F-B52A-B1FCE48B251D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83A7B2B-54DD-42F0-CBBE-51FC799F079B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159A8B2-F94B-D0E8-EC66-93CA6D1B8477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EE46B28-7EC3-891E-AD2B-AEA7C1D5C8A0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A5A2211-5081-1D0C-D3E9-F296E18BFA3E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650A66C-D627-ADD6-A1EB-135C1E1F07EE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CE603F-340E-1CE9-0B03-72B36847D276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B3AA24-6C57-A8E4-85D9-3EE839009B49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F23271E-BF5D-EE1F-1563-03A4034E3CD2}"/>
              </a:ext>
            </a:extLst>
          </p:cNvPr>
          <p:cNvSpPr/>
          <p:nvPr/>
        </p:nvSpPr>
        <p:spPr>
          <a:xfrm>
            <a:off x="14355493" y="4049047"/>
            <a:ext cx="948635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Implicit representation of the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find the child or parent?</a:t>
            </a:r>
          </a:p>
        </p:txBody>
      </p:sp>
    </p:spTree>
    <p:extLst>
      <p:ext uri="{BB962C8B-B14F-4D97-AF65-F5344CB8AC3E}">
        <p14:creationId xmlns:p14="http://schemas.microsoft.com/office/powerpoint/2010/main" val="22403450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DC863-3098-CA62-4EF4-68B680EE4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8E7FF6C-C10D-9299-24A1-FFA40D4349DC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6969357-CFBC-2877-A4FD-07A04DB5125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452DF36-0F93-9E30-77D3-F33F7EE4217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32B4FC1-1E1D-F4E4-33DD-8496D03C2EB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41FDF57-F1E1-B339-CFD5-A0AE1E24281F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E8977F-D250-CF52-7BA8-7ECE4AEDCD7A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34187DC3-406E-478D-977A-6CDFED944967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1C340CD-0C0C-FB2E-EE4E-F8326C0E8DFE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D2F4B40-7923-4239-FDB9-19394E915817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0C4E37-9331-7787-1F90-93F94CCA42DF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A8CEAD-2B88-B817-0EF7-A4952B309F1A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E587969D-B36E-6C2D-6226-74BE5110B6C2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6F443C-45DD-F159-B492-0091000E430E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C3E9447-0D73-3DDC-DA7D-C31D87C53000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06C46AF-DC88-2078-37E0-E9B34DDCA9CD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85397C-92E9-0C66-4620-AF5510BDCA93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314C815-16FC-59D9-6053-EC3E07B04AF1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B97C03C-FB53-12D4-887B-5527C9556E4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D371FB44-CD38-AD16-832B-38BE6122D958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1AB43B4-ADA1-3F70-15AE-EFEF51E06D8F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1F5E0C4-ECA6-5D9D-E450-8A7C9BD86C3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888B99F-8892-12C4-F85C-5C0C3997DF06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158AF6-2FB2-6038-C01F-4EA7323FCF15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03277D4-A765-2D5F-9A1C-0FAF3CC1CF5A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D80C3FE-ED10-7C4F-C9DE-E2A4885A02D0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6A16841C-33C4-0784-297E-50AD935CF287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2A858F8-621B-36E0-0786-0B8122C3565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5181AAB-A0B9-DAD5-0B39-0E76E92D2CC5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F6E7DFD-F5B3-1BAE-D43E-5AB1DCA9F93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D9CC58-5DCD-5CFE-7C52-CB01520B4F7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9BFCC9B-30D3-5D05-0E58-ABA6F39451D0}"/>
              </a:ext>
            </a:extLst>
          </p:cNvPr>
          <p:cNvSpPr/>
          <p:nvPr/>
        </p:nvSpPr>
        <p:spPr>
          <a:xfrm>
            <a:off x="14355493" y="4049047"/>
            <a:ext cx="948635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Implicit representation of the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find the child or parent?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0BE7390-CA4A-7464-48D2-A2B994FC228C}"/>
              </a:ext>
            </a:extLst>
          </p:cNvPr>
          <p:cNvSpPr/>
          <p:nvPr/>
        </p:nvSpPr>
        <p:spPr>
          <a:xfrm>
            <a:off x="791285" y="9772163"/>
            <a:ext cx="23050561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a number at index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its two children (if they exist) are at index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Left Child – 2i+1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Right Child – 2i+2 </a:t>
            </a:r>
          </a:p>
        </p:txBody>
      </p:sp>
    </p:spTree>
    <p:extLst>
      <p:ext uri="{BB962C8B-B14F-4D97-AF65-F5344CB8AC3E}">
        <p14:creationId xmlns:p14="http://schemas.microsoft.com/office/powerpoint/2010/main" val="3221476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A7D6E-B74E-0F9C-03C9-F19479E81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60CCE6F-628D-35B7-F828-7830CC81A29F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4266B2-40CB-8115-7F09-EB0B33A41521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CFDC187-F008-9FAE-53C4-952CE85B7F33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3E9DFE-357E-35BD-0326-AE4A8B13C96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1540CFD-D6A6-75DC-8F73-BA32D9B3BEF3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E8FF270-9DD5-B134-8E7C-3158A24623D2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59F0E4F-F8D6-266B-FD0A-7AEFDBBACDFB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55A7BD0-A2E4-7064-172C-3857C0AD2A5C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FC96785-7FA5-CC7D-8129-4C167894A40C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7B38AAA-26F9-A3AE-A2E3-6DD7BD804A78}"/>
              </a:ext>
            </a:extLst>
          </p:cNvPr>
          <p:cNvCxnSpPr>
            <a:cxnSpLocks/>
            <a:stCxn id="3" idx="4"/>
            <a:endCxn id="2" idx="0"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80F7E7-0C28-818E-8D5B-DDB5BC01A761}"/>
              </a:ext>
            </a:extLst>
          </p:cNvPr>
          <p:cNvCxnSpPr>
            <a:cxnSpLocks/>
            <a:stCxn id="3" idx="4"/>
            <a:endCxn id="5" idx="0"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60988ECE-0CA1-1829-D7ED-E34B19C196D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4C38183-AAD4-641B-B795-6052A4177104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941A0A8-A610-D899-28DB-80B5887501D3}"/>
              </a:ext>
            </a:extLst>
          </p:cNvPr>
          <p:cNvCxnSpPr>
            <a:cxnSpLocks/>
            <a:stCxn id="2" idx="4"/>
            <a:endCxn id="27" idx="0"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815343-A1B5-F9B9-F680-33974A8A7F5C}"/>
              </a:ext>
            </a:extLst>
          </p:cNvPr>
          <p:cNvCxnSpPr>
            <a:cxnSpLocks/>
            <a:stCxn id="2" idx="4"/>
            <a:endCxn id="28" idx="0"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5AAD930-17A3-6F64-A129-3793002D2A6C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4EE9E23-F792-BF9E-8E0E-6E35B0507D05}"/>
              </a:ext>
            </a:extLst>
          </p:cNvPr>
          <p:cNvCxnSpPr>
            <a:cxnSpLocks/>
            <a:stCxn id="5" idx="4"/>
            <a:endCxn id="33" idx="0"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D3C27AB-7DD4-5099-4CED-533B5860445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A87CBD3-BF9D-2A82-9E6A-C5F53BA26F56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B6FACEB-67BF-4E0E-B9EA-B243D1A881A2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7D3C2A5-7CC1-BA26-1B4F-B00C5C7832DC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4270F84-05A6-F09C-5657-E22D450942B5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A519EB4-4F06-934E-8CA9-1E4A1B8DA5AE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D90EE23-013C-8ED8-7B0D-91ADC94167C4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02EC496-DC2F-DF9A-B84F-68667449CE00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973CD19-EAC8-E1A5-138E-0F8D0DF4E209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9E6141A-AD81-E742-14DB-48A6B382C25E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19C50F-2767-503F-1F81-583A55682FA3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48EDA10-B42D-8BE8-3789-9BEE5AFEE4BE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D3A1FB-82CE-4450-76E7-4794516B10D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A5569E2-5FBD-D138-CE6B-56EED88AF240}"/>
              </a:ext>
            </a:extLst>
          </p:cNvPr>
          <p:cNvSpPr/>
          <p:nvPr/>
        </p:nvSpPr>
        <p:spPr>
          <a:xfrm>
            <a:off x="14355493" y="4049047"/>
            <a:ext cx="948635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Implicit representation of the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do we find the child or parent?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BE6A109-6B0C-70BE-C7D9-22B68A513323}"/>
              </a:ext>
            </a:extLst>
          </p:cNvPr>
          <p:cNvSpPr/>
          <p:nvPr/>
        </p:nvSpPr>
        <p:spPr>
          <a:xfrm>
            <a:off x="791285" y="10231863"/>
            <a:ext cx="23050561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For a number at index </a:t>
            </a: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its parent is at index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(i-1)/2</a:t>
            </a:r>
          </a:p>
        </p:txBody>
      </p:sp>
    </p:spTree>
    <p:extLst>
      <p:ext uri="{BB962C8B-B14F-4D97-AF65-F5344CB8AC3E}">
        <p14:creationId xmlns:p14="http://schemas.microsoft.com/office/powerpoint/2010/main" val="3479740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Heaps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B0280-801B-8EB2-CFB1-6BFFE2660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00E0220-021F-68DF-79AF-40DBB69C00B6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C0B67EC-9148-2154-FF6B-A42A83C8C97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E7BE50F-BB65-EA04-7356-8FD235FC6695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CAA32C5-FF14-929B-B17D-890A91A70909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CD457C4-C5E7-54EB-2CC1-9E6290643425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328C982-CAC2-C7FF-F459-EDC2C148FC85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3D985451-54AB-6961-F926-F70583E88A19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!!b7">
            <a:extLst>
              <a:ext uri="{FF2B5EF4-FFF2-40B4-BE49-F238E27FC236}">
                <a16:creationId xmlns:a16="http://schemas.microsoft.com/office/drawing/2014/main" id="{2DD78332-F90F-E881-7493-5639ADEE6AAE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3A32F1FC-95F9-A428-2D1E-76A9AA364FF8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30A6F463-53B8-B16B-5C40-C8EEFBCA368D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E81781B0-D390-9E9C-B2FA-990D16F99BA4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12">
            <a:extLst>
              <a:ext uri="{FF2B5EF4-FFF2-40B4-BE49-F238E27FC236}">
                <a16:creationId xmlns:a16="http://schemas.microsoft.com/office/drawing/2014/main" id="{0FFC6C56-D899-2F51-EF7F-5B805723FC9C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F55A0E-BA97-6A25-C263-9FD251CA11E5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5488AF0-CECF-27FA-D015-862C00D667A8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6494D1C-0881-4FB3-2DEA-B70E802EFB6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8DD74A8-0CD0-DCD7-180B-375CC028748B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A130625-EF38-50AA-459C-C8F4E1279719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7E344EA0-98CF-CDC8-33B2-A63D76EFC0AE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1">
            <a:extLst>
              <a:ext uri="{FF2B5EF4-FFF2-40B4-BE49-F238E27FC236}">
                <a16:creationId xmlns:a16="http://schemas.microsoft.com/office/drawing/2014/main" id="{325E441D-8B3C-969F-27F9-9FE722C20A53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F724B4EF-145A-33AE-5642-9B7EA8A6F8F2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532084CF-75B0-5A93-C0D9-00ADBED19B28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D6BAF548-7532-CD75-69C8-DC9046D1A490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D02AC22-365D-26CB-E1C9-204B26F1AC7A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6">
            <a:extLst>
              <a:ext uri="{FF2B5EF4-FFF2-40B4-BE49-F238E27FC236}">
                <a16:creationId xmlns:a16="http://schemas.microsoft.com/office/drawing/2014/main" id="{D56906EF-5B97-85B1-078E-59DB9E2405E5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15044A-9510-96D6-7B5D-7C4AD447AF88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FB6B210-AFE0-7960-6D52-5DF9709303F0}"/>
                  </a:ext>
                </a:extLst>
              </p:cNvPr>
              <p:cNvSpPr/>
              <p:nvPr/>
            </p:nvSpPr>
            <p:spPr>
              <a:xfrm>
                <a:off x="736177" y="9708271"/>
                <a:ext cx="23289397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 complete binary tree is a min heap if for every node v in the heap: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value at v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the value at the left child of v      (if it exists)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value at v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the value at the right child of v    (if it exists)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CFB6B210-AFE0-7960-6D52-5DF9709303F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7" y="9708271"/>
                <a:ext cx="23289397" cy="2871708"/>
              </a:xfrm>
              <a:prstGeom prst="roundRect">
                <a:avLst/>
              </a:prstGeom>
              <a:blipFill>
                <a:blip r:embed="rId2"/>
                <a:stretch>
                  <a:fillRect l="-707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DFA91C2-922B-D065-7E4A-D756D7B329E8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46DB76DB-5348-31F6-DEDC-641392CAF7E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E207112-1E81-E206-2713-C4868E76AF36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EB419B7-FD08-493B-3FA0-023EADE08A48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6C9B91-56B1-623A-EBEC-FE8DB0B23D28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889719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3DCB1-A03B-6C17-68AB-033B8D73F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782C3AC-BC81-412B-6E6F-F75D8E80358E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2C73C9-F1EF-B7FB-655D-22B66E3C7592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983F6C2-8620-868B-811B-2A2053FBEC7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3147D1F-96DF-E798-A217-4A0523D0EFDF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E2DDE2D-17C9-CC95-A61E-C355EC5F68CB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EEE8E31-05D0-C62C-604D-D0F919FC169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A973C5B1-0054-E3B0-512F-AC936A5B0C44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!!b12">
            <a:extLst>
              <a:ext uri="{FF2B5EF4-FFF2-40B4-BE49-F238E27FC236}">
                <a16:creationId xmlns:a16="http://schemas.microsoft.com/office/drawing/2014/main" id="{ED809ECF-471D-1CB5-75E6-68C78B5B8F61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A3A43482-00DF-C5CB-8404-E69ADD631AC8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0C5F696A-0930-BA5F-3218-3CFCE51D0DA2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44BBA4B9-0FF0-1A34-591A-78FAE32E80E9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34ACA81C-A8F8-329B-365F-98AD564F77B5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AEFF051-90CB-9993-CBE7-12F0051BB67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8D63517-9CE2-77E6-2A29-170594C05290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D1CDA71-142F-D445-0C4D-897A6EEBEDCC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0401C1C-392A-03D3-C48A-0E92267B814D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7572B1-DBFD-6E3D-7A55-FF27B11E1B4C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4401654C-EB70-7C35-A08E-1F97C87E212A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9BA9CD5F-C4ED-6505-FC0B-60C9D22A8B09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EE3A45EB-0029-74FC-2403-E14E249F541B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CDB9B5C7-7A94-1E1D-E605-5B7713EB4C56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644934B4-9BE6-0C9B-13AE-440D98E3908A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ED2F935-B098-3FD9-8CC5-336E23B271FA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B74DBC46-CB2A-B8DC-E174-670E30082EE2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7BD1EB8-A716-0473-649C-F0131C246EE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F2CA11-AFA1-0086-E6F2-24FBE35109B6}"/>
                  </a:ext>
                </a:extLst>
              </p:cNvPr>
              <p:cNvSpPr/>
              <p:nvPr/>
            </p:nvSpPr>
            <p:spPr>
              <a:xfrm>
                <a:off x="736177" y="9708271"/>
                <a:ext cx="23289397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 complete binary tree is a min heap if for every node v in the heap: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value at v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the value at the left child of v      (if it exists)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value at v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the value at the right child of v    (if it exists)</a:t>
                </a:r>
              </a:p>
            </p:txBody>
          </p:sp>
        </mc:Choice>
        <mc:Fallback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7F2CA11-AFA1-0086-E6F2-24FBE35109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177" y="9708271"/>
                <a:ext cx="23289397" cy="2871708"/>
              </a:xfrm>
              <a:prstGeom prst="roundRect">
                <a:avLst/>
              </a:prstGeom>
              <a:blipFill>
                <a:blip r:embed="rId2"/>
                <a:stretch>
                  <a:fillRect l="-707" b="-6897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D9AA49-6E87-D9F4-99A5-BAE32D991EA6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0D3FFFA-B328-4A1B-D0A8-D99F57C855F6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2DD85F-7242-0953-3808-7E1969B07CFB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FDF0E98-CB91-6833-D838-BA9404437CB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4A3B1D6-2C84-45FD-9C4A-9ED39FD45565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61434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95255-7E0C-70C3-B6AC-5B33F99CD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F344CC-F409-D431-ED30-0053A91A3887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9F8DA74-5E59-3EC6-14C0-C44FE2888A50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7C85E88-3D30-AF0C-C89A-0425FDB1928F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4C98DEE-5DF2-6911-1657-7D64DFA8BE4F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D61BB41-15F0-F716-15B3-798C910D3417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AA787C0-1A12-A0EE-4FCA-6F880D2F3E26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AAA6FB7E-16AE-7899-93A6-8A52409361B9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!!b12">
            <a:extLst>
              <a:ext uri="{FF2B5EF4-FFF2-40B4-BE49-F238E27FC236}">
                <a16:creationId xmlns:a16="http://schemas.microsoft.com/office/drawing/2014/main" id="{247D02C1-2153-CCFA-756D-F459A41ED9B2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4A756B20-2B3B-0D0E-6B94-E4BCD87170BA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AC4B3BF4-CA5A-1791-0B53-CA6DC194D0D1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F2DC73C6-B0F5-05C0-FDA5-4921209C6542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A889100C-D90D-1193-CA30-D2E69419AA0B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B439E5-0A90-202D-AB54-E0D9FE6EEDB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9D92BE-916E-A7C3-015A-B895CD02B94A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071B74A7-8850-E6DE-70FD-84413ED13457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2D94F96-CCD4-A811-9EBF-852D4AC4E6F4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DC45744-D013-B220-AD81-CF40AE1822D3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6C215494-49D4-5E55-F794-A394A60597D6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41E8CC05-C625-CBE4-2D7C-5AF062E52106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BE127301-EF68-07AB-0AA4-B591F56E2EFA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02FE498E-BD96-386F-AEB7-01C5E1E92217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A1279D0C-FD7E-C9CA-F967-FB9D690D6A0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9CB9D07-D64B-7262-E22E-83FA466DEC07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3BCF3388-7B63-9BAE-4BC4-8122E93A8839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B40E2D9-F761-92F5-1ED0-1349C5C2BBE4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C7124E2-18D0-027B-DE74-FF3ACFF20244}"/>
              </a:ext>
            </a:extLst>
          </p:cNvPr>
          <p:cNvSpPr/>
          <p:nvPr/>
        </p:nvSpPr>
        <p:spPr>
          <a:xfrm>
            <a:off x="736177" y="10627671"/>
            <a:ext cx="23289397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 min heap (implicitly in an array), use it to sort the array.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87A86D-D104-78F4-DC16-E6072BEB561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E1262E8-7FC2-130D-D2D4-9A23E4FDE647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268F3B6-9AEF-3355-C952-BE90179BC28F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68CCC68-00AE-0497-92F7-DD272FA7A1D0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96EF722-8763-D515-1D69-62E90DBF6132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564497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4D5B8-5E3A-D3E3-6633-723B2E6B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C6D727D1-8397-CEDA-AA97-7148E88E741C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1CD9706-DABD-D720-229B-6139CA7C209C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F1A3B33-3964-6A2C-26EB-C0E5CDABB54F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7A28811-C0BC-EAC4-C637-72F73FA950B2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2839FC-52B1-4EAD-1DDA-EECA4DF7081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0ABDB87-E1DA-CCF7-7929-431A04F52341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CE318B9-89DD-E1B3-3DA2-4527FAD54236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9D9D2BD-E56D-C4F5-0011-62A769E9DDE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4D24D4B-6547-0917-BEA8-BCDE9061C8D5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A397042-62CF-58C6-D50D-F3A91290C8E7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F6CB4C-92E7-E897-FD31-F6108E389B71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1FAD4EA-3173-777B-E779-ED687D49588F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EC6D0281-E506-DA71-A0D7-296D7A137475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" name="!!b12">
            <a:extLst>
              <a:ext uri="{FF2B5EF4-FFF2-40B4-BE49-F238E27FC236}">
                <a16:creationId xmlns:a16="http://schemas.microsoft.com/office/drawing/2014/main" id="{5987A813-275C-D588-7B02-57EAB8406E1A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78757599-A5E4-D218-531F-AFFB951A10D8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FE2C4B6C-8DDA-88D7-BB1E-0356D3809B7F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71D3E147-89AE-5120-7161-4AAAC201B3C9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C84D5500-69A7-3582-37CF-F4A095B620C9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6FB4AA7-38C0-D09C-64FE-7818233275ED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674CC18-A736-6743-9F29-37AC09FD0BEB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EFA5674-AF09-0D59-313B-F15FA00F151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52317B84-F105-DA7F-0079-C4CC2F870D87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6B1AB2B-8B33-4976-6C59-E5852E07F808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E1D556DB-D0E5-13F2-A770-0AE61F33FC20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1CC28009-4BF9-EDBE-F3FE-C9E522DE880F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BE93237E-5D8A-1DDB-ADF3-4FA2647DB04C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235D86EE-94B2-E97A-C938-3F7EFDE6E56D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58DF8ED3-F30B-76FE-9B73-E1C4076A45B7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87FCF6D-5563-169B-AD9A-0C8246AD86E2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37221E23-6E40-60B7-FFAE-28E02BD37B66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66BA22E-60BB-8436-3047-A5FEF1B15425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E57B2BC4-7DF0-0043-5E21-1A2C4114D1C8}"/>
              </a:ext>
            </a:extLst>
          </p:cNvPr>
          <p:cNvSpPr/>
          <p:nvPr/>
        </p:nvSpPr>
        <p:spPr>
          <a:xfrm>
            <a:off x="14306832" y="5240259"/>
            <a:ext cx="948635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smallest element is at the top of the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Remove it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9FAF094-BE38-3C50-265C-FAF7E4CA86D7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FB514D7-04EC-5CCF-C4EE-AF0C445E3A91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B792D61-A41E-C32C-BD1E-8DA753E06377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61C384-8711-8C2E-33D4-D5742C8B3A5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E4B549A-635E-6678-9581-C881E32E63DA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406073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F1E2F-A014-1493-4117-EC04415B1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A340B65B-6C06-1038-2C5D-BC21A524F5FF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4D697EFC-A3C3-21D3-BF57-8D54358EBE4C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486BF9D-A3D9-9EE9-198D-84E3183FB108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6CA7B54-E316-F075-08EE-9F551AD979A3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7DF52AD-6500-7ABA-DB31-77B9F1880740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9219234-C0C6-38DF-B230-B62FDBF80DF1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7B0B945-7E13-A474-54CC-54273110FA5D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04452F-C3DC-E9D9-E4AC-019F7182D1DF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1450235-26CE-5EB3-E4EB-9E0229DE99E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68AB7BC-334C-C9D0-6950-060400F57CC9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7304ADE-3268-0FDC-0449-2A8EFE316BEB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221F91-73EC-F8E8-C0FC-F34B8D3BAD9B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67605818-8538-4AD1-FC7E-87DD8F095575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64020D3D-986A-2D8C-3817-9DB59039B213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4E0FE5A1-1D76-F5BB-E8FE-44507745061E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46AB6C0C-3864-AF20-7565-5C14C35ADEC3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1F5D4E1A-5E25-1B15-7080-9E724B0A783F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A4D886C-5C06-B690-C0DF-0F70B0D43AD3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37F47D6-A2ED-F229-4772-EE7CDEDFCD50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CAE899E-8B9B-A8BA-78B9-0284B3C9115D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9ACBA65-D59E-7124-711C-308ED57FC6F8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D57970F-B2D9-4D59-6213-E9C26BBB2902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D6E4B887-D4BC-5E43-9781-9D3C55EE72DC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089BAB16-CB73-026C-0FD9-C843D92E3177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A57CF99E-85D5-B36C-C91A-3BB74FF70239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91B0D92D-5A79-D7E8-10E3-1143C4EB6D4B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0F244CCA-13BC-E870-3133-1B79D2B53BCB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A16D877-C21B-611F-B09A-9F178123B35B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D2A320B2-49C5-90A4-B669-A0A0141D4F0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935323-82D4-0638-0F92-D9303D6FDE0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2E094B44-C853-1D79-2E8E-619EC98C1C57}"/>
              </a:ext>
            </a:extLst>
          </p:cNvPr>
          <p:cNvSpPr/>
          <p:nvPr/>
        </p:nvSpPr>
        <p:spPr>
          <a:xfrm>
            <a:off x="14306832" y="3401459"/>
            <a:ext cx="948635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want to repeat the same step one more time.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Somehow, get the second smallest element at the top of the heap and then remove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to do it?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2BFE602-F9A6-7322-5E43-D1C5C1EE257E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D73E4612-0866-5711-70CF-092133323E96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4C1F3CA-AB37-9D95-6A58-82E14651E8A5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D063840-12A1-5AF1-67EF-463065E2EB29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EAB9FD-516F-8E21-4FB0-3803BD83B78F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536F591-6390-C686-12EA-4C7227469BB8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D592016-0F14-8A99-AFF8-7D15EC083D3A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932195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9186-793F-30E2-CF26-BD3C49151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87C54D15-ACCF-3F8C-3262-F1B829654B49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6194547-F341-1A91-38C3-181EBEDD03EC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E36448F-3710-8A85-2922-4727F3F26866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D4A320B-6610-8F8B-DD85-CFC9C9AE0BDA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F024721-F754-824A-13F9-9B52BA197E7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D81B9AC-20B7-B77B-4B06-0B29DFAB13D9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D12AF0-3B8E-BB12-6597-F62045C0E5C0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5C5E03-633A-AAAE-3469-8B67C26608BE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6807C8-3B29-56C7-BDFA-D17301A0E331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9FC618D-17F9-591A-9F95-C5F4640F667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6BEFD7-FCA8-F302-7E63-24BA01FB6774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3F9703-8086-4D14-39E0-540E02850E48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5440BC45-223A-37A4-EAB9-2215501739C1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CA844F17-F713-4ABD-7EBA-75E693278E35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FC0F2622-16F2-CF95-7819-4554E44B24A1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384826E0-649E-F01A-1A0A-FAC14625FBD9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B083749C-EC2A-1EA7-DDD5-14203532CB27}"/>
              </a:ext>
            </a:extLst>
          </p:cNvPr>
          <p:cNvSpPr/>
          <p:nvPr/>
        </p:nvSpPr>
        <p:spPr>
          <a:xfrm>
            <a:off x="8304339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688828-18ED-3E09-DE5F-048AF966B9D6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0477099-0AF0-098C-2118-38981977F5F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D506F3D-6DC4-A8CD-EFFD-D09BDC446239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9C1BE8D-DFCC-9EF6-6CD3-CE47687BFB11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B9A0C81-0317-69D1-9A99-B377B44D277B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80236D08-4292-588B-12F4-8142B0FCBCE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345245AD-B0C6-1182-CB56-0ED61C3C37FD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E4F599DF-81F7-4D94-70AF-9061DE395348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EFE27379-0F68-4329-89DC-22FFC7869AB4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DC677DE3-FC61-B6CE-1115-325E2610534F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76891FB-F633-01BC-FBAF-8F1173C8D45A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6159577D-A5A8-F791-A0A2-73DC7AD935C3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234275A-00B6-D53C-FB8D-2498642C7C0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7645DF82-1AD9-779F-A76D-BB90622938F2}"/>
              </a:ext>
            </a:extLst>
          </p:cNvPr>
          <p:cNvSpPr/>
          <p:nvPr/>
        </p:nvSpPr>
        <p:spPr>
          <a:xfrm>
            <a:off x="14306832" y="3401459"/>
            <a:ext cx="948635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want to repeat the same step one more time.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Somehow, get the second smallest element at the top of the heap and then remove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to do it?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C60A56D-8FA3-7A2D-61C1-50CEE210C060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E0B96AF6-F805-E1A2-A289-AFD3BC708FEC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3080F1-1676-AC4C-F63D-2C528A8D0F01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5BC28F5-D0C0-A185-924B-9BA2BE93BE80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824AA16-E256-6104-6667-719688E255C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B2CEFE8-B77E-7327-C520-7896D4A6C017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A56854E-CE0B-9E06-0FDE-0C4D5ADBBA5D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2800405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9945F-F784-EC57-B3E0-A4D1A0703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4A93A1D-B74D-F060-70D3-86EB6842E0D6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A342829-C333-0FAB-1117-0A706920BEA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F405FDB-A638-7408-3428-C3775B1F40D7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D7D14F0-E404-2B11-B532-0F8EA374C97B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DA43FC5-7CB5-A6AB-004E-46F176B31278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9149B38-3D0D-5CE8-F76A-142D618948F4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024C76-8768-4564-2124-76D7D05A7075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09D830-7F63-B72B-D525-CA96A156FC5F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6E952E5-8644-CFE7-6379-28AB3216349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A1247BA-4877-1245-2D24-2246FAA29D87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D9483503-D9C7-EA9D-8E49-00BB50AE0EF4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489D38A5-B474-C6ED-0C34-C04194EBACA2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79E6840D-AB3D-EF75-607C-B49685A6C4D4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F0C60E7F-A7A7-FD3D-5DD2-6F7C5ECA3AC1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CC3AB8A2-8BE8-BFA4-FC3B-81393F4F2473}"/>
              </a:ext>
            </a:extLst>
          </p:cNvPr>
          <p:cNvSpPr/>
          <p:nvPr/>
        </p:nvSpPr>
        <p:spPr>
          <a:xfrm>
            <a:off x="8304339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ACC7B92-B61F-70FC-D025-8A3212D72E5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942A707-D567-FCE1-ACF0-A7EE64FC3D14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F716EC0-37BB-B134-041C-5703F1762313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C1A61BF-7F48-A416-A69A-1071916ADE33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CF3995F-AF37-277B-6922-C95157B6AA69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A9BB587F-14E0-1115-121C-47E5B19CB939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C0115FD1-62A7-3648-96BA-AABF30159122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E5EC177D-616F-A253-DCC8-2F93979A4796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9B7511D1-20F9-7D29-F8F4-90D3AE433E12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D67848C4-5A00-E688-0B7E-CF2F9DF25E8E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E48D60F-7AF9-E745-42A6-0524BF60C4C0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6C7A1557-321B-8530-1765-5186819161A2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A46D35-B3A3-8009-FD07-CCE03476CFB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92FDDB88-CDE9-E612-9C6A-1C691E086F02}"/>
              </a:ext>
            </a:extLst>
          </p:cNvPr>
          <p:cNvSpPr/>
          <p:nvPr/>
        </p:nvSpPr>
        <p:spPr>
          <a:xfrm>
            <a:off x="14306832" y="3401459"/>
            <a:ext cx="9486354" cy="65493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want to repeat the same step one more time. 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Somehow, get the second smallest element at the top of the heap and then remove it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to do it?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89D9F1C-2B21-552B-B5AC-DD110B324D1C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D7C502E6-5399-EEB8-045E-DB82422EF198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CF123D-88CB-9B50-D89E-8800CB5107C8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C72012A-303F-2D2B-34C1-2009BD75E7D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DCF2BB-E64F-90CB-1F9F-81CA32A12E96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1CC7449-4D6D-1230-4E22-5A10A769FD2C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940828AD-B3E7-57E0-6C36-4E2EFAE94563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4529968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938B3-3C26-8B9A-B6B8-17301F5B8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72B3B31F-8934-F5A3-3353-902458B3745A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F7E8166-854D-896B-E173-92006AD73481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2A9004C6-6225-2089-11A5-73D20E2BDF53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CB94AA9-1093-8F4E-4ED4-B388E8D68E8E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827C8A4-E7B5-B5A2-5555-7D039D2422A0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81AF2D-D453-5890-E012-B97E7F268B3B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B390D57-8BBF-8AD9-5433-059938D2FC8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627332-A609-02E6-4BBA-65659FE5B592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55E7D43-E49C-A4E2-A833-9185B5E723A8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5A1EE3-6867-7073-EA30-F84F80FACA46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FE7D55D6-C3DF-199F-D3AE-D0626DC9716F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E9CFD9C0-BB73-743F-D948-410506AC95F6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AB9EADC4-4D42-31F3-C20A-32A8A94B3A44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E94BFF42-1A85-8567-19E6-D3B306812E10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84C82814-1303-2052-F4C7-60A1E31A2D6D}"/>
              </a:ext>
            </a:extLst>
          </p:cNvPr>
          <p:cNvSpPr/>
          <p:nvPr/>
        </p:nvSpPr>
        <p:spPr>
          <a:xfrm>
            <a:off x="8304339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AD2E189-7C13-CBEE-E961-9FC5E43FA0A8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840EACA-5B1F-BA1D-B728-B5F43BEC4E08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6D99E9E-5D2D-34CE-B5D0-36A576963B4B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68A1A4B-E926-5E85-FDD9-B186CFE7B6CD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739CCA80-B66B-6AB3-8EA6-61EEB5D1C618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9E98F892-CDB0-1CF3-3F36-8033A5C9510D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69ACAB96-F579-461A-14AF-B57863637406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DFF2B774-F77E-6EE8-3F14-1FCE1FAF3273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722ADB9E-EA28-329B-BF5F-B3216BFD514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9338E811-E9D4-BBBB-E28E-2A07F6E50F71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BE08429-6577-D327-3A5D-E729A450ACB9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C0B7D22E-21EB-CEBD-D9CA-AA49391A5CA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397A431-7045-1747-47F2-5AB35E5419C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3AFE231-D94F-8772-C3E1-02E0202453FF}"/>
              </a:ext>
            </a:extLst>
          </p:cNvPr>
          <p:cNvSpPr/>
          <p:nvPr/>
        </p:nvSpPr>
        <p:spPr>
          <a:xfrm>
            <a:off x="14306832" y="3861161"/>
            <a:ext cx="9486354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Advantage -- the tree is still a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Disadvantage – the tree is not a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to correct it and restore the heap property?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ABA0FD1-1E9A-88B8-33A0-EA6CFE2C0C02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82629BB4-953D-396A-BD26-C421F05F8C7E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DC80FA-10CC-20D2-E598-27D4704B30A0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E6F2D53-C149-352A-ECA2-7521B7371A8D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61E0C67-B271-BE00-7E5A-0104F543BCBC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BD97B0A-2768-1972-298A-CE6ED48C7D3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3E99DACF-CE91-2E8F-B277-7E268B0D4387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73390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F720-3B96-E80F-A3B8-D6C4A7A09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angle 2">
            <a:extLst>
              <a:ext uri="{FF2B5EF4-FFF2-40B4-BE49-F238E27FC236}">
                <a16:creationId xmlns:a16="http://schemas.microsoft.com/office/drawing/2014/main" id="{7AFC4952-B036-DE17-A9A6-A8D868BED205}"/>
              </a:ext>
            </a:extLst>
          </p:cNvPr>
          <p:cNvSpPr/>
          <p:nvPr/>
        </p:nvSpPr>
        <p:spPr>
          <a:xfrm>
            <a:off x="3619355" y="2245280"/>
            <a:ext cx="10687477" cy="5026052"/>
          </a:xfrm>
          <a:prstGeom prst="triangle">
            <a:avLst>
              <a:gd name="adj" fmla="val 48378"/>
            </a:avLst>
          </a:prstGeom>
          <a:solidFill>
            <a:schemeClr val="accent4">
              <a:lumMod val="60000"/>
              <a:lumOff val="40000"/>
              <a:alpha val="56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4A870DE-AE7B-057A-656E-6D8A7F48B398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025B52F-E85C-DA6D-2864-A118D450E01D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628A81F-2D93-F119-8BFC-A1A4B6A4AE71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33E02F-AA68-4D81-0416-1EB9F58F1598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D9B4C2F-27A8-4DAC-DDD0-0C58F6334782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C8AC085-0D61-D75D-DB17-63419C3141C5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566AE7-3CCA-7FE5-E718-FFDB6F4C554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75F64BF-A22D-43E6-DAB6-4D40DC98FAD7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9E07318-3500-C2CE-2A76-DA7D3612460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D1FC556-5F91-6E71-6501-23E7662F115D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09A4F293-BF47-27BF-1A13-2D7A9FA3D18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9">
            <a:extLst>
              <a:ext uri="{FF2B5EF4-FFF2-40B4-BE49-F238E27FC236}">
                <a16:creationId xmlns:a16="http://schemas.microsoft.com/office/drawing/2014/main" id="{0EC8E5FB-C12B-1741-6B98-128865A56EC9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1879887F-AB3F-BBD6-F869-2B0886994171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49789EAE-2E79-6717-BAA0-78F8BD05C008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7">
            <a:extLst>
              <a:ext uri="{FF2B5EF4-FFF2-40B4-BE49-F238E27FC236}">
                <a16:creationId xmlns:a16="http://schemas.microsoft.com/office/drawing/2014/main" id="{420C6C58-D8B6-42B3-362E-AE0F1B78DB6C}"/>
              </a:ext>
            </a:extLst>
          </p:cNvPr>
          <p:cNvSpPr/>
          <p:nvPr/>
        </p:nvSpPr>
        <p:spPr>
          <a:xfrm>
            <a:off x="8304339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BF0C88E-11C6-3C8F-EA70-0BE82180AAE3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EB9C48-1C23-897D-271D-EDD3E4C5F915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3DA49B3-3D2B-F1B1-DF36-D38F528C7C0E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F9469D1-EE53-2601-8A55-1D49B8DB78CF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444938D-8A2D-F422-A700-7B2D0DD68269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3C328EAD-551C-D5A2-9570-7B023E75780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6">
            <a:extLst>
              <a:ext uri="{FF2B5EF4-FFF2-40B4-BE49-F238E27FC236}">
                <a16:creationId xmlns:a16="http://schemas.microsoft.com/office/drawing/2014/main" id="{707AE624-C48C-8181-BC5E-FE95DBC0C930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4" name="!!b3">
            <a:extLst>
              <a:ext uri="{FF2B5EF4-FFF2-40B4-BE49-F238E27FC236}">
                <a16:creationId xmlns:a16="http://schemas.microsoft.com/office/drawing/2014/main" id="{A167D1E8-6222-96DB-E77D-C1E4B1FF74A1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7C23437E-9F6F-5F42-041A-52449392A95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864F8FAC-A5A6-5A73-E381-57E0739AA5D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D85A3B6-46FD-FB49-BF77-8A722C16D157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8F3A8842-8D5E-9B65-84A7-E28D63CE2ED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762715-EDFF-3E9B-9520-6E44C4EC0967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2F94079-8871-95F0-C896-65C61C046AE9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C8E20757-8014-1052-4698-530913D17125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C221BAC-4FCB-8766-FF40-01E90EDCA903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435EC42-DD1F-3F7A-3A98-35AC593D40B3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B35C7B2-5C0A-413B-BE33-6797ECF3E00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C72385EC-DF7D-3777-8C1C-F8D8420EADED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13EEEB9A-DF57-DCCC-AFFD-8A207AC11994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12C3C3-90D1-66D0-5774-1C66E8050381}"/>
              </a:ext>
            </a:extLst>
          </p:cNvPr>
          <p:cNvSpPr/>
          <p:nvPr/>
        </p:nvSpPr>
        <p:spPr>
          <a:xfrm>
            <a:off x="14306832" y="3861161"/>
            <a:ext cx="9486354" cy="5629910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Advantage -- the tree is still a complete binary tree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Disadvantage – the tree is not a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How to correct it and restore the heap property?</a:t>
            </a:r>
          </a:p>
        </p:txBody>
      </p:sp>
    </p:spTree>
    <p:extLst>
      <p:ext uri="{BB962C8B-B14F-4D97-AF65-F5344CB8AC3E}">
        <p14:creationId xmlns:p14="http://schemas.microsoft.com/office/powerpoint/2010/main" val="3449954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52BB6-CC16-F1AD-7FA1-223781D7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angle 11">
            <a:extLst>
              <a:ext uri="{FF2B5EF4-FFF2-40B4-BE49-F238E27FC236}">
                <a16:creationId xmlns:a16="http://schemas.microsoft.com/office/drawing/2014/main" id="{1F02A472-27DD-677F-D3B4-257A94CAC70F}"/>
              </a:ext>
            </a:extLst>
          </p:cNvPr>
          <p:cNvSpPr/>
          <p:nvPr/>
        </p:nvSpPr>
        <p:spPr>
          <a:xfrm>
            <a:off x="3619355" y="2245280"/>
            <a:ext cx="10687477" cy="5026052"/>
          </a:xfrm>
          <a:prstGeom prst="triangle">
            <a:avLst>
              <a:gd name="adj" fmla="val 48378"/>
            </a:avLst>
          </a:prstGeom>
          <a:solidFill>
            <a:schemeClr val="accent4">
              <a:lumMod val="60000"/>
              <a:lumOff val="40000"/>
              <a:alpha val="56000"/>
            </a:schemeClr>
          </a:solidFill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1AD495B-0995-E65B-1509-F090155DA1C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9C27EE2C-862A-12D6-8204-4160457BA25A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365C2953-001D-9CD1-9B50-2A089C06C7A4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13406A1-CD3E-47A8-299C-F4EC5D264B77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63D7CD-9386-7D84-AD41-C1F02C74F665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961629-97C8-0578-4816-4C529B4F8D83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07C83E2-2AFC-E7F0-6CCA-40D455D011FC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C3828E5-8D49-E538-BFDF-B33281E718F8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21F093-D544-E515-E977-C2D16E0CBF6E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96D8599-B5A9-6879-FB4D-A94B7542FC27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C3ABFBF8-27CB-7FA7-AD08-899A1A18CC63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D1E93260-35E6-37A1-70EA-C2AD288602EA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2F9DBB48-43B4-094E-3790-0EB77C0599EE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73FB92D4-C100-C523-CFF3-4002BC39AFE0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E457BEFD-F2AA-A7A0-3530-3AAAAE7CD38A}"/>
              </a:ext>
            </a:extLst>
          </p:cNvPr>
          <p:cNvSpPr/>
          <p:nvPr/>
        </p:nvSpPr>
        <p:spPr>
          <a:xfrm>
            <a:off x="8304339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0408B6-FC15-4DF1-3D4C-85010D12DEC9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269E489-9924-4BE9-DFBE-BA77E0ABA859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C18CBD6-8D18-B09D-D032-F2D701F29B41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1E80EA8-D831-04C5-3F07-31F9F6576E2F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F60874A9-10B4-4A37-D547-B222AF400EA3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77CAE463-8674-99C6-25A6-A1552F2CD901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3">
            <a:extLst>
              <a:ext uri="{FF2B5EF4-FFF2-40B4-BE49-F238E27FC236}">
                <a16:creationId xmlns:a16="http://schemas.microsoft.com/office/drawing/2014/main" id="{C268352F-ACD8-08D4-D1FC-07588DF7E086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F00A258C-F338-A4E2-0C26-974AD72A7BA4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FADF6609-C613-D6DD-19C9-EC14C32085E5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C1074A01-4B5C-F28E-5A49-8248AA13A4B2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6826F75-A5F6-280F-41E5-DB15FDD34BDC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D44537AA-C22B-2501-F350-69B2393A220A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7F7202E-D63C-D38B-0837-54AF2B800647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590ECB2-9940-8B43-050A-F097B20FFB01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8039C9AE-94C1-7ACB-29B6-E20AE35002FA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AE261F-A520-EDE7-B3C8-3409054B2193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526E65-FF4B-28A1-C277-20C06ADF9A7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6BB6FAD-7C7E-41D0-1F94-4CACE7ACC4B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087CD1-69FB-FB4E-CE5C-5FB3B8CBF32F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BF0645F6-B851-341A-4C6A-4196411AE154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29B91FE-B96C-7E02-F190-6AE362C3D7B4}"/>
              </a:ext>
            </a:extLst>
          </p:cNvPr>
          <p:cNvSpPr/>
          <p:nvPr/>
        </p:nvSpPr>
        <p:spPr>
          <a:xfrm>
            <a:off x="14306832" y="4780559"/>
            <a:ext cx="948635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second smallest element is at the top of the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Remove it</a:t>
            </a:r>
          </a:p>
        </p:txBody>
      </p:sp>
    </p:spTree>
    <p:extLst>
      <p:ext uri="{BB962C8B-B14F-4D97-AF65-F5344CB8AC3E}">
        <p14:creationId xmlns:p14="http://schemas.microsoft.com/office/powerpoint/2010/main" val="7594329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E252-1850-02BD-E196-3D1C7480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11E1F1A3-F1F1-5D51-6F5F-4F1D8ED0A670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F7BB5634-0DC5-C4CF-3A4F-CA5B169B1BA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6251737-73A0-4B57-3275-A70090F5ADE0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C196F4-D57D-8FDF-4D8C-BFB349C6DF1C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BAB05D-61B4-F32A-A95C-3AB271964FD2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6E64149-7F86-43A7-8EA0-FDF0FC551630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3C388D4-D00A-6C9B-0330-B18CE3865F2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681BCA-AD6F-520F-4949-D2E85C27AD5E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41F6DC9-100F-64AF-2004-A9350208A858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A4FDA8-2CFC-FDA5-A983-88444818C80D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86DABB76-EF34-F1F8-E9D3-325D83E4BD41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3817321C-C628-85A6-0B73-B3A93F138907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5C1D8B8A-806A-99E1-F3A4-16E840B745DB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9BB6497F-88A1-D851-605D-AEFA676C14C6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27F0759B-6B7A-F588-8041-10ADDFD2000B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F9162CE-45C9-9578-2858-1DB47C0473A0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BB230F19-92C9-E9DE-6524-275BE5E58FC2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96A7584-6D6B-6245-059C-FFF97B559501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D8694DD-CCDB-2E98-E1E1-6E2388ABCD84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8D05A355-D923-B8D2-B482-5D92E7E5C8ED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1BBCAA63-AF61-7647-5DC6-BA6BD826067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3">
            <a:extLst>
              <a:ext uri="{FF2B5EF4-FFF2-40B4-BE49-F238E27FC236}">
                <a16:creationId xmlns:a16="http://schemas.microsoft.com/office/drawing/2014/main" id="{562CD2CA-A967-1418-5C95-5E403343CACF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FBCB76CC-59C8-FD9C-A096-8E2FCB44816F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6056E1B4-729D-77C5-9B23-CBEB1D0EBC09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645FAA51-F735-B1CA-22B6-E3DF512C13D3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E89FE0C-D8A7-045F-C20F-E74364238486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29F01F0F-E4AF-7FD4-5AAE-5B28440905C1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04FF6C-55E7-0E51-BDBD-339E06ACB3B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5468F69-47A8-1F70-AA0D-63A34AC9B380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700751FB-273B-432B-3088-34F0BFB422B2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143512-EBB5-7B1E-665F-78CC8185F2B8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77CE1E8-1CCF-8E82-B814-8DE7C928D82D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4580937-833C-4ABD-62DF-9BC917104E7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392FAF1-AC6D-4848-141B-C08BD657AEAF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2828CE64-9215-2332-9171-3908BBA661FB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84001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435D9-98CE-E5D5-AA9B-94A4321BD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9ADCF751-A271-2AF2-2779-6D624024D7BF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3517D256-1292-C8D4-1C95-6C29BB6BA85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92D94457-16EF-8325-51CA-268EBCBC19A9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FE8DA01-A9D2-6AE1-7479-74C8E01C6AA8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76CC87-F0F0-DC30-95BD-F07B92382447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4407D8-6359-F373-23C4-507E686F3A39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B17FD9E-5FF8-418D-172D-760C2C548EDD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97521D8-F270-8F51-7F53-B73A029A3230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3ABF3E8-A88A-4787-6A19-57EB28280C01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942C2B-4843-E39E-93ED-97E441613A99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46E05608-186D-C0F8-E82B-97B97FCF94C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124A27D4-E3BF-F62D-380A-9B513E9C2818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0ACB787D-1FF7-6A36-4858-2F5D38DBE343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2EB1A5FD-DD60-DAB4-FAB9-1BF80C61B0B4}"/>
              </a:ext>
            </a:extLst>
          </p:cNvPr>
          <p:cNvSpPr/>
          <p:nvPr/>
        </p:nvSpPr>
        <p:spPr>
          <a:xfrm>
            <a:off x="8280263" y="3569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7321B042-7572-A0BD-BAFC-F04CAFB3C8E8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467FE6-9901-71E4-4DCE-73B9E88D5C2F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53FCC65F-2507-18C0-0562-A1771C2E46E7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C5BABC6-00A0-A33F-AAAA-B44126E30677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A2D1A19-35D3-87CF-C8A3-616919C58014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4F1F745-65A7-25FC-47A5-9507B509F45E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98C4A3B5-7F47-9B65-AF66-51F9D7FAF478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3">
            <a:extLst>
              <a:ext uri="{FF2B5EF4-FFF2-40B4-BE49-F238E27FC236}">
                <a16:creationId xmlns:a16="http://schemas.microsoft.com/office/drawing/2014/main" id="{6E069D49-67E8-CF98-37FF-DF9FAE823AD3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6E444887-5AB0-44ED-5298-694BCB388E16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A27FD130-87F5-8CAB-9A87-CB1EB3363826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C233AFE5-86D2-6864-F19B-57D96904BBB1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47FA7F1-2460-AF90-7ED3-CBC7BE8DD562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F5901679-DCB5-D330-96AE-40C0F4E9DB62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D11A04-B695-7CA4-86DA-8F5DBF74B4B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A370BF6-5836-9720-3A24-62973F97147C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9F8F5070-10E3-64A2-449E-76BA63642C52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F5B5F7-0061-62B1-3A12-F3682AC9CDB0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2E57659-B1C8-DB25-E988-F3E8C57148FF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D8C2E7-7E00-A361-C3FF-9A3BEB7D04A3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9051BAE-B107-F7C3-88AF-E6F5324B6964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A3E2EF6B-16CC-8A40-293C-1C75AF877F75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409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6FEE8-9202-A614-88E0-6819EF01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57AAD5C3-AAB9-4CA3-1912-3574496E13E9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7459E040-F568-3BCA-6FD5-A0C1B946B5EF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47B6AD3-2326-3DED-9F6A-6B97736E415D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12B113-5701-A777-5C04-A5848C1F2F83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7223C86-B34E-598F-0C0B-63FA4A37FCE6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873B507-DCAE-97D9-054B-D655A9338E74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331111-0CB5-FBD0-45CB-A6E19A1F191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B33E60-E2AB-254C-5F68-BD1D9A46BC2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8">
            <a:extLst>
              <a:ext uri="{FF2B5EF4-FFF2-40B4-BE49-F238E27FC236}">
                <a16:creationId xmlns:a16="http://schemas.microsoft.com/office/drawing/2014/main" id="{04780A1F-660E-E5C2-F1F9-08C54F6267E5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025E1732-6717-8AC3-F901-F69C35079769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DF56A17A-E90E-BE40-C98F-6185B48C2D0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11">
            <a:extLst>
              <a:ext uri="{FF2B5EF4-FFF2-40B4-BE49-F238E27FC236}">
                <a16:creationId xmlns:a16="http://schemas.microsoft.com/office/drawing/2014/main" id="{818D7886-DB3C-A548-99AC-15474113E016}"/>
              </a:ext>
            </a:extLst>
          </p:cNvPr>
          <p:cNvSpPr/>
          <p:nvPr/>
        </p:nvSpPr>
        <p:spPr>
          <a:xfrm>
            <a:off x="8261268" y="35703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C277B414-E2A4-091D-F674-8BF18242AA47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A30CAA-84CC-A35F-AAC7-350EEF6199B1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2742F76-2CBC-1769-5B65-21B53384D030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E687F63-840A-30BA-762B-CB8E3A5FDC51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106F79E-10E6-A3AE-3B7E-0A9EE03A9880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D2F4942-47F7-E067-F74E-85A95FAB3771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2">
            <a:extLst>
              <a:ext uri="{FF2B5EF4-FFF2-40B4-BE49-F238E27FC236}">
                <a16:creationId xmlns:a16="http://schemas.microsoft.com/office/drawing/2014/main" id="{D2456B48-B173-952C-91B5-A13AE58E983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3" name="!!b3">
            <a:extLst>
              <a:ext uri="{FF2B5EF4-FFF2-40B4-BE49-F238E27FC236}">
                <a16:creationId xmlns:a16="http://schemas.microsoft.com/office/drawing/2014/main" id="{7A8DD007-293E-54BC-9F7B-4CB2DA9FDADA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FEE17A09-4A9A-94EC-266B-D7764C0CAAED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AF16FDCA-7525-6BFF-54BC-8BFCB65C91D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2D856B76-E6B0-FDD9-EB4E-175254605F1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21A199-A8E7-3993-725B-0CF12AECD611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FA1FF1DA-0423-6026-FBED-1D7A0E4340B5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97FEC83-D3CA-A89B-C188-8A595188CEE7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7A086D0-D8F1-26E0-5701-3BE266BAF5C2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1C437E45-7D61-DC6E-FEEA-47F0FC4ECF1D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25BDDE5-F672-63E5-B41D-FDE02EEAD5FA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B0A90AF-6D45-ABE3-4AE3-50DE303DBB33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85F90B8-CCC3-4F73-6D09-A740F4FC2558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5BE4802A-CA92-A269-D4D5-23F940DA6E71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Multiply 11">
            <a:extLst>
              <a:ext uri="{FF2B5EF4-FFF2-40B4-BE49-F238E27FC236}">
                <a16:creationId xmlns:a16="http://schemas.microsoft.com/office/drawing/2014/main" id="{17382825-A5A4-93EB-8314-1018C3871A07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50084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67722B-CABC-72B2-362B-03588E40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14CC82AF-154F-A1A2-F033-E74A85796AF4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BA3241E-45A5-8B20-8D4C-26FDD61531C7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8C07391-C917-0551-4D26-56CEFBEFFAE6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6F8AC3C-38B9-146D-B4D8-345679B6E87F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BD34AA7-2C54-BFB4-5989-8E73C04487B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EFFC7F0-CFFA-0F4D-DF88-FAB6D6C368F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C1AF4C0-8AB5-03EB-F3C4-435C5C586F4D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1660E5-9312-4252-514A-5C239A9AE977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11">
            <a:extLst>
              <a:ext uri="{FF2B5EF4-FFF2-40B4-BE49-F238E27FC236}">
                <a16:creationId xmlns:a16="http://schemas.microsoft.com/office/drawing/2014/main" id="{D81F9818-7527-D6DF-623B-F515E38BE963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0D13F873-565D-BE58-2ED3-E5AD93ABC7BA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0">
            <a:extLst>
              <a:ext uri="{FF2B5EF4-FFF2-40B4-BE49-F238E27FC236}">
                <a16:creationId xmlns:a16="http://schemas.microsoft.com/office/drawing/2014/main" id="{30CEDF9F-45F0-4506-EF77-44F685CA17E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8" name="!!b8">
            <a:extLst>
              <a:ext uri="{FF2B5EF4-FFF2-40B4-BE49-F238E27FC236}">
                <a16:creationId xmlns:a16="http://schemas.microsoft.com/office/drawing/2014/main" id="{AA822DD9-F6F1-2303-6257-0F36623E7928}"/>
              </a:ext>
            </a:extLst>
          </p:cNvPr>
          <p:cNvSpPr/>
          <p:nvPr/>
        </p:nvSpPr>
        <p:spPr>
          <a:xfrm>
            <a:off x="8261268" y="35703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9D772F63-FB7F-D293-5BDE-8569DE2DDF6A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9ED4DEB-99F3-D37E-A1FE-88DFAFDD9DE5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91001A67-FD29-C133-F8B2-F70E9C83E29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8C215EC1-0F28-DF56-87C7-CB9CCE17A4D2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937EAE1-7394-0AB5-7F93-9530E78C5CF0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5363FBD-A942-C1BB-F185-5EB8FCDBFC13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3">
            <a:extLst>
              <a:ext uri="{FF2B5EF4-FFF2-40B4-BE49-F238E27FC236}">
                <a16:creationId xmlns:a16="http://schemas.microsoft.com/office/drawing/2014/main" id="{7490CB6B-4AEB-0A6B-8D24-F609ECB73D2A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3" name="!!b2">
            <a:extLst>
              <a:ext uri="{FF2B5EF4-FFF2-40B4-BE49-F238E27FC236}">
                <a16:creationId xmlns:a16="http://schemas.microsoft.com/office/drawing/2014/main" id="{747E9236-4EC9-CB88-2B70-49AF8E95FE12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4FE54A19-B74C-4D87-D581-14896636455B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4">
            <a:extLst>
              <a:ext uri="{FF2B5EF4-FFF2-40B4-BE49-F238E27FC236}">
                <a16:creationId xmlns:a16="http://schemas.microsoft.com/office/drawing/2014/main" id="{C3E596C6-832B-F138-0583-E4B8D50BCA8F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BA15AB9A-3DD1-4F98-6C0D-F38F33FE8B9D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B8A49D1-18DB-819C-ADD6-5F2637871CC4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AA1ED14C-7D4B-763F-FEBC-6B18C5295921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A6B5A5E-A7C2-D1FC-37A8-63D60A934B9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CA57A77-8E04-4EEC-8A41-C507CC42D75F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D9FAADF2-24EF-0DDC-714D-0E6E0DE526CC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1F9E49-8604-6B54-BAB4-5AEE2705780E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54CA881-2FD8-59B9-A841-435CE90E2083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7E08540-823A-5D29-5DAD-63E8D7A90E81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1AEBAABD-0495-F69D-66F7-67480A20B489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C1B5A370-A9C2-032E-6261-8EA4CFD916C0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5263505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67C34-4BC9-7E79-7655-C9497E09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1D78EE8A-0731-DBED-8478-DA4D6DD0A25E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0ABF7FE-60F3-97D5-AB38-F0CC4CEC4549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688CC3C-7835-7B4F-A4BD-16655704B5EC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76D7D6E-3B1B-6B8B-6296-25874C92023A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4937CA-8A8E-511E-2A47-83EB2CEE2246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FA2AD03-0FBC-53F1-7FBE-CEC5B9938C4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0043E7C-1A98-87B5-2EB8-03F63F3873AD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756796-2ADD-C830-0151-41FF59D51EB0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10">
            <a:extLst>
              <a:ext uri="{FF2B5EF4-FFF2-40B4-BE49-F238E27FC236}">
                <a16:creationId xmlns:a16="http://schemas.microsoft.com/office/drawing/2014/main" id="{9C46F07D-3E0E-7241-77F5-5AEF8163C491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5CAA84BD-3C0B-8C7D-CB2D-47E8CB0787F2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1">
            <a:extLst>
              <a:ext uri="{FF2B5EF4-FFF2-40B4-BE49-F238E27FC236}">
                <a16:creationId xmlns:a16="http://schemas.microsoft.com/office/drawing/2014/main" id="{7ADCFDC8-4DDD-E0C1-055F-653E86A32703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!!b8">
            <a:extLst>
              <a:ext uri="{FF2B5EF4-FFF2-40B4-BE49-F238E27FC236}">
                <a16:creationId xmlns:a16="http://schemas.microsoft.com/office/drawing/2014/main" id="{F99721E6-E6C9-1EBA-A0DA-CED7265BFD06}"/>
              </a:ext>
            </a:extLst>
          </p:cNvPr>
          <p:cNvSpPr/>
          <p:nvPr/>
        </p:nvSpPr>
        <p:spPr>
          <a:xfrm>
            <a:off x="8261268" y="35703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3F17C8B8-06CC-59AC-A398-8F4DD3D9D456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664B323-10A1-DF80-D81C-26C4FE04294A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055FFD3-1504-33EC-6F65-3FE989F720F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A8E936-9A21-75CF-8E57-6E428BA50173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38A96AD-A996-0A5E-2972-B889E7F91D5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E195FA4E-9CB5-560E-C748-6F3D88E65044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4">
            <a:extLst>
              <a:ext uri="{FF2B5EF4-FFF2-40B4-BE49-F238E27FC236}">
                <a16:creationId xmlns:a16="http://schemas.microsoft.com/office/drawing/2014/main" id="{05A2E565-64F4-9D0A-1D32-D3E59B6F4BAD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3" name="!!b2">
            <a:extLst>
              <a:ext uri="{FF2B5EF4-FFF2-40B4-BE49-F238E27FC236}">
                <a16:creationId xmlns:a16="http://schemas.microsoft.com/office/drawing/2014/main" id="{51FE67EA-65BE-1AEA-9E17-0B25EA542167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580A00C7-091A-EE95-C28D-2F762B2B7C55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3">
            <a:extLst>
              <a:ext uri="{FF2B5EF4-FFF2-40B4-BE49-F238E27FC236}">
                <a16:creationId xmlns:a16="http://schemas.microsoft.com/office/drawing/2014/main" id="{A52D7050-FB2D-7E67-927F-5CA1A0EB4EDF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AF21041A-A292-EC61-7E76-A72986C8E89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BD50E9-D352-48AA-9417-6EC2DF0FF641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B6100E1D-DAA2-8788-9793-5BB098D4E466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54E7754-DF25-020C-B164-27DAF6DC592C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2EA238FC-5199-086A-D2F5-6420E06EE167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C5DD498F-80CC-D140-FCFD-B24E94FD4234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AF73D84-2777-4066-647E-F3F7A7288BE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F9CAA71-F94F-4B1F-5A86-5368A14CDC3A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616A70F7-7040-4390-A7AC-A6D1328F50DB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D26243DD-A7AA-B201-C4EA-6D7CE343D95A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79F3222B-928F-A7F0-4982-93E22D2E4614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11742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3DBF4-2B7E-DEA7-1601-B41F4DFE6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04D177E7-8FFC-D73C-E294-C1490C7A6B28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2531167-5F28-BBB6-5718-A134769D7BA2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FACEBB8-6D79-B191-D542-6938F3D90C81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C9B8C78-BD02-8B21-86C5-E25E91CD7C9C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FA9575C-D021-3737-898A-D20F27E7C8D7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50357B3-A340-3815-082D-AFE9CD98A341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3EF5B47-EBEE-DB22-3C3D-CFB1D8907579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F9D5C0F-AC84-737C-417A-DAE2B33E30CD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10">
            <a:extLst>
              <a:ext uri="{FF2B5EF4-FFF2-40B4-BE49-F238E27FC236}">
                <a16:creationId xmlns:a16="http://schemas.microsoft.com/office/drawing/2014/main" id="{4AE8A206-76F3-82C0-C3FD-FADE870BFDF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1D79E92B-6D78-5E33-FD73-91C8311C9FB4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1">
            <a:extLst>
              <a:ext uri="{FF2B5EF4-FFF2-40B4-BE49-F238E27FC236}">
                <a16:creationId xmlns:a16="http://schemas.microsoft.com/office/drawing/2014/main" id="{13E1C7E8-530F-966C-BC8E-568054E13C7E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!!b8">
            <a:extLst>
              <a:ext uri="{FF2B5EF4-FFF2-40B4-BE49-F238E27FC236}">
                <a16:creationId xmlns:a16="http://schemas.microsoft.com/office/drawing/2014/main" id="{EAD14DE8-7E79-4C32-1F0E-EE65981DA8C2}"/>
              </a:ext>
            </a:extLst>
          </p:cNvPr>
          <p:cNvSpPr/>
          <p:nvPr/>
        </p:nvSpPr>
        <p:spPr>
          <a:xfrm>
            <a:off x="6561920" y="10506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9BCEA3E5-F91B-9137-E4C3-A48007023741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F2AD2AB-A176-459B-0038-E859590D1C01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E561D13B-A976-FFE2-1AAC-B166E21C250E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D6388FAD-2EA8-FB59-0766-B4B70EFB6A76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B7FBD78-57F4-ADFF-81B2-E7076CBDCB44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34A028C-012C-6940-2136-DEBB1AF36191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4">
            <a:extLst>
              <a:ext uri="{FF2B5EF4-FFF2-40B4-BE49-F238E27FC236}">
                <a16:creationId xmlns:a16="http://schemas.microsoft.com/office/drawing/2014/main" id="{77D1CE8E-0F85-0975-22BF-A6A03F44F4C6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3" name="!!b2">
            <a:extLst>
              <a:ext uri="{FF2B5EF4-FFF2-40B4-BE49-F238E27FC236}">
                <a16:creationId xmlns:a16="http://schemas.microsoft.com/office/drawing/2014/main" id="{750D92BD-6023-96E8-A157-1C798FBC57A9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DD0AF2EB-CD23-FA15-4378-16B9BF67EEB9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3">
            <a:extLst>
              <a:ext uri="{FF2B5EF4-FFF2-40B4-BE49-F238E27FC236}">
                <a16:creationId xmlns:a16="http://schemas.microsoft.com/office/drawing/2014/main" id="{516D7558-83CF-0361-D173-B709A07EAF46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C010D1A7-9478-ABF8-16F2-CA7D9BE375F3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6B4B8E4-A7D8-642E-F15F-D996F37E42DE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065B0BDC-4345-5084-53C0-F514744F9C3E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7A013A3-BCD9-FC24-D489-57F336707080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8374905-F21A-8ABD-0E90-FC64A80BAF8B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BF00B914-CE18-B4F2-A153-34A25CA75E2D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C38D1F9-61BD-17CE-9BDD-F204B59F509D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80AAF16-56B3-55B0-E109-07FCA88AB888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7CDA155-1154-E2A8-FEFA-593A1DD435EF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F998706B-9B57-E6C4-C410-40881B188BB0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971A0358-CBB6-6E1C-8AA6-223AB0BABF5B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130230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C2A68-7AB4-49C9-B037-EB9530FDC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val 36">
            <a:extLst>
              <a:ext uri="{FF2B5EF4-FFF2-40B4-BE49-F238E27FC236}">
                <a16:creationId xmlns:a16="http://schemas.microsoft.com/office/drawing/2014/main" id="{DA43A4AE-888E-414D-C8D3-B70E63A5517A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827D124-91C7-B980-C436-DB56CFDB4B12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3A4351-9FB4-32B9-31B2-5364FF9F8C3F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7AFE6F0-D746-979E-FD06-259509908E89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7A527A4-3EE8-3D49-BC6E-25DDE03DFCAB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145BF86-1C17-271F-4139-0634F7E1A1E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4880D55-312D-8693-AB9D-12D8F9E3088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9991E4C-B28A-6259-9C52-31D118B68188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10">
            <a:extLst>
              <a:ext uri="{FF2B5EF4-FFF2-40B4-BE49-F238E27FC236}">
                <a16:creationId xmlns:a16="http://schemas.microsoft.com/office/drawing/2014/main" id="{E7CFF115-0506-03EA-7386-4CEBE829C97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008DE4C7-C53C-5D7F-80A9-E65A5DBD53AC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1">
            <a:extLst>
              <a:ext uri="{FF2B5EF4-FFF2-40B4-BE49-F238E27FC236}">
                <a16:creationId xmlns:a16="http://schemas.microsoft.com/office/drawing/2014/main" id="{898835F1-19C4-7D6F-CF31-13A076550292}"/>
              </a:ext>
            </a:extLst>
          </p:cNvPr>
          <p:cNvSpPr/>
          <p:nvPr/>
        </p:nvSpPr>
        <p:spPr>
          <a:xfrm>
            <a:off x="8261268" y="3569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!!b8">
            <a:extLst>
              <a:ext uri="{FF2B5EF4-FFF2-40B4-BE49-F238E27FC236}">
                <a16:creationId xmlns:a16="http://schemas.microsoft.com/office/drawing/2014/main" id="{84FCE714-1B65-9756-3A6D-A8C4A52075E1}"/>
              </a:ext>
            </a:extLst>
          </p:cNvPr>
          <p:cNvSpPr/>
          <p:nvPr/>
        </p:nvSpPr>
        <p:spPr>
          <a:xfrm>
            <a:off x="6561920" y="10506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61D359FC-9AE7-CEED-BBEF-0278A9B4D2CA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8643327-EDE6-4E1C-B736-D532A27B1D43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9A0F6EF-8617-1910-35C4-602F0099BD43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5502B2C-F440-4B8B-277C-E155489BE8CC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BB1768C-AE10-BEFB-4392-A489D7AE2F84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66325C-1847-2958-B58E-BD0EF0B3D55F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4">
            <a:extLst>
              <a:ext uri="{FF2B5EF4-FFF2-40B4-BE49-F238E27FC236}">
                <a16:creationId xmlns:a16="http://schemas.microsoft.com/office/drawing/2014/main" id="{EA549EE8-9152-70F1-3411-E1FBC1EF8A60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3" name="!!b2">
            <a:extLst>
              <a:ext uri="{FF2B5EF4-FFF2-40B4-BE49-F238E27FC236}">
                <a16:creationId xmlns:a16="http://schemas.microsoft.com/office/drawing/2014/main" id="{5D5B56B4-B567-1BAA-B5DE-166C39DBD47E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112B6AD1-6A23-6BE2-E5B9-E64D5529AB0D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3">
            <a:extLst>
              <a:ext uri="{FF2B5EF4-FFF2-40B4-BE49-F238E27FC236}">
                <a16:creationId xmlns:a16="http://schemas.microsoft.com/office/drawing/2014/main" id="{94451A77-EA2C-3324-8FA4-61094AF28AC3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271AF3EE-B14B-EE42-AB5A-3DC34F45481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1AEEDDF-B685-C422-CD4F-32E8A588BE78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462A39F2-6444-1FF3-0DDB-F8A20473B192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F1B3DB7-F8D1-81F7-9A7C-46930ECAB757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6A1B48F-DAEC-0D62-76ED-3877EA75724C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402B0040-9638-9FED-9BA6-55BE20915185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134F19-2A74-A2AF-5316-53D89975ED5D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C070AEA-A488-1B35-82D3-41CF7BB55C31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B3EBB32-841A-422C-D123-6251C46BEA1E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EFCA93B1-A387-D488-A245-BA487B75F6CE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A75D4ED7-667A-6504-90CD-BFFCD984A119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761836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E5189-7E13-0B28-20F7-24A2B3867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Oval 35">
            <a:extLst>
              <a:ext uri="{FF2B5EF4-FFF2-40B4-BE49-F238E27FC236}">
                <a16:creationId xmlns:a16="http://schemas.microsoft.com/office/drawing/2014/main" id="{0FA7F454-2F0E-73BA-F949-E6F4C86820BB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0A73EABC-2638-A671-01ED-267436A1C6A7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6D99F3-B8E1-2A82-A770-B01C2E3F6DCC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01AE93-B2C7-2E23-A6C5-2E3B60971880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9FCD2EE-72E2-C22C-9009-09EEB6992AE2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234B584-94B3-6432-DC2F-A14EB5A0882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!!b10">
            <a:extLst>
              <a:ext uri="{FF2B5EF4-FFF2-40B4-BE49-F238E27FC236}">
                <a16:creationId xmlns:a16="http://schemas.microsoft.com/office/drawing/2014/main" id="{75D76005-5DEC-991B-CDFD-DF72455D5421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5" name="!!b7">
            <a:extLst>
              <a:ext uri="{FF2B5EF4-FFF2-40B4-BE49-F238E27FC236}">
                <a16:creationId xmlns:a16="http://schemas.microsoft.com/office/drawing/2014/main" id="{3204D80B-4E86-A69A-4490-0AE1D2405964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7" name="!!b11">
            <a:extLst>
              <a:ext uri="{FF2B5EF4-FFF2-40B4-BE49-F238E27FC236}">
                <a16:creationId xmlns:a16="http://schemas.microsoft.com/office/drawing/2014/main" id="{D23024C3-ADEC-811E-263D-B41C705E8209}"/>
              </a:ext>
            </a:extLst>
          </p:cNvPr>
          <p:cNvSpPr/>
          <p:nvPr/>
        </p:nvSpPr>
        <p:spPr>
          <a:xfrm>
            <a:off x="8261268" y="35699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8" name="!!b8">
            <a:extLst>
              <a:ext uri="{FF2B5EF4-FFF2-40B4-BE49-F238E27FC236}">
                <a16:creationId xmlns:a16="http://schemas.microsoft.com/office/drawing/2014/main" id="{6B3DEDB6-3C40-A926-CEFD-8361D103D91F}"/>
              </a:ext>
            </a:extLst>
          </p:cNvPr>
          <p:cNvSpPr/>
          <p:nvPr/>
        </p:nvSpPr>
        <p:spPr>
          <a:xfrm>
            <a:off x="6561920" y="1050603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BAE79100-6F78-B436-48DC-B820D8E7BE97}"/>
              </a:ext>
            </a:extLst>
          </p:cNvPr>
          <p:cNvSpPr/>
          <p:nvPr/>
        </p:nvSpPr>
        <p:spPr>
          <a:xfrm>
            <a:off x="4808249" y="105060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E8C3B0A-378A-2ADD-4D85-F724F6A74CD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131CA22E-4C26-40E9-162A-8634EC760915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AC3943E-39DD-8BEB-518C-6FD0F64AC28D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AAB25A2-2F86-0F6F-6782-451295896B28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0A76EDC-30F7-A151-B1FB-0D8A30181DD6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!!b4">
            <a:extLst>
              <a:ext uri="{FF2B5EF4-FFF2-40B4-BE49-F238E27FC236}">
                <a16:creationId xmlns:a16="http://schemas.microsoft.com/office/drawing/2014/main" id="{9584216E-26F6-12D2-9799-10835A74B03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3" name="!!b2">
            <a:extLst>
              <a:ext uri="{FF2B5EF4-FFF2-40B4-BE49-F238E27FC236}">
                <a16:creationId xmlns:a16="http://schemas.microsoft.com/office/drawing/2014/main" id="{0B58A423-CABC-4E1D-8EFD-AEA32F72DD81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4" name="!!b6">
            <a:extLst>
              <a:ext uri="{FF2B5EF4-FFF2-40B4-BE49-F238E27FC236}">
                <a16:creationId xmlns:a16="http://schemas.microsoft.com/office/drawing/2014/main" id="{73C82A03-3AE2-338A-8F7B-C67163299B98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3">
            <a:extLst>
              <a:ext uri="{FF2B5EF4-FFF2-40B4-BE49-F238E27FC236}">
                <a16:creationId xmlns:a16="http://schemas.microsoft.com/office/drawing/2014/main" id="{DD9980E6-0881-303E-0467-56949A0358F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!!b5">
            <a:extLst>
              <a:ext uri="{FF2B5EF4-FFF2-40B4-BE49-F238E27FC236}">
                <a16:creationId xmlns:a16="http://schemas.microsoft.com/office/drawing/2014/main" id="{80291E89-85CD-2C59-9CDB-97D8B2E7B88C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352186-DFA3-C883-F1C6-B234583B0EF5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">
            <a:extLst>
              <a:ext uri="{FF2B5EF4-FFF2-40B4-BE49-F238E27FC236}">
                <a16:creationId xmlns:a16="http://schemas.microsoft.com/office/drawing/2014/main" id="{86E625D7-0362-545C-7EF1-71449CFF2C8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DCC5F7-7072-C38C-8693-ACCB421BAF2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F5E1C19-F584-1C2B-A847-73E56AC7EBC0}"/>
              </a:ext>
            </a:extLst>
          </p:cNvPr>
          <p:cNvSpPr/>
          <p:nvPr/>
        </p:nvSpPr>
        <p:spPr>
          <a:xfrm>
            <a:off x="799761" y="10645986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6" name="!!b12">
            <a:extLst>
              <a:ext uri="{FF2B5EF4-FFF2-40B4-BE49-F238E27FC236}">
                <a16:creationId xmlns:a16="http://schemas.microsoft.com/office/drawing/2014/main" id="{939E67D3-7CA0-0F66-08A0-FD491E445E1E}"/>
              </a:ext>
            </a:extLst>
          </p:cNvPr>
          <p:cNvSpPr/>
          <p:nvPr/>
        </p:nvSpPr>
        <p:spPr>
          <a:xfrm>
            <a:off x="3054578" y="1050603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55650B3-A57A-87DC-CF34-1D2372585287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6ED75F2-85E4-1C4F-D630-F3DE3D5F52C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Multiply 3">
            <a:extLst>
              <a:ext uri="{FF2B5EF4-FFF2-40B4-BE49-F238E27FC236}">
                <a16:creationId xmlns:a16="http://schemas.microsoft.com/office/drawing/2014/main" id="{5181130D-C44C-AF92-5AC1-DB7BD2DC0BF9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6D100932-B57A-06C9-2D44-69A692D20EB8}"/>
              </a:ext>
            </a:extLst>
          </p:cNvPr>
          <p:cNvSpPr/>
          <p:nvPr/>
        </p:nvSpPr>
        <p:spPr>
          <a:xfrm>
            <a:off x="11358147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Multiply 6">
            <a:extLst>
              <a:ext uri="{FF2B5EF4-FFF2-40B4-BE49-F238E27FC236}">
                <a16:creationId xmlns:a16="http://schemas.microsoft.com/office/drawing/2014/main" id="{12FF285C-BE66-F400-DDAC-9A6AA55C4F36}"/>
              </a:ext>
            </a:extLst>
          </p:cNvPr>
          <p:cNvSpPr/>
          <p:nvPr/>
        </p:nvSpPr>
        <p:spPr>
          <a:xfrm>
            <a:off x="9189740" y="654141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BC3E375-ABD4-86F2-7BDE-FC9FB1534476}"/>
              </a:ext>
            </a:extLst>
          </p:cNvPr>
          <p:cNvSpPr/>
          <p:nvPr/>
        </p:nvSpPr>
        <p:spPr>
          <a:xfrm>
            <a:off x="10025016" y="8242216"/>
            <a:ext cx="130635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Visualize the algorithm completely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C program that will sort the array :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heapSort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[],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616734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06ADF368-D81C-1704-2BE7-6EA85344A7CB}"/>
                  </a:ext>
                </a:extLst>
              </p:cNvPr>
              <p:cNvSpPr/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//remove the top number in the heap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//copy the last number in the heap to the top of the heap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//shift down the top number to its appropriate location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6ADF368-D81C-1704-2BE7-6EA85344A7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9382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9985E-6015-CAE0-7904-0B73B51998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8A08B45A-B83E-150B-877D-05235002809A}"/>
                  </a:ext>
                </a:extLst>
              </p:cNvPr>
              <p:cNvSpPr/>
              <p:nvPr/>
            </p:nvSpPr>
            <p:spPr>
              <a:xfrm>
                <a:off x="645013" y="3599494"/>
                <a:ext cx="10476643" cy="665146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//copy the last number in the heap to the top of the heap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//shift down the top number to its appropriate location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8A08B45A-B83E-150B-877D-052350028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599494"/>
                <a:ext cx="10476643" cy="665146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56252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C1950-E570-63A2-67F9-51E408FB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65980C4E-F87F-BC0E-EC74-C202368B655E}"/>
                  </a:ext>
                </a:extLst>
              </p:cNvPr>
              <p:cNvSpPr/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//shift down the top number to its appropriate location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65980C4E-F87F-BC0E-EC74-C202368B65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2011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56C54-C8A1-4387-C0CC-9F341792B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0404384-F1B4-C659-C91D-C1593C0AF89B}"/>
                  </a:ext>
                </a:extLst>
              </p:cNvPr>
              <p:cNvSpPr/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IN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F0404384-F1B4-C659-C91D-C1593C0AF8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05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108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B5793-8096-92C7-3DE8-CC68CA42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6FBAD846-F0D6-45D1-6E06-1F9488292935}"/>
                  </a:ext>
                </a:extLst>
              </p:cNvPr>
              <p:cNvSpPr/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4" name="!!box">
                <a:extLst>
                  <a:ext uri="{FF2B5EF4-FFF2-40B4-BE49-F238E27FC236}">
                    <a16:creationId xmlns:a16="http://schemas.microsoft.com/office/drawing/2014/main" id="{6FBAD846-F0D6-45D1-6E06-1F94882929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78982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B6798-04D5-5F90-387C-B8233AF5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A7B23732-D38B-4802-A1EF-F701EDEC5371}"/>
                  </a:ext>
                </a:extLst>
              </p:cNvPr>
              <p:cNvSpPr/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A7B23732-D38B-4802-A1EF-F701EDEC53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7D91B3D-0BD2-AFC0-13D0-7D67D74A6146}"/>
                  </a:ext>
                </a:extLst>
              </p:cNvPr>
              <p:cNvSpPr/>
              <p:nvPr/>
            </p:nvSpPr>
            <p:spPr>
              <a:xfrm>
                <a:off x="12192000" y="2169320"/>
                <a:ext cx="10476643" cy="951182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       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87D91B3D-0BD2-AFC0-13D0-7D67D74A61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169320"/>
                <a:ext cx="10476643" cy="95118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1564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49F78-AA62-E159-175E-700093A7A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84CFC8BD-3FFF-AA11-6698-934FEFAAF633}"/>
                  </a:ext>
                </a:extLst>
              </p:cNvPr>
              <p:cNvSpPr/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" name="!!box">
                <a:extLst>
                  <a:ext uri="{FF2B5EF4-FFF2-40B4-BE49-F238E27FC236}">
                    <a16:creationId xmlns:a16="http://schemas.microsoft.com/office/drawing/2014/main" id="{84CFC8BD-3FFF-AA11-6698-934FEFAAF63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803811"/>
                <a:ext cx="10476643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2E4DD09-693A-CA3E-322E-56E6EAF6006E}"/>
                  </a:ext>
                </a:extLst>
              </p:cNvPr>
              <p:cNvSpPr/>
              <p:nvPr/>
            </p:nvSpPr>
            <p:spPr>
              <a:xfrm>
                <a:off x="12192000" y="2169320"/>
                <a:ext cx="10476643" cy="951182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2E4DD09-693A-CA3E-322E-56E6EAF600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2000" y="2169320"/>
                <a:ext cx="10476643" cy="951182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529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6235-21CC-D751-4700-344C42351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E739B35-F78A-B1A7-DF43-DD4A9DE055B7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E739B35-F78A-B1A7-DF43-DD4A9DE055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7A430D8B-3B06-A43A-E127-AA5341EC74B1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CE33E0-260E-C85F-F7D6-A2E8F5A486B6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CC7589C-07E4-423C-411C-89F58D2F166E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6A7425-DBA4-2304-3E40-42A79B78428C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C34547-8F6B-4A28-B0C8-602485B87153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029827A-67D5-1D18-E4A6-653197956D80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0B29079-E5D2-B024-DA24-1501A1733EB0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E5B6A04-FDAD-A294-9979-5565F97D9AD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68787900-756B-6A68-5240-BEF4CBA50245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B3B1A13-0615-8F4C-42D6-49820F61BC90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9C83B04-C589-76A0-FABC-B1FA2B76D382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F65063E-7AD7-9459-F40B-6FC63F6CA062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83227A56-3571-B3E8-2A1C-B4A275B0A8F0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7" name="!!b12">
            <a:extLst>
              <a:ext uri="{FF2B5EF4-FFF2-40B4-BE49-F238E27FC236}">
                <a16:creationId xmlns:a16="http://schemas.microsoft.com/office/drawing/2014/main" id="{695D81E2-82E4-1A6D-E0CD-4AC0FD74BFB1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9E92D569-7F10-77DB-AF97-3C8076BAA892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38EFE86A-E94C-147C-CBAC-8874BAEC8A14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B2613B6C-852B-09E6-CC61-E5273348421F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1" name="!!b7">
            <a:extLst>
              <a:ext uri="{FF2B5EF4-FFF2-40B4-BE49-F238E27FC236}">
                <a16:creationId xmlns:a16="http://schemas.microsoft.com/office/drawing/2014/main" id="{8273312D-4F53-BBE0-2F73-21FB85BBD176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95C58A-AB0A-2493-C0AC-54A2F1DDBD2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DC70CAB0-6E82-4B67-E32B-ED6B1A4EB872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11A35C0-C46B-CB12-67E1-1E75AA3D6D56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6DA6120-6EB4-942B-23E5-BBFA62ED6CF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5D7E720-9D87-4E9C-5CD1-FCE5B2936961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A6302EC4-324C-4178-1EB6-12B9B02806DA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9E5215ED-92B8-0168-6374-B821A1A85B08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411B6913-E9C5-45EE-A687-9AFEF90FBD26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D1FC8F7C-FA01-76E2-F6B9-0DCCA405F068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C9103DA6-20E8-C64E-1090-817211C91ECD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CFDA562-3A9B-0556-F605-7BBDB447D3D5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A4000765-F73C-FBBA-047D-F2F704349E6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BB93A0F-9C46-78CD-FFB8-D1A0E2DA9D40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45388F-4719-3718-E56F-DD5C79DCE991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6819C11-E76F-6683-5E84-9D9D575DAE1D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DAF3AF9-2A0D-CD8B-E5D0-9011B95F3D9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30FACB-1B52-150D-40DE-1F619988EC2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C9B0763-34B0-A7E7-CF87-B2DC0DB4C4CD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87FC039-2039-BC5A-3774-C46E7C36AB2F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6E533FF-1D46-2EFD-2F9B-46539E15B8A7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3D45034-D615-76D9-CB9C-998B0211CC01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50FB1C0-5108-4128-7D02-0DA62CEB203F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953A8A5-DACF-B96D-501A-944CC3B6E54C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E3BE2F6-8661-7EC2-F8CC-CACB0D75ED1A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B42F990-521C-95F4-EBA3-E67DF89BD3E7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8C2E25FF-1DA2-55BD-4C0B-9444169FF6CB}"/>
              </a:ext>
            </a:extLst>
          </p:cNvPr>
          <p:cNvSpPr/>
          <p:nvPr/>
        </p:nvSpPr>
        <p:spPr>
          <a:xfrm>
            <a:off x="18063218" y="3918469"/>
            <a:ext cx="5844998" cy="79301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25FD443F-C89F-5A75-43BB-BA7D15E5E201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33DAE022-21A0-E4D9-8FB5-474CFCAA75E6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041D697-C12D-98AF-8703-C00590ABB6B9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7041D697-C12D-98AF-8703-C00590ABB6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E2171D7-A2FC-D29D-9287-57F2443438CC}"/>
              </a:ext>
            </a:extLst>
          </p:cNvPr>
          <p:cNvGrpSpPr/>
          <p:nvPr/>
        </p:nvGrpSpPr>
        <p:grpSpPr>
          <a:xfrm>
            <a:off x="2992005" y="10079909"/>
            <a:ext cx="845398" cy="777683"/>
            <a:chOff x="13685646" y="8639277"/>
            <a:chExt cx="866695" cy="1173889"/>
          </a:xfrm>
        </p:grpSpPr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05658AFA-0929-BF98-997E-D8949982457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C1932D6-27D1-52E1-CA4A-7F7CD226B68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1C1932D6-27D1-52E1-CA4A-7F7CD226B6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2786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77E1F8A1-048E-D576-FDBD-C08C52C36648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77E1F8A1-048E-D576-FDBD-C08C52C366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9888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6A144-697E-E656-BC49-D1FBAEB6B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9EBDB9-E073-1F15-4D97-A758C2A352D2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79EBDB9-E073-1F15-4D97-A758C2A352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val 3">
            <a:extLst>
              <a:ext uri="{FF2B5EF4-FFF2-40B4-BE49-F238E27FC236}">
                <a16:creationId xmlns:a16="http://schemas.microsoft.com/office/drawing/2014/main" id="{E22373CB-55F1-62C8-50AE-15F41242250A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D4F03F9-1580-BF80-DB8F-D530F091E22E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C4D389-350C-E374-7FE9-601F20B27AFD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77F911-97E2-BD85-321B-22D9C975B505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6EE59E9-80B8-ED85-F9CC-7864708F8E4E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C482AFD-A7AB-8FBB-941E-3253B5A6FDF4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5134888-18AE-9689-21DE-1364D5A65826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A33AC08-4518-AB84-C307-89C5CA3DF7AE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82B366E-2671-50F4-5F49-4EBF2EC7408B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FB3D18A-9D50-A7D3-DEDC-33AAA76E92FB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67AA284-A608-BCB7-3778-F2339CB7BA49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23942B0-7456-DB8E-13BF-D78D75DF6705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58658067-4403-A5AB-CB00-6424C53C84DC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7" name="!!b12">
            <a:extLst>
              <a:ext uri="{FF2B5EF4-FFF2-40B4-BE49-F238E27FC236}">
                <a16:creationId xmlns:a16="http://schemas.microsoft.com/office/drawing/2014/main" id="{1A5B1ADB-E884-5110-0467-96D1C33AB405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2FC21BEF-8A40-07A6-9E9D-EA15262083DE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82BD226C-CEE8-DDEA-F427-68C92224AFD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7ECDA4C4-31D3-EA3B-A2F5-2D3F64EBA192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1" name="!!b7">
            <a:extLst>
              <a:ext uri="{FF2B5EF4-FFF2-40B4-BE49-F238E27FC236}">
                <a16:creationId xmlns:a16="http://schemas.microsoft.com/office/drawing/2014/main" id="{F69822DC-6CA6-809E-308E-8E5D85966B13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7CCBF26-29C1-950E-8E60-4AB3E4FC104F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DDFF80-C2AB-7014-23C3-9A4D2BA45B3A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87BE041-03B8-0DAB-2E98-BD80BC99F392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616E0A4-1587-BAAC-722C-C6596FB09191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D0A200C-C67B-9B85-1D7D-22DEE4482943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9EC3DBBA-15B3-C2D7-51D7-6645EC12E904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2B998228-8497-B405-8A57-A70ECE37B162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4E4B3336-4DE5-87F0-8A36-AAA81FD0F3BA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B20F1544-33F1-AF56-DBF8-5E39016551B2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51B19BEC-2308-E76F-75F7-E99539534A06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8FCFF37-FBB5-6B54-AF2A-808DBF4D41C2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B00E7F3C-6FF2-BFEE-86F5-55045B8B94AE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19861BF-268D-B916-8F58-39726EF585D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B1411D4-3F82-6135-6F42-A4135895A861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29DCCD7-0129-7BC1-02FB-D4A57C6DC7C8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18629C7-FDBA-7ED2-5923-1E8E8B5C4401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00DC932-4D69-0F8D-ADE6-77D0C14E447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AE504BC-B2E8-8D28-8A8B-0947BAA53F9A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97DC99F-0057-4FA4-B3A2-E3F0498467A9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4F9C57C-C52C-2F83-178B-B7C93A179C39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B9E0067-346E-8258-5702-65337FDCC0BE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BC264B8-1EA6-1174-F0FE-C254B6399411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3936748-6D72-B691-F6C1-2A214F9AE70A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FF7745A-AFD3-B3B0-722D-A4A4E6A4813B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D4C0F0-7D3B-E7F2-4C2C-C64F602FD20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B231627B-0643-0C16-CF13-15C846A02100}"/>
              </a:ext>
            </a:extLst>
          </p:cNvPr>
          <p:cNvSpPr/>
          <p:nvPr/>
        </p:nvSpPr>
        <p:spPr>
          <a:xfrm>
            <a:off x="18082213" y="4576805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3010291-085E-E7A7-B288-F33D960F9804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EA1D5053-74DC-393C-864A-2DBC45A57DBD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691826F-CD54-2E7F-54FF-A16CB44EC5ED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3691826F-CD54-2E7F-54FF-A16CB44EC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96ABF3F-75EF-1DF0-891F-40391516D967}"/>
              </a:ext>
            </a:extLst>
          </p:cNvPr>
          <p:cNvGrpSpPr/>
          <p:nvPr/>
        </p:nvGrpSpPr>
        <p:grpSpPr>
          <a:xfrm>
            <a:off x="2992005" y="10079909"/>
            <a:ext cx="845398" cy="777683"/>
            <a:chOff x="13685646" y="8639277"/>
            <a:chExt cx="866695" cy="1173889"/>
          </a:xfrm>
        </p:grpSpPr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F2F83C40-0DE9-EA75-9FA4-1545B361FD57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D46E732-6DC3-E318-D73E-B4F1D594FA63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4D46E732-6DC3-E318-D73E-B4F1D594F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2786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C3A70D94-4512-0C68-6884-DDA1A1FCF106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C3A70D94-4512-0C68-6884-DDA1A1FCF1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481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17B9F-2A1D-6604-294B-BB403B6C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DDD83A6-F29D-FAC7-74B7-00983AB240B4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DDD83A6-F29D-FAC7-74B7-00983AB240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AD452CE3-A37B-4F31-3D07-A5E5525A8106}"/>
              </a:ext>
            </a:extLst>
          </p:cNvPr>
          <p:cNvSpPr/>
          <p:nvPr/>
        </p:nvSpPr>
        <p:spPr>
          <a:xfrm>
            <a:off x="18110896" y="5355860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83B6EE-0C5A-2750-0910-8F02CA06E388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F8B4416-AB1A-E60D-3337-EC18EC55F755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BAF16C-6EC2-6D22-BDF3-CD7C3D9F8E00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D050AC-E3F6-AB0D-F9A7-67D75BE1EA2A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4F0F497-8BB5-6284-667B-1BFBB48BEA12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51C1BD-4F7F-4CD8-E63B-778EF14227B9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1B61F44-9656-7726-1600-E8D0E5157BB1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444201-464D-C082-001E-22FF5960B1C6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68F4C00-70C2-79C2-54AB-0BF5551D058B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904494-1290-91E6-85B2-34876F43BB39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95AF9C9-2484-224B-6948-4909022B97B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6B495DC-5ADB-DA86-BE1F-B36EC697836C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59C6D9E2-C9B3-3267-C485-D79E6206A42E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7" name="!!b12">
            <a:extLst>
              <a:ext uri="{FF2B5EF4-FFF2-40B4-BE49-F238E27FC236}">
                <a16:creationId xmlns:a16="http://schemas.microsoft.com/office/drawing/2014/main" id="{FF5B2C1F-A5A8-28C0-BA75-C0EB917C0E47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E07F0A2A-F961-8FA1-9C66-198F0806FF15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808A327C-1681-3189-0C80-C294EA5569D4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13FE85DE-771D-71DD-B061-4321C2DF19FC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1" name="!!b7">
            <a:extLst>
              <a:ext uri="{FF2B5EF4-FFF2-40B4-BE49-F238E27FC236}">
                <a16:creationId xmlns:a16="http://schemas.microsoft.com/office/drawing/2014/main" id="{07152EBF-0B9F-9DBB-2D10-34C6DD4F23C0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667DA3E-6954-D89D-A70C-94B5264B4838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3604370-356B-D06D-0E1E-1C77451639C7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912AF7F-3740-A34B-1650-BB25EFF3F7EE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FB51C07-00C6-E550-E474-301A25426297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9A92F4C-40A0-13F5-9EF8-CC5E837839DE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5BB96A33-52D8-2F6A-B707-FAC9C8932E3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538DA995-5211-6B2B-0EC3-BF9C3A55EB8F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706B1E28-E0C3-22A6-456A-EAA8F9523600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3FDC5103-05B6-3A97-9749-1DA0E07CDAA3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4204E82F-7EE4-F813-42CD-41AECE13AF49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AD938A2F-A8C5-4131-29DF-F9FB12156533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45E7594E-2301-9B32-E302-7F826F8D7704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3FC8A213-5906-3B80-6BCA-2735A6F6346C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BF27298-91DF-67C4-2E8C-11E7F3ADBD9D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DE5D05-200E-2EAC-035A-7E144447D00E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366F11C-AB86-C234-50A6-F4BB826A2794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4768CFF-5B29-8C31-E3B2-DD5CF7F62888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D81FA91-4A06-24FF-8B5E-B21823D51053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7FA0C4D-0FE5-2286-D8AB-0FAF26BB37A7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98A24DE-2BD8-43A5-EF97-EF3142547711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62BC56D-3A8C-E039-22E7-1340C0D388F2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81ED46E-198D-B39A-325E-1E829D85476A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CF35781-2DF3-1EC5-0A5B-C49EB9E75BA6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F127A65-E67E-2C9F-5767-908E97FE9C00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4BC6ECC-E07C-E96F-47B3-45F08BF924A1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6D1B09B-C594-1432-5A7D-55BA7C90CF14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C6A4EBEB-9FC4-D0B5-81B7-232628524943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1863A69-8A90-F25F-A3AD-99C738F6443D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1863A69-8A90-F25F-A3AD-99C738F644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93A47EF-07F5-32E1-32DA-4BEFAC4DDD76}"/>
              </a:ext>
            </a:extLst>
          </p:cNvPr>
          <p:cNvGrpSpPr/>
          <p:nvPr/>
        </p:nvGrpSpPr>
        <p:grpSpPr>
          <a:xfrm>
            <a:off x="2992005" y="10079909"/>
            <a:ext cx="845398" cy="777683"/>
            <a:chOff x="13685646" y="8639277"/>
            <a:chExt cx="866695" cy="1173889"/>
          </a:xfrm>
        </p:grpSpPr>
        <p:sp>
          <p:nvSpPr>
            <p:cNvPr id="53" name="Down Arrow 52">
              <a:extLst>
                <a:ext uri="{FF2B5EF4-FFF2-40B4-BE49-F238E27FC236}">
                  <a16:creationId xmlns:a16="http://schemas.microsoft.com/office/drawing/2014/main" id="{A5EB8CAE-C61C-78F8-E941-6D89315EDA7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993AA0-63A3-93F0-2F2B-850977A35381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E7993AA0-63A3-93F0-2F2B-850977A353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5000" r="-25000" b="-2786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46F30EFC-B576-B8C5-1A02-761111BFBDA9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5" name="Rounded Rectangle 54">
                <a:extLst>
                  <a:ext uri="{FF2B5EF4-FFF2-40B4-BE49-F238E27FC236}">
                    <a16:creationId xmlns:a16="http://schemas.microsoft.com/office/drawing/2014/main" id="{46F30EFC-B576-B8C5-1A02-761111BFBD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6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E5999-A6F2-8198-1C9F-C1906FBB0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70FB1C-8AE4-BA67-B711-5D895263B2D0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70FB1C-8AE4-BA67-B711-5D895263B2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17DC39A-0007-BB1F-C512-716EA209AD99}"/>
              </a:ext>
            </a:extLst>
          </p:cNvPr>
          <p:cNvSpPr/>
          <p:nvPr/>
        </p:nvSpPr>
        <p:spPr>
          <a:xfrm>
            <a:off x="18110896" y="5690942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0A5EF1F-E96C-4B09-9135-685E44D75613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6A1A86D-B6E9-A74E-7CC4-ADA4B2A06FA6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229840-B16C-90FE-F9A0-8A36CF0CF9FA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8D5CDA4-D7C7-522B-7BC9-020B564BAB9A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2C85D48-9066-9F77-1DDF-2ABC58502D77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900ECBB-5645-8CA1-ABFB-487829C7E0B9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F41709F-4771-DE11-1B17-182CC3FBDEEF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8AC25C6-1BDC-711F-1AF9-A71C991970A1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66F5B93-029F-B1A9-04D3-05BE42F3A13E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E8BD3D4-1B94-4C84-5670-182099400647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53DB4AE-80C0-F33F-9F75-695912E36913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D1F3E1-5C73-6D1D-DE76-195574D2366F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AD854FA-F9BC-6795-E498-D81C4826D9B3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DE6BB681-FB4F-1945-99E0-DE6DEE699C10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AE0BFEB1-387D-FDEE-B6F2-2C2193496C8D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6B421E73-4C86-2A68-BBA5-99516AB8E0C2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5BE8C1D9-B119-3D92-875B-5C3E3FB92A96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1" name="!!b7">
            <a:extLst>
              <a:ext uri="{FF2B5EF4-FFF2-40B4-BE49-F238E27FC236}">
                <a16:creationId xmlns:a16="http://schemas.microsoft.com/office/drawing/2014/main" id="{5526C734-00CB-AC11-A1EF-77DEB8295A2B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B88CFCA-1397-8DE5-1463-682258D62FC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D2F9E64-B5BF-8D39-D2B8-54A5FD944F71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94D1CFD-C468-1540-CAE2-A00BD3601074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E312E9C-407D-E497-5302-D490F24ABC67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1FD526F-A855-9A03-C9AF-6F8E90C3E078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943F72F5-C982-7684-A033-08FBF6DB82BA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4FE1795D-4E2A-8BCD-004F-8D6FB2AE0185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B8796AE1-ACB7-EF22-E176-D841F914E52A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2A481CA3-6E88-B488-176B-D38C2EEF7014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F098B903-F3AF-2129-1337-EF8566E23556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833A414-16D8-60D5-17F6-435CF29BF4FF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6FE83AC5-C188-DA75-E92C-EC371B519C9F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014352D-E5F4-7AF3-3E74-90213A37B659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6C957F4-3A02-07B9-BCB8-8A6E604F5792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4401772-6F2F-A1A4-E45F-B0F719785F6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FC17045-868F-EC51-A9FC-59E1CF25DD66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8FB08A-2670-1B48-201D-82EC6E42F0B4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48A07C2-E2CF-7C69-B2C3-6D0EE58BCD87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89846391-F86E-DA22-3206-AA15C720068D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965E026-3659-B76A-353D-70E5F7795666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CBE02B6-3AE4-A9F1-9763-976EEA65F798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4F91F08-6165-CF2A-BE2F-B4BE08040E30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1D5C3F-4FFB-736E-D2D8-AC25FE3B5F36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7063582-11AF-4991-2C21-9E93CDA1B7F3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FA3F068-22A2-A9BD-FE7C-2F29E267520C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B3ABF552-3968-A7B6-1740-C4EB0187FE1C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7A72436-D859-8254-1E14-B42A6312832F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7A72436-D859-8254-1E14-B42A631283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04B2C8C0-7390-CEF2-4AF9-734194FC3018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6" name="Rounded Rectangle 55">
                <a:extLst>
                  <a:ext uri="{FF2B5EF4-FFF2-40B4-BE49-F238E27FC236}">
                    <a16:creationId xmlns:a16="http://schemas.microsoft.com/office/drawing/2014/main" id="{04B2C8C0-7390-CEF2-4AF9-734194FC301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0" name="Group 59">
            <a:extLst>
              <a:ext uri="{FF2B5EF4-FFF2-40B4-BE49-F238E27FC236}">
                <a16:creationId xmlns:a16="http://schemas.microsoft.com/office/drawing/2014/main" id="{8229B425-954D-F750-8FAE-502033A3E4CD}"/>
              </a:ext>
            </a:extLst>
          </p:cNvPr>
          <p:cNvGrpSpPr/>
          <p:nvPr/>
        </p:nvGrpSpPr>
        <p:grpSpPr>
          <a:xfrm>
            <a:off x="2992005" y="10079909"/>
            <a:ext cx="845398" cy="777683"/>
            <a:chOff x="13685646" y="8639277"/>
            <a:chExt cx="866695" cy="1173889"/>
          </a:xfrm>
        </p:grpSpPr>
        <p:sp>
          <p:nvSpPr>
            <p:cNvPr id="61" name="Down Arrow 60">
              <a:extLst>
                <a:ext uri="{FF2B5EF4-FFF2-40B4-BE49-F238E27FC236}">
                  <a16:creationId xmlns:a16="http://schemas.microsoft.com/office/drawing/2014/main" id="{B44FFBC8-D83E-A7EF-9902-247DCE5F703D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E441CCA-4B6B-B73E-C3DD-4DE02E4B26AE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7E441CCA-4B6B-B73E-C3DD-4DE02E4B26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5"/>
                  <a:stretch>
                    <a:fillRect l="-25000" r="-25000" b="-2786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!!b12">
            <a:extLst>
              <a:ext uri="{FF2B5EF4-FFF2-40B4-BE49-F238E27FC236}">
                <a16:creationId xmlns:a16="http://schemas.microsoft.com/office/drawing/2014/main" id="{0F3E5E7C-74C4-7D43-F79D-3CC2C13C6350}"/>
              </a:ext>
            </a:extLst>
          </p:cNvPr>
          <p:cNvSpPr/>
          <p:nvPr/>
        </p:nvSpPr>
        <p:spPr>
          <a:xfrm>
            <a:off x="2462349" y="110527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70772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C91E0-AD01-E2F9-BFCA-D9835C4DD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9F278B6A-CFE3-614E-75F1-3A1A2BAE53D3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Rounded Rectangle 58">
                <a:extLst>
                  <a:ext uri="{FF2B5EF4-FFF2-40B4-BE49-F238E27FC236}">
                    <a16:creationId xmlns:a16="http://schemas.microsoft.com/office/drawing/2014/main" id="{9F278B6A-CFE3-614E-75F1-3A1A2BAE53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A2F6455-9E7A-5165-1D7E-165147DDEBF3}"/>
              </a:ext>
            </a:extLst>
          </p:cNvPr>
          <p:cNvSpPr/>
          <p:nvPr/>
        </p:nvSpPr>
        <p:spPr>
          <a:xfrm>
            <a:off x="18110896" y="6065286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8F7D57F-5C3F-2584-70D2-DE70FDF8B913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00A0555-304C-7943-1D28-421459F1ECA6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580FE5-2C04-E8D4-2342-080881E9A325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6B6F988-0AFF-C621-16C5-1497C4908B2E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2C1373-80EE-7EAA-FEF0-3DE6CFA0715E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0360AF7-5018-3466-5770-0D604E5A0D0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9788A3-B599-0D4B-489C-08B85F604B12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40CCB6C-54A5-67D5-9E7F-C3687930A125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564D30-9C17-9354-8CFC-913A9B9F569A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BC59206-477B-B363-E96C-61CF6814B73B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F0FEB3D-18B6-933B-ACC4-F0F817289302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D55BB7-DFF0-B00C-A933-AEBA77D94EC6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EAA3E12-7449-53AC-1265-A7505108A07A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A521145E-2C0B-8F11-3ECF-33E13E2D0EFF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63E53D4B-56C7-2D63-AAF9-68D668956461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E422D53A-374A-F1C4-F8A6-BFE2CC1EB480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6724CE5A-46D5-68F3-6AEA-120CAAE2A485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C38A37C-77E1-8E96-307A-CD35F6F31F74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147BF59-8E34-2C90-5563-592461A30EC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95C9D76-82A9-2558-2CC4-3F5A7343366B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DD9E52D-F1B9-966A-F5D3-AFE6F907F06D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015DB52-BB95-2F68-6904-592BFCE84A8E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D4215AED-AD9C-BC09-873D-6EB12F2AFEA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543BE63A-3EC3-6A41-D1D1-E58249E6B025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956836DE-F644-6A88-5572-FA8BBD366481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84B248FF-499B-18C2-1C75-0F0A8A8CDAFB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D0528F35-375A-EA49-C563-1046E106A1BF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04CF12B-A6F0-C979-A1BF-ECEDF58AF0BD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35956710-0C3A-77EA-175A-4560C5F614EA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BCB2FFE-0024-F875-3439-E3E666702F5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8DF14D1-2F88-95D9-3147-352D6C6F44A8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A5FE37E-3D19-41D6-B06D-191401B0BE40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20B4F5A-3EB3-5598-3F01-397FABA600F8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10CE06B-AE40-A741-F8E6-10C693705FE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46DE218-5759-1CCB-1928-A8469288746E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80310E3-B276-F288-6140-9B906286E56F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EB40E94-12AE-4A74-40EC-8003652DCEDA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D738D70-E8FC-2323-0E22-04A414C7344B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F4B0233-2CBD-11B1-6887-8448501C7E40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EB61E16-C865-8F0A-7096-34F35180A837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6A4C141-21EC-6378-5EEC-57A9C85B0D31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3D409A6-7310-262A-E2FA-779807F48682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41E82E66-E564-FAEB-A953-97677C5D6800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4D4EEF0-58AE-5F12-44D1-5B7F133AD2F9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A4D4EEF0-58AE-5F12-44D1-5B7F133AD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!!b12">
            <a:extLst>
              <a:ext uri="{FF2B5EF4-FFF2-40B4-BE49-F238E27FC236}">
                <a16:creationId xmlns:a16="http://schemas.microsoft.com/office/drawing/2014/main" id="{C22387F6-AC84-A05A-1E01-10D38C151F8B}"/>
              </a:ext>
            </a:extLst>
          </p:cNvPr>
          <p:cNvSpPr/>
          <p:nvPr/>
        </p:nvSpPr>
        <p:spPr>
          <a:xfrm>
            <a:off x="2462349" y="1105274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BE72E71-086D-6E7F-7A95-534D91E0AA38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1" name="Down Arrow 60">
              <a:extLst>
                <a:ext uri="{FF2B5EF4-FFF2-40B4-BE49-F238E27FC236}">
                  <a16:creationId xmlns:a16="http://schemas.microsoft.com/office/drawing/2014/main" id="{997E52AD-8127-6924-A539-9EBB364D12FF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A425FD0-9E89-A3C0-650A-05A8F4B821AD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FA425FD0-9E89-A3C0-650A-05A8F4B821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4" name="!!b7">
            <a:extLst>
              <a:ext uri="{FF2B5EF4-FFF2-40B4-BE49-F238E27FC236}">
                <a16:creationId xmlns:a16="http://schemas.microsoft.com/office/drawing/2014/main" id="{7F61188D-D2B6-6D7C-D17C-AC036214E6B7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1899F296-5009-7C6B-D3AB-0DD12307C7BD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1899F296-5009-7C6B-D3AB-0DD12307C7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43158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414EB-1573-9465-4B2D-AA3627DE5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65E6222D-5C93-164C-E035-4C47337A6F87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65E6222D-5C93-164C-E035-4C47337A6F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6D92F94-A01E-B4F8-33CD-FF98A99E22B0}"/>
              </a:ext>
            </a:extLst>
          </p:cNvPr>
          <p:cNvSpPr/>
          <p:nvPr/>
        </p:nvSpPr>
        <p:spPr>
          <a:xfrm>
            <a:off x="18063218" y="6344980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D263990A-728F-296F-0555-91F768B28B38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48D5C38-D7B4-4DCF-10D5-0B9FE986B19F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6371CD3-0135-7F63-C87A-0EF92F08C5F7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F8F8EF-4B97-7F9B-A7E2-4E548228B1D0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802818E-5C93-813C-37E4-AA966BCDD3FB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924595-E5A0-76FF-FA0B-802C6D4D41DC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0B435FE-EC44-1693-1422-DF3C06C05D62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651A43A-D845-DCAB-FD3C-FB9572725339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4B252F9-E204-D9EA-10F7-E6B6075578CB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75273DA-841C-B921-E4B1-A3AC3E3679E6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F4DD876-102C-6622-D5D9-41993FFFC05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535A3160-06A3-91DF-8CCB-58D9F9AA0B0F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A7D7DDF3-A3F6-14C1-DA44-6E43B54338F4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33F66BFC-8C0C-8025-E474-67A3189DD83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6B2391FC-B1D0-0BC1-FBE1-DB624F427895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6D4F2FA7-B2B6-955C-9082-FD2F94C6DD0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CC7D972-5918-C611-0165-9239A0C9518E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E353D06-08DF-6646-5956-5A41A4655D48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3BCBB49-3AA7-8F6B-2E56-D223FC0A359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968B21D-2BCD-E735-ED36-37B9EBDCFEE6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C38F8A00-ED79-B473-13C9-739B29BD19C0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547FFBA4-149D-A2FA-CB21-249001BACE0D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5D0174B9-B455-62ED-3BED-4149F5EFC2CD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63B285B9-9051-7F92-4C19-2FF49C98404E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ECC06688-D2FA-D62C-F4B0-BEFF20B0116C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F36CB68-6C10-C3B1-5B56-7768012AEF68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3C6AF388-5820-BD11-F5BE-932F3E49E02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B2C90D5-8014-3B9E-B666-5DA58C638C4B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6C512BC-5CAD-46F3-D3D6-721CE28547C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4789C-D2E7-657C-0745-749CE27E3B98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6BB96FA-F645-5B7D-5604-689642F6CF10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ECC30A5-094D-3500-B08D-A3BF1F77DF76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3082861B-6429-68F0-0A88-D36462AEE3E7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AE8530B-7671-A338-864C-0D59BCCD8F8A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C372B5A-FBC9-344E-7019-5BA9A68A4A25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FEFDD99-B22F-C0C4-2254-82E16C38F662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CB1093B-9EEF-36E6-0CD3-4F87FC5A07EB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71CF54B-F7F2-66CC-785D-17FD48087B96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973C5F-F1D9-338D-0D64-6B73CD333944}"/>
              </a:ext>
            </a:extLst>
          </p:cNvPr>
          <p:cNvGrpSpPr/>
          <p:nvPr/>
        </p:nvGrpSpPr>
        <p:grpSpPr>
          <a:xfrm>
            <a:off x="13951424" y="10710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FC313A10-D54B-E725-AF5A-CC4E6C6ABF42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F55CD48-81B7-F746-9C0A-A325FC790E80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CF55CD48-81B7-F746-9C0A-A325FC790E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385" t="-12195" r="-10256" b="-2926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!!b12">
            <a:extLst>
              <a:ext uri="{FF2B5EF4-FFF2-40B4-BE49-F238E27FC236}">
                <a16:creationId xmlns:a16="http://schemas.microsoft.com/office/drawing/2014/main" id="{2FF9F31A-B877-6104-4B6C-774951F1F9B5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9" name="!!b7">
            <a:extLst>
              <a:ext uri="{FF2B5EF4-FFF2-40B4-BE49-F238E27FC236}">
                <a16:creationId xmlns:a16="http://schemas.microsoft.com/office/drawing/2014/main" id="{D8284097-693F-5AC8-C424-0736D7823E66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A4A8A117-1632-C100-2BB0-5EA6E29AFD32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2" name="Down Arrow 61">
              <a:extLst>
                <a:ext uri="{FF2B5EF4-FFF2-40B4-BE49-F238E27FC236}">
                  <a16:creationId xmlns:a16="http://schemas.microsoft.com/office/drawing/2014/main" id="{3A88ABAF-5E4C-2B1D-B85B-D27B800CDE5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84117E0-0F01-202E-D075-55698452928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184117E0-0F01-202E-D075-556984529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4FCCA837-FC08-0CD1-C1C5-0F86E1D5A4D6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4" name="Rounded Rectangle 63">
                <a:extLst>
                  <a:ext uri="{FF2B5EF4-FFF2-40B4-BE49-F238E27FC236}">
                    <a16:creationId xmlns:a16="http://schemas.microsoft.com/office/drawing/2014/main" id="{4FCCA837-FC08-0CD1-C1C5-0F86E1D5A4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548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09021-75B2-F2EC-111F-29AFECA4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7A485392-2FF3-B565-146F-A3B226E84710}"/>
                  </a:ext>
                </a:extLst>
              </p:cNvPr>
              <p:cNvSpPr/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7A485392-2FF3-B565-146F-A3B226E847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63218" y="2855661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D559831-5F69-D795-680C-B89120BFD38F}"/>
              </a:ext>
            </a:extLst>
          </p:cNvPr>
          <p:cNvSpPr/>
          <p:nvPr/>
        </p:nvSpPr>
        <p:spPr>
          <a:xfrm>
            <a:off x="18013352" y="6828779"/>
            <a:ext cx="5826002" cy="517709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82C454C-7674-40F5-1CAC-31928B8659FA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7A6842C-F81A-5292-653E-3C93C7DD7247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35A9C1-CF5F-73C3-7F36-F07C77877529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20B04E5-0E02-A7DF-572A-BD5A279D9FCC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CBA8CA-9987-49AE-AA4C-0083E89A713D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AF6FCB-6540-039A-F021-91B9D0AFBB59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E49D60D-B70B-758F-68A9-755D4415A14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3CE0733-25E2-2F3E-BD0C-D9DF24017C9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FF88329-3A6B-3BE7-441D-94BFA2CE8051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8CA5FF1-6CD8-322B-557C-0F3C6A29909D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82F254-58B8-F215-E491-2489982B57D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A607E017-BB4B-A5EE-0D6D-A93C9C27D494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6AE0C87A-0CDE-17E3-C896-26D2C6F09DCB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8DC68A0F-1B0C-5D74-85F1-FF244DA29346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73C25489-9D1F-798C-AF09-06EE2B224071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B6D814-4E48-1C2E-70EF-0C02951FA3FA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18C48BC-427C-AA35-1F96-E1CE1828E33D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E1BBB0-C962-2857-A591-7BB83FC0B186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DB6FEB2-0D26-B38B-4E9A-39C60653095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75C2CA1-CA9E-4818-0454-81E9063C69EC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0EF156F1-34E2-99A3-1A22-3FA993118398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BB0847FD-9F48-3DA6-DE07-198C53E7C3EF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EE75D36D-87AC-518D-3F81-CDA88DBDDF22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408D48C8-0928-0E6D-E354-B4628AC88A03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6CB637FF-4D27-902E-36BD-02B395D2E730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90EACF2-00C1-42F6-1769-750D09F10636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846CCC7C-FA46-DEDE-CFA7-BE5CBBE654F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3345DF9-80B9-B04B-8959-49E0F88CA6CB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FD3B782-4963-12C3-154C-3617C7BF99BA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EA4A3E3-4766-C585-5147-26AD8B4F9FCA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1E79408-C05D-B288-D66D-4C9F739F9DCB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8EFFA4-966A-E214-F680-C41CCDDAD5FF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64DBEC6-0D19-FD0A-060A-85C88CAFEB8F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841F536-D5AF-459D-269F-1E3A78E23208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42DCEF9-25E2-213D-7F7A-1032B8A81D9C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F9A9CDAA-6FCC-778B-029D-F2717C8D4EFE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D88D277-25CF-0D6B-6B11-8411D5E8AE2E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26B9D59-D629-0AFF-C9A3-4C5B60D67B9C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1F3B3C8-696C-6424-7B43-6FD6598CB94F}"/>
              </a:ext>
            </a:extLst>
          </p:cNvPr>
          <p:cNvGrpSpPr/>
          <p:nvPr/>
        </p:nvGrpSpPr>
        <p:grpSpPr>
          <a:xfrm>
            <a:off x="11857679" y="137584"/>
            <a:ext cx="816769" cy="648180"/>
            <a:chOff x="13685646" y="8834758"/>
            <a:chExt cx="837345" cy="978408"/>
          </a:xfrm>
        </p:grpSpPr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AC0BCB7A-6F96-9F36-F5E9-A1862BECFB81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7AF0A86-532D-DF65-0198-2D9CBC0733FD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E7AF0A86-532D-DF65-0198-2D9CBC07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3"/>
                  <a:stretch>
                    <a:fillRect l="-15789" t="-15000" r="-13158" b="-3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7" name="!!b12">
            <a:extLst>
              <a:ext uri="{FF2B5EF4-FFF2-40B4-BE49-F238E27FC236}">
                <a16:creationId xmlns:a16="http://schemas.microsoft.com/office/drawing/2014/main" id="{474B9004-4D2A-2AC4-0E53-82EA3B92A007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9" name="!!b7">
            <a:extLst>
              <a:ext uri="{FF2B5EF4-FFF2-40B4-BE49-F238E27FC236}">
                <a16:creationId xmlns:a16="http://schemas.microsoft.com/office/drawing/2014/main" id="{41415B68-914F-40BC-FDAB-F239C774FD4E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5A4776D-2EE7-3525-A601-0527B99A58A6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2" name="Down Arrow 61">
              <a:extLst>
                <a:ext uri="{FF2B5EF4-FFF2-40B4-BE49-F238E27FC236}">
                  <a16:creationId xmlns:a16="http://schemas.microsoft.com/office/drawing/2014/main" id="{D5A8A3AC-F96D-8DBA-7C13-3AFB91FCE903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C9C0DA5-7797-B031-05E7-FA9ABFB07406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3" name="TextBox 62">
                  <a:extLst>
                    <a:ext uri="{FF2B5EF4-FFF2-40B4-BE49-F238E27FC236}">
                      <a16:creationId xmlns:a16="http://schemas.microsoft.com/office/drawing/2014/main" id="{9C9C0DA5-7797-B031-05E7-FA9ABFB07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Multiply 1">
            <a:extLst>
              <a:ext uri="{FF2B5EF4-FFF2-40B4-BE49-F238E27FC236}">
                <a16:creationId xmlns:a16="http://schemas.microsoft.com/office/drawing/2014/main" id="{9169438A-71FC-DD53-D90C-5386FE0097EA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404B41B-4691-388F-6D6F-464E694E1FAE}"/>
                  </a:ext>
                </a:extLst>
              </p:cNvPr>
              <p:cNvSpPr/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404B41B-4691-388F-6D6F-464E694E1F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9509" y="1333623"/>
                <a:ext cx="8425029" cy="934553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7840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BA502-1FBA-ADC9-8941-90E2D6715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E651ACE-F062-DC4A-7121-B80BFD77E9C5}"/>
                  </a:ext>
                </a:extLst>
              </p:cNvPr>
              <p:cNvSpPr/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E651ACE-F062-DC4A-7121-B80BFD77E9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20BC8493-4E40-D168-1146-505C7B35B685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8C7E9C1-EC20-F4CB-43F3-95A2EBE2BBAD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54C34F5-B270-A49D-807D-36A57F4AA4F6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2CEA24-1950-BD49-987A-39A2E569C288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948EFB-DFC9-17A7-72CE-DB4FEB6B358D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A87303-6077-1280-CD85-02E42D0E53FB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6A533E-8963-1D9C-D758-7A3D81CA5A89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C28205-7B0F-227D-D739-068FC8690DFF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0BFACF-B23C-8466-1E35-E9828584982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02A227-FECC-6B14-B76C-C0A0F624CAD9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3103A12-FC34-C556-3303-5D3479A18B1B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556789B6-286F-C8C0-737A-FCF4041E53C2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E1720985-FB44-D107-E102-5E658D7C61D1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8FC02C4B-C9DF-8837-8586-472F95547ECE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FB00F720-FDA3-9F56-B678-D27512EF2A1D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BA1E9A9-339C-B59A-5820-8DB9727C954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A7E18F3-4D85-4A6D-44B4-2D7F501C4D06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D554619-9ACC-B86E-B754-C7C9C6F3B51C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2B79C4-9F33-E9EF-3F3D-24E8F0F1AC2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FA794C8-DA56-BFB7-6D25-56A3CE4099E5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F62E93C8-1128-CB03-E62A-41C643034EA9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367E8BD3-9D60-3A87-85F3-D3E923430EE3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399591D3-859B-137C-82B7-6603695CA55B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04756FCA-4AE2-2038-9F79-D437836FCE49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883F524A-ACEB-6CFF-8B1D-F8048D22D2E1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3E1A266-6AE6-8CC7-3D27-5654389F97CF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46729BCC-300E-7D97-8BE2-4567A9E1E93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0C93EB6-9A22-B6A5-29BC-75B4735F6460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A240DF7-3F8C-7D32-2B85-BBA9C17373F5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2F401F-CAB6-BA6E-D185-F3980C5DAAFF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808A529-2DF0-9A3C-BC3D-772D5532F80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2B9BEF-8D99-4A67-DA16-95B5075BBFEA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D0C3719-036A-DCD0-4D1E-7BB78046CD8A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0601357-0DD4-7902-0AEE-3536F214A687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DAB3494-E66E-4C2C-5F75-A1193FD43567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D534397-B3FB-F22C-79FF-E4C8132F23AD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F077AC0-9D32-CE72-C59A-9F330A883B65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5F288EF-D7FC-505F-8EBF-B60CD0A4D501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5711916-8707-D818-BFB1-4F7B16B73899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98D3E0D-5C77-0C38-8858-129340C6FCB0}"/>
              </a:ext>
            </a:extLst>
          </p:cNvPr>
          <p:cNvSpPr/>
          <p:nvPr/>
        </p:nvSpPr>
        <p:spPr>
          <a:xfrm>
            <a:off x="15562041" y="3659614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B81DC19C-C8BA-5498-80BF-22BE07E084AB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23ED1AF5-5A6E-D646-2D02-E1110551A530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B6AC8A4-323B-4EAC-127C-CB5A56513B8F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1299C568-BBF9-AD32-7D0E-A627796DD05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4681DC9-C48F-8150-50AD-4602787634E3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4681DC9-C48F-8150-50AD-4602787634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14F6673D-4D5D-BAAD-DEB6-6AB695A3D3C1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14F6673D-4D5D-BAAD-DEB6-6AB695A3D3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FDC400A6-9DBF-48BB-7283-6E4B70C3BC95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F419F25D-E3FC-D462-3FE8-9CF17E6DC140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9194FA-56F3-1DC8-86BE-BB8EB61CD31D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2D9194FA-56F3-1DC8-86BE-BB8EB61CD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5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834906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2D86E-48E6-A3A0-86E2-186A2B317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A1CF7E20-8B74-6128-54AB-3E14FB8FAA70}"/>
                  </a:ext>
                </a:extLst>
              </p:cNvPr>
              <p:cNvSpPr/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5" name="Rounded Rectangle 64">
                <a:extLst>
                  <a:ext uri="{FF2B5EF4-FFF2-40B4-BE49-F238E27FC236}">
                    <a16:creationId xmlns:a16="http://schemas.microsoft.com/office/drawing/2014/main" id="{A1CF7E20-8B74-6128-54AB-3E14FB8FAA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BFF2F200-DE46-EB1B-A3BA-09BE059E3EC1}"/>
              </a:ext>
            </a:extLst>
          </p:cNvPr>
          <p:cNvSpPr/>
          <p:nvPr/>
        </p:nvSpPr>
        <p:spPr>
          <a:xfrm>
            <a:off x="15562042" y="4045419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9386758-C184-B0F6-9D71-C0B2FAF835F5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EDA68A5-0973-CFAB-F283-5392560D9DBC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96A1248-4101-B375-6A50-3D5862AC5AD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01747F-3B86-BB40-E5AC-F279BA4F7773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3A942CA-6D1C-10DF-0D2F-E87F4829BDF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7FC6F1-A927-A65D-97E7-124504E3032C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4A90111-DF42-C97A-B3BB-39118C0AE86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F156ED4-B484-30E1-515C-D0DAA94CBABD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AE4B580-4A98-527B-9580-EFC77F6EA9E5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0CE566-3A8B-980E-87EB-B5D807920EB4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E5FDB44-289A-DC26-F34B-9235B54D83E7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4DCF0440-9B4B-5C24-2BE2-977C52B616F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37101C8F-5DA4-7D0A-75C1-D10E3A4CA73E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DDEDD973-29AC-63E7-4016-DEB0D6F60F1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B4A9752B-89D2-D779-B402-1C63D50D37D7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288FF5C-E49D-2FFB-BD88-A7D23C573372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EA26CFD-8849-43EA-0900-3FFA90565D6E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4307A29-3388-0494-6FE1-B1C20A7EBD37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941BE5F-5859-02BC-6892-EAC6423CCA97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26ADA3-3DED-99D5-175D-935D50FA31D0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48677A80-015C-75D9-3B25-4E3D0D1BB08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ABD6E1BD-A03D-B981-87E6-E5C7C8876995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1B471428-FD0C-063B-6F9D-B6519A588436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BE1047F2-D0CA-DC5B-1C48-931A8063FBA5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997C078B-14E0-37F6-599F-230BE890E74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A952377-EBE4-0E49-282D-88867ECC2624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18661816-C839-F786-EE76-1E32F4175FF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F433726-D3A6-4559-568A-D78B39D06515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827C279-3F8F-0D00-FA7F-3799345410D1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FF31EDC-AD73-7C7D-464C-51FF876FDF11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388978-28F9-0A8E-9D16-48EFADCC8C83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069E08D-BA9B-6869-9D9A-485C6E62580B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E8E8C60-6326-BD9D-D40B-080F7A3C22A9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21D30049-17C8-6778-7AE2-1BE01D633707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2D30A49-A0FA-D930-2AA6-5339D8B68DE2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1F8F20E-1EB0-06F1-64F9-824B4F9C0D81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C27D7F-1ED1-733E-43D2-D1EC5E64C096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120FF79-B53E-DF88-7E3B-4A28F3DFA726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0F4FED3-363E-4A3C-AD73-C22C30A51E25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C7EF3FDB-D76D-0441-7EC7-3ABFD5097B4E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AD87CC8B-8EFC-DC98-437D-1CC8FF7C4042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7CDB473-B0C3-4B0E-E32A-6A2EB0EFF1B8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ED2DF614-62FE-F46D-FA99-1950119761F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CDE685C-26AA-B269-A604-9176C5511778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CDE685C-26AA-B269-A604-9176C55117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0C9E403-EFB5-66D3-EBC4-DDCBA281C2B0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59" name="Down Arrow 58">
              <a:extLst>
                <a:ext uri="{FF2B5EF4-FFF2-40B4-BE49-F238E27FC236}">
                  <a16:creationId xmlns:a16="http://schemas.microsoft.com/office/drawing/2014/main" id="{6C315210-CC85-8C1B-220A-30D630904EAB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9B58B29-0CFD-02B9-546A-FB03E7515CFA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29B58B29-0CFD-02B9-546A-FB03E7515C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AF1C923E-85B4-2847-E3E5-A4531DC3BA52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AF1C923E-85B4-2847-E3E5-A4531DC3BA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D4424C27-E3C1-95C9-CA76-8A417089E344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3" name="Down Arrow 2">
              <a:extLst>
                <a:ext uri="{FF2B5EF4-FFF2-40B4-BE49-F238E27FC236}">
                  <a16:creationId xmlns:a16="http://schemas.microsoft.com/office/drawing/2014/main" id="{8FDF0C85-83EC-C1F8-1285-8195E043D5A0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12813A8-8DDC-2CC2-BB47-E1646F1C510D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12813A8-8DDC-2CC2-BB47-E1646F1C51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2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21786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77505-E99F-6457-D03E-C0A4C4CD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DE960B3-62BA-F3FA-7E33-C96D14B67184}"/>
                  </a:ext>
                </a:extLst>
              </p:cNvPr>
              <p:cNvSpPr/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DE960B3-62BA-F3FA-7E33-C96D14B671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9145" y="2349112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2D449522-789F-8066-6134-34F24A68ED56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1A281B7-06EC-BE3A-40A5-7BFC70FEEBB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5508DF2-62E5-73C1-F59E-3D610C686ABD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BD61EAC-3602-D591-246C-3BBDE521CD1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BB3E0D-7EF3-ED2B-80F5-0E4D17E60B16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156403-EE06-97E0-20EC-3EF28FDE1A93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7BABB1D-605F-FF17-D3B5-95FBBD395209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FBAE2CD-07DC-E873-209F-95345BE9E441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5A6514D-A021-A111-0558-97F5F344597A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A3B8B21-66F8-3D0C-39D3-CE0195828EAC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3835BE9-041E-8FC9-0C93-63906A6797C1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2B5E5C92-AC87-CF53-C204-597AADA6311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DB3AAF80-1C95-CA5C-EE60-E05390586E24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618740BD-DCF9-0402-D050-07C1FD5CFD52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D9A71033-90FB-9799-E9CC-462A2B65DA12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F64DD77-5CD0-C9AF-2B0D-2B3E62F51A6D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80CAAD7-9A27-F31C-2F15-27798EA75274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D0E4CF4-712B-58A3-536F-7C2A596F2790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456DDDD-9045-E6EB-69D8-4A0AC328BAC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1DA2F62-AEB0-B027-3A97-A22DED3FDD0B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1D4254A2-ED44-E565-0898-94DFC7DA5DB5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52BB7D3D-6BDA-04C5-C7EF-336A7D0F8064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7AB96EF1-F50B-9850-69F4-A6E4497624E2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4BB13BAF-34C5-B4E4-5BED-5958F3E9672D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C62E62FF-4D5C-F21F-6A05-29B065E1017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9436B212-48E8-CB63-8E6F-0D2061A38C3E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E0872BA4-5A4E-84E8-A470-C77B25A8C7D4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641DF53-2F3C-49AD-F8C4-3D6E56D2EF59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D05E697-C17D-E38C-2098-F8BE1698488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FD9131-9F46-8AAE-EFC5-5D340E30356F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D7E85DB-E04B-AF60-BC83-9E9CD7B5EA76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3AE6129-D9E6-3677-1921-ABB4F30A7C7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B731EBA-D299-A2FE-2394-BC9B2C7ACEC0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6AC8EBF2-9EF8-8CE9-F22B-E986C9C6DE61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B784F302-4526-35D9-E0AC-BEFFCB3CFEFE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A8F2CE7-BF5E-ECFB-67BF-C0BAD1513D16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9FA04E2-CE88-CCAD-1883-9761A77F20D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B86883C-C1AE-B45D-90E2-A8E45278C0A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A064FDDD-B641-34CF-D31A-239C08FC8AE3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421B91D-9D4B-2F7B-87E1-FC55F704874A}"/>
              </a:ext>
            </a:extLst>
          </p:cNvPr>
          <p:cNvSpPr/>
          <p:nvPr/>
        </p:nvSpPr>
        <p:spPr>
          <a:xfrm>
            <a:off x="15529204" y="4791439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BF9217C8-5E0B-8744-3E60-94BCE4BC6800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426FAEFD-0149-5193-AC93-E283422266EA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F1B6F69-5054-6348-0EAF-9428F911C70A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3A1B42F6-60B8-224B-4F21-ACFBE96E4E43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CCC8D79-4557-344F-5F17-99BCCF50038E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CCC8D79-4557-344F-5F17-99BCCF5003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E19EF4A-5154-DC20-950D-BE482764F532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59" name="Down Arrow 58">
              <a:extLst>
                <a:ext uri="{FF2B5EF4-FFF2-40B4-BE49-F238E27FC236}">
                  <a16:creationId xmlns:a16="http://schemas.microsoft.com/office/drawing/2014/main" id="{5962EAC3-D770-C737-7ED8-0F7F3E308F4C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7985478-A7E9-3CBE-3CE6-C55C19E6D94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67985478-A7E9-3CBE-3CE6-C55C19E6D9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0F5C22D2-50D2-2028-E219-2181891B0C5E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1" name="Rounded Rectangle 60">
                <a:extLst>
                  <a:ext uri="{FF2B5EF4-FFF2-40B4-BE49-F238E27FC236}">
                    <a16:creationId xmlns:a16="http://schemas.microsoft.com/office/drawing/2014/main" id="{0F5C22D2-50D2-2028-E219-2181891B0C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C3EA685D-4B4F-DC53-0467-E137B6F04ACD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ACF883DA-B820-836F-3209-31036C9201E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0A35FDF-B1E5-5C6C-0FA5-EAF03368C99C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0A35FDF-B1E5-5C6C-0FA5-EAF03368C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2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0581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BFB41-6D21-04E4-7343-CCA96E314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7C57BFB-9A71-9FEA-0604-CAA72A924FB5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7C57BFB-9A71-9FEA-0604-CAA72A924F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DD8CC222-75D0-C2D5-D603-86F14D3F105E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5B8ACF-6F46-1470-03A9-0167C1A01E6F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E10C349-0906-E1AD-7E53-05FBD117E8A3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0D5B47-15D7-CB3F-2AF4-920ED5D31D3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9AC4ED6-9D5B-AA94-A015-DD22E6F8CFD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500ED42-0118-8A6F-7535-D06F044CB332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37C07F-FE94-FDEC-0327-407FF30F65BC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0E0E9A1-2467-5778-2EEC-C6DF1998E5E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D0444C9-7BDD-9354-039F-C8EF9B330D95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8E7D72F-F72A-1A30-DFFD-C6A12A61BC93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1570C6A-394A-B185-0AEC-E4FD21D4F401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D1879C79-ADAD-9D28-E3AA-4724F91A262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EC4BCD41-E370-7104-E061-1B17CE21B54E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A757A169-3440-EEB7-5873-5CAFE97AD918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9C4A36CB-D013-062A-D6A8-B4D986FD460F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00F927E-8FDB-6288-8659-A0E495BDFECC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8AF9328-DD67-32E9-6CB3-B9F8867FA85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3DE40A9-EE33-A2F7-41C8-D35EC13CE549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31A85ECC-537B-5C47-A3EC-E9E892FF586F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DFE6F1C-8836-978C-E23E-994EBAF3716F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FE7F02B9-A1E4-0243-CCBE-1E95697237EF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563FB2BB-9688-EFC1-2281-76EDC222753C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42B22281-5EA9-55EA-61B4-445B1A1375A5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8870D4F1-B431-1B66-3926-5D0008F6B639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CA5723F5-EAB4-9137-2CE5-A2974D41395A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CB13CCAC-5D7F-B0B2-090F-AEC808BF1FFD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AED22F27-42A7-77DD-9C95-67C02F17E4AD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D8568FA-2AD6-526A-0E52-806F74CC6BCC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8807310-6EDA-344A-09D5-EC23D4EEB2E7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984626-7673-B1DF-20D7-955384AB47E2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C735C93-A9E8-9EE8-31BD-7EA7F813A714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9958ECA-B10A-DC6D-A2B5-F03C2A88A53E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9ED6A69-09B7-5FD2-E793-CFDAFAE7E7EB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A86AC87-9D8C-2FD2-6D57-69FB440E9669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C0E7E20-9A63-0479-AE5F-667EF1B09212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99E7827-149C-FFD1-9719-E4658B4E1520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A9AB94B-B3A3-3CBD-FCDD-7EA966B33A15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8E9BFC6-E3B7-229F-89E1-B8EC1BF7AB8D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1C0BD782-7D41-D5C6-5CC2-5B9966C47DB5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FCFE462E-3062-943F-D48D-5600FA39EFCF}"/>
              </a:ext>
            </a:extLst>
          </p:cNvPr>
          <p:cNvSpPr/>
          <p:nvPr/>
        </p:nvSpPr>
        <p:spPr>
          <a:xfrm>
            <a:off x="15469059" y="3313498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1767B1DA-474B-3536-37BA-31A7270A4D4E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8EBA1F9D-4E0E-2984-4CAF-C068241A720A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2AEBAFC-7EAC-8CED-F4AD-A9D785BEF6CF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079645EF-AA23-E5E0-BD7C-DBF89C77FF8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323B7B3-A869-E1FD-BA20-25C672D7A62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323B7B3-A869-E1FD-BA20-25C672D7A6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7C172D7-399C-EF52-0665-94CDE472010E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7507648-DA5B-E8AD-A7BE-DFF2EA372E10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F548B427-B1C5-FBD6-13B0-F651BA96F43F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172D928-9A79-A471-BBB4-4366959BCF76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172D928-9A79-A471-BBB4-4366959BCF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EFAA6666-9059-9F7C-3B82-79BDBD2B9A78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EFAA6666-9059-9F7C-3B82-79BDBD2B9A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6D05CF4-E404-A630-E179-BBD6E47D4B7A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27359738-1192-3525-4308-7891D4CCFD8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D69C063-D11E-5BAD-85D3-B77F24D608C9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D69C063-D11E-5BAD-85D3-B77F24D608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842428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5F2A-00A5-C68A-B266-FCA1BFACE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74C1BC2-1F7D-83BF-3AE3-02DF3E975DD4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F74C1BC2-1F7D-83BF-3AE3-02DF3E975D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319A32E-767F-5AAE-E96D-91A65D017F3E}"/>
              </a:ext>
            </a:extLst>
          </p:cNvPr>
          <p:cNvSpPr/>
          <p:nvPr/>
        </p:nvSpPr>
        <p:spPr>
          <a:xfrm>
            <a:off x="15448592" y="4045419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938C759-8A5C-C237-41F2-76C1816E6261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5A04E63-2BF6-F357-7CB0-5C6D1CB5FF9C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387CE24-8887-BFDD-869C-5C1E2FCDBAB1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650467-9526-7809-05E2-4C44BB3A73EC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EB66509-C716-C604-7C84-8A0DF3A68D0F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48DF2FE-EB2B-09C3-5CD9-A56709179146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35DF0F7-C79E-91DA-B097-EE20BD78E129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26E7DFE-509E-CB7B-A76F-1FE4DE89B8F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80D1428-5383-6DED-5AF1-549F409FC883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B137BCE-EE58-BEF9-38A4-A33E191A2DBA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980630F-D42B-DFE7-622A-8EDC1070A3D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41268EF6-50C7-4293-7FEC-16B0140FAD40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42E9EF7F-CFA1-1837-E01A-8AB94D66601B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C9CDD52C-E673-9B52-2ACC-F7AABC55598D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25209FF0-CE23-D83C-3636-F8C72FB90FCA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57D01E8-A691-5557-A546-A61CA0AFCB7F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7CDA97-8420-9D83-B0BE-B51480863A7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8531B2E-0FF3-F473-2A38-927E134862D8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CD63E3A-4A73-16A9-4F38-EB5C741CD59D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B39EBE-F4A0-9C64-D8BB-46496BA73434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3C85E2F9-7201-58C8-88AD-6D3397E73D23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F9CFD33B-FB25-F814-C512-6B15048226FD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154F1BEE-1209-9542-3355-2B4AF5F1447B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2BF2CDBC-ACE5-23F3-6EF2-AC4204D4FFC2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AF3CED66-A2F8-1CE0-2F9E-AE10CA5FE0B3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69C85C2-6730-A234-EE18-50E8ACEEE261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2132FF5D-ABF9-130D-F21F-C8687922B051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B8BC857F-6861-74C9-3404-0129D8FDE9E6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6B93B7-F60E-CC3F-404C-AA0F85A15C23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457A379-CEA9-C1FA-751A-505534E0162F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3880055-D92D-A88D-CC3D-F98E1A5F4426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1746D18-84C2-F4E0-00D7-7330426BD1B6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19A0408A-71BA-AC54-F189-3066D837A8A4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7666F37-1DA6-75C9-8CEB-A631F72D221E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5B62FD2-DC82-3628-F928-E6432825056B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8893652-1F7F-A15E-C9D8-F0246BDE2F15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2BEAA5B-03B6-CCC4-79BC-D1E53DA7705A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47B9943-A00E-CEC8-5334-FF2C78B515B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08F72F0F-C479-AD75-41C9-2455BD2ED776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FEB5FE73-5BC6-F35F-DC94-D48386B4C4DC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BFE8B5DF-0FFF-B84C-3FDA-B534D27640B5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43ADBF1-CCE5-288E-F123-6338462AD8C0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9892C47E-AF51-6861-9C08-921EFFA2F50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38AF210-183C-8C63-92FA-AE72793B454B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38AF210-183C-8C63-92FA-AE72793B45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EFADB698-C68F-B851-E24F-8BC75F595E7B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B7E0E6D-B3DA-B77E-836F-342E24CD25A4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E3CC3ACC-4F51-2363-6BC2-DF1AA920A6A2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4C108EE-621E-B016-DF38-E5EFDD63B73B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4C108EE-621E-B016-DF38-E5EFDD63B7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A13A5584-C01F-A33F-10D3-99A2F3ED7381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A13A5584-C01F-A33F-10D3-99A2F3ED73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4B5F0C99-ABBE-3278-8F9F-8961577F432E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D78E4074-5744-E694-A651-17A0368EF7AF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5A8AC05-3BCD-8D4F-8C80-206AFA0E6485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5A8AC05-3BCD-8D4F-8C80-206AFA0E64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086110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757B0-0351-82CD-062A-89A0F4FA9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7D85BA5-DB5B-1B53-B2CA-F7BF4793D65F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77D85BA5-DB5B-1B53-B2CA-F7BF4793D6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467BD63A-2EF5-DFD4-A531-B2A00A67DAA1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8079C74-9C5D-86DD-14D1-E611101ED790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4C73518-A8AD-2B99-3D74-D84EAE0BD3B1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41587F0-D342-0430-4ED4-4BF0D34E9DBA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26976CD-FE55-FC9B-EE84-F883AF985037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E6A214B-92B9-C9E9-D9B6-E8F1CE64FBFE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CA541B9-142B-1B1A-FC13-707C9B98512C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77F5331-12A1-FD99-7A33-4B9849CCA09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05D9E4-7E6F-5AEC-CF0D-69DB07C0DD6F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CAB483A-FD51-1332-AB3D-481993208ADF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23BF361-3BA5-C919-90A4-A9CC42E49D8A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CD552B0E-E6D4-E98A-A8B6-3D8F232070CE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DFB1BEC5-C865-3C07-1B71-30449440D4A7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0643D59C-A7D9-7189-6A90-CC97E507C2F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6EB3B928-9BFA-4B35-A9DF-BE5EFA40FEE5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45C3BC1-70CB-A0C4-4D0C-6C2DEBC9E8C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FB647AF-896B-05F9-0C85-46F988F5FA57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3D1043E-14DA-475F-4992-29252BEAF9FB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D778705-FD83-4C8D-29C1-E73D51E0F298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CF1355A-8002-A315-AC2C-4E42EC99C571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F766D9FC-D453-B7B6-E58F-5AD8FE23ABE1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8B4DD6D7-29C1-FB22-FD56-FCA6EF462709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5FABECE8-162D-B9DC-B167-A33876A85F81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F1181B80-394F-8EB6-B6BE-1B9A15D1762E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20ADAF52-BF28-D9B0-DC0F-802ED62F594D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80EEE8F-30C5-DE31-5FE7-73A68F51A6A6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F300C575-2AD8-7B0E-FF00-979F70B1202D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F459E40-F9EF-EA10-1EF2-5AE73CD2421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69CDC58-1247-B87C-BD25-2A4207F24EC4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DD1F26D-9885-FCFA-DBC7-18B98F99DF8F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235AF40-475E-38AC-B2E7-D25877E9E978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8216C7A-C1EE-93E3-C46F-358FE6B516F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72462D4-DEC0-0300-9241-027BD5B8874D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CD7F47D-662C-8358-8509-6E5568B74B6D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D279CA6-C10E-6DDF-0E04-7D90AAFC4970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5DED7A7D-690B-D8B4-853D-6E959D828C8C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AA79E0C-162A-59B5-8A46-911E6B1C55DF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3972A73-C03C-41D7-969F-B143F310287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192DDEFE-AA6D-0572-1668-3D20EA26AD27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9D6A2D45-9FFD-EFF1-5244-75835FAA40A9}"/>
              </a:ext>
            </a:extLst>
          </p:cNvPr>
          <p:cNvSpPr/>
          <p:nvPr/>
        </p:nvSpPr>
        <p:spPr>
          <a:xfrm>
            <a:off x="15423621" y="4378690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B532024F-C6EC-6496-BF6A-F64670A51832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B0640B80-E8BC-A004-C192-565237C7B4DD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033EEA8-FF6A-7CF7-911A-EA8D6B4CDD04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3EE2F490-CCEB-4710-BC30-D378F7F211B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75A7E85-0469-AFFB-4F2E-F2A92634902C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275A7E85-0469-AFFB-4F2E-F2A9263490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5F8FC65-3040-5899-CDE4-F2C2537DBD66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D9B24FD-30C3-340E-C99B-CE213530DCB8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2C3DF41B-FCEB-19F2-88C4-8A8BABF15457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571AB13-3EAD-3721-4465-6AC41768A9D0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D571AB13-3EAD-3721-4465-6AC41768A9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EB0E36C9-5608-F1D4-8C79-1F420AC5BD3E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EB0E36C9-5608-F1D4-8C79-1F420AC5BD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E4529BD1-75CF-B8BC-77AF-443647394887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B5352ABA-B985-8975-5E8A-2630E3C64D81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A9B264A-BDBF-8704-EBD2-89870D2491FE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A9B264A-BDBF-8704-EBD2-89870D2491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252150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2A954-BEE4-60EF-D668-3EE612E7A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79D93B4-DB66-4C78-69C2-9E444B74A997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79D93B4-DB66-4C78-69C2-9E444B74A9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908F6A6F-ED8C-89D4-38BC-DF23BDD0F95C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9E14B0F-D15C-E7E0-0F21-BADD27205819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F627CF-DC3A-9070-D4E8-EE302BC271CB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856B86-FB64-896D-B26C-4BF4C5B9E0DE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E2884C-4F1C-BC45-6664-1D230384EFF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B41087F-CDDE-1063-74E4-505D418D9D3B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CA8B53F-7660-5C43-4EBE-3DFA25BE5154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28F4B26-8F54-9FBC-2B5D-B2D1112FC8BC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68429FE-9C2A-8963-5E1D-A32CF224C22E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4D27D74-7619-F211-0CEA-1315F3C4CFFA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81BA322-B6A9-3F2D-8E1F-57B10CBFA9E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A78DC8D8-5EB3-2E33-14B7-54C5A73F6B98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7DB2A305-5B40-A90A-EA33-30728C535B0B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58878698-8A37-C57D-93A9-F937CBCCFD53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4272DD2B-D0C4-67ED-6993-C5BEBF6EB0AD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2585EC5-AC91-A2F2-1057-06FC1585EEC9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BE01903-C828-CA09-201E-BCE2C0CE6147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5AA3439-1CA7-6813-B78C-93804CEDE705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F8317B2-CFF5-DA80-E6D6-CF5DD2DF66E0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A441220-AE2D-C761-193E-1B77CDB13997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97E62720-7554-01E5-8095-380235021A9E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F385736E-4FA0-C835-BBB2-52B6D9BD381B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688CE99C-294A-2BC1-7F23-C69720B53168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5B02EFFE-7166-E9B1-AB64-64C8A91862E6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F67DC22B-E737-2BEF-F9A9-F885FFA6C30B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A34679-134A-84E5-7A45-14BB448A4D75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BB92E779-3DF8-D125-5F90-6172262B6B05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8E937D2-ECDC-C3BE-894B-5915D11654AC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43ECFD-0F57-EFF5-441E-9DB5841690E9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5316B22-E64A-79B7-8447-FD31A7167EE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426FD59-4F6A-FCC1-58C7-469B46BAD08B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D3E3834-9ACA-500B-A25D-23D07B6A2400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9BB8524-840B-90DD-2D16-889083390490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B66C5C2-F0C7-4471-ED6E-0C348E6F43C8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BEC51B1-A8DC-62B1-C7F1-58F1C35B01AB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4A248AF-DCAA-CC19-C49D-F69ADCA1B353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11B0738-7FC4-CA4F-03FE-DDD410187F2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1F24DE7-C1CE-6C03-8EDA-5EAC4BBFDFD0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802CF59C-7419-89A3-4CA5-3FEFEDB6C5B1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72EEDF3-E996-C1CA-6FCD-113C93F96984}"/>
              </a:ext>
            </a:extLst>
          </p:cNvPr>
          <p:cNvSpPr/>
          <p:nvPr/>
        </p:nvSpPr>
        <p:spPr>
          <a:xfrm>
            <a:off x="15448592" y="4820813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97D1D62F-59D9-C7FD-FC91-39535F4A9D08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A1BA612B-10A1-0154-9A8D-5D4D2DC97892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B66B6E4-A6C2-0577-A323-BA80C40AE3CC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1BB14A07-31A4-0CF9-940C-1BC2AB49FC02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904FE76-E2E2-DD72-F1B8-5DB6CE9E0E6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904FE76-E2E2-DD72-F1B8-5DB6CE9E0E6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BB770B6-D2BB-1B7C-2C05-04AC486A50C9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C2C72329-53FD-8BB3-F103-32CD94B6F58C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0311ADB7-3918-F847-CE8D-0763257E850C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30B132C-07B9-E998-971F-00787E4C46F0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30B132C-07B9-E998-971F-00787E4C46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8C77E499-8C22-795B-57DC-1C9A269DF43E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8C77E499-8C22-795B-57DC-1C9A269DF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605E9781-1288-2123-2FA9-103596CF5B39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60584146-8059-E6B2-F699-DF8B6B2EC02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B901882-4682-89E3-7C9D-CDF9651ED1BA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3B901882-4682-89E3-7C9D-CDF9651ED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1272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7D74A-CC0A-D1A6-EC24-11F5F9C00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C4870F6-182A-14A8-94A0-E89BFECAA54B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C4870F6-182A-14A8-94A0-E89BFECAA5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8D3CCC8D-D8AC-11FD-EC33-C70AA875C487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9145DAA-EC1E-BF63-2D0D-66C32702AF84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F3DB1BC-DD5F-77A2-FA7E-272F5E777E57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164A0A-8F38-509B-C054-2134DD66AB84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01DB4B9-C234-F742-D2BD-8285A5E613AF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FD444BF-A1A4-B7A0-7C55-45B9525D5D00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6A447FA-B89D-C449-750D-5467E5EBB77B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B6CF403-EF4D-5DF2-DFA9-CDBAFD9319F3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9E079BD-1CEB-A000-D647-341ADF82ABA2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1B86761-26DA-4AD6-436C-F48DFE85400B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CB6D95-A5F6-3445-BA3B-BD3FFC57A66B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CE620B05-0F39-90CF-4803-ADD44A4BC927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7C3A6E11-4432-49EE-4639-92E6909C5BB4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0B996A00-3151-3571-2E95-FD8BF3131B12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76AAEE4D-ADCB-F1C8-7CD4-2EF009005040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6E74C7-B00C-F32B-9CC5-80C9B3390DC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5D42A88C-6F2F-EA83-93EE-F846B0BBF5F6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250E810-5131-7E4C-6AAB-3718D5D4AA42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1872EA2-B7DB-1917-D0F3-3E77B88B584A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5695905B-2C2D-F8CC-BFE3-933D640E886A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635D30D3-3B3B-671B-810C-F92D47E4D6D6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B040C685-D850-FB33-025B-28A0C98F85EB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D8BAD7A6-4DAB-3AEA-B00B-D56668A2E7E8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6481EFD5-AA9E-EBC1-D730-440C348B396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49F302C9-97EF-2044-A757-611F03C250E5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CA6EB98-011C-F289-3BEF-88A678A94C37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9E2E1E64-03E2-5FE6-1421-F43CE1256C31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D37C8AD-D3F2-1111-18C1-6CB2E9AC3946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7F6FCA1-14BC-489F-0FD8-AA35EE3BED63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69E1033-A75B-FD30-53A1-C546A2544066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2B2353A1-5F51-498C-0BF9-FBFF4A89682F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DF8EFF-4468-FA0A-AA0D-8516EE455D0D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C961DB9B-5DF2-B1FC-AA7F-08F7AAAD9BB6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EEDC11B-7000-F442-24EC-A5923CC3A970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1D0FBC-EF78-8288-1723-7FC114B04896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8FB82B5-816B-5E14-C659-4FF2C8629F55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CF07EAA-4230-C74E-ADD1-3980E2AEC9A6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BB81827-ECD5-B907-64E7-7B0C6E984A1F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DF51C9ED-71B7-9016-B4A1-8CFBF98AA60C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60297EE-D726-CB8A-C109-B609148D997B}"/>
              </a:ext>
            </a:extLst>
          </p:cNvPr>
          <p:cNvSpPr/>
          <p:nvPr/>
        </p:nvSpPr>
        <p:spPr>
          <a:xfrm>
            <a:off x="15448592" y="5140882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F1393E0D-421A-FFE3-1B37-8F4B54E8ED71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D4490288-490E-C81A-C406-633373F2F397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62F5BF-BB8A-3064-D78F-25B95B6DEAF3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2589306F-202B-8FD8-D2FE-0F7EF5D1353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F43410-E52A-084E-E289-6FF53452464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DF43410-E52A-084E-E289-6FF5345246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FE37B064-2C3B-12E6-D43C-291570CF9194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010E8D24-0F5A-DAE0-179C-FDD1012F88A3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5EB41370-25B2-629C-3188-D4812ED9EE5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760A213-1D8E-A840-72EB-B255A39FFEF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760A213-1D8E-A840-72EB-B255A39FF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16E5608-50BD-8D03-7645-EB8835E00260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16E5608-50BD-8D03-7645-EB8835E002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0C15B9B-51BE-BBD4-3DE4-09E2461E19F5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043C4F97-0C9B-CEE8-17C4-4BDD1A658E4F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E9F47E9-51BA-9CEE-6171-812AD57B6C41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E9F47E9-51BA-9CEE-6171-812AD57B6C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93094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B2CB2-157D-31CD-0D42-AB9F59F74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C7C390B-06EF-A710-1777-08811BFDEB2F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C7C390B-06EF-A710-1777-08811BFDEB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9FCE73E9-33DD-6A7B-3964-B784A7BEEC70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488F72-1F5A-8579-EBB5-6CECAC60231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AC60168-3575-4B27-FE36-0B5D9EC680C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A1134E7-BC45-E094-8222-69A568738527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092037E-1FA7-FABC-2B6E-EA978F1C235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A7F6D76-F045-ABC9-84ED-8788A17C5693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90668B5-DCBC-214B-39E3-E4F84E875225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B8BD53-829C-595D-F3CD-E275AAA7019F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28F135B-19CB-9C25-03D6-F4F48C89A2AE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77461C8-2FF4-81DA-CE8A-30138798E367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3B5DCF-6EFA-D4CB-D74B-C03B72F955A1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FA71FDC1-86E7-47C4-E041-A810A746E86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4B6ADC78-C88F-AF71-B268-7DE66B9E856B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E4CF7C0D-C3FB-C583-04EC-BB60673B7A3B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B8B62FD6-9A56-7177-4B15-FC7078EB265B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04B84E0-23A2-1B74-B18B-617822D6E81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FC9B890E-DEEC-69B9-ED66-523FC6F2371E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841AF21-3DD4-2912-B844-69A3C87E6752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C496E64-D87A-B38A-9555-91C6CDB6F9D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7A32FEF-9D0D-72AC-0F64-BC60D9F27E2C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C3DD6AB2-015E-84BD-17BB-76F363588FCC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B95B79D1-8C64-BDAD-CD28-182E7D1A1B5D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2D07E68F-738E-900C-F057-4E11A0952B32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5DF14DF3-968F-2A6B-288F-4A583F1358CF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9096A94C-07B9-273C-2CCD-D717836DD7BF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71C8E2A3-B888-8D99-3F4E-DA8FB698E2B7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2E0E2760-96B2-BD7B-7FE5-19447533ABD0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6C7EEE52-3E96-D6CA-A8D6-34A0DCF8D951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5B6626-67E7-DBCB-3058-9258CF61213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69E4568-B0F8-3E99-D482-87469D740F86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0475E29-E5F2-DD30-5F42-FF07E2F9B5D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DB03881-5CE0-604A-3C5A-1DA22FD2AE77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E2D76D9-E51D-FB2D-68CE-E58DB643F655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767C257-587D-27A9-C199-444D6EE34DDE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254642A-C3FF-2563-74F8-D8D25DD585B3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56FC0B3-D84F-37B1-CE61-2D2B1566E1E5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07279B4-B3D3-A27E-81C7-E1752ED63CF8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E396861-0665-09F5-0BC2-073E4A0EA83C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D26CE522-9983-3C15-CE4E-D474F52B61E0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ADF0667-7AB0-49AB-705D-DF82B1562A51}"/>
              </a:ext>
            </a:extLst>
          </p:cNvPr>
          <p:cNvSpPr/>
          <p:nvPr/>
        </p:nvSpPr>
        <p:spPr>
          <a:xfrm>
            <a:off x="15469059" y="5445737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87158AAF-083E-3B7D-7A91-06D36DEB4729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697A69C0-6951-587A-8597-F6AD2087A476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842AB13-1DF3-3919-75C4-8C3A7F1A6ED0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7B30B185-277B-2954-D4CA-C44B93F0C717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FB706F0-16F9-8AFF-E5D7-144B6CBA887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DFB706F0-16F9-8AFF-E5D7-144B6CBA88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BC47AE4D-C3B3-937A-31AD-CEE61D1C72F5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924A36C-9DB9-DE8E-182B-11C3CE70BDBA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10A04E09-BDA5-AA56-6EA5-E901619F6BF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9F4762-C86D-779A-AD12-68DC3711938C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A59F4762-C86D-779A-AD12-68DC371193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080C2123-7BF1-93E6-6D1A-872068BFF1DB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080C2123-7BF1-93E6-6D1A-872068BFF1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D177F93-75AF-32FE-A276-D4D7D3FA6673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12E14546-7E74-811F-500F-E984D02789B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95E63CE-81AE-EE4C-1F83-81658A93F106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95E63CE-81AE-EE4C-1F83-81658A93F1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99568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AA11D-7A52-CB2A-F96A-428C2321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2BDB715-2973-0F8A-5532-692E8D8A2ECC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2BDB715-2973-0F8A-5532-692E8D8A2E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0A9D4B62-E53F-63F4-ABFE-B41D201CB47A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A103995-03B2-26E5-FD18-FB4A1FFECE33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320C600-A838-CE4E-D26E-D308251793F9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6757C8C-6BE5-0349-0792-39D4F7D9A74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8CF92D6-A2EC-EB01-A894-6D5F77EF58A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973B79F-461E-FBBC-EFDD-170A44B30A03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7F24CF-2409-E98C-BDA5-CFAB1249E8D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CD39075-F036-1B1B-8DF2-30D7E04ABFD5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004F6B7-9BD0-1655-8829-6C2C17B8BB77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68D4ED1-02A5-1045-1C16-2B32A446CBE4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7B1266D-54B9-DF6D-2B06-923F70FC9263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31C36C8A-B453-F91E-B7DD-DD737AF08373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9">
            <a:extLst>
              <a:ext uri="{FF2B5EF4-FFF2-40B4-BE49-F238E27FC236}">
                <a16:creationId xmlns:a16="http://schemas.microsoft.com/office/drawing/2014/main" id="{085FF4C7-C9B1-1E47-A35D-8E58CE8FF20D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9564AB26-D84E-51DF-9DA9-81B2D6E03896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EB35946B-C2E2-6829-50B7-CE8752CD0996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ED1A41B-E553-6870-DEEB-3EA124943C5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0DB7A30-6CB8-C314-B537-0DF48B19029A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6CEFA9F-23F9-BCFE-9786-003FD277C086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A30BD0-D880-CBAD-D378-34EDBD3C3CF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700B5E1-676C-A72B-85DC-EB6546D3FC05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F6EE52CF-7966-3031-69F9-180B29B96730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6">
            <a:extLst>
              <a:ext uri="{FF2B5EF4-FFF2-40B4-BE49-F238E27FC236}">
                <a16:creationId xmlns:a16="http://schemas.microsoft.com/office/drawing/2014/main" id="{0C1BFC97-B416-858B-FD5B-A646BADD4306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29" name="!!b3">
            <a:extLst>
              <a:ext uri="{FF2B5EF4-FFF2-40B4-BE49-F238E27FC236}">
                <a16:creationId xmlns:a16="http://schemas.microsoft.com/office/drawing/2014/main" id="{9BBEB80D-3BFD-2D0F-D921-FF4DDC1B2693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4F1CD4E0-B66C-D1D0-522B-19F6B91C6A79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C8F5B9FB-B278-04EE-EE1C-1D3B42A9F8A2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476DEBC-1F0A-CDF8-29A8-EA4823A6F035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A74DBCCA-9E39-EFDA-A5C9-B297022A50D8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1D3A2ED0-924B-2381-4180-47631F84B1FC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309A68-8F30-3828-67C0-F3DDD62F569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856B2A9-B618-488D-3401-C0CABA634F45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F6F484-F1D2-744F-77B6-5780FDA86055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7B086D8-AF04-55AF-1EAC-36FF01038D8F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D4CA01D-AD86-8B56-B4DF-611487544710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497D88A-9FE4-1806-EA72-CEA6172AC573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5C6A0F9-3D85-D571-3461-A4309350A6B5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69BB9FE-5829-1F79-440A-9C468C2A70DD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C6567A2-6031-BFCC-5AA2-1F73E67507D3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0B42342-EABD-3EA9-00DB-76EEBA576D6B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D988BC39-8D98-2797-D750-E748CD57772A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2739843F-9FA9-DF2B-9A1C-CB6F11AEE82C}"/>
              </a:ext>
            </a:extLst>
          </p:cNvPr>
          <p:cNvSpPr/>
          <p:nvPr/>
        </p:nvSpPr>
        <p:spPr>
          <a:xfrm>
            <a:off x="15469059" y="6858000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311E5824-C97C-314E-4A74-97422195C6F2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7">
            <a:extLst>
              <a:ext uri="{FF2B5EF4-FFF2-40B4-BE49-F238E27FC236}">
                <a16:creationId xmlns:a16="http://schemas.microsoft.com/office/drawing/2014/main" id="{60FA346D-BD29-6B5B-D8C1-94B39CFC1459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81A9DD-A8A6-743E-50D2-ABC735BAE5C9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11F3876C-235E-A4D6-6D76-E8CD4289A12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3D2D184-61A8-42DC-FA3E-19099A868962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3D2D184-61A8-42DC-FA3E-19099A8689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51E9D68-A520-ABC4-272F-5175ADF6B224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E73B76AF-72F6-BD64-0A29-1815D4A72FB3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44D41B51-DCB5-3942-9728-2911BD6BE6AB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0CEB1C3-EDD1-29EB-F44B-9348F7A3500F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70CEB1C3-EDD1-29EB-F44B-9348F7A35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C5A1650-2428-A13E-D171-98AF00C0143E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C5A1650-2428-A13E-D171-98AF00C014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0970547-D3F2-A980-ED70-51BAD0E0FFAA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80D3165A-E449-5527-6331-E02CFB98312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8A4015C-09EC-F0ED-7608-28236A48316F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8A4015C-09EC-F0ED-7608-28236A4831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162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DE77-558E-0D44-A2F5-D02E1280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E43390-D4F8-57D1-0CE4-3FAA24672E80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E43390-D4F8-57D1-0CE4-3FAA24672E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C95A1F5A-1542-18D8-DECE-5AD3CAC374DA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566766D-A69F-0270-89AC-90598AD64C7E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5BB421-67C6-E616-CBE8-AAA367BD6297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0BEDB16-9158-6561-9F14-BC8C2D88FB20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64D9334-5F4E-6840-ECB1-8C22794E4CB0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3767C06-2A07-92E9-8C14-83E4ADB55230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63DFE62-5242-6E1D-3F88-62B164FFEC3E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5E11D5E-E6EE-5E34-D660-18B38EC77E8E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718D6A-4983-68C7-8C8C-4D93C667D6FD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FF467F2-E8A9-19EC-B6E9-E3AEF35216C4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691C878-3B18-DF98-B7A5-C1A2FAAC0DB8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764E8025-B949-22A6-4D4F-08B68C1DE974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B3E42311-68A5-4CD8-7A3D-319016D6C40A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E018E63C-EF11-34C0-12E1-0E99154EFEC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E89CB36B-F83A-CE12-E897-7FF933BDDBE4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AE31BED-BB2B-EDD1-1993-2CEBEB4B5961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11C66B94-C28F-DEA9-2A6F-86817E10D9D0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A62308C-4E5C-09BB-33DB-67FD64C6AD2E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66BF65B-A8CB-1505-172E-1E4E020DA0C5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33867C8-B8CE-9B13-1EB6-25650DAB3E47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97200D57-0FEF-F449-ED12-8C132FC0BC77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38476DF1-67B8-2E5E-BCCF-FB844F06DF83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476B99F0-3361-BE79-3559-ADEB6C8BE10A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C24CF740-8CFE-BDD3-7C98-8241D8BD2A1B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E5ED0F88-F58C-011A-6ECC-79EECDEB5D9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800A59A-2EAA-DDAA-BB0D-E99387F71EDD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73120C8D-4F9A-553A-B954-4CD8F042D706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9339881C-D8BC-E2DD-386D-3869F41FEE1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90CDFEB-B384-EC45-EC72-0BB5A49C5B10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7C5C909-7ECB-D931-4E5F-CFB25ED3AF77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5C613E2-64FA-D514-B174-97AA4A22B02C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3BFCF70-98AA-2184-CB0E-5E9A60454454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A82BB969-5D18-4FB1-EC77-1198D64973CB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1A9669-DC87-D405-77FB-0E70F65ABA2D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DF4B34E-7BCD-49F6-740A-20CAE9FA242D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FD4EB65-5FB7-96DA-CDF6-8A3D944E7C13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80D506A-9077-4B48-C7CD-CBA3D3A0BAC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E52F524-92A8-D5AF-B891-0DDBD6B8EB72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C5B3C773-2284-7347-6AFC-B80065D44E03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001D223-812B-C8E9-6222-447E72428953}"/>
              </a:ext>
            </a:extLst>
          </p:cNvPr>
          <p:cNvSpPr/>
          <p:nvPr/>
        </p:nvSpPr>
        <p:spPr>
          <a:xfrm>
            <a:off x="15433773" y="8001557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66013242-7B7D-0F82-9A63-8D130E61FC58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6A4C88C4-8D07-D16E-202F-16E49A6B978C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B79EA04-AFF1-0882-F890-D70C032ABF78}"/>
              </a:ext>
            </a:extLst>
          </p:cNvPr>
          <p:cNvGrpSpPr/>
          <p:nvPr/>
        </p:nvGrpSpPr>
        <p:grpSpPr>
          <a:xfrm>
            <a:off x="3834090" y="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50A51553-4A31-CFE4-E46E-E45894E17CEB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183C877-A921-A2A7-B10C-98B1245B80AB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183C877-A921-A2A7-B10C-98B1245B8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3A2D0802-FE87-306D-B9FB-A26566EDDF0B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DAFB91D8-96CF-E3E3-DF2B-E63F2DF9068E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70A212E7-C87F-CB29-F230-D7D1A76732C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9AB3A19-8D87-E1FA-6C72-E9F8F82BE341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9AB3A19-8D87-E1FA-6C72-E9F8F82BE3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CEFC66C8-065F-FBFD-9DEB-907A1491F719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CEFC66C8-065F-FBFD-9DEB-907A1491F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6C6E100-D15D-308E-5D3D-417A1E9BA423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A98EF264-738B-8EAB-DCCA-8569B2060A7C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1C03B8D-C024-AD58-18A6-4EAF314DDDB1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1C03B8D-C024-AD58-18A6-4EAF314DDD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795244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B0199-AA1F-A785-FC23-17A92C180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148AD92-12B2-5F0A-CFF1-EA63B7B82249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148AD92-12B2-5F0A-CFF1-EA63B7B822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47C1C988-054A-67FB-500F-D646FD9CAF32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5474F37-1C65-C9CB-FBBE-F66617EFD9C7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8934323-D044-18E0-E463-5A0C2A2AE4EE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9004D62-8D3E-2F1F-E9A6-E88D1196107F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326DB69-5466-E5DB-4A0C-D55059518742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3451E9-EE99-E2C2-2AB7-A1CB35CD03BE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3A913A-4FDD-5334-5922-E14D58E7D15F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2C6622D-3DDA-C87F-9481-6FE2D793574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27EF3C3-58E3-0006-54E9-5CC243FAD025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9C4EDB5-4A28-19BE-209D-361CEC1ADAD8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D20562-E307-A2BE-5D9C-82C37A3DD53B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0C69F96A-26C5-5AD2-6642-4DD64F351226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1A58B261-7CEA-E05F-9A88-954CB4589596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7E782275-203D-1340-38E9-8A71C6E50E4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CC80E841-C1DB-143F-3180-562BC811B774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74C4449-B4A8-3174-B705-E61956160E0D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1E7A53B-C1FA-98BE-0189-2A0CA9FD58CC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1462AC0-0B1F-022D-6849-6BE2FB306049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5A240F6-9BE0-FEE6-9B16-DE9E2D7E750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5E473CF-921D-F035-83AF-C92B0C4700DB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3D6E5378-7D73-027F-6305-B27FBC1E8514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47021A97-36FC-E1BD-BB1C-395E80F2C57E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AE1E5FBC-345E-4546-87E7-7AA93C3B88CF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69F7FD3A-72AF-7BA2-886A-B36586EEBD4A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FB748B97-57E7-E948-1A35-A7C0B122EED2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5FE9E50-8B0A-20D7-2EEE-1904AF8DAC70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E7324402-3D05-6531-8340-A978B9F93231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8C3F041-D390-62CD-30CA-31E253FD1F75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13F278-DEF7-67D8-7973-5CA2B26ECB3A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FBAF24-8869-5AAB-7773-BC0D56773E13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5A4E08-95CE-CFBF-2ECA-F5A2174D6935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4368E56-D892-13E9-71B3-D8E419A9AC88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746D88C-D13F-E18B-9EC9-D590C8117AC4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8172B66-9504-A6EB-EFE2-4C1B229B26E9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A104873A-0469-22AB-5BAE-F338F3AEE14C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92F9BE8-1794-D9E0-68CA-239B9B2CDF6B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AF9A86F-355E-55A7-9D33-6AF264C86C7C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7547B36-0B21-FC0B-E9AA-E6E9550E9F23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315CF0F5-548E-DE8E-E41E-33B92A97A3A4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E1823C0B-E59E-C81C-863E-D68B8C40177C}"/>
              </a:ext>
            </a:extLst>
          </p:cNvPr>
          <p:cNvSpPr/>
          <p:nvPr/>
        </p:nvSpPr>
        <p:spPr>
          <a:xfrm>
            <a:off x="15433773" y="8001557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C9C4F126-D863-858A-61FE-B9E7FE44FF29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92583877-6281-608A-33A6-4273098BFD6E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0718E5-1F08-5F3B-4282-ADDA875EFBA6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D3A8623C-78C2-8590-7D0D-F0D72FE8EAF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DBD10D8-A64D-2185-FE2E-CAE1CB328729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DBD10D8-A64D-2185-FE2E-CAE1CB328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1844B58-6AB2-A156-5AAE-38896F8E962C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9A16DB7-C1B5-733E-6794-972D62B85B06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2E61DFA9-92EB-E504-D5F3-2E827D34F868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7ECF971-C7B3-8FF0-98CD-64CB96FA5D3E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47ECF971-C7B3-8FF0-98CD-64CB96FA5D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A92308BB-ADAB-0CDE-6F7C-44FCA156BD4F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A92308BB-ADAB-0CDE-6F7C-44FCA156BD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882F0A11-A58F-17F3-6CA0-287FAE3D3CFD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3B9130F2-EB41-76FF-EBE6-A2E473FA7716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D84C40D-8A2C-8B50-4DE3-8E7EC2B23481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D84C40D-8A2C-8B50-4DE3-8E7EC2B234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4192546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A702B-7302-AD98-0CF8-88E9C1836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788FE9D-C62C-31AE-4737-C9047985BDC1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788FE9D-C62C-31AE-4737-C9047985BD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F1F51CB3-96B1-598D-9805-F425871E410C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3BE2D90-DAF5-BB19-D2F4-C452D6C9FC8F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CB626C5-1703-1528-08FA-7BFF55793596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CBBCAC-DCD0-1C69-14A5-3F78349A4F3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F635C2D-6579-E05E-4094-CBFEB512E346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6816DB-F55B-53C3-23DD-6F891239DB14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74E4BFC-5A22-2784-6F36-6A959002053C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DD09976-7942-F2BD-6343-D3A956C9EE5E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C52F6CA-AFAD-DB86-118E-203D7C3D00CD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CFD107A-4AEF-23EB-9CFD-FBC7605C15A8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323FDC-EA4F-1DCB-0FA9-3A9409089BF0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05C04074-E837-13D8-E1DC-C55C39740D3A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C0EF9ADD-0840-6D07-F828-5167C2DAEAF1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FD261C01-DAFE-5477-3D8A-3EA118EFF6CC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DC9F3A06-4F78-9CF0-22E3-099533319A1B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7D293510-84E8-747E-BEA0-19F3C6CBEF1B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51B99F0-A331-B5E8-4A3B-C909A754C514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49BB1D-3DDB-B947-DE0A-D968FA784A03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7823104-FBCC-C7B4-5F54-781E7E5ADAAF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855F601-2891-F297-765D-8269F985DD3A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882F96A2-E373-C733-E9BD-8C8A515222B2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AA9AC852-DF4E-1E80-F85C-3DE9D1845700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213B9B28-84DD-AC9E-7D53-B676B5F01C87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A8D0C7A9-7F75-84EA-FC87-36BB978228F7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DABC9BC6-E899-C3C7-F82C-2CE4BCF78F1E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FE721B8-5361-04D1-71E9-78A1FAF282C3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BAD1E834-45AE-608B-BEE5-BFBA0922DB0B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2507338-63FE-8FB8-EB20-AB0FEDB2744F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EDFEFBE-9BD9-CFF0-5CA9-7B7B7ED91236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A083DD7-95C0-5160-A71C-664358CA9995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DF1E3CB-ADA9-29AD-1569-1829132E9270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4F613EC-65A4-922C-00E8-E6B7128038A8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7AE1ACE3-05F2-69A4-73DA-0527D156924F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7C674EC-6B68-3EAE-5664-658AD8556AC2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6F13921-10ED-6FCB-B017-71BDB07C2615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8BBE5B6-F6D4-49E8-9565-C3485C0DD15C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8B0F24-49F7-041D-B787-7B6027D0752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5187D3D-44B2-6DC7-75C4-3CA56731B161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C61E3840-5357-5921-06F6-16D4B642DC94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C0E4BCC-DA70-E247-D499-DAFE88EA07DD}"/>
              </a:ext>
            </a:extLst>
          </p:cNvPr>
          <p:cNvSpPr/>
          <p:nvPr/>
        </p:nvSpPr>
        <p:spPr>
          <a:xfrm>
            <a:off x="15525917" y="2163827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7F2B5149-32C8-8C65-570E-F02685A1DA1C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B216791D-64F6-D0A3-6601-C4E6A24F1E5A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4D5972-FC8D-DE91-97F2-F3335B2FBCAD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3C0C995D-CD35-D72D-9F4D-60899FB0121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0A9E2E5-BB8C-C67F-0E86-BA9FC19664C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60A9E2E5-BB8C-C67F-0E86-BA9FC19664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2FB133B5-4849-933B-43BE-3F1D72D7ED1D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C04B02A-8F0D-79A3-2F62-714B19FAD541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22FA889E-5857-28CA-04F0-E780A060FC3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35012E7-50B7-FD78-96D2-E85ED6E55546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35012E7-50B7-FD78-96D2-E85ED6E55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1B717B7-26B1-9B62-5B50-3897D591073A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B1B717B7-26B1-9B62-5B50-3897D59107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1FD27A78-75EC-D909-1633-7DB487AAB769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DB264082-675D-23A8-D25F-0656F160B196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40BEB1C-405D-7660-9414-39B0A7D21E8E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840BEB1C-405D-7660-9414-39B0A7D21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1548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0ADAF-C3D5-2E4C-D461-0434BDF18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394A5F2-8D64-8E58-FD34-CADFC3E68190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394A5F2-8D64-8E58-FD34-CADFC3E681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E0F8D4A9-1FC2-5F3C-2752-271E9A18E9C6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D3D5D69-F3E4-D7EB-DB46-5464DA24B06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EEB99F2-5658-D35C-75EB-427202FDABD6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99A961A-BB41-5640-9A7A-B28708B49F4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6FFAB64-46D4-921C-AF37-77B07C601DDA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A2082B-56AF-6B3A-DDBD-708920A089DA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CA0D95A-DCFC-6F64-4C84-E3F8289A6A90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AF0DD5F-F1D3-177F-3630-3D5D4C2B9BEB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9D8C60B-28C1-BFB7-9D44-8B536F5EAA8E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F61B89E-F378-9B0F-6559-8CCCC6A5699F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F649969-30EA-697E-A12B-6A00E4E67E2D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F4E34D2E-4138-3457-9DD8-6266BB6C6793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FB407811-0BD5-6FB8-6994-C3B380D54DF2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B6BF7D5A-962B-9CB8-7141-8BB401F0E45D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519898C4-7D73-A6B9-A9D1-CC3EAEC8AC2D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FBC815B-C8A0-FCE1-3517-B795C85595FF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E8CF323-69A3-A762-7B23-3412E29743D2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4F3744-16F6-4E7A-6C62-189FDC9C17F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75C11E5-7F88-6C9B-CE18-A7A648F7C913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6C1DD57-5521-8C40-2149-66EC117E4B10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3FE99234-5F82-7714-EDB1-1E561580C97C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DF7C3E58-1854-25A8-3B4E-F63174638947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E5A024FA-FBFC-247A-8C3E-C8901E1137DF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4C35E717-CD6E-CF02-9EEE-DBA168520CE2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7A8D07D4-A1CA-1359-D1CB-6304F9C26CD9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BD8C27E6-1EAE-C9DC-E0E4-4AE3C324D0E1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F919BACE-34E2-545E-F501-05A7160650FC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F6AFCAE-5CFF-6E7F-16E1-AE1FC4E8601A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EF8E749-DF6E-912F-4183-2BDB599EA7DD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144F3B7-0D04-C945-02CD-007F50723A10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C5C912-5702-7C17-2B91-CBFCAE5C3807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D42D4E-8554-8330-70B6-9A8C8EF7B20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84BC34D-40A3-D4B8-BD0E-28ABED6B07B7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B76E816-E89D-A841-3625-50D46014136C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73B9DB2-0AF8-6EE7-0453-66708FFE2458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BA69005-985B-4753-6830-671A0EDBCAB4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29D9D7E-9BE1-5BF3-DA81-A5C625451C2E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EE3C183-3FEE-20CA-EC98-04D46EFFFA82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AF0FBD13-1C5D-6843-66C4-1D60D76F834A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58A4651-D95F-8211-E166-5635A6B692D5}"/>
              </a:ext>
            </a:extLst>
          </p:cNvPr>
          <p:cNvSpPr/>
          <p:nvPr/>
        </p:nvSpPr>
        <p:spPr>
          <a:xfrm>
            <a:off x="15561215" y="2880060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FC9CCA2A-FFD6-5218-85EB-78A15AED9302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6B93E1F3-6F11-9494-EF6B-56629A8908D6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3B242CF-28D1-8343-85FD-3E3513A67EFC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135EE8A0-7850-36C5-F9FF-86ABAA2F1710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5C538D3-1BC4-1C00-C450-0F92C9203CEC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E5C538D3-1BC4-1C00-C450-0F92C9203C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93B81A29-E5EE-FDA5-8D90-6C85A6954F4C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15EDD98-12E2-A117-1957-FF2636DA5133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344DB10F-5432-6F51-11D4-EA00E52DD71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D39E73D-3169-67FE-2C81-13C95177A29E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ED39E73D-3169-67FE-2C81-13C95177A2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16D5BDEF-BB18-0EFF-812D-B49C25926889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16D5BDEF-BB18-0EFF-812D-B49C259268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A7B80FFA-C6DC-2E60-0EF0-BF6775179B4D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1E52E906-5B42-B4ED-3683-5A1AC0C8CB54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9F2AAC-A2F8-914F-5A33-E501EECA6592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99F2AAC-A2F8-914F-5A33-E501EECA65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54582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0B193-88EB-B342-AD96-EAD2FAD7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664FB63-1653-9790-DCB5-016C9CE51B87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664FB63-1653-9790-DCB5-016C9CE51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AD2B5F6D-0C5C-B0C4-4947-6FEC6FD8C64C}"/>
              </a:ext>
            </a:extLst>
          </p:cNvPr>
          <p:cNvSpPr/>
          <p:nvPr/>
        </p:nvSpPr>
        <p:spPr>
          <a:xfrm>
            <a:off x="15525917" y="3981944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2B47EC6-9E68-5CA2-492A-996B4FAAB76C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354B93-5F81-6FDD-D6E7-B7631750644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7342E0C-0BA3-987A-4880-12F9A3AB42A2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55FF42-606E-8748-B9FA-F0CE085B48A0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E7F2EE-A0DF-C53E-5E2D-81594E176149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803D53A-FD31-02D8-2C12-F071AB92B519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110F39C7-8046-979D-0DB9-2EAD955A14D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04B5989-61BD-02FE-6249-D4E21D6748CC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6177678-F434-E860-F780-B94D89A14A9C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B9D12A3-9DD5-1118-03E7-CB19F25D4928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AEA014-FCE3-F69B-3772-79B8DC5289B9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E99ECB0A-039B-DBB7-AC1D-372A4F5C73C2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496E30C7-932C-6EA8-8DB5-4539AEC9FF5B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3A113909-CBC7-317F-0BF2-7EC01D2E50E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077FFA66-CCED-6DBB-68A8-72A929404E4C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5404EB0-2DC9-6D9C-C94E-E7676D01C33A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3D0A949C-8E5E-3921-94B1-5F0C07822DFF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04846AB-3E2B-A70C-CD21-D845C5A5DDAF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280D429-8C7F-29D0-6B26-287D9B4F931B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6C47B45-A3C1-4A0E-7E3B-FDC44A8ACC23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E7B59112-25C5-B0F8-F45F-728A54A9C5D5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61C614B2-F06B-847E-8C65-B3276A2C16EE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8FE95516-5325-B4D3-2EA4-D13DD6D26BC1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96FAC219-7707-8B33-6EE0-F82EE966F2DA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71604919-3252-0A97-985F-75CC5B45345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7AF7C45-5F57-0907-2E8C-9A638884A5B1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2F8E2020-95D0-E069-1B8C-2BE49B702FB2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58B2EBE-58F5-E086-38C7-55961906C9F0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0F6C4B9-3523-D1D5-4773-F710D1EFA978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79B5CD4-D37B-8CB5-90E5-3F80FFCC6BAD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2641628-CA15-B443-2B4A-283BC212D74C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F39C948-7904-C3D3-0017-F98B0CAD3AD7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400F108-B426-ACC8-DB0F-D1A06EE77368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6A16FF4-D75D-C291-DFED-2B8DB0442313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929703F5-2357-CFDD-FB0A-8833B14F54C8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F380D08-6471-F1A3-724D-93A12E9D1FFD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E90F905-4C54-7C44-0331-247546353AF4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7068A9E5-7A85-243C-55DF-BBCCA6547700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1B91085C-0C8E-E1CE-D457-A6D6A613913F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5CC80A88-A6DE-E848-7CFF-5920D32D17BE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F5CDCA39-DFD3-A534-36A5-EA2207B49A99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84599FA-C194-62B0-F5B5-FE7A8352F200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7BE39A9B-C22C-2F53-1C6A-EB9C07D46E73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67955F0-21E0-47A7-5543-AD44516F217C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67955F0-21E0-47A7-5543-AD44516F2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58A3741D-B4F2-957F-551B-3F6AC11E5D8E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6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82A988C-F2BA-5CE5-D5B9-1F0C474D464A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737CFD8F-3F82-88AD-438D-BC36169B915F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B59C49D-626D-77B5-AC2B-D0B19978BABE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B59C49D-626D-77B5-AC2B-D0B19978B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D7754D22-DDA7-94F4-0D3F-42EFFBBD019F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D7754D22-DDA7-94F4-0D3F-42EFFBBD01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9AF2BB74-0CD7-6890-068E-4241943CED6D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37E6114C-E1B5-8D0A-0569-C99F7727390C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1BF504-3510-475B-54FE-258658057356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611BF504-3510-475B-54FE-2586580573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713631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A893D0-A6F7-A8CC-6FBC-EAF6B1684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21581BA-B671-B439-9F8B-BE32F1505FF3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21581BA-B671-B439-9F8B-BE32F1505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E11ED396-F18F-5654-9806-06A3FC098DA4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B9D102D-46A6-7A26-84DD-E233505EF764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77EE45-D98A-675D-5BC2-00ADF6D72F33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E3819C6-2ADC-AF74-F05A-D98CCCF2B5EB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4BFF591-2CE0-A68A-1717-0CB95ACDD530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61B8B6C-2433-5029-15CE-FD27A2CFCE5C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77CBCC4-8EF4-0915-5267-27AEDA6A8E8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4024BDB-C674-4369-FFCA-06E021CA448E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B7068E5A-C189-1C12-F73B-588BC907220E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26BA378-3729-D485-C29F-51FF1DA0815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7A747FC-5B75-608F-1865-5D5378C0AE6B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02742C50-52B8-3101-E326-ACA6A691DD4B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392EE4E8-6BCF-6915-6C40-D90C8677BAC3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03613FCA-5B8D-B501-2C91-2505C791362C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6F682571-DCCD-F190-5C0A-749AF67B4242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AADA5A1-CE64-9E43-9B11-1E9273945301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EFB7A8A1-53FA-D8A3-9B84-FD74D9D05784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A64EE3B-8B9E-4962-B33B-B498BC29DE19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05606DF-5712-5868-1C78-634F7EC840FB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89EC6F2-8052-A462-B436-F6B074283BA5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8CBD5D64-BF11-8574-EABD-80D90E523CB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EB16950C-9DD5-52F8-34C9-5DC05CC7C207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45892613-6AB6-D54D-8E2C-58AE9D833DF9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630465D6-769E-D060-39F1-0DD15DBC33A8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0CB92F2F-3E20-82A7-EB1C-A4AB4CB1DD2C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12E2BDA-2EF8-B7CE-67BB-820C35C01B9D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05AAF4CD-32D2-6C04-69E4-892186B0C273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DA84ABB1-2D0C-A3D4-673D-DFA66DC54388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4F68B3B-2B80-0314-D932-D7B660D19FBC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8470EB7-F3E0-CD3E-AC58-294519FFC185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4CAA1-319C-7D17-F961-C69CC69EAACA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F996407-89D4-7C92-FB84-F62DBE20065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DE6C30A-3491-C28D-51A2-99F0FE460004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4C9C162-EAD5-08CF-6CEE-508A6FA99307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5F26413E-D1D5-827E-2FDF-45D9DBF3E5D0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9EB667CF-EADA-B626-8B88-FDAA8C38EF90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8712CA6-B5D7-B225-A89F-9F847436E39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DE7934E-B2B5-F146-45B5-6BFFD6067A30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3643CD83-FB87-CFA6-7E88-9B384E489A4E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8354DC3D-838D-385C-C5AD-0C28A2049EB3}"/>
              </a:ext>
            </a:extLst>
          </p:cNvPr>
          <p:cNvSpPr/>
          <p:nvPr/>
        </p:nvSpPr>
        <p:spPr>
          <a:xfrm>
            <a:off x="15497487" y="4665585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76A389F6-AC11-1255-A8E6-F248DC2BBE53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CB51A9E3-9A43-595B-261D-329CBE127CAE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25FF9B3-32CA-0EAC-B687-535518E75CF7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E8922878-C203-C8BA-1DCC-451F5CA5E501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3E64FAF-72E5-7173-7DB8-FF2C9171B7BA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B3E64FAF-72E5-7173-7DB8-FF2C9171B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DB862312-6DD5-906C-ADC0-2A14EFCFDCBC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6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F2019E77-23C0-3DF3-0F0A-DADB3C7C8473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1" name="Down Arrow 60">
              <a:extLst>
                <a:ext uri="{FF2B5EF4-FFF2-40B4-BE49-F238E27FC236}">
                  <a16:creationId xmlns:a16="http://schemas.microsoft.com/office/drawing/2014/main" id="{7EE69036-73B3-0E18-8F9C-86BA96FAA07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D2C99C3-F161-A6EC-21B7-B2813E01A2BD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9D2C99C3-F161-A6EC-21B7-B2813E01A2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E539C5B6-EFEC-00D2-D31A-ECD59FF789CB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3" name="Rounded Rectangle 62">
                <a:extLst>
                  <a:ext uri="{FF2B5EF4-FFF2-40B4-BE49-F238E27FC236}">
                    <a16:creationId xmlns:a16="http://schemas.microsoft.com/office/drawing/2014/main" id="{E539C5B6-EFEC-00D2-D31A-ECD59FF78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FFDF469C-D082-509D-EDC9-9B99E7DC879F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F2E74782-632D-5B51-51B7-A7F20BED7E1E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5F4A5D3-B65D-AAE4-070E-BAF368FC606F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5F4A5D3-B65D-AAE4-070E-BAF368FC60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67794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49F3D-4225-B369-8933-411D24B27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0E0FC3-42CA-1F83-F68E-E3CCF91A7A2F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0E0FC3-42CA-1F83-F68E-E3CCF91A7A2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892400E7-ACE8-5768-2E13-6DDAB8DF78F5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665E243-D775-198E-66C6-AEA1B8B5FC92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DFDBA53-EA65-FE7B-2C20-7443E09E93FE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05A180C-C257-5C72-1770-FF5836ABEA4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A60732-C1EF-3087-6A6F-1907BE98B27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C05886-9403-6DF7-F357-13648CC63D4D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DE3A9C-C892-826D-3202-917C116E5518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FABB0C9E-48D7-B1A5-726F-6AC272FF450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D94058B-414C-2499-1844-06830E939D08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64E8177A-7773-06B6-DEA9-F5DFE8842174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77FE550-5054-2B12-B987-C6EE6EBE4754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85FA1362-5431-49A2-A22D-03C562740DAC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7B2FD6A0-73AE-CA0F-19DE-5F0A818EF2FE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9A94F110-0D25-5B5C-3DDC-0C842537E37A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A1B39735-A4B3-29C5-85C5-741757273A05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583B88B-F868-B8E2-7AFB-4122E5EFE897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44B420E9-E14B-60C0-9C64-E2EA96BAB00A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B0316CE-2601-2C13-BBCB-73DE4837E295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1786D39-D719-65C5-C08C-58BB822A5182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259FAE-1AEC-6B25-189A-89D630BF41B7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B197F7DE-EF81-5043-B90D-F5E8ECF62F02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AE5D8C70-7BEA-B50C-8164-30FBAC754E3B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1F87C9EB-F703-66C5-E529-1B70D94AC5D9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4521B190-881E-29F1-5500-A2629197DD38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2D8A7F2E-DA45-2746-BB58-96832DB031DB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CF8BB5F-1B95-2B7A-304B-49106E7FB7F3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81AE4BB4-59FD-6F93-32F2-99F9666A857A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CDACBB1C-EF2A-D604-DC1E-9FEEBDDB9139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369521-E205-151B-A361-9439D8225F4A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E36E84D-4EBB-06A8-E7E5-F1C9942E1149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758F6B3-4DB7-7BA0-C244-5CD7723344A9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7858467-E7C9-0C34-ED64-C0F63A6DE394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8D69DCB-C636-7DD6-DC0D-7D48632EE2F9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CDD32A-12CF-81AE-396D-B80F0C1A0BBB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AC3BB2D-C3E4-336B-E290-38D92CB1656B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BF197E8B-15E1-02A0-001A-DEF7E88D2910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958EB47-7402-5C47-CA25-49077AFCB69C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801A5EAF-BD2B-E7DB-3A1F-503CEEB327A4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AC8F6E3D-F720-3716-2E93-3C3F83B0E1DD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C0ADC256-26E3-3D92-5BE2-68785EA6286A}"/>
              </a:ext>
            </a:extLst>
          </p:cNvPr>
          <p:cNvSpPr/>
          <p:nvPr/>
        </p:nvSpPr>
        <p:spPr>
          <a:xfrm>
            <a:off x="15425988" y="5445737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A49B14BC-668F-1B67-C684-C9A8679482EA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B63FE14C-9F58-4F26-F4A9-FB261E1E8792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0F52A84-D315-20CE-DB59-51304F719756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C96E439D-8150-BAB8-FFDC-F425C372ED17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35CB227-4BB5-4BAC-47BB-A9B402B4254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135CB227-4BB5-4BAC-47BB-A9B402B425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6421F06C-3C20-CD22-D84A-529006C8D7C2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6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59149B0-4B48-E108-A19D-86F18B273F05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461412E4-34CC-A667-1B73-F5D8E028A5F6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A1EE28A-D393-2961-CD5C-48D5124C2983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A1EE28A-D393-2961-CD5C-48D5124C29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C98F3645-9F34-0CCA-C656-4490CC8704F6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C98F3645-9F34-0CCA-C656-4490CC8704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459EACA9-0EBA-951C-45C8-52BE66B43578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CA5570C9-FD56-EA54-CEDC-5A1B736F2A3E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3BA3C7A-67CE-D2E1-A9A3-3CF83D160D48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3BA3C7A-67CE-D2E1-A9A3-3CF83D160D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157539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6DF96-802E-DF07-6D74-E6DE56F1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3E6FC0A-7EAC-FFA0-A71F-9AA7FAAEB7C0}"/>
                  </a:ext>
                </a:extLst>
              </p:cNvPr>
              <p:cNvSpPr/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3E6FC0A-7EAC-FFA0-A71F-9AA7FAAEB7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3565" y="509921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F2DA6ACE-0E4F-0C0A-76BF-565264A42F45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9032934-4A30-5931-E9E3-B4A5BE2535EB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C5B86E-D0C7-7E0F-58AF-C373A5B59A62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471B54-0C60-0B7A-C597-47487EC408CD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588E565-35B6-2E4C-EF1B-D9D2C8A06B95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080FF6-CADA-8976-1A7E-DECEBBAA3C73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766EAB72-B548-340D-EB18-8122FBB812FF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F486124-7935-E9D6-CF97-CB44EA1914BC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578608A-8BC9-7B8D-AA3C-9C639037FE66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ECDB873-8FF9-F3A2-71A5-7F6196A1612C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E772219-0A69-D607-0557-DADD0816926C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FDFB4A86-958D-F6A8-0A9E-9359D0F2EBE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05FEF1E8-4236-FACA-49D6-9C512D8AAAA6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2E910CF4-7EDF-C27F-4EA1-A5D5688FA311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52B4259E-7A40-062C-8DB9-2AAD8CB27060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6B5205C-6F11-41FD-9D85-ADFD20B838C8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58F336E-EBE7-74E3-1E03-20B668F5C5AE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CD5F3E6-E352-A688-42AF-8F0CB897260C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8E2278B-826A-4B5A-7A2B-B7B8FD13645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450029C-5C75-C1AF-0C92-16E541E1C7E6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C9F53A06-A4A4-A581-C51A-88F89A5895ED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1D95B532-C6D3-204A-3E87-1D24E1C608B5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FBDEA8CC-B6D7-A762-A939-AC27FC9D4CF0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230F721E-DC01-6640-8F49-BEBC3F55DC41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7319D6FE-30CF-8347-57E9-DBFA287788A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2D209EB4-72EC-E9F6-DF0A-043EF28B2AFB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FA5068C5-1E40-6F06-AF27-D1C26F7F23AC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93B9ADB-BFE3-1CEB-D573-42F9CF0FA212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5A45DCC-451D-5C85-B5DC-E0F25800D04A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1013A2E-016A-3716-E17B-64C087BA2233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5854F8D-4636-B3D7-4E73-E9CA7BCDC2C4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035049D-D00A-DCAA-A3E8-FC81B491517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FDC86359-0314-A2FC-BBB1-45691FE520BD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CC4920B0-2A70-A50C-2FD2-7EACA8F8EB58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C127144-5AB6-C6DA-A1A9-F1C0EDCAD4B2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ACFE33E-D461-3F46-FFAE-93C5844915F6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9DD599F-2C28-D753-CC18-76273DEDF751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9A52030-613B-F33C-6730-7B6CC4E7880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E95A56C3-DF1A-530F-4044-B67F74BD2145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00F99965-4E74-872F-5EA3-70935BC571BA}"/>
              </a:ext>
            </a:extLst>
          </p:cNvPr>
          <p:cNvSpPr/>
          <p:nvPr/>
        </p:nvSpPr>
        <p:spPr>
          <a:xfrm>
            <a:off x="15469059" y="5765461"/>
            <a:ext cx="8474973" cy="531386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485B4959-3C18-3825-5C0F-EA81861B28FE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C55DA8EF-DD24-170A-3809-D7F3197AF934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081341-34DE-D31B-9E03-346E9691E81F}"/>
              </a:ext>
            </a:extLst>
          </p:cNvPr>
          <p:cNvGrpSpPr/>
          <p:nvPr/>
        </p:nvGrpSpPr>
        <p:grpSpPr>
          <a:xfrm>
            <a:off x="7860476" y="-61450"/>
            <a:ext cx="971523" cy="777683"/>
            <a:chOff x="13685646" y="8639277"/>
            <a:chExt cx="995997" cy="1173889"/>
          </a:xfrm>
        </p:grpSpPr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DB6B55F8-2549-9A39-909B-20E2F71877DA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799E012-CBB9-2408-F8A1-AD39856351F4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𝑘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799E012-CBB9-2408-F8A1-AD39856351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647888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11765" r="-9804" b="-327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25F090F7-8DC0-4251-E29C-D095EB5CA286}"/>
              </a:ext>
            </a:extLst>
          </p:cNvPr>
          <p:cNvSpPr/>
          <p:nvPr/>
        </p:nvSpPr>
        <p:spPr>
          <a:xfrm>
            <a:off x="15140220" y="10144365"/>
            <a:ext cx="8803812" cy="21566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minimum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5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6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CD45B33-C89F-9A81-4CF3-3A6B6DB9DF41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FC87ACA6-FEAC-027A-4991-4A5A9B2A5A3B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A146BE2-FA61-B8D0-8608-94AA3A4611E5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BA146BE2-FA61-B8D0-8608-94AA3A4611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4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F08B5696-CC8A-309A-8630-EAD95E734CBD}"/>
                  </a:ext>
                </a:extLst>
              </p:cNvPr>
              <p:cNvSpPr/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F08B5696-CC8A-309A-8630-EAD95E734CB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4127" y="2449434"/>
                <a:ext cx="5844997" cy="6188273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2904AFAA-05BC-E153-11FB-31400D6F1211}"/>
              </a:ext>
            </a:extLst>
          </p:cNvPr>
          <p:cNvGrpSpPr/>
          <p:nvPr/>
        </p:nvGrpSpPr>
        <p:grpSpPr>
          <a:xfrm>
            <a:off x="11857676" y="-534651"/>
            <a:ext cx="3173613" cy="1344471"/>
            <a:chOff x="13685646" y="7820039"/>
            <a:chExt cx="3253563" cy="2029438"/>
          </a:xfrm>
        </p:grpSpPr>
        <p:sp>
          <p:nvSpPr>
            <p:cNvPr id="6" name="Down Arrow 5">
              <a:extLst>
                <a:ext uri="{FF2B5EF4-FFF2-40B4-BE49-F238E27FC236}">
                  <a16:creationId xmlns:a16="http://schemas.microsoft.com/office/drawing/2014/main" id="{38EA5AB2-16E1-88DA-F6B7-3B3714C54FD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9658E8-D54A-E7AC-49DF-2CD36E24B197}"/>
                    </a:ext>
                  </a:extLst>
                </p:cNvPr>
                <p:cNvSpPr txBox="1"/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squar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 xmlns:m="http://schemas.openxmlformats.org/officeDocument/2006/math">
                      <m:r>
                        <a:rPr kumimoji="0" lang="en-US" sz="4800" b="0" i="1" u="none" strike="noStrike" cap="none" spc="0" normalizeH="0" baseline="0" smtClean="0">
                          <a:ln>
                            <a:noFill/>
                          </a:ln>
                          <a:solidFill>
                            <a:schemeClr val="accent4">
                              <a:lumMod val="40000"/>
                              <a:lumOff val="60000"/>
                            </a:schemeClr>
                          </a:solidFill>
                          <a:effectLst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  <a:sym typeface="Helvetica Neue"/>
                        </a:rPr>
                        <m:t>𝑖</m:t>
                      </m:r>
                    </m:oMath>
                  </a14:m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=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 </a:t>
                  </a:r>
                  <a:r>
                    <a:rPr kumimoji="0" lang="en-US" sz="4800" b="0" i="0" u="none" strike="noStrike" cap="none" spc="0" normalizeH="0" baseline="0" dirty="0">
                      <a:ln>
                        <a:noFill/>
                      </a:ln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effectLst/>
                      <a:uFillTx/>
                      <a:latin typeface="+mn-lt"/>
                      <a:ea typeface="+mn-ea"/>
                      <a:cs typeface="+mn-cs"/>
                      <a:sym typeface="Helvetica Neue"/>
                    </a:rPr>
                    <a:t>last</a:t>
                  </a:r>
                </a:p>
              </p:txBody>
            </p:sp>
          </mc:Choice>
          <mc:Fallback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929658E8-D54A-E7AC-49DF-2CD36E24B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03479" y="7820039"/>
                  <a:ext cx="2635730" cy="2029438"/>
                </a:xfrm>
                <a:prstGeom prst="rect">
                  <a:avLst/>
                </a:prstGeom>
                <a:blipFill>
                  <a:blip r:embed="rId6"/>
                  <a:stretch>
                    <a:fillRect l="-5911" b="-2336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7698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0D540-8CC8-59AE-75F0-B976E84ED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FF651A4A-9F40-1791-FBA5-2CD90A50E147}"/>
                  </a:ext>
                </a:extLst>
              </p:cNvPr>
              <p:cNvSpPr/>
              <p:nvPr/>
            </p:nvSpPr>
            <p:spPr>
              <a:xfrm>
                <a:off x="16682905" y="2022433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FF651A4A-9F40-1791-FBA5-2CD90A50E1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905" y="2022433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054059D5-148A-A90D-DC10-9D3491D7BDB8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F0DB34E-C697-4F64-A170-62AD872D0E39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27C85D9-B97C-1F66-7757-C4AC7CFA2D38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D5F1A8-6E1E-7DA9-27A5-9DC2289C6991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70B3F2-78E0-8086-DB6B-E636C352A3C6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34D7CDA-4171-16D4-F1F6-89720BD3A87D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41245E0-FB3C-8D93-D9D5-F985E94E2241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00555DD-681C-656E-4ADB-9DEA26A175A8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0AD7945-1E09-16BD-3023-0190B1B757D5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773C8EE-3C9D-74BA-92ED-290CBAF8FBE7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684C06F-475F-C486-B429-8F0FBA691205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C4AC6AF3-B39E-F07C-F980-2414789448CD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3AA392FA-1E61-5739-6729-554CDA22B276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D1C640BF-1348-6BB2-8DC1-2D3D92069D66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B5DAF9BF-9072-F1CA-D96C-77530D6D00CD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DDAAECF2-7D57-6B6E-50F6-52F485B66144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844329D-52C3-2ADD-BC8E-2DF761613FE7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A87877D-6AA1-97CD-B09F-66CE12A20EC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E1B8D78-003C-2AF3-FD85-CA6DC8647609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CB2B176-2187-71C1-7648-1EDB020BBB35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C8DED099-35A7-767D-497F-E1C485DCCD0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9AB831CC-9AEC-B74D-84CF-87D0AC2FBC0C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7536F99E-A5CE-7042-E724-5410AD9F4033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042963CF-A773-175B-DE5D-3B11E0EE3E17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4D7A63E2-7113-7FFC-E107-FACCAD2074C0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40FA723B-76A4-479F-55AF-77F7DC30B90D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A557B38D-A082-3F4C-5911-17DC22B35795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2715E819-BD97-BD12-4DD1-288F413755E3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68D4F9A-7A35-FEB7-1858-92F34B54CFC0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4152555-8FEE-772A-9E0B-F6F5521BDBFB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C509AD-B841-5256-33ED-7350F00683E7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85226E2-B47B-28BA-046C-FF3A865C3D5E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E8F8FCEE-6B12-2874-17FA-0B700F5E954F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C90A505-21AA-9919-4131-758BF0A9D7B2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A11AAD7-F505-66CA-829D-689989A99543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CA3A50C4-4581-06C2-960C-A0C2737F12CD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EBD8DE1-0777-DC64-3886-DA7554D7741D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018E3F3-A5AA-A1DF-1DC3-D6C70039B998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0EBCA42F-85C6-CC80-DF1E-5A0282B711A3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6E8768B6-71A3-486B-C092-161102CDD65A}"/>
              </a:ext>
            </a:extLst>
          </p:cNvPr>
          <p:cNvSpPr/>
          <p:nvPr/>
        </p:nvSpPr>
        <p:spPr>
          <a:xfrm>
            <a:off x="16686008" y="5966551"/>
            <a:ext cx="5844997" cy="56346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520F4681-63FD-34AA-FA0F-C39B96178D09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87E0B072-309E-A7E4-EEC2-289A3B6DA74A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883C384-9810-3175-0AAD-3188BE1DF7BA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ECF3B5C2-1CAA-E994-71B0-FAA54F788699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D24B966-4846-9236-8161-8565E9E58CA1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FD24B966-4846-9236-8161-8565E9E58C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B5F989D-9DA8-70B8-7A62-A5160C5000AB}"/>
              </a:ext>
            </a:extLst>
          </p:cNvPr>
          <p:cNvGrpSpPr/>
          <p:nvPr/>
        </p:nvGrpSpPr>
        <p:grpSpPr>
          <a:xfrm>
            <a:off x="11857679" y="137584"/>
            <a:ext cx="816769" cy="648180"/>
            <a:chOff x="13685646" y="8834758"/>
            <a:chExt cx="837345" cy="978408"/>
          </a:xfrm>
        </p:grpSpPr>
        <p:sp>
          <p:nvSpPr>
            <p:cNvPr id="64" name="Down Arrow 63">
              <a:extLst>
                <a:ext uri="{FF2B5EF4-FFF2-40B4-BE49-F238E27FC236}">
                  <a16:creationId xmlns:a16="http://schemas.microsoft.com/office/drawing/2014/main" id="{BDC7B28D-7EE7-C93A-7654-DC425D218AF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D74D99F-0246-B4B5-CAD1-1BCAEEA94EB0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D74D99F-0246-B4B5-CAD1-1BCAEEA94E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5789" t="-15000" r="-13158" b="-3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ACA46F-1D02-062B-CE8C-E0D8914CC73E}"/>
                  </a:ext>
                </a:extLst>
              </p:cNvPr>
              <p:cNvSpPr/>
              <p:nvPr/>
            </p:nvSpPr>
            <p:spPr>
              <a:xfrm>
                <a:off x="24796487" y="391776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5ACA46F-1D02-062B-CE8C-E0D8914CC7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487" y="391776"/>
                <a:ext cx="8425029" cy="974701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108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EEDFB-B2A5-A09D-FE6C-39B0BFF29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3419F784-6EE0-190A-D70B-6E62A3B76D7F}"/>
                  </a:ext>
                </a:extLst>
              </p:cNvPr>
              <p:cNvSpPr/>
              <p:nvPr/>
            </p:nvSpPr>
            <p:spPr>
              <a:xfrm>
                <a:off x="16682905" y="2022433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2" name="Rounded Rectangle 61">
                <a:extLst>
                  <a:ext uri="{FF2B5EF4-FFF2-40B4-BE49-F238E27FC236}">
                    <a16:creationId xmlns:a16="http://schemas.microsoft.com/office/drawing/2014/main" id="{3419F784-6EE0-190A-D70B-6E62A3B76D7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82905" y="2022433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Oval 40">
            <a:extLst>
              <a:ext uri="{FF2B5EF4-FFF2-40B4-BE49-F238E27FC236}">
                <a16:creationId xmlns:a16="http://schemas.microsoft.com/office/drawing/2014/main" id="{74910D20-C902-B451-4658-56DF2AB2F22C}"/>
              </a:ext>
            </a:extLst>
          </p:cNvPr>
          <p:cNvSpPr/>
          <p:nvPr/>
        </p:nvSpPr>
        <p:spPr>
          <a:xfrm>
            <a:off x="2481327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63AA4A3-FBDE-FD1B-E759-14CFCFD96B99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5BA825C-C2A3-DF17-B3B7-55761E6C7CA5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8FA3081-FDFB-2F6F-49B4-550CCC3BE8F4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CADAA71-CB32-2808-4116-2C21DF00AD86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233F1C-EBF4-AF49-0E84-7EC5AE958DAD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E29346C-D344-57B2-C40A-DCA7CFB03B26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F147061-C915-0417-F367-770662A6746A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1377C5D-EF0D-F1F3-9E77-BAFF37AFA623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B86C099-C26F-31B5-6AA8-22C633E1097A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2EEBEA-4D04-21C5-99B7-1D8C7D4DC2CE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8">
            <a:extLst>
              <a:ext uri="{FF2B5EF4-FFF2-40B4-BE49-F238E27FC236}">
                <a16:creationId xmlns:a16="http://schemas.microsoft.com/office/drawing/2014/main" id="{EDBC0B6B-B6C7-7C80-E837-6EC70944F52F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8" name="!!b7">
            <a:extLst>
              <a:ext uri="{FF2B5EF4-FFF2-40B4-BE49-F238E27FC236}">
                <a16:creationId xmlns:a16="http://schemas.microsoft.com/office/drawing/2014/main" id="{26F2A1AA-2984-5526-9B5A-718CE96A3CEA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9" name="!!b10">
            <a:extLst>
              <a:ext uri="{FF2B5EF4-FFF2-40B4-BE49-F238E27FC236}">
                <a16:creationId xmlns:a16="http://schemas.microsoft.com/office/drawing/2014/main" id="{BC4EDED8-F60E-C4FB-3DAE-ACA8A2A1F957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20" name="!!b11">
            <a:extLst>
              <a:ext uri="{FF2B5EF4-FFF2-40B4-BE49-F238E27FC236}">
                <a16:creationId xmlns:a16="http://schemas.microsoft.com/office/drawing/2014/main" id="{26B3032E-DD9B-2351-6414-B3CE2584E9B3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53C159E-70D2-4D46-DEE3-686738B5CB4E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73D62439-028D-4C78-8AC4-9C3C26BF49EB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42C75AA-F51D-D998-B71A-3B983E68F4A1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3FD3F81-90BA-57B2-C83B-898063213471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1A79AB7F-B434-8406-3C13-21BBF58AA12D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!!b2">
            <a:extLst>
              <a:ext uri="{FF2B5EF4-FFF2-40B4-BE49-F238E27FC236}">
                <a16:creationId xmlns:a16="http://schemas.microsoft.com/office/drawing/2014/main" id="{3C61FB37-9F4F-AD77-C88D-6953520FD541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28" name="!!b3">
            <a:extLst>
              <a:ext uri="{FF2B5EF4-FFF2-40B4-BE49-F238E27FC236}">
                <a16:creationId xmlns:a16="http://schemas.microsoft.com/office/drawing/2014/main" id="{6E94605B-1504-F699-5699-4ED4EA89BFA3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sp>
        <p:nvSpPr>
          <p:cNvPr id="29" name="!!b6">
            <a:extLst>
              <a:ext uri="{FF2B5EF4-FFF2-40B4-BE49-F238E27FC236}">
                <a16:creationId xmlns:a16="http://schemas.microsoft.com/office/drawing/2014/main" id="{A21C3449-2C0C-A884-E534-107106C79445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0" name="!!b4">
            <a:extLst>
              <a:ext uri="{FF2B5EF4-FFF2-40B4-BE49-F238E27FC236}">
                <a16:creationId xmlns:a16="http://schemas.microsoft.com/office/drawing/2014/main" id="{D8836166-11AE-6764-2034-8A40516194C6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1" name="!!b5">
            <a:extLst>
              <a:ext uri="{FF2B5EF4-FFF2-40B4-BE49-F238E27FC236}">
                <a16:creationId xmlns:a16="http://schemas.microsoft.com/office/drawing/2014/main" id="{226F342B-2F77-0844-8600-9038D8CD0D01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C47370B-481B-FA68-60B6-E30A488D7D30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3" name="!!b1">
            <a:extLst>
              <a:ext uri="{FF2B5EF4-FFF2-40B4-BE49-F238E27FC236}">
                <a16:creationId xmlns:a16="http://schemas.microsoft.com/office/drawing/2014/main" id="{411EE06F-6ED0-8DE8-38AB-7040702D3F4C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FB9138CA-E6CA-D6AC-D967-AFCC49814961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BDC8E83-ED39-1D43-611E-4004EDACADCD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D7440EC-AB10-035C-6208-A61D7F8BC8E7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ECC5247-1165-DF75-DBA8-C387603498D9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0131DAA-1AE7-E5A2-F3CE-6B947033FAA5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1A9540C-B42A-BA06-3F44-6CCAD9986768}"/>
              </a:ext>
            </a:extLst>
          </p:cNvPr>
          <p:cNvSpPr/>
          <p:nvPr/>
        </p:nvSpPr>
        <p:spPr>
          <a:xfrm>
            <a:off x="791286" y="1122317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8F05B5C-C014-78AD-BB5A-FC265243953D}"/>
              </a:ext>
            </a:extLst>
          </p:cNvPr>
          <p:cNvSpPr/>
          <p:nvPr/>
        </p:nvSpPr>
        <p:spPr>
          <a:xfrm>
            <a:off x="4406299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CE12B92-5AC3-8D38-8D94-FA21AD2A8DC0}"/>
              </a:ext>
            </a:extLst>
          </p:cNvPr>
          <p:cNvSpPr/>
          <p:nvPr/>
        </p:nvSpPr>
        <p:spPr>
          <a:xfrm>
            <a:off x="6331271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A5D9660-51E5-0E17-69FA-9ED67917884B}"/>
              </a:ext>
            </a:extLst>
          </p:cNvPr>
          <p:cNvSpPr/>
          <p:nvPr/>
        </p:nvSpPr>
        <p:spPr>
          <a:xfrm>
            <a:off x="8256243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3566F53-A96E-25A3-38AC-79B4B7046232}"/>
              </a:ext>
            </a:extLst>
          </p:cNvPr>
          <p:cNvSpPr/>
          <p:nvPr/>
        </p:nvSpPr>
        <p:spPr>
          <a:xfrm>
            <a:off x="1018121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125C1E6-710A-4FF1-58EE-DB9DC5A7DBF7}"/>
              </a:ext>
            </a:extLst>
          </p:cNvPr>
          <p:cNvSpPr/>
          <p:nvPr/>
        </p:nvSpPr>
        <p:spPr>
          <a:xfrm>
            <a:off x="12106185" y="1108322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Multiply 47">
            <a:extLst>
              <a:ext uri="{FF2B5EF4-FFF2-40B4-BE49-F238E27FC236}">
                <a16:creationId xmlns:a16="http://schemas.microsoft.com/office/drawing/2014/main" id="{F99C7DC9-9225-66DC-5C46-5B00AA578AF0}"/>
              </a:ext>
            </a:extLst>
          </p:cNvPr>
          <p:cNvSpPr/>
          <p:nvPr/>
        </p:nvSpPr>
        <p:spPr>
          <a:xfrm>
            <a:off x="13231754" y="733314"/>
            <a:ext cx="1908466" cy="2247400"/>
          </a:xfrm>
          <a:prstGeom prst="mathMultiply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491A2A0A-6B91-0592-8103-EC144A0B3025}"/>
              </a:ext>
            </a:extLst>
          </p:cNvPr>
          <p:cNvSpPr/>
          <p:nvPr/>
        </p:nvSpPr>
        <p:spPr>
          <a:xfrm>
            <a:off x="16658885" y="3684169"/>
            <a:ext cx="5844997" cy="563468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9" name="!!b12">
            <a:extLst>
              <a:ext uri="{FF2B5EF4-FFF2-40B4-BE49-F238E27FC236}">
                <a16:creationId xmlns:a16="http://schemas.microsoft.com/office/drawing/2014/main" id="{D4411959-4232-0EEF-F514-02AD9B9D69C6}"/>
              </a:ext>
            </a:extLst>
          </p:cNvPr>
          <p:cNvSpPr/>
          <p:nvPr/>
        </p:nvSpPr>
        <p:spPr>
          <a:xfrm>
            <a:off x="2481327" y="110832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56" name="!!b9">
            <a:extLst>
              <a:ext uri="{FF2B5EF4-FFF2-40B4-BE49-F238E27FC236}">
                <a16:creationId xmlns:a16="http://schemas.microsoft.com/office/drawing/2014/main" id="{C2AB5A0D-08A5-0A88-49F3-3545970D2C1B}"/>
              </a:ext>
            </a:extLst>
          </p:cNvPr>
          <p:cNvSpPr/>
          <p:nvPr/>
        </p:nvSpPr>
        <p:spPr>
          <a:xfrm>
            <a:off x="8256243" y="359727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6286F5B-1FA1-C91E-075E-92F1DF9B9521}"/>
              </a:ext>
            </a:extLst>
          </p:cNvPr>
          <p:cNvGrpSpPr/>
          <p:nvPr/>
        </p:nvGrpSpPr>
        <p:grpSpPr>
          <a:xfrm>
            <a:off x="4862631" y="9957222"/>
            <a:ext cx="845398" cy="777683"/>
            <a:chOff x="13685646" y="8639277"/>
            <a:chExt cx="866695" cy="1173889"/>
          </a:xfrm>
        </p:grpSpPr>
        <p:sp>
          <p:nvSpPr>
            <p:cNvPr id="60" name="Down Arrow 59">
              <a:extLst>
                <a:ext uri="{FF2B5EF4-FFF2-40B4-BE49-F238E27FC236}">
                  <a16:creationId xmlns:a16="http://schemas.microsoft.com/office/drawing/2014/main" id="{5DC1560C-CA4B-E747-31EB-819F462E8292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237FD6A-0170-71BA-C5B6-2E2BC33C1F8A}"/>
                    </a:ext>
                  </a:extLst>
                </p:cNvPr>
                <p:cNvSpPr txBox="1"/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𝑗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0237FD6A-0170-71BA-C5B6-2E2BC33C1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639277"/>
                  <a:ext cx="518586" cy="1158352"/>
                </a:xfrm>
                <a:prstGeom prst="rect">
                  <a:avLst/>
                </a:prstGeom>
                <a:blipFill>
                  <a:blip r:embed="rId3"/>
                  <a:stretch>
                    <a:fillRect l="-24390" r="-21951" b="-25806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BC5F7A8-7948-B787-F267-C2E94CABDFEB}"/>
              </a:ext>
            </a:extLst>
          </p:cNvPr>
          <p:cNvGrpSpPr/>
          <p:nvPr/>
        </p:nvGrpSpPr>
        <p:grpSpPr>
          <a:xfrm>
            <a:off x="11857679" y="137584"/>
            <a:ext cx="816769" cy="648180"/>
            <a:chOff x="13685646" y="8834758"/>
            <a:chExt cx="837345" cy="978408"/>
          </a:xfrm>
        </p:grpSpPr>
        <p:sp>
          <p:nvSpPr>
            <p:cNvPr id="64" name="Down Arrow 63">
              <a:extLst>
                <a:ext uri="{FF2B5EF4-FFF2-40B4-BE49-F238E27FC236}">
                  <a16:creationId xmlns:a16="http://schemas.microsoft.com/office/drawing/2014/main" id="{00AAE4B8-30F2-4DBA-D4D6-EB6259D45E25}"/>
                </a:ext>
              </a:extLst>
            </p:cNvPr>
            <p:cNvSpPr/>
            <p:nvPr/>
          </p:nvSpPr>
          <p:spPr>
            <a:xfrm>
              <a:off x="13685646" y="8834758"/>
              <a:ext cx="484632" cy="978408"/>
            </a:xfrm>
            <a:prstGeom prst="downArrow">
              <a:avLst/>
            </a:prstGeom>
            <a:solidFill>
              <a:schemeClr val="accent4">
                <a:lumMod val="40000"/>
                <a:lumOff val="60000"/>
              </a:schemeClr>
            </a:solidFill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50800" tIns="50800" rIns="50800" bIns="5080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en-US" sz="3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B1EC3C-76C5-0454-8952-DC70D6FB7925}"/>
                    </a:ext>
                  </a:extLst>
                </p:cNvPr>
                <p:cNvSpPr txBox="1"/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sp3d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none"/>
              </p:style>
              <p:txBody>
                <a:bodyPr rot="0" spcFirstLastPara="1" vertOverflow="overflow" horzOverflow="overflow" vert="horz" wrap="none" lIns="50800" tIns="50800" rIns="50800" bIns="50800" numCol="1" spcCol="38100" rtlCol="0" anchor="ctr">
                  <a:spAutoFit/>
                </a:bodyPr>
                <a:lstStyle/>
                <a:p>
                  <a:pPr marL="0" marR="0" indent="0" algn="l" defTabSz="2438338" rtl="0" fontAlgn="auto" latinLnBrk="0" hangingPunct="0">
                    <a:lnSpc>
                      <a:spcPct val="90000"/>
                    </a:lnSpc>
                    <a:spcBef>
                      <a:spcPts val="45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4800" b="0" i="1" u="none" strike="noStrike" cap="none" spc="0" normalizeH="0" baseline="0" smtClean="0">
                            <a:ln>
                              <a:noFill/>
                            </a:ln>
                            <a:solidFill>
                              <a:schemeClr val="accent4">
                                <a:lumMod val="40000"/>
                                <a:lumOff val="60000"/>
                              </a:schemeClr>
                            </a:solidFill>
                            <a:effectLst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  <a:sym typeface="Helvetica Neue"/>
                          </a:rPr>
                          <m:t>𝑖</m:t>
                        </m:r>
                      </m:oMath>
                    </m:oMathPara>
                  </a14:m>
                  <a:endParaRPr kumimoji="0" lang="en-US" sz="4800" b="0" i="0" u="none" strike="noStrike" cap="none" spc="0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FillTx/>
                    <a:latin typeface="+mn-lt"/>
                    <a:ea typeface="+mn-ea"/>
                    <a:cs typeface="+mn-cs"/>
                    <a:sym typeface="Helvetica Neue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0FB1EC3C-76C5-0454-8952-DC70D6FB79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3755" y="8834758"/>
                  <a:ext cx="489236" cy="767390"/>
                </a:xfrm>
                <a:prstGeom prst="rect">
                  <a:avLst/>
                </a:prstGeom>
                <a:blipFill>
                  <a:blip r:embed="rId4"/>
                  <a:stretch>
                    <a:fillRect l="-15789" t="-15000" r="-13158" b="-30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E62CFD7-1848-AA46-0131-102DF49FA748}"/>
                  </a:ext>
                </a:extLst>
              </p:cNvPr>
              <p:cNvSpPr/>
              <p:nvPr/>
            </p:nvSpPr>
            <p:spPr>
              <a:xfrm>
                <a:off x="24796487" y="391776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E62CFD7-1848-AA46-0131-102DF49FA7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6487" y="391776"/>
                <a:ext cx="8425029" cy="974701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8852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E6FD1-A687-13A5-15A2-D4938786C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57EF5D1-17C6-3EE6-858F-8CE6BE2962E3}"/>
              </a:ext>
            </a:extLst>
          </p:cNvPr>
          <p:cNvSpPr/>
          <p:nvPr/>
        </p:nvSpPr>
        <p:spPr>
          <a:xfrm>
            <a:off x="10063928" y="1105022"/>
            <a:ext cx="130635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</a:t>
            </a:r>
            <a:r>
              <a:rPr lang="en-US" sz="5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shiftDown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 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5BF937-02DC-BDD9-7923-10B429B1691D}"/>
              </a:ext>
            </a:extLst>
          </p:cNvPr>
          <p:cNvSpPr/>
          <p:nvPr/>
        </p:nvSpPr>
        <p:spPr>
          <a:xfrm>
            <a:off x="10063928" y="3055540"/>
            <a:ext cx="13063584" cy="760491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There is a constant number of statements in each iteration of while loop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many times does the while loop run?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Remember that we are placing the number </a:t>
            </a:r>
            <a:r>
              <a:rPr lang="en-US" sz="4000">
                <a:solidFill>
                  <a:schemeClr val="bg1"/>
                </a:solidFill>
                <a:latin typeface="Bradley Hand" pitchFamily="2" charset="77"/>
              </a:rPr>
              <a:t>into its </a:t>
            </a: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correct place in the heap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After each iteration, the number moves down the heap by one level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But the number of levels in the heap is O( log n)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Thus, the total number of times the while loop runs is O(log n)</a:t>
            </a:r>
          </a:p>
          <a:p>
            <a:pPr marL="571500" indent="-5715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Thus, the running time of 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shiftDown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is</a:t>
            </a:r>
            <a:r>
              <a:rPr lang="en-US" sz="4000" dirty="0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O( log 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9DD3AC4-85DB-2D69-0AD1-AC3AB84246C6}"/>
                  </a:ext>
                </a:extLst>
              </p:cNvPr>
              <p:cNvSpPr/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E9DD3AC4-85DB-2D69-0AD1-AC3AB84246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0529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178E667-BA7F-B5DC-D35A-34D469D9C0A9}"/>
                  </a:ext>
                </a:extLst>
              </p:cNvPr>
              <p:cNvSpPr/>
              <p:nvPr/>
            </p:nvSpPr>
            <p:spPr>
              <a:xfrm>
                <a:off x="2208148" y="2100254"/>
                <a:ext cx="5844997" cy="6188273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178E667-BA7F-B5DC-D35A-34D469D9C0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8148" y="2100254"/>
                <a:ext cx="5844997" cy="6188273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45C105-FD31-1371-2B4C-CCA314ABE658}"/>
              </a:ext>
            </a:extLst>
          </p:cNvPr>
          <p:cNvSpPr/>
          <p:nvPr/>
        </p:nvSpPr>
        <p:spPr>
          <a:xfrm>
            <a:off x="10044050" y="3925880"/>
            <a:ext cx="130635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O(n log n)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8B4F97-EFD5-AE34-FF4B-74D1A0876774}"/>
              </a:ext>
            </a:extLst>
          </p:cNvPr>
          <p:cNvSpPr/>
          <p:nvPr/>
        </p:nvSpPr>
        <p:spPr>
          <a:xfrm>
            <a:off x="597772" y="9400978"/>
            <a:ext cx="2318845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But we assumed that the array A is a min-heap to start with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how to get a heap from an initially arbitrary array?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1A236D-8AC7-78A4-5370-F7CAE52A76F9}"/>
              </a:ext>
            </a:extLst>
          </p:cNvPr>
          <p:cNvSpPr/>
          <p:nvPr/>
        </p:nvSpPr>
        <p:spPr>
          <a:xfrm>
            <a:off x="10044050" y="2100254"/>
            <a:ext cx="1306358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</a:t>
            </a:r>
            <a:r>
              <a:rPr lang="en-US" sz="5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heapSort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195919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FE42062-7E66-242A-AD31-B2D1660DE575}"/>
              </a:ext>
            </a:extLst>
          </p:cNvPr>
          <p:cNvSpPr/>
          <p:nvPr/>
        </p:nvSpPr>
        <p:spPr>
          <a:xfrm>
            <a:off x="597772" y="1151923"/>
            <a:ext cx="2318845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Given an arbitrary array A, design an algorithm that converts this array into an implicit min heap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45EA8A-FDA1-B3D4-CA79-CA4102A2AABA}"/>
              </a:ext>
            </a:extLst>
          </p:cNvPr>
          <p:cNvSpPr/>
          <p:nvPr/>
        </p:nvSpPr>
        <p:spPr>
          <a:xfrm>
            <a:off x="597772" y="6199835"/>
            <a:ext cx="23188455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Do not use any other sorting algorithm !!!!!!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59B1F8-8007-F92A-F055-2D5CE2F4E810}"/>
              </a:ext>
            </a:extLst>
          </p:cNvPr>
          <p:cNvSpPr/>
          <p:nvPr/>
        </p:nvSpPr>
        <p:spPr>
          <a:xfrm>
            <a:off x="597772" y="8199762"/>
            <a:ext cx="23188455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Your algorithm should take O(n log n) time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 fact, we will see an algorithm that takes O(n) time!!!!</a:t>
            </a:r>
          </a:p>
        </p:txBody>
      </p:sp>
    </p:spTree>
    <p:extLst>
      <p:ext uri="{BB962C8B-B14F-4D97-AF65-F5344CB8AC3E}">
        <p14:creationId xmlns:p14="http://schemas.microsoft.com/office/powerpoint/2010/main" val="3675918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iangle 42">
            <a:extLst>
              <a:ext uri="{FF2B5EF4-FFF2-40B4-BE49-F238E27FC236}">
                <a16:creationId xmlns:a16="http://schemas.microsoft.com/office/drawing/2014/main" id="{C89E7FD5-FE0F-9F00-619A-78B672F537A7}"/>
              </a:ext>
            </a:extLst>
          </p:cNvPr>
          <p:cNvSpPr/>
          <p:nvPr/>
        </p:nvSpPr>
        <p:spPr>
          <a:xfrm>
            <a:off x="9024339" y="4695701"/>
            <a:ext cx="6203317" cy="4182894"/>
          </a:xfrm>
          <a:prstGeom prst="triangle">
            <a:avLst/>
          </a:prstGeom>
          <a:solidFill>
            <a:schemeClr val="accent4">
              <a:lumMod val="60000"/>
              <a:lumOff val="40000"/>
              <a:alpha val="2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C345E133-98BC-34B8-BC13-CC421D85F28C}"/>
              </a:ext>
            </a:extLst>
          </p:cNvPr>
          <p:cNvSpPr/>
          <p:nvPr/>
        </p:nvSpPr>
        <p:spPr>
          <a:xfrm>
            <a:off x="2687465" y="4766553"/>
            <a:ext cx="6203317" cy="4182894"/>
          </a:xfrm>
          <a:prstGeom prst="triangle">
            <a:avLst/>
          </a:prstGeom>
          <a:solidFill>
            <a:schemeClr val="accent4">
              <a:lumMod val="60000"/>
              <a:lumOff val="40000"/>
              <a:alpha val="2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B5DB1A6-4275-D15F-FBE8-F59D50D293E5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40A741-3493-723A-0CFB-568AD56ACA0A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D84DD7D5-2C5C-8C5E-F34D-678CB61C6D1A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C97A3A-6840-8372-398F-06F582D80ED6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3226A95-8D9C-7E6A-7018-0B50C1EBB47A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2">
            <a:extLst>
              <a:ext uri="{FF2B5EF4-FFF2-40B4-BE49-F238E27FC236}">
                <a16:creationId xmlns:a16="http://schemas.microsoft.com/office/drawing/2014/main" id="{EE0A4FA9-4F6B-D5C1-D7EA-A0A000131D7B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8" name="!!b3">
            <a:extLst>
              <a:ext uri="{FF2B5EF4-FFF2-40B4-BE49-F238E27FC236}">
                <a16:creationId xmlns:a16="http://schemas.microsoft.com/office/drawing/2014/main" id="{5F5228AB-3DEF-5B5A-2AB9-FBB91CF8229F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9" name="!!b6">
            <a:extLst>
              <a:ext uri="{FF2B5EF4-FFF2-40B4-BE49-F238E27FC236}">
                <a16:creationId xmlns:a16="http://schemas.microsoft.com/office/drawing/2014/main" id="{B356F427-6C0D-DE43-4B17-839946526DF6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0" name="!!b4">
            <a:extLst>
              <a:ext uri="{FF2B5EF4-FFF2-40B4-BE49-F238E27FC236}">
                <a16:creationId xmlns:a16="http://schemas.microsoft.com/office/drawing/2014/main" id="{E7B2089E-3EFB-9553-A422-8CD4010E872D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!!b5">
            <a:extLst>
              <a:ext uri="{FF2B5EF4-FFF2-40B4-BE49-F238E27FC236}">
                <a16:creationId xmlns:a16="http://schemas.microsoft.com/office/drawing/2014/main" id="{B5F2903E-6525-9194-7D40-1CFA3F22B6D4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5C45A83-D13D-321E-9663-355C505E7E12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!!b1">
            <a:extLst>
              <a:ext uri="{FF2B5EF4-FFF2-40B4-BE49-F238E27FC236}">
                <a16:creationId xmlns:a16="http://schemas.microsoft.com/office/drawing/2014/main" id="{8D10B9F8-64FA-B8E6-3314-0D97E7C2C08E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9715BFD-588B-84F5-8FE8-21B94DC0533B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8BB773-6A01-28D1-9CD4-286D9FC7885B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D880790-E5CB-E8CA-E815-4460C2A64BDF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6489E2E-0244-3B81-B8D0-5B09A99585F9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351F2B9-5A57-58F6-FA7D-AA2B28D039E3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CB982D7-6954-6965-4472-15D9B8A2DD7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5A6CC7D-A6E5-BA67-F6B8-70F2CB53ECA7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3157CCA-4116-83F1-C445-E33618F019E3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82E7946-48ED-D4F4-49F5-7F57F16822E4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47C0518-890D-935C-00F2-7AF869BB0F42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5CD70D2-12E2-A696-D39C-09D57FEDC2B3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16F291E-5F9D-B65E-A245-74C7C7B3C8A0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C0C490D-11D3-B3C9-668B-0302AA7A2C64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8">
            <a:extLst>
              <a:ext uri="{FF2B5EF4-FFF2-40B4-BE49-F238E27FC236}">
                <a16:creationId xmlns:a16="http://schemas.microsoft.com/office/drawing/2014/main" id="{5364AB72-4C6C-BFBA-746D-8818BEE7EB52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2" name="!!b12">
            <a:extLst>
              <a:ext uri="{FF2B5EF4-FFF2-40B4-BE49-F238E27FC236}">
                <a16:creationId xmlns:a16="http://schemas.microsoft.com/office/drawing/2014/main" id="{902AD18D-2F38-0EFF-8A5C-94170BD2C901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E0859F16-03EA-5225-3EB2-46C15346CAAD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!!b10">
            <a:extLst>
              <a:ext uri="{FF2B5EF4-FFF2-40B4-BE49-F238E27FC236}">
                <a16:creationId xmlns:a16="http://schemas.microsoft.com/office/drawing/2014/main" id="{42361D51-4053-B61C-EA5E-20BB07D03AED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!!b11">
            <a:extLst>
              <a:ext uri="{FF2B5EF4-FFF2-40B4-BE49-F238E27FC236}">
                <a16:creationId xmlns:a16="http://schemas.microsoft.com/office/drawing/2014/main" id="{77D63B2F-55FB-E48B-8387-EE77C074C85F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6" name="!!b7">
            <a:extLst>
              <a:ext uri="{FF2B5EF4-FFF2-40B4-BE49-F238E27FC236}">
                <a16:creationId xmlns:a16="http://schemas.microsoft.com/office/drawing/2014/main" id="{4D795114-C2FB-A569-CEBD-B6F151B28C1C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FEA9949-F2CD-19D9-E2F7-3761D5AAE677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66BB19D-0B06-20DE-C697-3DAE5A32B93A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F98F09F-118D-C9CB-40FB-22916453106E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CE3FAB1-73C0-518B-AE38-96B8339AAB5C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B3A3087-4EEF-0400-C46C-22CBA5A46345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D578693-004B-C23D-9F6E-5CAD196C5E2A}"/>
              </a:ext>
            </a:extLst>
          </p:cNvPr>
          <p:cNvSpPr/>
          <p:nvPr/>
        </p:nvSpPr>
        <p:spPr>
          <a:xfrm>
            <a:off x="15357894" y="2742810"/>
            <a:ext cx="8618480" cy="351869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Consider the two subtrees of the root of the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Let us assume that somehow, we are able to build a heap in these two subtrees</a:t>
            </a:r>
          </a:p>
        </p:txBody>
      </p:sp>
    </p:spTree>
    <p:extLst>
      <p:ext uri="{BB962C8B-B14F-4D97-AF65-F5344CB8AC3E}">
        <p14:creationId xmlns:p14="http://schemas.microsoft.com/office/powerpoint/2010/main" val="49715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AF4B9-4344-D6EE-6EDB-B5901BB81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riangle 42">
            <a:extLst>
              <a:ext uri="{FF2B5EF4-FFF2-40B4-BE49-F238E27FC236}">
                <a16:creationId xmlns:a16="http://schemas.microsoft.com/office/drawing/2014/main" id="{19EC254E-2863-B293-10BA-C8F9F54AA885}"/>
              </a:ext>
            </a:extLst>
          </p:cNvPr>
          <p:cNvSpPr/>
          <p:nvPr/>
        </p:nvSpPr>
        <p:spPr>
          <a:xfrm>
            <a:off x="9024339" y="4695701"/>
            <a:ext cx="6203317" cy="4182894"/>
          </a:xfrm>
          <a:prstGeom prst="triangle">
            <a:avLst/>
          </a:prstGeom>
          <a:solidFill>
            <a:schemeClr val="accent4">
              <a:lumMod val="60000"/>
              <a:lumOff val="40000"/>
              <a:alpha val="2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Triangle 41">
            <a:extLst>
              <a:ext uri="{FF2B5EF4-FFF2-40B4-BE49-F238E27FC236}">
                <a16:creationId xmlns:a16="http://schemas.microsoft.com/office/drawing/2014/main" id="{22EDD1F8-33C6-FE36-CAB7-3994A40575F6}"/>
              </a:ext>
            </a:extLst>
          </p:cNvPr>
          <p:cNvSpPr/>
          <p:nvPr/>
        </p:nvSpPr>
        <p:spPr>
          <a:xfrm>
            <a:off x="2687465" y="4766553"/>
            <a:ext cx="6203317" cy="4182894"/>
          </a:xfrm>
          <a:prstGeom prst="triangle">
            <a:avLst/>
          </a:prstGeom>
          <a:solidFill>
            <a:schemeClr val="accent4">
              <a:lumMod val="60000"/>
              <a:lumOff val="40000"/>
              <a:alpha val="27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4440323-7854-84BF-6F21-3DC0CAB474D6}"/>
              </a:ext>
            </a:extLst>
          </p:cNvPr>
          <p:cNvSpPr>
            <a:spLocks noChangeAspect="1"/>
          </p:cNvSpPr>
          <p:nvPr/>
        </p:nvSpPr>
        <p:spPr>
          <a:xfrm>
            <a:off x="9558883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0DC1D19-77B3-164A-49C3-7D347E6A7250}"/>
              </a:ext>
            </a:extLst>
          </p:cNvPr>
          <p:cNvSpPr>
            <a:spLocks noChangeAspect="1"/>
          </p:cNvSpPr>
          <p:nvPr/>
        </p:nvSpPr>
        <p:spPr>
          <a:xfrm>
            <a:off x="5494324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CF892CF-E3B4-DE50-1C75-4A686906C5D6}"/>
              </a:ext>
            </a:extLst>
          </p:cNvPr>
          <p:cNvSpPr>
            <a:spLocks noChangeAspect="1"/>
          </p:cNvSpPr>
          <p:nvPr/>
        </p:nvSpPr>
        <p:spPr>
          <a:xfrm>
            <a:off x="7556341" y="212173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F28801A-4E4D-1AE7-5474-13910D1C0697}"/>
              </a:ext>
            </a:extLst>
          </p:cNvPr>
          <p:cNvSpPr>
            <a:spLocks noChangeAspect="1"/>
          </p:cNvSpPr>
          <p:nvPr/>
        </p:nvSpPr>
        <p:spPr>
          <a:xfrm>
            <a:off x="11645409" y="202243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766BE3-E25A-A993-B1DD-348BD7AADE6E}"/>
              </a:ext>
            </a:extLst>
          </p:cNvPr>
          <p:cNvSpPr>
            <a:spLocks noChangeAspect="1"/>
          </p:cNvSpPr>
          <p:nvPr/>
        </p:nvSpPr>
        <p:spPr>
          <a:xfrm>
            <a:off x="3549697" y="213189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!!b5">
            <a:extLst>
              <a:ext uri="{FF2B5EF4-FFF2-40B4-BE49-F238E27FC236}">
                <a16:creationId xmlns:a16="http://schemas.microsoft.com/office/drawing/2014/main" id="{0486E3A3-2FA4-F89A-2C29-943200CDFEB1}"/>
              </a:ext>
            </a:extLst>
          </p:cNvPr>
          <p:cNvSpPr/>
          <p:nvPr/>
        </p:nvSpPr>
        <p:spPr>
          <a:xfrm>
            <a:off x="5377769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8" name="!!b3">
            <a:extLst>
              <a:ext uri="{FF2B5EF4-FFF2-40B4-BE49-F238E27FC236}">
                <a16:creationId xmlns:a16="http://schemas.microsoft.com/office/drawing/2014/main" id="{D38ADF14-0688-F50C-1F89-CEFA9459EDC9}"/>
              </a:ext>
            </a:extLst>
          </p:cNvPr>
          <p:cNvSpPr/>
          <p:nvPr/>
        </p:nvSpPr>
        <p:spPr>
          <a:xfrm>
            <a:off x="3364585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9" name="!!b6">
            <a:extLst>
              <a:ext uri="{FF2B5EF4-FFF2-40B4-BE49-F238E27FC236}">
                <a16:creationId xmlns:a16="http://schemas.microsoft.com/office/drawing/2014/main" id="{2A3C94B4-3051-B079-536D-E4E4D3E9415E}"/>
              </a:ext>
            </a:extLst>
          </p:cNvPr>
          <p:cNvSpPr/>
          <p:nvPr/>
        </p:nvSpPr>
        <p:spPr>
          <a:xfrm>
            <a:off x="7359869" y="92034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0" name="!!b4">
            <a:extLst>
              <a:ext uri="{FF2B5EF4-FFF2-40B4-BE49-F238E27FC236}">
                <a16:creationId xmlns:a16="http://schemas.microsoft.com/office/drawing/2014/main" id="{765C7154-C415-8B52-E386-7A9ED7A1E8BA}"/>
              </a:ext>
            </a:extLst>
          </p:cNvPr>
          <p:cNvSpPr/>
          <p:nvPr/>
        </p:nvSpPr>
        <p:spPr>
          <a:xfrm>
            <a:off x="9441578" y="89445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1" name="!!b2">
            <a:extLst>
              <a:ext uri="{FF2B5EF4-FFF2-40B4-BE49-F238E27FC236}">
                <a16:creationId xmlns:a16="http://schemas.microsoft.com/office/drawing/2014/main" id="{D4D469D9-FBDF-EA25-1717-4FC5F478F8F8}"/>
              </a:ext>
            </a:extLst>
          </p:cNvPr>
          <p:cNvSpPr/>
          <p:nvPr/>
        </p:nvSpPr>
        <p:spPr>
          <a:xfrm>
            <a:off x="11470233" y="8510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A09AFBC-0463-BAD3-00C1-2BF64EB38140}"/>
              </a:ext>
            </a:extLst>
          </p:cNvPr>
          <p:cNvSpPr>
            <a:spLocks noChangeAspect="1"/>
          </p:cNvSpPr>
          <p:nvPr/>
        </p:nvSpPr>
        <p:spPr>
          <a:xfrm>
            <a:off x="13638640" y="20579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3" name="!!b1">
            <a:extLst>
              <a:ext uri="{FF2B5EF4-FFF2-40B4-BE49-F238E27FC236}">
                <a16:creationId xmlns:a16="http://schemas.microsoft.com/office/drawing/2014/main" id="{6B1E8423-2774-6E04-0158-DD92D7C51687}"/>
              </a:ext>
            </a:extLst>
          </p:cNvPr>
          <p:cNvSpPr/>
          <p:nvPr/>
        </p:nvSpPr>
        <p:spPr>
          <a:xfrm>
            <a:off x="13483417" y="75528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BF2FC74-B7CA-8F1C-37DD-AA1ABD2AACAD}"/>
              </a:ext>
            </a:extLst>
          </p:cNvPr>
          <p:cNvSpPr/>
          <p:nvPr/>
        </p:nvSpPr>
        <p:spPr>
          <a:xfrm>
            <a:off x="791286" y="1127257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F81D930-B01D-DB03-4BC6-A6CEFA21B570}"/>
              </a:ext>
            </a:extLst>
          </p:cNvPr>
          <p:cNvSpPr/>
          <p:nvPr/>
        </p:nvSpPr>
        <p:spPr>
          <a:xfrm>
            <a:off x="3364585" y="759489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02B5A8A-FCF1-8361-5AB6-C04261DCF770}"/>
              </a:ext>
            </a:extLst>
          </p:cNvPr>
          <p:cNvSpPr/>
          <p:nvPr/>
        </p:nvSpPr>
        <p:spPr>
          <a:xfrm>
            <a:off x="6590058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FA11112-8329-C6F2-32FA-596C6BA06B5B}"/>
              </a:ext>
            </a:extLst>
          </p:cNvPr>
          <p:cNvSpPr/>
          <p:nvPr/>
        </p:nvSpPr>
        <p:spPr>
          <a:xfrm>
            <a:off x="10056933" y="754109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07CF9D0-A55B-3CB8-5BBE-0D99ADD65C5C}"/>
              </a:ext>
            </a:extLst>
          </p:cNvPr>
          <p:cNvSpPr/>
          <p:nvPr/>
        </p:nvSpPr>
        <p:spPr>
          <a:xfrm>
            <a:off x="5285330" y="55372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3D91EAD-A7FF-D630-7E1C-DB264ADB1264}"/>
              </a:ext>
            </a:extLst>
          </p:cNvPr>
          <p:cNvSpPr/>
          <p:nvPr/>
        </p:nvSpPr>
        <p:spPr>
          <a:xfrm>
            <a:off x="11521866" y="5547013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6A6EF83-49B1-25E4-D116-11E0715F557D}"/>
              </a:ext>
            </a:extLst>
          </p:cNvPr>
          <p:cNvSpPr/>
          <p:nvPr/>
        </p:nvSpPr>
        <p:spPr>
          <a:xfrm>
            <a:off x="8280263" y="357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FF60056-1ED5-B8FB-5183-ED80EB52895A}"/>
              </a:ext>
            </a:extLst>
          </p:cNvPr>
          <p:cNvSpPr>
            <a:spLocks noChangeAspect="1"/>
          </p:cNvSpPr>
          <p:nvPr/>
        </p:nvSpPr>
        <p:spPr>
          <a:xfrm>
            <a:off x="11251323" y="791333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A409F4D-4C9B-7126-C821-0E4E86BD35BD}"/>
              </a:ext>
            </a:extLst>
          </p:cNvPr>
          <p:cNvSpPr>
            <a:spLocks noChangeAspect="1"/>
          </p:cNvSpPr>
          <p:nvPr/>
        </p:nvSpPr>
        <p:spPr>
          <a:xfrm>
            <a:off x="2489802" y="7914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7942A32-7776-76FB-3871-E8EFFEF8591C}"/>
              </a:ext>
            </a:extLst>
          </p:cNvPr>
          <p:cNvSpPr>
            <a:spLocks noChangeAspect="1"/>
          </p:cNvSpPr>
          <p:nvPr/>
        </p:nvSpPr>
        <p:spPr>
          <a:xfrm>
            <a:off x="6381230" y="5835046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F3396B8-3D7F-FD29-E892-4C4AE2C0099B}"/>
              </a:ext>
            </a:extLst>
          </p:cNvPr>
          <p:cNvSpPr>
            <a:spLocks noChangeAspect="1"/>
          </p:cNvSpPr>
          <p:nvPr/>
        </p:nvSpPr>
        <p:spPr>
          <a:xfrm>
            <a:off x="10686547" y="58735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D271B82-C132-674F-90B3-698DCDD09DFC}"/>
              </a:ext>
            </a:extLst>
          </p:cNvPr>
          <p:cNvSpPr>
            <a:spLocks noChangeAspect="1"/>
          </p:cNvSpPr>
          <p:nvPr/>
        </p:nvSpPr>
        <p:spPr>
          <a:xfrm>
            <a:off x="7894786" y="786833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B38E868D-ACC2-9D43-147B-A386E182D9D3}"/>
              </a:ext>
            </a:extLst>
          </p:cNvPr>
          <p:cNvSpPr>
            <a:spLocks noChangeAspect="1"/>
          </p:cNvSpPr>
          <p:nvPr/>
        </p:nvSpPr>
        <p:spPr>
          <a:xfrm>
            <a:off x="7345344" y="391846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1">
            <a:extLst>
              <a:ext uri="{FF2B5EF4-FFF2-40B4-BE49-F238E27FC236}">
                <a16:creationId xmlns:a16="http://schemas.microsoft.com/office/drawing/2014/main" id="{DFF967CD-47ED-3BEE-52DA-94CC22987E1F}"/>
              </a:ext>
            </a:extLst>
          </p:cNvPr>
          <p:cNvSpPr/>
          <p:nvPr/>
        </p:nvSpPr>
        <p:spPr>
          <a:xfrm>
            <a:off x="528533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2" name="!!b12">
            <a:extLst>
              <a:ext uri="{FF2B5EF4-FFF2-40B4-BE49-F238E27FC236}">
                <a16:creationId xmlns:a16="http://schemas.microsoft.com/office/drawing/2014/main" id="{F383AE02-274C-B756-BEF8-DCF9BFCAA5E8}"/>
              </a:ext>
            </a:extLst>
          </p:cNvPr>
          <p:cNvSpPr/>
          <p:nvPr/>
        </p:nvSpPr>
        <p:spPr>
          <a:xfrm>
            <a:off x="8261268" y="358934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3" name="!!b9">
            <a:extLst>
              <a:ext uri="{FF2B5EF4-FFF2-40B4-BE49-F238E27FC236}">
                <a16:creationId xmlns:a16="http://schemas.microsoft.com/office/drawing/2014/main" id="{B9C4064B-F1F1-C7A5-7F69-0256E931E7D8}"/>
              </a:ext>
            </a:extLst>
          </p:cNvPr>
          <p:cNvSpPr/>
          <p:nvPr/>
        </p:nvSpPr>
        <p:spPr>
          <a:xfrm>
            <a:off x="11472000" y="554519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4" name="!!b10">
            <a:extLst>
              <a:ext uri="{FF2B5EF4-FFF2-40B4-BE49-F238E27FC236}">
                <a16:creationId xmlns:a16="http://schemas.microsoft.com/office/drawing/2014/main" id="{8087D661-8E12-AE10-19F4-EF55068BD59B}"/>
              </a:ext>
            </a:extLst>
          </p:cNvPr>
          <p:cNvSpPr/>
          <p:nvPr/>
        </p:nvSpPr>
        <p:spPr>
          <a:xfrm>
            <a:off x="3364585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5" name="!!b8">
            <a:extLst>
              <a:ext uri="{FF2B5EF4-FFF2-40B4-BE49-F238E27FC236}">
                <a16:creationId xmlns:a16="http://schemas.microsoft.com/office/drawing/2014/main" id="{B8D61B1F-D30E-8DD7-B970-7F63D8631EAE}"/>
              </a:ext>
            </a:extLst>
          </p:cNvPr>
          <p:cNvSpPr/>
          <p:nvPr/>
        </p:nvSpPr>
        <p:spPr>
          <a:xfrm>
            <a:off x="6625344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6" name="!!b7">
            <a:extLst>
              <a:ext uri="{FF2B5EF4-FFF2-40B4-BE49-F238E27FC236}">
                <a16:creationId xmlns:a16="http://schemas.microsoft.com/office/drawing/2014/main" id="{7FBC8D20-A207-47C3-E625-05F275FAF9C9}"/>
              </a:ext>
            </a:extLst>
          </p:cNvPr>
          <p:cNvSpPr/>
          <p:nvPr/>
        </p:nvSpPr>
        <p:spPr>
          <a:xfrm>
            <a:off x="10081866" y="758723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B5BDF85-A686-A088-1E4C-897E87409DF2}"/>
              </a:ext>
            </a:extLst>
          </p:cNvPr>
          <p:cNvCxnSpPr>
            <a:cxnSpLocks/>
          </p:cNvCxnSpPr>
          <p:nvPr/>
        </p:nvCxnSpPr>
        <p:spPr>
          <a:xfrm flipH="1">
            <a:off x="6005330" y="4902150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B7906A5-2A53-2A4A-B2B7-4405722CBA34}"/>
              </a:ext>
            </a:extLst>
          </p:cNvPr>
          <p:cNvCxnSpPr>
            <a:cxnSpLocks/>
          </p:cNvCxnSpPr>
          <p:nvPr/>
        </p:nvCxnSpPr>
        <p:spPr>
          <a:xfrm>
            <a:off x="8981268" y="4902150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A839F48-1C81-E0AE-F71B-E5176A701433}"/>
              </a:ext>
            </a:extLst>
          </p:cNvPr>
          <p:cNvCxnSpPr>
            <a:cxnSpLocks/>
          </p:cNvCxnSpPr>
          <p:nvPr/>
        </p:nvCxnSpPr>
        <p:spPr>
          <a:xfrm flipH="1">
            <a:off x="4084585" y="6858000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E9EBAF4-A043-D59E-D0BE-81B6DEA9A2C3}"/>
              </a:ext>
            </a:extLst>
          </p:cNvPr>
          <p:cNvCxnSpPr>
            <a:cxnSpLocks/>
          </p:cNvCxnSpPr>
          <p:nvPr/>
        </p:nvCxnSpPr>
        <p:spPr>
          <a:xfrm>
            <a:off x="6005330" y="6858000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39ECDBB-E284-ABEE-2A7A-844FA6DF315E}"/>
              </a:ext>
            </a:extLst>
          </p:cNvPr>
          <p:cNvCxnSpPr>
            <a:cxnSpLocks/>
          </p:cNvCxnSpPr>
          <p:nvPr/>
        </p:nvCxnSpPr>
        <p:spPr>
          <a:xfrm flipH="1">
            <a:off x="10801866" y="6858000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99CA55C0-7D64-DE00-8639-1B347CC3022B}"/>
              </a:ext>
            </a:extLst>
          </p:cNvPr>
          <p:cNvSpPr/>
          <p:nvPr/>
        </p:nvSpPr>
        <p:spPr>
          <a:xfrm>
            <a:off x="15357894" y="2742810"/>
            <a:ext cx="8618480" cy="351869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Consider the two subtrees of the root of the heap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Let us assume that somehow, we are able to build a heap in these two subtrees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C5A93CF-377B-CEFC-6F74-89C631E0C7D8}"/>
              </a:ext>
            </a:extLst>
          </p:cNvPr>
          <p:cNvSpPr/>
          <p:nvPr/>
        </p:nvSpPr>
        <p:spPr>
          <a:xfrm>
            <a:off x="15357894" y="6850074"/>
            <a:ext cx="8618480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you build the entire heap?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32A8E40-0294-D36C-B037-203FF18A53B6}"/>
              </a:ext>
            </a:extLst>
          </p:cNvPr>
          <p:cNvSpPr/>
          <p:nvPr/>
        </p:nvSpPr>
        <p:spPr>
          <a:xfrm>
            <a:off x="15493220" y="8571667"/>
            <a:ext cx="8618480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Just call </a:t>
            </a:r>
            <a:r>
              <a:rPr lang="en-US" sz="40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shiftDown</a:t>
            </a: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7975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8055E5E-ACC8-4684-85F7-B8F87B230E4B}"/>
                  </a:ext>
                </a:extLst>
              </p:cNvPr>
              <p:cNvSpPr/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E8055E5E-ACC8-4684-85F7-B8F87B230E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5686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2DFCA-E262-BA9E-7045-BC3BA36F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AE0E131-64AB-AE11-EE7F-895EDC63AFBA}"/>
              </a:ext>
            </a:extLst>
          </p:cNvPr>
          <p:cNvSpPr/>
          <p:nvPr/>
        </p:nvSpPr>
        <p:spPr>
          <a:xfrm>
            <a:off x="10263556" y="2775694"/>
            <a:ext cx="13063584" cy="3791109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Write a recursive C program that will build the heap: 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buildHeap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A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[],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index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,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int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</a:t>
            </a:r>
            <a:r>
              <a:rPr lang="en-US" sz="5400" dirty="0">
                <a:solidFill>
                  <a:schemeClr val="accent1">
                    <a:lumMod val="40000"/>
                    <a:lumOff val="60000"/>
                  </a:schemeClr>
                </a:solidFill>
                <a:latin typeface="Bradley Hand" pitchFamily="2" charset="77"/>
              </a:rPr>
              <a:t>n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Initially index=0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5D8735D-F9BA-0B1F-100D-C8811A2B763C}"/>
                  </a:ext>
                </a:extLst>
              </p:cNvPr>
              <p:cNvSpPr/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A5D8735D-F9BA-0B1F-100D-C8811A2B76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637" y="913447"/>
                <a:ext cx="8425029" cy="974701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447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9853C9F-E925-B469-5897-ABA16391A8CE}"/>
                  </a:ext>
                </a:extLst>
              </p:cNvPr>
              <p:cNvSpPr/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9853C9F-E925-B469-5897-ABA16391A8C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77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D6102-C384-A529-C872-4FDBDE854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5ECDEDB-DCDA-913A-9368-F3B4A41DE360}"/>
                  </a:ext>
                </a:extLst>
              </p:cNvPr>
              <p:cNvSpPr/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55ECDEDB-DCDA-913A-9368-F3B4A41DE3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B228EA0-460B-DCE9-946F-CBDB170B9A1B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F7B328-F3A8-AAFE-45ED-EFC872B41335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D6601ABE-17EB-8758-3666-D03327D1BAC2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7EE4E54-1878-8C06-2254-31B7AB4F704E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79A3CE-D4C4-8DD7-ED51-983285C500C9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ADD1E5B0-1F1A-15B9-A627-436341AF0BD6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D17E9D6D-B4D8-697F-B232-4E3F6B3D2517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4B1E7B7C-2674-F480-C08A-CEB729741D74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2EC5FBFA-F56A-9429-4947-E7C75FD79AD3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8DADA4C8-34C9-A745-846B-DA436B716CFC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17FC096-14EC-946E-2CF1-2124453113EB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B688C960-0051-3E69-FE70-7B969F54BEB9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8A1C198-C1A9-956A-1121-FA1F2EADEC6D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5C4B5B3-203C-C54D-193E-A82A7290323E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A0A2B1C-4B05-97DC-5D87-C5765C950726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A470239-7725-4F64-587C-E86334E9D88A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783035-566F-6E0D-163A-E3BD31CB48BD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6C71938-51D6-628C-9651-0658F3EEF1B2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440F335-4F40-4179-80E4-FAD629A96DDC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7F68283-B266-9064-8F4F-91223D1C00B3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B122CE2-C21D-7696-40E0-F00240A0BC5F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EB2BD90-4873-4323-1832-0B5883D7F29F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B44FDC7-28DE-40F5-417B-C1A053124D3C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4441D94-BA4C-4584-43E7-4CB41F8EAB2F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5FD5014-E940-BF6F-1D0F-8D3FE6E0442C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8E60733E-8302-D977-7912-6AA884C0F89B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B185F01D-DD4F-63D9-F3F8-4ACD48916FE0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492B1587-51FD-8B91-649E-776EF296FA73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8DCEE232-3E1D-FD66-0C8F-E5181B901EC3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2F9D4B98-098E-DB9E-0A29-FBAAD0FCFD96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89E062CF-B029-23C1-D43B-E347D51B37FF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D48EFDA-C330-03D6-6FB9-38DA4A211FAB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5FFA104-E173-C907-AF80-51696D66DB39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374D6D2-D28F-4DDF-72B3-9E65F71C6E11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534F7E9-A35E-C355-0481-A5E68C70E642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62D3062-43F3-6AC5-B99D-20A32260DFDE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94222EC-DFE5-5548-9A0C-66E25B38D8A2}"/>
              </a:ext>
            </a:extLst>
          </p:cNvPr>
          <p:cNvSpPr/>
          <p:nvPr/>
        </p:nvSpPr>
        <p:spPr>
          <a:xfrm>
            <a:off x="733060" y="8435561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A8E01CFD-A2A3-CDC8-4A7A-2BC7897315F2}"/>
              </a:ext>
            </a:extLst>
          </p:cNvPr>
          <p:cNvSpPr/>
          <p:nvPr/>
        </p:nvSpPr>
        <p:spPr>
          <a:xfrm>
            <a:off x="755368" y="4582383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401121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14E11-AD8F-AAC0-86DA-E644ADAE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6BB02E9-7AD4-855E-C1B7-D9A9007020C1}"/>
                  </a:ext>
                </a:extLst>
              </p:cNvPr>
              <p:cNvSpPr/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6BB02E9-7AD4-855E-C1B7-D9A9007020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57EA44-209F-854D-4488-CFF6F5305E4B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9BDAA15-50BC-F0A5-2B11-955B438294FF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E2E2788-4668-2FD5-3A75-DD6D8B0AE24B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113C7D4-3453-E9C2-2F64-00F615A4EBBE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1553CBD-0454-5A23-799F-2BBC84050653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4F1B2DA9-ABA3-B8AF-D28E-832EB8703A34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A810271C-3DB8-A40E-8313-653A34805A90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6D3C2E9F-B1A2-15AE-F0EF-4CE6F317270F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E43298E9-60FB-FD39-C2E1-B13F1EA0FE84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3BA96F2A-9886-57A7-75F6-0EB2FCE675D5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4A5A32-DF7A-8641-E0A9-51561667F3A4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AAF98B69-CA3C-4008-6319-948522752041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14AC95-1F98-8DA1-A94A-2F7D45778F57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9537BB-82BF-E082-3269-D6B452D5CDEA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389034D-E558-6916-1D8C-BBE132F7AE50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AC104D4-1A09-E1A1-4B46-28A33EF7DE62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A624368-7D3D-A57F-99FA-7F08D5283C2B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A7620D1-0F65-B616-6FD6-3A1EFC431C95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45963E-8D30-6F01-4D7F-7EB362764FFC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6108AD-74E9-4397-05B4-2530DC654D2B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EBAE690-0F1B-F0F6-CBE5-1E47E7BF2BD5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B8C2378-8F8E-8B20-C747-EE132344F447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639E41A-00B2-5BEA-56E4-622B2CD84EAC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FB93F8C-E9D1-F120-1EB9-F6F4D3780510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05ED836-2CF1-79CF-3795-CEAAC5A5F838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6F35E28C-91A5-0F25-882B-EB66172ABDB7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D7F0D049-C437-CF47-407E-E39C50630E13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CD2A95E6-55A1-6097-15F0-174865916740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54E8D548-A443-62C9-9350-4742BB38268D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891D5C7C-C39E-2840-674C-F19E4F1F7AA0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B56983FA-B434-BFE7-0E0F-DFFC3CC41D0E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8B05BFB-5A05-DC41-5C6B-9E85AED22A36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66B9C9-C78B-52E2-4AE5-DE0E0671CF71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362452-3AFF-D561-4106-690A0DA5BAEF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B20960-1429-40F0-86A1-D3859B6C06FD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9C92EE4-8823-9D3E-9A3D-45995A23AE93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32D07B8-70CE-1E55-EC88-EE9C0FBB44E3}"/>
              </a:ext>
            </a:extLst>
          </p:cNvPr>
          <p:cNvSpPr/>
          <p:nvPr/>
        </p:nvSpPr>
        <p:spPr>
          <a:xfrm>
            <a:off x="733060" y="8435561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B6C7DB4-1D03-4BE3-6487-00BC71C2C838}"/>
              </a:ext>
            </a:extLst>
          </p:cNvPr>
          <p:cNvSpPr/>
          <p:nvPr/>
        </p:nvSpPr>
        <p:spPr>
          <a:xfrm>
            <a:off x="683194" y="5347910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069277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89A9F-D1EE-3F4D-6F32-3D7D5E53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C148789-BBD6-1ADD-AAB6-57CA54DF3678}"/>
                  </a:ext>
                </a:extLst>
              </p:cNvPr>
              <p:cNvSpPr/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C148789-BBD6-1ADD-AAB6-57CA54DF36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060" y="3677924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DDB3647-3F36-44EF-523F-7429935D071E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3EF195-FD67-674E-8A38-BDE5A27F15C3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F58A850-55FB-32AF-093D-09D497EB3306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8AF6E9-FB30-5B7E-8FF8-FC618C5526D2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DDD036-5C2E-F5D5-146F-E42CD3D7C844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5AF4E3BC-4F8A-E33C-5417-DF14BBD46598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61F783C2-C491-B0B7-6AAA-0B32CABFF292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19568B63-A408-BCFA-4369-008981D19D44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821B05A0-621F-0B7F-DC3A-F715391C09C2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A3E39B6C-BBD1-5EF6-4604-9748B449D6A9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329DFA4-2581-CB38-F013-3B40B0B5C063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483958AB-B202-B2F1-9713-BE40FE075C4B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0C83607-3D3F-D298-2F14-A03634ACEECD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63A5F0F-B0D4-0985-FEB7-F752F47CBBE9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E154241-5A6E-18D3-4AFD-DA1B47A6F09F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065629C-C27A-7448-9843-18B44454C228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FB1DD4A-2228-8BEB-BFCC-5595761761D0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898989-0376-7C6F-999D-7037710A9E7E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FD63335-7379-31F8-1E4F-4194373BE3F3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5417D04-A8A8-9FBF-8B35-0883B29B2AF7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B0A2F4-E14F-A7D5-A727-70D1B484AB12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86F98D1-2352-0405-4F70-066EE24E6AE3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BC390D4-C25A-3D38-946A-0C7DB578F159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522F507-22A0-7FF9-A2FF-3F7C44BBD09B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8EB66AF-5C3D-F051-02EF-38BEE9173929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1F58EA45-D9BD-4A14-143E-05C1EF0FC16B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CC67DEC7-6E3A-5C83-969A-997A76984BB8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3755D36A-8FB1-FAAC-B50A-2DF0B9339AC7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1A181661-81A9-F264-F22C-4456185E8EC2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1B08DA79-65DE-A23E-44E1-46BE4A82A4E9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912ED42A-4707-DC7E-051B-C74C0A907643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1C62CD2-81B3-7A73-3301-C067F67021F4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F017F36-F97D-888B-A07E-50BD5F276423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8744D42-C8EB-84F6-3B2D-53C9246E5496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895CAC9-FD4B-A235-0FA8-5F5ABD2847FA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C73C6D0-CF94-136C-1378-2DE07AC4FAFD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8A92EB2-95E2-4A16-453B-434980A2D4AC}"/>
              </a:ext>
            </a:extLst>
          </p:cNvPr>
          <p:cNvSpPr/>
          <p:nvPr/>
        </p:nvSpPr>
        <p:spPr>
          <a:xfrm>
            <a:off x="733060" y="8435561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8E9B5A8-1417-ED13-2780-84F015ED3565}"/>
              </a:ext>
            </a:extLst>
          </p:cNvPr>
          <p:cNvSpPr/>
          <p:nvPr/>
        </p:nvSpPr>
        <p:spPr>
          <a:xfrm>
            <a:off x="683194" y="5757224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20851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DBEA8-CF98-88D5-C3BF-B53111CFB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683E660-6332-AC65-93C7-3789204112F7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683E660-6332-AC65-93C7-3789204112F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C38380D-385E-5697-ABD1-32F66BFA16BB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BE25117-B8E9-86DD-AC16-3B5727E78DDE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38404-76BA-5753-75F0-8BAF351465D5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754138C-4BB9-8EB8-0F4A-DA009A61B68A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B6DFF99-2C8F-F0D7-8794-5D99D5272A7C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6F7D20CB-F7B4-D3BE-2FDF-0D0E89A317E9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F9B5ED34-70B2-BFC1-6C9B-738E6B0709D9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D8607343-2114-FF03-C3EC-F9E5D7D9D46A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89D25B42-42D0-B9B9-B545-C37014150E4E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5A92B246-0C7E-A546-29C6-995542813891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2C74A0B-F26A-D5F8-310C-C435A0F0CF5A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E87BD944-D503-7A94-65D8-E5F7325B236B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B9452D8F-511C-2AD9-A561-AB299A3D9A33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73BB5D-E8C7-498F-0C9E-FC20A9C5CB23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27E290E-A71D-03DE-4EC1-13B2E9F6704D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C91D0BE-A611-9E9D-1725-0975DEE85E97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F8D0F73-819E-EAB9-90FB-A2FCAAF2C6A9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E69499-EB74-357A-3A66-0AD24A552073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BD91E0D-165F-FC8E-5F43-F0DA146855FC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D3F448A-59A9-2075-6272-D233E22D822D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EA0AD84-1B68-43E0-5E0B-EF7A05078A42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2EC5775-AE78-50F4-CFC1-60EB5FEFEE60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9E3979B-EE3F-1588-FA40-EFB78991255C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5C36890-46AF-6559-9C50-DCDECF1197E4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6092E7-4A12-64EF-08B7-D4CDD2CE15BA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33EC95CC-BD06-A912-3FE6-F51C95E0453F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520857C4-B445-B8A5-CECB-F42748620F9A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EFE24671-B047-2DB8-E8EA-8DF75CBF49D0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CEABA7BB-BE37-A3FD-8F02-7E6B8D2D7DB6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74132EE3-D11F-BBB1-1406-F03E49D18907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2987ED5F-A731-A9B1-9236-14778BED4A7B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248D51D-5003-94E3-8D53-45F51BCD626B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344B1-64B5-8FFA-7F36-E50A932F2F59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26CDEDD-A190-A053-6E16-698EDDC4501F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DF0CCDD-B996-4AAF-3840-E27D6DBBB04C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DB851D4-9D06-094E-379A-53726885AAB7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28412A6C-A39B-D524-3BDE-20C2A865B74B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90CBE16-B4F6-30D0-6479-D134150749F3}"/>
                  </a:ext>
                </a:extLst>
              </p:cNvPr>
              <p:cNvSpPr/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390CBE16-B4F6-30D0-6479-D134150749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EE1E319-F050-49D6-DF6A-C2B0CBF2E11F}"/>
              </a:ext>
            </a:extLst>
          </p:cNvPr>
          <p:cNvSpPr/>
          <p:nvPr/>
        </p:nvSpPr>
        <p:spPr>
          <a:xfrm>
            <a:off x="1205634" y="7835509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DD6B2AF-0B06-E156-7E3C-F12BC1858B55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AF073960-E3A9-FEE6-5F61-041303954001}"/>
              </a:ext>
            </a:extLst>
          </p:cNvPr>
          <p:cNvSpPr/>
          <p:nvPr/>
        </p:nvSpPr>
        <p:spPr>
          <a:xfrm>
            <a:off x="1157554" y="4167926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495138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6195B-CAFC-8805-01EF-736304ABA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05E078A-BCEA-D51E-3436-40EDC60E1782}"/>
                  </a:ext>
                </a:extLst>
              </p:cNvPr>
              <p:cNvSpPr/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05E078A-BCEA-D51E-3436-40EDC60E17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43D63F2-EA4B-49C2-DB40-28160ED251A9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43D63F2-EA4B-49C2-DB40-28160ED251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48AB81E-6BA0-2040-D193-1DF4465329ED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3DA5F0-920E-5133-38A8-5BEC506FEC0E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55E7B29-9B11-0F43-EDA5-704C7FAA54E5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88C13B4-9009-E2D2-A905-08248C24FE52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5066F63-4475-4C4C-B73F-CE06C8FC8DBF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71EE5EA7-6244-0823-4692-C9E965DAB600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C2C51511-11D1-9508-CAF9-0B8FEB4FE606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1441DD82-E72E-BA53-4743-4FD120756E45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F6A81FF6-13A9-0559-2071-82B4C11A33DC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0FA13940-4DAF-F3B7-00DA-F9750CC76E4A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801323A-918B-2AC6-0EDE-942DC1DE0CC4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826220EE-4A72-BCBC-5AE8-8E2D2AF40B07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14E40AE-847A-C3B3-066F-3903EF629EC4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958A627-83E4-7519-3A85-7957283085FD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FD2D01-88ED-680F-D705-B7BEF684E8D1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BB314CD-0CED-D877-E816-855343E3BF68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2BDD7E0-25BF-F973-D1F1-6F880D9F55AC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1F0D852-9116-162D-D32E-100D36841396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6D9AD49-D78E-2B38-76B9-622422D8B347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94924CB-390E-C001-70C8-5DA70D5F78F5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8BC600B-803F-FDEE-A250-43994EC05F26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CAF41B5-680F-3203-DEE5-C45E05E843C3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718A77-6AF2-7DA6-58D8-9DF4A4AF6880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A24F48FB-40D2-D7D2-BB2D-00FD69C64BAD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1F218EC-A1AD-3270-3B81-4B725085C807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47516178-CBCA-4375-37FF-32A1DACEC83E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40454978-1C04-2A1C-B0A8-F6A252CBE352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66E075BD-0056-CA56-1F19-9BEF60DDD471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1EAA4B12-9B4F-FC33-B463-4FCF1DA50FFA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61965912-B34E-7539-C61B-0E1BC486B805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C193796F-4108-EA01-4744-B8AC96796CE9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03459D3-EA9C-0456-7B07-CE57D00C551A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BD28F2A-F72E-EDA8-9955-AAFC0B9A08F0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56D753-D045-8958-CAC9-CEBF79A81638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73FC3E-3C01-DDA8-4B3D-0B75B9066147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BC1A7C1-49D0-B6DD-9A93-D79D60DEF2CC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7122898-1625-7012-EABD-BAA183505041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03523A2-7F73-97B9-0885-33D75640AA16}"/>
              </a:ext>
            </a:extLst>
          </p:cNvPr>
          <p:cNvSpPr/>
          <p:nvPr/>
        </p:nvSpPr>
        <p:spPr>
          <a:xfrm>
            <a:off x="1205634" y="7835509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E456FB8D-0337-08EC-A5B5-A797E26FCEDA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A5ECF9F-38BF-0E46-8B3B-79E7E352083A}"/>
              </a:ext>
            </a:extLst>
          </p:cNvPr>
          <p:cNvSpPr/>
          <p:nvPr/>
        </p:nvSpPr>
        <p:spPr>
          <a:xfrm>
            <a:off x="1135246" y="4905228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068988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D1EBA-40C9-5AE6-80A5-52E0B6DE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A4197E1E-4BB8-9003-F4FA-3B4898D6CA00}"/>
                  </a:ext>
                </a:extLst>
              </p:cNvPr>
              <p:cNvSpPr/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A4197E1E-4BB8-9003-F4FA-3B4898D6C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5246" y="3222885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0584A97-E592-5AC6-5F05-F247F608E20A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0584A97-E592-5AC6-5F05-F247F608E2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97DF13-B22D-51FB-68D9-92F643C7DAF1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CDFB12F-DEBC-87A7-3C6F-2BF9DA1D1CEF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D3A0E75-D0BD-FE63-A56D-23A0A47390AF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CF9B89B-DB19-AE87-4C51-5AC9B17FBC62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EFB8FCA-91E5-3569-515A-A4AF777532CE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D1075258-C601-2A9F-4B5E-9670CE6D07B1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7BEAC1FC-AB2C-85D9-C7EA-70633B54ADC7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F681BE37-C352-411F-1997-909AC894849E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A1E73A23-18F6-A09E-C468-EAFE4D5F1839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2508FC27-6B2E-1A27-E087-927B8265739F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6A58A69-7824-0C7E-0E9E-533FFFC166AF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A83B7005-C14C-ECE7-E833-6517CA4A9E30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426F23-D528-2D58-DB83-E68168D43189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0B67E0-B5E5-34EE-B912-C03567995917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521637C-5D6D-336D-6EF2-334DBAAB102D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D50B319-4703-723C-668A-B8C615205634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E04F756-971B-EC22-8290-221F5A3E655B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69B84F-6C8F-9462-9DDC-AB7458962F12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6F82F3-013C-3E8E-9C8E-7150CD40A64A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DA0CB5B0-1CFB-7765-059F-365DE279222C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D28B82EC-65DA-E079-A77E-AEBC1562FF64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A8E39CB-75A9-56C0-0B9A-FBB1D560A297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0009075-2062-FF5B-2E51-A74B589A6DF0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11EC35B-8898-63A8-C620-6B572917E4CD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1E6875C-F0C7-EACB-EF40-5C9EDA825FF6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88F50D17-9FC6-A00E-F512-E6ACD4CB381E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5DE24B8E-0D74-4508-4A36-BE987EABB43A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6837B898-FB11-D8D1-F8E5-02E34540F809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9D99E394-6CA2-A066-5881-E9E3F7B30BE3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932190D2-F9E0-8C7A-51CD-6B006AFD4C20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D03E988F-4AB8-E2D5-371B-9C48154C1A9F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A91BBB-1B22-45B2-BBBD-4C4CA01FE653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9DE19A-D94A-DCDC-F0D7-7E7BB0BD2860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F9C532E-19D6-73B1-094D-5DE7F570A594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9B26F5E-B6E3-E7C2-3FAB-F6B4B7311086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39E4ACC-B7D8-53A4-1551-2535C3A57C8F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F79FC6B-6DFC-2E71-5937-B3E3E24D3BBB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41D98E0-3883-E68D-A40E-B0A0BEAD15A8}"/>
              </a:ext>
            </a:extLst>
          </p:cNvPr>
          <p:cNvSpPr/>
          <p:nvPr/>
        </p:nvSpPr>
        <p:spPr>
          <a:xfrm>
            <a:off x="1205634" y="7835509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EA0A361-6E09-3870-5117-42864A260258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F082448-C76B-224D-3042-3B2991D48A15}"/>
              </a:ext>
            </a:extLst>
          </p:cNvPr>
          <p:cNvSpPr/>
          <p:nvPr/>
        </p:nvSpPr>
        <p:spPr>
          <a:xfrm>
            <a:off x="1135246" y="5281224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29715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39461-F52B-5DD5-3A8A-E5F7197BB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CA37931-4F64-BAD3-D4F8-36AEE0266C5F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CA37931-4F64-BAD3-D4F8-36AEE0266C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62AFAB-7CF8-139D-4008-7B89D992E1FF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1E79D5-B3DB-9D3A-8B6C-6D1D86E12051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061A9C2-49B5-AF48-E849-69500CFA5DD7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EB8612-48EC-F99D-2E51-A5E581649221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796402C-9094-9A1A-959E-9E7A04A5A4AB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36F01EDD-98F0-8C76-9E56-8C29CF97C167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8F34CF39-603F-B3FB-4D6A-E2467764A5D1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CBA2E12B-EB9E-D954-79FB-04F46CFE65B5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99BBBAC0-4E5C-34BB-8056-6BD5531E801F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8242F542-554E-B34A-AED6-E181BF301108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03A2529-CA01-BDD9-ECF6-196B28B7DC81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456DA4FD-011F-2211-BA65-5F08827E74CC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5894534-D87B-C25B-2914-072600DA95AB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60B7A52-1919-030D-2686-905822DF87A4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519FDA8-6E5C-BD89-FE0D-94C8E8AE9230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95BA80F-DAA0-15DE-5757-361406FACF00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C62B022-288C-760C-4245-D5F2C7A65E32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DA5A14B-26E6-C3D4-6D3B-7058B726CD81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FAFBDE-22A9-DAE3-EB24-205E3AD2E75F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505598C9-04B0-8AB0-31F9-34DA1E57624E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E319139-B939-8BD6-509E-E2BE52A2E90F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A0C2588-B69C-1DF4-5D10-CF74C7D8C4A0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AA6A5F7-BA02-6729-DA99-7034AAA22713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E19AC81-8FD6-A900-1906-ED4B08D6494E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1572037-4C18-A253-2766-8E417FEDEA07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E6FEADCF-1913-E7B4-2F25-50A4B9AC6ABE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64A352DD-BAF7-CBDE-4418-CAE1637E748A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4E791B63-1F15-60C7-7BC3-F815AC5BCB8B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17F33A73-F98F-DBF6-052E-DD5A143A4644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4F82AA09-9D95-AC03-A8AC-A66D5E2D51CB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57CFDA5C-D75E-B757-E0C6-B0258338CA54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DCA3B08-E2A5-D13B-9CFD-8EB9A27B6CBA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D59707C-4335-11A8-1899-9290353A43F4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6FB44E0-A9F3-6F5F-700F-863DE2FEBEFF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034461B-0CD6-BC17-C3CE-FF4120EFB7B1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8A3E0F8-878F-EC12-D438-BB9E1E45D8AC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23A924B-7509-5A9E-E2B1-08E8C466BC08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1756272-9E3C-9B4F-1C7C-9020CCFB2501}"/>
                  </a:ext>
                </a:extLst>
              </p:cNvPr>
              <p:cNvSpPr/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1756272-9E3C-9B4F-1C7C-9020CCFB2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03B6151-76B8-D96C-4F4D-6724A24E47CE}"/>
              </a:ext>
            </a:extLst>
          </p:cNvPr>
          <p:cNvSpPr/>
          <p:nvPr/>
        </p:nvSpPr>
        <p:spPr>
          <a:xfrm>
            <a:off x="-12750998" y="-350497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528B27D-DF6B-DB17-B3AF-1C9653764777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1ECBE44F-6037-017C-3A08-0316F6B43382}"/>
              </a:ext>
            </a:extLst>
          </p:cNvPr>
          <p:cNvSpPr/>
          <p:nvPr/>
        </p:nvSpPr>
        <p:spPr>
          <a:xfrm>
            <a:off x="-12821386" y="-2904782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83A7E60F-3572-3750-9A40-FB7B2E09B6D8}"/>
                  </a:ext>
                </a:extLst>
              </p:cNvPr>
              <p:cNvSpPr/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83A7E60F-3572-3750-9A40-FB7B2E09B6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E758B99-E311-95D9-845F-5E5174890739}"/>
              </a:ext>
            </a:extLst>
          </p:cNvPr>
          <p:cNvSpPr/>
          <p:nvPr/>
        </p:nvSpPr>
        <p:spPr>
          <a:xfrm>
            <a:off x="927750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2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1C8D996A-2B33-18FA-1257-CE3A83D1B2B3}"/>
              </a:ext>
            </a:extLst>
          </p:cNvPr>
          <p:cNvSpPr/>
          <p:nvPr/>
        </p:nvSpPr>
        <p:spPr>
          <a:xfrm>
            <a:off x="857362" y="4157770"/>
            <a:ext cx="6637654" cy="4760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21141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0274-CDEB-A52F-8C42-BD3128418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B04C79B8-10C9-F0A6-B219-1BA4F897E47C}"/>
                  </a:ext>
                </a:extLst>
              </p:cNvPr>
              <p:cNvSpPr/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B04C79B8-10C9-F0A6-B219-1BA4F897E4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206EFAE-D042-503E-1B20-89AA0C06669F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C206EFAE-D042-503E-1B20-89AA0C06669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FB40B99-01C7-A0A1-A204-C0C1755A0DC3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1DD6CC4-8E83-7026-B536-5323B9C46800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C5AC43C-5EDF-A028-9DA5-C76E5744A431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1B6E375-1403-9BBD-75B3-E722A8EDCA58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1E9FEBD-E4C4-385B-8359-B592B2C6ECC4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A5FFDD9E-3B43-DE0F-0917-6B9924DB1E70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3DF48F52-F6E4-D0F3-703B-EDEF612D8D61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048190B1-0C42-0C09-61BA-D024A3F14515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2A3F7C74-A402-E346-991B-44AF9CB3C390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9CF36885-12C7-0444-AA1E-0DD39319AEB8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013B8DC-EAA7-DF99-34E5-C46DAEE0FA85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61E93AEA-BFFF-E598-43AB-5791C7CAD7DA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6BE2132-A781-D748-C3CD-AA0076859DAF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C91EB9A-E860-3558-6990-7DF5870BC335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0FF3E1B-012E-CD86-02EB-BC1A0B53B481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22693A-CC7B-6167-C28C-335F21ED91E1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49DE97B-4E01-0400-3B3E-8A0E5FD0BB43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1DF36B8-5B39-0A56-CF59-987EF689C4A9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F388D55-D4C5-1CFA-0AD4-495759A8456A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03788288-D15D-9314-86FC-CDE2B6474369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924F1332-022B-F86F-8619-58F7AFCE520B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685CDC71-0160-CAF3-7A27-B2FD830B4ECB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CEE530B-4B16-F021-2630-AF156A833634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BB650D7-2275-BDF4-08CE-4116B165AC26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A745C01-1E6D-84D1-EA3D-7218C02CA718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D3AE94BE-CD01-4665-37E3-C66687AA60ED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0D329374-C28E-C882-6B7A-5AF75E4A55CD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AF0ACB00-55FD-01ED-6C60-7022097C4141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704AA161-7163-2220-4DE2-A8753F17D3EE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1D881228-93F5-5FEA-54CA-DB516D908FAD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1E16FDAD-61BA-1D34-29B8-207BCF4D21EA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543D0D5-9AE4-656E-C238-7C4250B711C9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915194-3199-36A7-A6CF-8F36A177586E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ED85722-FC76-C340-CFD2-6C3E775F5F4D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C1F9E4-84FB-B0B7-2F7A-1CE0CBBDF699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65971C-F763-D031-6D39-5B34B32D0145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55EAA7E-331B-98C8-A62B-E71BCAA7631A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160A5AD-CBDA-AECE-460A-7842CF9E37C6}"/>
                  </a:ext>
                </a:extLst>
              </p:cNvPr>
              <p:cNvSpPr/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160A5AD-CBDA-AECE-460A-7842CF9E37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251230A-E3C9-73FC-37EF-29AB19D66F49}"/>
              </a:ext>
            </a:extLst>
          </p:cNvPr>
          <p:cNvSpPr/>
          <p:nvPr/>
        </p:nvSpPr>
        <p:spPr>
          <a:xfrm>
            <a:off x="-12750998" y="-350497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2C79A7B-390B-D37E-1EA0-723DD9163283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EFBA246-F010-032A-24FB-60B139758D2C}"/>
              </a:ext>
            </a:extLst>
          </p:cNvPr>
          <p:cNvSpPr/>
          <p:nvPr/>
        </p:nvSpPr>
        <p:spPr>
          <a:xfrm>
            <a:off x="-12821386" y="-2904782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0D0F86F9-D313-BCA4-A9BF-43DE5F0F59F3}"/>
              </a:ext>
            </a:extLst>
          </p:cNvPr>
          <p:cNvSpPr/>
          <p:nvPr/>
        </p:nvSpPr>
        <p:spPr>
          <a:xfrm>
            <a:off x="927750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2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7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=8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0100B507-5482-6FD9-8083-352B5143A3EF}"/>
              </a:ext>
            </a:extLst>
          </p:cNvPr>
          <p:cNvSpPr/>
          <p:nvPr/>
        </p:nvSpPr>
        <p:spPr>
          <a:xfrm>
            <a:off x="857362" y="4905228"/>
            <a:ext cx="6637654" cy="4760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674958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A56EA-DF65-667F-1970-91A40D8CE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64857FD0-87CC-D0CE-A181-08DC6A408254}"/>
                  </a:ext>
                </a:extLst>
              </p:cNvPr>
              <p:cNvSpPr/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64857FD0-87CC-D0CE-A181-08DC6A4082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96D0CAF-4E14-FC7D-8FC9-3C78715BBD92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96D0CAF-4E14-FC7D-8FC9-3C78715BBD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9B42A0C-C4C9-1239-3738-9A9666AB5E97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EC5795-068A-20EF-978E-BF126783F48E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F03A07-9C18-F49F-9740-1EA2B006FA53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E56CDC6-A135-1B6B-C038-CF4D0EF29298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33B88E1-6093-B6C4-9F4A-7733F00A3C3F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639E0740-E3E5-E9B8-B5D8-BC24D697A551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FC81CB73-CE16-C2DD-569A-D9B3A9F19A1F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DCE3EE2F-F38F-A060-F7A0-41472DEA2229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80C426F1-B317-190F-A1C9-4D3492B6668F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96416C87-EA9A-E3C5-27F2-44FA3D98345F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294605F-75A6-CAEC-275C-0D436A0E5F8D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D7A626F8-D286-C156-8F93-126D1B769679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94D4930-9822-3B09-BEEE-CFB8D4C29D28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DE8D3E0-F6DA-3BE3-4A65-F7D08BBFC22D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4389FFE-5D4D-373D-D03C-784F606B2EE5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83206F-7C38-B3CC-BD9F-95FB2C088386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F0679D3-6DD6-C045-A5E9-5F5CCFAB4168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A31477A-EA0F-F039-E7B3-0DE2DF4F6C18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85976A-5D9E-6F2F-FE3E-7FD1CC3B055F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AD08B68B-657E-622B-37F9-4E1A1FBBE07F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00D9E5F-F85F-10EA-CBE6-84DC7D9D3A96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AADDAB4-8233-DA16-CCE4-E4B46A2F8E3C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AF93FC4-AD8F-E2F0-4B96-8F6650DEE9F2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C9C961C6-037D-AF1E-2819-C2757446D175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D09EB2F-1E77-D08E-DB1C-2493B443655A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531A466C-9B33-FCEE-274A-897E0ECD41EF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5748FD4D-6D22-4FD2-3F0B-E0A4560557B3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92B639F7-6DAF-D84D-708A-5BA5466DABEA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0E2B54F1-FD08-2FE6-06DE-CFA809759869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DA465CB2-1CE0-05E4-F144-3112BE5BE144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68175EAC-794C-8D82-4765-B94B408429AA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45A7250-5C9F-6D51-D600-5283A88229B9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2D2431-3263-A897-B7D7-0DB806012804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AD56DE9-C671-460E-F65C-EC9DD1C0FFBE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DEB775B-4BE9-B2C6-D617-0A9AA38557F1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E0E61CB-4594-A7CE-8E43-1139B3FA2EE4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C1FF60F-E69D-C89C-ED66-217175994583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FC9FC3B-1FC6-BFD5-B21B-568212E7CA34}"/>
                  </a:ext>
                </a:extLst>
              </p:cNvPr>
              <p:cNvSpPr/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FC9FC3B-1FC6-BFD5-B21B-568212E7CA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2167F34-106B-59A9-9167-026AF8D7D086}"/>
              </a:ext>
            </a:extLst>
          </p:cNvPr>
          <p:cNvSpPr/>
          <p:nvPr/>
        </p:nvSpPr>
        <p:spPr>
          <a:xfrm>
            <a:off x="-12750998" y="-350497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B8C063A-5A2C-4A3F-8A2B-CF88856C98FD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0D9EE2C8-4391-C021-EB18-3D7122992303}"/>
              </a:ext>
            </a:extLst>
          </p:cNvPr>
          <p:cNvSpPr/>
          <p:nvPr/>
        </p:nvSpPr>
        <p:spPr>
          <a:xfrm>
            <a:off x="-12821386" y="-2904782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40263064-ED49-0AE8-EAEA-19A5DE93E996}"/>
              </a:ext>
            </a:extLst>
          </p:cNvPr>
          <p:cNvSpPr/>
          <p:nvPr/>
        </p:nvSpPr>
        <p:spPr>
          <a:xfrm>
            <a:off x="927750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2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7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=8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8D7A1DB-7200-F02E-472E-975E15EE2590}"/>
              </a:ext>
            </a:extLst>
          </p:cNvPr>
          <p:cNvSpPr/>
          <p:nvPr/>
        </p:nvSpPr>
        <p:spPr>
          <a:xfrm>
            <a:off x="857362" y="5647776"/>
            <a:ext cx="6637654" cy="4760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286038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C4C1A-BF8E-981A-AACB-9859AA51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F91628AB-71FC-A6DF-E67F-EB6FCBB4D14F}"/>
                  </a:ext>
                </a:extLst>
              </p:cNvPr>
              <p:cNvSpPr/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7" name="Rounded Rectangle 46">
                <a:extLst>
                  <a:ext uri="{FF2B5EF4-FFF2-40B4-BE49-F238E27FC236}">
                    <a16:creationId xmlns:a16="http://schemas.microsoft.com/office/drawing/2014/main" id="{F91628AB-71FC-A6DF-E67F-EB6FCBB4D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362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2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4D9FD72-EF20-86AE-2725-FB865BF803AF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4D9FD72-EF20-86AE-2725-FB865BF80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7624383-AD6F-EA30-EDE6-2343CABCDB0B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6355CB5-C45F-537C-DE3B-60AAB80F93CC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EFD8C08-5FD1-B269-DA22-83A735D60B74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17962BD-D420-20AE-C5F8-CF5D33017075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F8C4F64-2572-F951-ABD9-D9339ADDFD91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F95C5B0B-A590-B949-DA29-880AB115A309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57542331-FCD2-0E31-C8CE-537D5570DE31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694C7C6C-D933-83AA-89F7-C711015D099C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D6CE64F3-6549-DB3E-3C23-978D27DF1C2D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0455ADBE-073F-F52E-DAA1-96DEC29E109E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E3AC861-244F-00D8-9CDF-A48598614F57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CBAD8829-4BC1-3810-DFEC-2D82C26DEB80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E7E19B7-420C-8111-FD3C-B0395B24CDA9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FEBD12B-9D05-00C5-ACE9-2659E874F45B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D7D28DA-B918-9AF0-0E9D-88EDF8B4AD83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EB55D09-3523-D147-FC3F-7A6A9DB8B12D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5D33F0-2FEE-D62E-9AC4-CA5505323B2D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E6518EF-1181-CEEA-D523-5F75DA5C1809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262E49-D74C-7F87-CF4A-5794E45A569C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1FF10047-B912-3F88-3E8D-B1160E8FE690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EDA04EC-EDF0-E636-75C5-4EC7E39DD8C8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E6D5EAD1-344C-7FF2-4E57-7C60F3E66AE2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C224E88E-31DE-3798-D02D-DCDE6EE0C807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FD05C0F-0F6C-A607-31DC-F24508FA73DA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C621EFF9-D63C-9024-7184-96F1B880D791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4EA5CBC8-8F55-2059-D641-6F77EECF465B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D257FE39-A58F-3DD0-D02D-CA2E2F5E7D69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E90DC3F6-1068-5943-440B-F3A2510AD8B3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6D99E0C0-76F4-2FAE-F40B-C6E92ED0A968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E8D32299-E9AF-B837-C027-4F4398D33BAD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BCF8D537-3ECB-1552-A1EF-1CC4075ECA09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FC49F53-6E63-E40C-8B03-446E544722FF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F92954B-F1C5-3772-063C-6550C621F5E8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B9208B5-C450-F973-1FDA-D5A61A2A7C81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D23A9A-B38F-AA08-1F43-BE36E50E5DF9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6F5DC8A-E3F6-9791-7641-23F589973D15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1F5B3924-37C9-622B-A694-7BCDFA9B4E39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698CA73-5C6A-29BD-1FFB-FD17A4B1699B}"/>
                  </a:ext>
                </a:extLst>
              </p:cNvPr>
              <p:cNvSpPr/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4698CA73-5C6A-29BD-1FFB-FD17A4B169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21386" y="-4963121"/>
                <a:ext cx="6659962" cy="4240391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15B627-FCE9-F75D-44CB-51CF8893CC5B}"/>
              </a:ext>
            </a:extLst>
          </p:cNvPr>
          <p:cNvSpPr/>
          <p:nvPr/>
        </p:nvSpPr>
        <p:spPr>
          <a:xfrm>
            <a:off x="-12750998" y="-350497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4A8F68C-99AC-5DFC-8612-4E03D21E9B3C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87537879-98D7-9F46-BFDA-00D4DAE90AC1}"/>
              </a:ext>
            </a:extLst>
          </p:cNvPr>
          <p:cNvSpPr/>
          <p:nvPr/>
        </p:nvSpPr>
        <p:spPr>
          <a:xfrm>
            <a:off x="-12821386" y="-2904782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3F7B4DB-AFD9-7A0E-BA01-B3A9491CDC8D}"/>
              </a:ext>
            </a:extLst>
          </p:cNvPr>
          <p:cNvSpPr/>
          <p:nvPr/>
        </p:nvSpPr>
        <p:spPr>
          <a:xfrm>
            <a:off x="927750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2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7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=8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332C857E-CEC9-B5A2-7EE3-CF7C9287B093}"/>
              </a:ext>
            </a:extLst>
          </p:cNvPr>
          <p:cNvSpPr/>
          <p:nvPr/>
        </p:nvSpPr>
        <p:spPr>
          <a:xfrm>
            <a:off x="833641" y="6382000"/>
            <a:ext cx="6637654" cy="476000"/>
          </a:xfrm>
          <a:prstGeom prst="roundRect">
            <a:avLst/>
          </a:prstGeom>
          <a:solidFill>
            <a:schemeClr val="accent2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13279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7F49B-0D2B-F2BC-EF99-5F942B49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F7D79E1-EB0F-A88F-3A0E-EB95EC56176D}"/>
                  </a:ext>
                </a:extLst>
              </p:cNvPr>
              <p:cNvSpPr/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7F7D79E1-EB0F-A88F-3A0E-EB95EC5617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4DBAEDE1-9322-57EC-E815-CEDAA2D50F1E}"/>
              </a:ext>
            </a:extLst>
          </p:cNvPr>
          <p:cNvSpPr/>
          <p:nvPr/>
        </p:nvSpPr>
        <p:spPr>
          <a:xfrm>
            <a:off x="1108773" y="5257890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D1AFB35-34F0-3B98-A7AC-17B61EDF4907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D1AFB35-34F0-3B98-A7AC-17B61EDF49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6D6D36B-03F0-F1FA-87D1-E8F8E1EE80F0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8E3959A-2672-E50D-D1DA-A100A8BDCCC6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3A53D59-0416-1293-7A9B-BFAC4C83273B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61C1B2F-5DC8-F1F7-9A17-11BE83AC0D98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E27CF6-DD90-D737-5672-4B7509EAB64C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5B1E00B8-48A4-CEAD-7829-D11399505661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82080BDB-ECD2-D2B0-E897-F1C3267A94EA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9F724614-59F9-41F6-BF68-833857555331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2619F129-A43C-D577-07CC-26FFD7ED2245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B43F17BC-5CCB-F968-68C4-F82F71F1DF11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3088BB7-417A-BD9F-AE73-F82B4DD8F544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490F3E5B-187C-F2AE-A773-0B06E4E75EB5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4B1D8BD-A16F-2A9D-62CB-B2467D171557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50511F4-8271-6ABE-3D6C-05BB5AF3D762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7296AD2-8F42-9F56-69E5-97E7D2243A62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DA3D69-C5EE-893D-A2AC-06ED13EE6C6B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BF200F3-5B1B-EE28-7F69-B38D44494037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4166732-40B6-EB6B-3681-76ED7E6DBDF5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F7083FC-47A2-6A14-E0F4-2ED8810E75D7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F322F7A-5555-4388-FECE-8D8BCA907203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C07094B-B62A-F47C-A74C-3D863C937110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E146132-CB64-2B3D-5F49-3B25EB6F45C8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F034A09-F3A5-2A81-5D5A-07A341FAB2AE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0BE6E4B-0E6A-413B-BB4C-BD92C430A4AB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B8FC18B-816C-2576-DEA3-5A0C6E06DF05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B6256243-D324-FEEA-12F1-8ED7ABF6732B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B3DF7E11-BDB9-277A-2558-F76E63B4751E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F2D7D95B-03F1-7DD5-A546-892116985D8B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F7BC843C-C190-2164-8EDC-2B602D11EF2D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2E5A61CD-86A2-E2DF-3A3C-910D56485E1D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92F82EAD-D776-E253-ACC6-E3B1775E2335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1055CED-EB28-7D82-285E-A2AE9D8304BE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21A2DA0-F629-6A07-75C3-9E66A6440AC2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8D615E6-1D7A-5DE0-5EAB-CDEF3DE281F5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CBFDACF-D3D2-DE39-E768-BE246B2661B6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BC8972-CA51-81CE-4070-F56D13F79B52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40C2599-07DA-6528-A878-8473210984E7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32F1345-1157-5163-82D8-6E299E12CFC7}"/>
              </a:ext>
            </a:extLst>
          </p:cNvPr>
          <p:cNvSpPr/>
          <p:nvPr/>
        </p:nvSpPr>
        <p:spPr>
          <a:xfrm>
            <a:off x="1179161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BBD5A66-CDE6-1FB2-B6AB-628BBF726213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01533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9CB08-08DE-957A-3E07-D7D470495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70913C3-2C72-7C73-B5D1-971E137249CB}"/>
                  </a:ext>
                </a:extLst>
              </p:cNvPr>
              <p:cNvSpPr/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070913C3-2C72-7C73-B5D1-971E137249C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2F10281-F3CA-4D6D-012D-414F8C306931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82F10281-F3CA-4D6D-012D-414F8C3069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590F525-CA41-DA1E-D7DB-E7D29F0B4B69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6B7774-2C61-5481-C50D-2342DE41FDEC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F62848D-10D2-6400-8CF7-17199E85243F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800F998-DA93-B940-6050-93A2AE85E595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75B5F0C-2CD8-63CD-B046-2AFA23E2545A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79DAE994-0AE0-FB52-8CFC-CEF734676F39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C3DA6950-DEBC-00EF-5DE9-7346E673D1AA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61C74784-D14C-1C78-4666-82C3337898E2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5DAEED37-1785-67A4-56D0-F2DAA54D5E2E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0B061D99-781E-E23F-32E1-43B7F7E48BAD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BF6E5D5-953C-A224-6CF7-B60F7E9DCFED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FF689D90-22CE-A65D-97FC-DE76A4E122C4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B669969-4646-DEF9-6CE1-AAF17AD558D0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BCA2FD6-133F-2AD9-0282-504E75FCFFDC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6F5A1D5-5556-DBD5-17F9-A8B8891D514C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7883244-38A9-844F-FD0E-00776FD98EBC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F788509-7746-5C6F-2BC5-5A43E3E5EC45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58C9496-E524-B40F-DDAF-5A6D584E26A0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040F53-4B8D-4B11-B681-CF2423493C01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7032DAA-6536-EAA4-E13F-FFE344F99F69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445DA24B-D9D5-C0D5-DB9D-8DABEE7FDB82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4E2284EA-E8C9-A255-3D61-46817F3926AA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9D78B54-1671-55F1-C3B0-8C8886DA9FB9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0404BC6-38F5-ACF5-68B1-5F36AF14B9E9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F473811-5ADB-21B7-F360-DC88CE368689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35B423E6-B490-3EBC-2BFB-E0BE7CB1E722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A5888236-EACF-3C80-9EAE-B9BF0EB62EB0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703DA074-4163-9F30-F958-3795F36A48E5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52946945-16A2-1413-40D7-B5D526508414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BB2AD05A-3632-7D29-57D0-8AAA5B5B54B8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53BAF6C3-2B78-CAB5-B5E7-142424AD7BCC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BEC0B56-CFC7-02B3-29F1-9FAA4C255D6E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8A2B8F6-91AB-340C-A430-4F89C0569B70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AB8586EC-BC69-6042-BC32-0AA3588EFD4C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7833B74-2BE8-B263-0F6C-E881DD6833B6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8046145-4E85-76EC-6055-B08771BD8760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04126887-F050-F665-0DC0-09AE2B13BC3E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9449C35-8973-5C6A-D224-4EA68D37617B}"/>
              </a:ext>
            </a:extLst>
          </p:cNvPr>
          <p:cNvSpPr/>
          <p:nvPr/>
        </p:nvSpPr>
        <p:spPr>
          <a:xfrm>
            <a:off x="1179161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02F72C5F-7DB6-CBB0-75CA-9716BEE26CCA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B187A542-3FA9-7B1F-A226-22366A045C74}"/>
              </a:ext>
            </a:extLst>
          </p:cNvPr>
          <p:cNvSpPr/>
          <p:nvPr/>
        </p:nvSpPr>
        <p:spPr>
          <a:xfrm>
            <a:off x="1058907" y="5692171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51381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41E3F-50C0-E10C-69AB-2A01D4D6E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84D3C1CF-467C-1A1C-A7A3-82C22970CA95}"/>
                  </a:ext>
                </a:extLst>
              </p:cNvPr>
              <p:cNvSpPr/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84D3C1CF-467C-1A1C-A7A3-82C22970CA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D259EC2-9209-17C0-F062-DEF1EA57694D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3D259EC2-9209-17C0-F062-DEF1EA576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2F64897-E669-6DBB-3F47-22A0B373906C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84967E7-6DD2-D153-C199-E20BB214B747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CDA9DEE-7043-4406-9AEE-5208205A3754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2609AC4-D5C7-9F38-35A6-35956E04459E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7980576-B11B-9285-913A-207B2F1E8FD2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EDC2E1E4-5F1D-5D10-7EE5-861965EFFF16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9B2383E2-7CFE-B14F-2AE9-5884875380C9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483124B9-267A-86A5-650F-EB8197EA23B7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28DC886E-339C-AF0E-88F9-E746C1238B10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09E1D189-4DB7-766B-9CE6-54EA313D73A5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C511368-96EB-1B28-E7D7-61A060577891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632243C0-1BCA-8F14-C7F8-6C0BDB5932AC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1B5B843-E5E6-7933-29D4-FA053869A48C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D3B3199-B228-51D3-F6B8-0F2BBD518FD9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B327CDE-2E36-C40A-51F6-07519E14E362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485AF1-DA19-F7BE-0A78-A993E0782450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109F653-6C98-F0CD-D2F1-2E4DB71D1617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47F81CA-D14B-7F9C-4386-05D8D930648C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0A8141-ACDD-7C78-C87F-6B867B6CBD76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31DD8BD-4E2B-8DF0-4258-306859E5E35A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E9AF174-8100-5730-DF8B-979EE79BF0F9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880251F-03D8-443D-98E9-816760431A0C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B8C5E0CF-F67B-7D49-5315-22EB01BEA220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7BB4DC75-96AF-58FD-B58F-EB8578D7C462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F495054-4F0B-BAEE-065B-AEE243B60059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F57740CA-AF85-D38A-5160-0E289FCC3DC4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9C982F88-FD4E-D023-8009-CC859EF7E63C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3E4F8A76-9AF1-CAD3-FA8C-C04FAF4754CA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2D207BE1-26B8-B339-30C1-CE1C84D957C2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0D5C6105-2FBC-49C2-7A09-915066A8ABE8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F966E92D-E73E-72F6-F681-540BBADBCCEA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944E6FC-6AE8-F441-3C41-CA72B37DE228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C60A15C-D017-F080-777B-547C8F7E73DB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C75F0FB-3A76-BAFF-1D92-1D67648F9A05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F10DEF8-D2F4-A789-34B6-198B82F58866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22F0559-997F-43D4-BBC8-2642A128407A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9D40BD9B-D835-A9E6-BFE7-BA242DB30434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8DB4358-F6F6-F287-3EE6-86025AB4E6A6}"/>
              </a:ext>
            </a:extLst>
          </p:cNvPr>
          <p:cNvSpPr/>
          <p:nvPr/>
        </p:nvSpPr>
        <p:spPr>
          <a:xfrm>
            <a:off x="1179161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9FBE8E67-AAA3-8154-F5FC-F4E233DF3F3D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CE4905A7-9CE8-B127-2F9B-CC33CC528403}"/>
              </a:ext>
            </a:extLst>
          </p:cNvPr>
          <p:cNvSpPr/>
          <p:nvPr/>
        </p:nvSpPr>
        <p:spPr>
          <a:xfrm>
            <a:off x="1142062" y="5978083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0810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ED6E-7ADA-0F45-A522-C34714BB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356D569-1EDD-2FA0-9139-DB16E2BD4358}"/>
                  </a:ext>
                </a:extLst>
              </p:cNvPr>
              <p:cNvSpPr/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4356D569-1EDD-2FA0-9139-DB16E2BD43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9E85968-D9D9-18D0-1048-2C06B9BA83C5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9E85968-D9D9-18D0-1048-2C06B9BA83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8DB9007-CA47-D123-0FE6-F8768081B81C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368CFA9-3F2D-69B0-1CA3-4FDA4311E498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0AB168D-9293-F64B-A63D-2D373E5078B6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9B4983B-F0EB-57D4-8D9D-C5D1E1A3EC9D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76A92FE-2EAA-E0EB-EA3A-F24C5F269010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47AACC4D-01CB-FB7D-E0C9-8BE3EA592DA4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141D5217-6FDE-86F8-A77D-14E1F5543060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2CE2DDAB-F190-38F6-8AF6-8A16D837D001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A3A543C0-1E68-B129-E302-CF4A4B6AA671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74BDF1EA-D45E-247B-D208-2C4178EDADA4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04D5E5B-824D-8960-D95B-8E747D642227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6E4BD360-C3C7-54D3-73C5-CEF695D6A40D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78CC465-6408-DC22-B30E-8550B05EF55D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DFD91CB-8652-F6E4-FFE8-262F0C120839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4D1537-45D1-07D9-E440-C4F4BC8894CB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C9CCBE1-922A-6C11-A31F-C42369193220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2E6F24B-26B8-E392-7568-13066A21E105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870FA7C-4558-52EA-F767-11EC992B2C2C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B56CBA-BD09-EA44-8187-EBE15077F050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B53EDD07-06A5-6457-231C-C18A6BBECC3C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28DD475-3AF1-F190-B233-B2091AD15CA8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65AB786-9102-3716-7584-E5437BC8D961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7ED0FE1-96E2-1349-A796-8FD2AB81FB2B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C15F110-D747-E449-3E6E-F471186DA94D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AB61E1A-696C-CDA8-8858-A2851DFFDE5E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8">
            <a:extLst>
              <a:ext uri="{FF2B5EF4-FFF2-40B4-BE49-F238E27FC236}">
                <a16:creationId xmlns:a16="http://schemas.microsoft.com/office/drawing/2014/main" id="{8BF8FA0B-55CB-52BC-E071-8C5CBA1D9B68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B105A720-4D23-12EB-C703-CCCDB0293AE6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690534A1-6E24-59A7-DCF0-37A073493DE9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EF323D26-C5CE-76DB-21E2-1E0DC6504C5E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11">
            <a:extLst>
              <a:ext uri="{FF2B5EF4-FFF2-40B4-BE49-F238E27FC236}">
                <a16:creationId xmlns:a16="http://schemas.microsoft.com/office/drawing/2014/main" id="{217174DB-2977-3E64-FD43-B246493F2DEB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CD536386-F032-D5A0-E8E3-745E38573FE1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AFB5AD9-C2B1-2D42-08FA-CCFC599E4F49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F506C03-B982-7EA5-6E5B-81411C4EDAB6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764F856-5BFB-A22E-DBD4-306BEC4E835A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CC9A200-212C-5A74-6328-F6B6913D48DC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DA45C2A-231D-2546-80F4-2A0AAA8EA836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53906913-5E85-F479-01E1-59328E82204E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EBB621-793D-D4F0-87F6-14108EE9269F}"/>
              </a:ext>
            </a:extLst>
          </p:cNvPr>
          <p:cNvSpPr/>
          <p:nvPr/>
        </p:nvSpPr>
        <p:spPr>
          <a:xfrm>
            <a:off x="1179161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9068D62-47A3-7BE3-8584-816C86F53D0B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8098E37-466F-2EE8-E71A-A7359F5B2A88}"/>
              </a:ext>
            </a:extLst>
          </p:cNvPr>
          <p:cNvSpPr/>
          <p:nvPr/>
        </p:nvSpPr>
        <p:spPr>
          <a:xfrm>
            <a:off x="1148274" y="6382000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31494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435A0-F18B-4F45-1E08-E1D89B86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7CBA54D-602E-A912-9FAB-A44E840532E3}"/>
                  </a:ext>
                </a:extLst>
              </p:cNvPr>
              <p:cNvSpPr/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2" name="Rounded Rectangle 41">
                <a:extLst>
                  <a:ext uri="{FF2B5EF4-FFF2-40B4-BE49-F238E27FC236}">
                    <a16:creationId xmlns:a16="http://schemas.microsoft.com/office/drawing/2014/main" id="{D7CBA54D-602E-A912-9FAB-A44E840532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773" y="3199551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accent1">
                    <a:lumMod val="40000"/>
                    <a:lumOff val="60000"/>
                  </a:schemeClr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EE5B31F-7485-E28C-A9CF-54FC571EF78B}"/>
                  </a:ext>
                </a:extLst>
              </p:cNvPr>
              <p:cNvSpPr/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EE5B31F-7485-E28C-A9CF-54FC571EF7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564718" y="3261033"/>
                <a:ext cx="6659962" cy="4240391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09FD550-4B0D-1EBC-F377-FBB4B682835E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E7B6B52-2355-7589-EA3C-030CCDB5E04A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8A4E4E3-46C9-8F02-F169-384599110F24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2F011D-C4DD-0648-AE06-7CD6DE950650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C69490E-96BC-CB70-0213-AADC40272C0E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91479A5E-9FD5-D5A6-28C8-A730D6B5A17B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3183B677-9643-6319-A94E-02DAB985C2B0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C8FECF51-F1B4-025D-12D9-D3A495667013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EBBA3AAC-1C2C-B6EA-37B3-8B9AB63C93F6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306C820F-411A-3CAA-0737-F395B25CA9FD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A5D2F9A-803A-92BA-43EE-F72879740A34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DE4F3446-94A5-6267-F8E6-AD49D0E0ADFC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25AFB8A-8468-0BB1-92AA-29D04240D8CA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3D4AFE-E5B3-403C-AAB2-F5401763CE29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9096CAC-E7DD-04F3-0BCC-80A68F71AB9D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EC0AFC-75E1-E1A1-7906-11C25E5C2C0A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29F385F-25D1-90ED-32DC-53CCEC85FF0B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B7098DF-48BC-4EA6-8427-56131A4D6BBF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8A454E3-0665-4CFF-B973-087A34747443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3530295-0C07-4490-6C5B-FA1BA2081167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0767AB7-ACD9-B283-D69E-C3FAC879F9D9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2444B75-2C2F-0537-409E-E12915C01889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3B86A68-26A5-A6C8-8BD2-108B9C9B047E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CEEF061-FDBA-CD34-2DCC-653851B14685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8890F3-989C-75C6-100D-6553C8EF284A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1">
            <a:extLst>
              <a:ext uri="{FF2B5EF4-FFF2-40B4-BE49-F238E27FC236}">
                <a16:creationId xmlns:a16="http://schemas.microsoft.com/office/drawing/2014/main" id="{27E6D611-018B-1920-D353-C5299F138735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8BB1F37D-325A-59E7-9AD6-7B984CB91F8F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D77090AB-FDE0-4277-AEF9-0C7C3B5B4E1C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E8F7DA7F-CFB1-1974-8AF9-96A61108FFFD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2923F03E-9749-5D79-E4DA-245995FDF3ED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0552D2D1-89D0-57F0-854F-B08B8C39168B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F757CA5-223F-3D15-B482-69DE9496BD8F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032335B-40B1-CB12-CD4C-91BA42C7FB1F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52620C2-4024-6633-3D0C-C40C69C6CF13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66886F2-78BB-E5A5-9117-E1781F36B514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F149AB5-672B-802A-B0CE-60DFF11D8AD8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B5982112-F4D4-B821-E21B-1017F7767212}"/>
              </a:ext>
            </a:extLst>
          </p:cNvPr>
          <p:cNvSpPr/>
          <p:nvPr/>
        </p:nvSpPr>
        <p:spPr>
          <a:xfrm>
            <a:off x="-7550941" y="8018670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185B8C-8C17-F4F0-2354-F66A9CDC3BBF}"/>
              </a:ext>
            </a:extLst>
          </p:cNvPr>
          <p:cNvSpPr/>
          <p:nvPr/>
        </p:nvSpPr>
        <p:spPr>
          <a:xfrm>
            <a:off x="1179161" y="7812175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accent1">
                <a:lumMod val="40000"/>
                <a:lumOff val="6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3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=4 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70A9CE3-4CFE-4514-62D7-A4A072DB263A}"/>
              </a:ext>
            </a:extLst>
          </p:cNvPr>
          <p:cNvSpPr/>
          <p:nvPr/>
        </p:nvSpPr>
        <p:spPr>
          <a:xfrm>
            <a:off x="-7542410" y="5319747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C5CA5D8-3EB9-7813-1E8C-09CDC440570E}"/>
              </a:ext>
            </a:extLst>
          </p:cNvPr>
          <p:cNvSpPr/>
          <p:nvPr/>
        </p:nvSpPr>
        <p:spPr>
          <a:xfrm>
            <a:off x="1148274" y="6382000"/>
            <a:ext cx="6637654" cy="476000"/>
          </a:xfrm>
          <a:prstGeom prst="roundRect">
            <a:avLst/>
          </a:prstGeom>
          <a:solidFill>
            <a:schemeClr val="accent1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0971316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3516-86A3-60AA-12E5-25DB330C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80D7EB9-2ADB-89F4-4464-F960FF4FAFB7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280D7EB9-2ADB-89F4-4464-F960FF4FAF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5AB20665-D947-339C-C77B-21A3C7A59F44}"/>
              </a:ext>
            </a:extLst>
          </p:cNvPr>
          <p:cNvSpPr/>
          <p:nvPr/>
        </p:nvSpPr>
        <p:spPr>
          <a:xfrm>
            <a:off x="1418994" y="4764353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119FF15-2851-8378-D013-72C7B1D1556E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7091E87-A250-5E2A-D808-7899950BF50B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A66EA23-0A84-8C88-A9B0-20F070098A91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1EF4FA6-461C-426B-1681-F653BDCDA7EE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F66DE80-FDD4-168C-ADF5-05003CE0AEE3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D6A62605-DF71-3389-FF01-CE7CA2A94E7D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E37BDA42-916C-6D4B-490A-E4739377C530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B344C861-DCFA-1889-0A17-EC24F830D78E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45A5E225-2C4A-1E27-2EB7-1F9F447665EC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BF9F271C-F539-026D-752E-24A11D72A5C0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D431A79-1B20-278E-4558-6C23863D79D7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EF9F2BC7-D99F-1756-E9B8-1FDCABE43571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86A1193-5DC9-39EF-5193-55C2B1719567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1603DFE-85A5-770F-4745-7D8E22067FBD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7AC5D3-F77E-6031-1DB3-64A08A350239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A89303C-6CE0-65B0-9E59-BB78132C2A26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379DE5-40E0-C431-7709-860960E8B244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1154603-4435-9A4F-8906-A034323249D0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FB035D9-5459-A100-E343-0C42B4E36C65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F61BEE9-FF47-A394-AAD0-939AD7D0EC55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21CD6D-180C-585E-4C51-B397AE245872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CE4A61A-99F1-FE68-E51E-775F324073A3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826A6FE-44AF-8067-E58E-02390FD222CE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1F069D4-2A13-C7D9-31A2-F4FE047C82BD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769D590-CF26-8F04-EDF3-4E73737A267F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1">
            <a:extLst>
              <a:ext uri="{FF2B5EF4-FFF2-40B4-BE49-F238E27FC236}">
                <a16:creationId xmlns:a16="http://schemas.microsoft.com/office/drawing/2014/main" id="{A0286DC1-3AF1-FC31-188E-A52E0F449B8D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E119E545-82E8-17CC-E54B-043ED78C6D9E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A2CAA7A4-E954-187D-271F-A88B31E56D65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69654485-8C5F-4454-6707-12772FD17688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33B3A5D6-961A-8ED0-67D6-8D37CC292B2A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7FCB96B6-9887-3D50-3165-60939535C673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3FB7D13-122E-5B84-729D-5EB2F17EA0ED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FE30F5C-069F-C382-A011-A26C4BA4DB4B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151DDAE-62B7-38D2-789E-64172B0D95E3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C4193AD-C9B1-0F85-2788-0336546BA90F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8EDC0FB-197C-1AFF-832F-D00C9710C957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E7C29EF2-C35C-B21A-DEA2-CB8E4D97C2C7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</p:spTree>
    <p:extLst>
      <p:ext uri="{BB962C8B-B14F-4D97-AF65-F5344CB8AC3E}">
        <p14:creationId xmlns:p14="http://schemas.microsoft.com/office/powerpoint/2010/main" val="1658270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60706-0A57-6BD6-2DE4-DC44723A3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CFBF0D7-F2F9-B509-8229-BE912E8875CF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CFBF0D7-F2F9-B509-8229-BE912E8875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6C00879-F4FF-6135-98B3-2CDD3CA8FFC8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1079AEF-83B5-9AEB-3C29-A4E4FC7EB124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DE71DFB-5627-F45F-1D18-C926EF9A7423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D765F87-1F1A-A7DC-3C4A-1B5B3B458714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CDE64DA-684B-4409-99E7-A26E9A42D2A7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D5ED0114-8064-CE9C-FE38-80211B57390F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53AD53B7-E625-E188-7668-65E49F1C2FAD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9190EE97-798D-5965-424E-BCE9C5A81B40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C1DCF479-EF2A-83C9-704C-C4E1130287EC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334BF336-59F5-3D2E-7E63-ECCA480F7F3B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897F1F9-BBBD-F17D-5144-7562274B44AF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B895BF74-9869-837F-AE2B-31F814BF5EB2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230C894-9002-FB89-20F7-0BD8E74A5347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AE9A24-1AC8-2017-94AC-D2EEC5E12C3D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1D647D-056F-9902-C447-B0D7BCEE6258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1A72E5F-8373-244B-2AC5-F79C13BA5DC0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D40DADA-148A-0397-1440-76ECB48B1F67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FDCD79D-4796-4A27-E6F1-0C8F361B72F1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AFDBA27-3F75-0603-7B55-E7A97E4E068B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2CBBC353-E5A3-929E-80A6-8F88370D185B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5B3CE0D-160A-59F1-885E-C422A76C6C4D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352DDD3-7EE9-3044-2A7C-68E5674982B2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5C6A1C7-4EF2-287B-1C56-0556EF133E64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60C8E396-5D05-E7CA-45F0-D376991046D8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18606E15-DC5D-FCAE-A462-40577EF956E8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1">
            <a:extLst>
              <a:ext uri="{FF2B5EF4-FFF2-40B4-BE49-F238E27FC236}">
                <a16:creationId xmlns:a16="http://schemas.microsoft.com/office/drawing/2014/main" id="{403B253E-E509-C5F5-60E2-F7997123CF8F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02522E33-D7D1-FB75-469C-6843F968A843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175122FA-F2B4-7682-16F8-6E2EADB1B8A0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7E885012-D904-02C7-51AF-2BBB3BC15A50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ABEC79DB-1ACC-BFDC-0843-B4D4C04A593D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F8578A08-FCB5-876B-EB86-615DF88140FB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223B426-4500-48F6-7599-B00707D4FA04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8C29BF4-D45F-8552-DCCA-E39151CD3D17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CD6211D-D27B-5F27-EC1F-CE69625E37E5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D8AF59-5C83-213F-CC92-9725329E9F20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9AEE485-0AA5-6965-E572-6B775D75F062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1F8773F-A684-63E2-7590-345E1E597B93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7E624FF-E440-D6F4-4ED2-8C5445B695A5}"/>
              </a:ext>
            </a:extLst>
          </p:cNvPr>
          <p:cNvSpPr/>
          <p:nvPr/>
        </p:nvSpPr>
        <p:spPr>
          <a:xfrm>
            <a:off x="1396686" y="5145851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351691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0894F-7639-844B-5E43-5C91BB010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7CDF19A-B7C9-9128-95F2-9ECE3F3C7868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7CDF19A-B7C9-9128-95F2-9ECE3F3C78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DDA1D49-3DEC-0B1A-047F-9F57888EAEC0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DD624B5-E5F3-771F-CBF3-778E7EADDC72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2B57D87-551B-7BFC-02BA-14C0A0298AA5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9BE09CB-6C22-3151-6DBA-4C9FF770D7DC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95134DD-C833-C89E-3421-6E210A3125AC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DE35B28B-5733-9EE3-B018-7DB89EE2D018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7910C8F6-81B0-A52B-DE69-15B2DB774EFA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35878743-0B79-BF60-CBFE-1D18CD58AAB9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70B43E08-5D18-F2AD-984B-C83E7862B49C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7411B626-4DBD-50ED-092C-9FB0804BAC49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3BDC6B4-E487-C933-9721-403D9227CFA6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63062193-EAC9-7634-C573-70836FB3BBD8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65E9547-7A02-C9A3-5AAC-96C760B90695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77C1B6-9064-3A65-7856-D80062BA2D9E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7EA8D30-4A13-A788-AC93-30F911D85259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29C767A-C880-8AED-8495-EC770106AA3C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9156898-D372-E4D3-2C99-222AFEDB9E4D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097297A-D4AC-DF79-A7EE-4B26C25CDE34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22C7D65-94D4-B4DB-2A07-4F49E096822F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F707B705-95BB-536C-6386-6F7FCE2C8011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004A3062-577C-33F4-06ED-ED1833D558A9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F48C939-42CE-6F47-DF41-6F9B8EBFE997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DFA8AC7-6BE0-48C9-5A90-FC520377DE1C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8A69EC5-C34D-0B6E-77C9-4E280C7ACCBB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2B85827-D444-20CF-E833-3362F85B1637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1">
            <a:extLst>
              <a:ext uri="{FF2B5EF4-FFF2-40B4-BE49-F238E27FC236}">
                <a16:creationId xmlns:a16="http://schemas.microsoft.com/office/drawing/2014/main" id="{7B6E059F-6198-6930-8B01-BB0575156C5D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B8EBEB0E-A431-B4E2-B81E-87DE6BFAEB08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97EE51D2-DB56-F85B-7BCC-B78CC71290CA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4AFDE715-2751-95B5-1138-0E541DCD40D3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40B8A5E0-AAF7-0022-1EC5-5F46EDFA9572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F7CD1F7F-E561-A713-385B-4F98F4F07D1D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F63009D-167B-754B-4D6A-C184C5D7F95D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11A6E27-AAEE-C49A-7E00-256D086FF8EB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6B471D9-DB9B-4A5D-2858-99AB44FBEE0C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05D3519-3ACE-1B3B-E66C-59DDC22ED89D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EED5289-4E6E-521D-5226-7D5E290A7CE2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B54DECF-7FC5-042E-3215-3E045D26045D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A86B1E7A-C9B8-E282-FC73-DCC37D1FA303}"/>
              </a:ext>
            </a:extLst>
          </p:cNvPr>
          <p:cNvSpPr/>
          <p:nvPr/>
        </p:nvSpPr>
        <p:spPr>
          <a:xfrm>
            <a:off x="1346820" y="5475676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88022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2FA33-4002-D645-C586-68D68403E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DDF39BB-B574-58F7-0B10-447D58CD81A7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6DDF39BB-B574-58F7-0B10-447D58CD81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8AC42B1-E4B7-8D25-A17F-29C8E151D069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896661F-1593-7910-EF07-378353585E5B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9DB1E2B-7B6F-9ACB-A79A-326F83A1B94D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2F0BE2-28B0-FE3B-0FAC-EA94B857BB39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11DEF36-C81B-AB67-D663-3149EBE9BDBF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12F7C0EE-3359-3358-B048-CB88768E9B80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549A2B56-8406-D315-4917-E438831DC8F7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B97D9A76-AD85-55BC-C9C8-58544E44095C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BAD7F8F6-A2C5-5C64-43A5-6F3C6AF37F19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F91BB6F8-7BC8-452D-FA47-DAB0B5846EAE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81D31C-6038-782C-258C-5FF482CDCE9B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19744FDF-3B49-3E60-1BD6-8716DEB922D6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E062928-8B32-824F-C0C4-B327A40B70AB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335BF73-DDA1-1125-F952-4C5CA839C109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372DC83-5C28-6107-21C9-CF789AEE35CD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6E4F81F-07E7-9E44-2CEC-38EC40138ECE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02CBC04-A056-6B4F-2DB1-586901D61B1E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DBEA23-63A3-D121-A528-A38495C5A725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BB0BAF9-3F43-07AC-0E47-91151A59681B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AC5CFA0-B8C0-BF1D-08DC-0A7C6A9986C9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9355F6A-F804-DB54-ECE2-60BF995BB6C0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33D93BA-C91A-22ED-D2AE-C5BF35B48B72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4444F75-815B-3C84-4DF7-091E70992B2C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D7FF58F0-4C4C-7612-E635-1598B39E6341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36EE390-05C5-FB35-4115-8BCBA5D6294C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1">
            <a:extLst>
              <a:ext uri="{FF2B5EF4-FFF2-40B4-BE49-F238E27FC236}">
                <a16:creationId xmlns:a16="http://schemas.microsoft.com/office/drawing/2014/main" id="{D0764EC0-A4E9-86C9-F2FA-E5EA6F3FBA0D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1" name="!!b12">
            <a:extLst>
              <a:ext uri="{FF2B5EF4-FFF2-40B4-BE49-F238E27FC236}">
                <a16:creationId xmlns:a16="http://schemas.microsoft.com/office/drawing/2014/main" id="{70CE3F1D-DBD6-3EB3-F7CB-4925D9E7E464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41B94906-2CB8-7F11-6B1D-B71D9069DC85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8AA972CC-B756-13E9-3A87-35689944C5A7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20466C7D-E4B1-77EA-E927-EBBDBA6F6373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69E8F357-C68F-CF98-F7C4-9C5F36A0AE0A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07130DE-A1ED-5245-040A-6FA9939826E0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EEA6E30-492E-8306-D685-2319D1993958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A3A5634-43C2-C725-6DD2-3148E46A915A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86B547-B9FB-9587-583F-62450A2D167C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FCC03AF3-200B-1CE5-9CC1-33C4099E63AB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C6779883-BB0C-804E-6660-E0FC22AB3F51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1755D00-2CC3-1F15-F91D-CEC7E6CDBB13}"/>
              </a:ext>
            </a:extLst>
          </p:cNvPr>
          <p:cNvSpPr/>
          <p:nvPr/>
        </p:nvSpPr>
        <p:spPr>
          <a:xfrm>
            <a:off x="1346820" y="584839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19308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655EB-84C8-4F75-0D87-60226AB4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E909142-415C-301C-71C3-7EFBAE4D6139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1E909142-415C-301C-71C3-7EFBAE4D61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D5016FE-CFCB-2833-A7CD-64E688622731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14BB13B-6091-BB5A-2548-15B8B659901E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7B99AB-7329-B69A-664B-6C541DB24363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18CD86A-8786-7A47-A044-870CA6E459BF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DFDED46-F70D-EB49-2705-A2F636ADC3DD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70F40DC9-B65B-FC90-55EC-B0E8CBD7E85B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7B63436E-4D2C-7908-07B7-C9C830E967CD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0FB81509-1104-9758-0A37-0C560A81A1C0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9D293E04-8824-F14D-AA13-3858B1E7D568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B0DEF4F8-4D7E-659E-747C-4431C53DD447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C6227D39-D9A4-A4F6-E426-04E40DAE8F27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AFA4F1FF-C16A-BE05-5545-CF60EEBD3BB6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1756B0C-D39D-0A53-BC59-6589DDDF5740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75154A9-6924-20F4-D2A8-4A9C0292387A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F115D7-5567-7CC0-5756-F678F252553D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D444847-16F3-27AC-18CC-C869AE091A96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E9E54B8-5229-3D5B-6C55-4556EE6F46C1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29D4337-401C-6EAA-942C-57CC382888FA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6959F9-DFCC-8AA6-5CF8-C11070003283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7BEE55BC-C68F-16D8-40E3-FADB4AB068B3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7C245565-2607-5E48-01CC-724459FEE3A3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AF23C81D-B478-6F41-6052-E5F32AFC1F15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BDDD3F1-9EC0-501A-4E53-816111300C08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41190E0A-CB82-C225-75FB-2C5D9B73ECF5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CE4BFA1-5527-84CF-959E-14A17E0561A2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2">
            <a:extLst>
              <a:ext uri="{FF2B5EF4-FFF2-40B4-BE49-F238E27FC236}">
                <a16:creationId xmlns:a16="http://schemas.microsoft.com/office/drawing/2014/main" id="{3FA992CB-230F-6945-AB86-E13504EF357E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1" name="!!b11">
            <a:extLst>
              <a:ext uri="{FF2B5EF4-FFF2-40B4-BE49-F238E27FC236}">
                <a16:creationId xmlns:a16="http://schemas.microsoft.com/office/drawing/2014/main" id="{8B3D2A51-E4E0-BA42-F3F1-452219458930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5B450A0F-3F74-DA5E-E122-FB9287C115AC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0">
            <a:extLst>
              <a:ext uri="{FF2B5EF4-FFF2-40B4-BE49-F238E27FC236}">
                <a16:creationId xmlns:a16="http://schemas.microsoft.com/office/drawing/2014/main" id="{5DE530DC-1553-B52B-BF90-A7BEF0E961CF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99E00971-4947-E07E-0F99-80530C750C23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38CD101E-28E4-4AEA-9120-7C9ACECB6B6E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9F8E0F8-0C9A-9C5C-F5F1-3A6D5D32ACE0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BFA3E9A-CB54-0216-0712-C3105758FD50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3BBD51D-7ED1-1886-8AB8-D1FA77FBBFFB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76BA1CC-BC76-D29C-7F64-5282135F93F5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529B005-DBF7-A5A6-69CC-3772D93BECCA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8F295442-36B2-6DAB-41B7-1E3757307A72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D32457FF-EA68-CB30-9FE1-B4DDCD4BF3F0}"/>
              </a:ext>
            </a:extLst>
          </p:cNvPr>
          <p:cNvSpPr/>
          <p:nvPr/>
        </p:nvSpPr>
        <p:spPr>
          <a:xfrm>
            <a:off x="1346820" y="584839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43484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B4FD-7EAF-1678-0370-5920AC9B8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A35106DF-580A-D841-C0F1-261CCD7112F5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A35106DF-580A-D841-C0F1-261CCD7112F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4F0A86-7885-69C0-46E7-9842C26FB854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585A3D5-9A6E-685F-7754-4660A54F83CA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31F1E8-BC29-CB5D-1D8C-7C0EA6EE61FB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D0C91266-A9DF-2D3E-183E-BE13C65086F5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B6827D1-74EC-62A9-957B-BE5669995AFA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74219963-9AF4-B56C-B40D-A05A82D8764E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AD7E65F5-E822-1A25-BA10-BD0E333DAF00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601E6CAA-C117-6CC8-0168-26857DB3BBFE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60740D66-9C38-F4FE-D66A-19DA1431D75B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9F76E226-8A75-97A1-9155-26CA70300A21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DCAA114-F4C8-FDF3-EC73-5FF92DA74FF6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018CDC93-5004-4F3E-D4EF-C5D3402C3A4C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0A78956E-D423-4DDF-5DC6-5BE3D59C906C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B58AF4D-B4F8-E996-D193-8B1F42999C76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0ED619-1D0C-1175-5D79-838F010BD9A3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EF61FE4-5781-5422-1C5F-BE472DD26863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548A307-A36C-9DD0-96DD-54AA2E418D1E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6AB9EBF-E70F-338C-1B72-344AB28612AD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BBA7234-8ACD-6C27-D653-D51F6312A543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8500D24-FCD7-E1E9-6EC9-EC39BBFA8AF6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14470F3D-D9A5-3B27-B8FD-53198F9AC7B5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89CB0DB4-CE38-65E6-4D75-40B9BED6F8D2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A796BD85-70EE-B84F-B580-38CDE18D5676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5626A0EB-F1DC-EB8C-0C6B-8A4FCD5028FF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36D9463-7B86-20E3-ED64-3F8E0A13490B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0">
            <a:extLst>
              <a:ext uri="{FF2B5EF4-FFF2-40B4-BE49-F238E27FC236}">
                <a16:creationId xmlns:a16="http://schemas.microsoft.com/office/drawing/2014/main" id="{FD6FEA44-B19A-BA6C-EDDF-B640BA311598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!!b11">
            <a:extLst>
              <a:ext uri="{FF2B5EF4-FFF2-40B4-BE49-F238E27FC236}">
                <a16:creationId xmlns:a16="http://schemas.microsoft.com/office/drawing/2014/main" id="{614CA002-C8C9-BF90-DE21-E24BC842E5AB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82AC60F6-0342-3CC9-F909-398408990216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2">
            <a:extLst>
              <a:ext uri="{FF2B5EF4-FFF2-40B4-BE49-F238E27FC236}">
                <a16:creationId xmlns:a16="http://schemas.microsoft.com/office/drawing/2014/main" id="{50EEC921-E275-497D-453B-A881F0B0C757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F0778969-56EA-1032-32CE-39CD656CF909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CAD16617-3447-F938-47B0-FD49DA1EAF68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08FF92B-B329-1C95-8280-B711CE7D0D0E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0149535-9DE6-EDB6-720D-A0AFC7DE7791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D222282-76ED-BD1E-5E08-00328DD486F4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332E98-2EBB-8353-3A21-4FD1D55AA5C0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F68ACBA-9578-DD5D-E017-01E0F5426B8A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A7B9CBFB-0F82-9701-A07A-38A511D7074F}"/>
              </a:ext>
            </a:extLst>
          </p:cNvPr>
          <p:cNvSpPr/>
          <p:nvPr/>
        </p:nvSpPr>
        <p:spPr>
          <a:xfrm>
            <a:off x="1410463" y="7463276"/>
            <a:ext cx="6659962" cy="283765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index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n = 6  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left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right = 2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67C22F2-C045-6575-E362-FC50C44915BE}"/>
              </a:ext>
            </a:extLst>
          </p:cNvPr>
          <p:cNvSpPr/>
          <p:nvPr/>
        </p:nvSpPr>
        <p:spPr>
          <a:xfrm>
            <a:off x="1346820" y="584839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29323995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BAC5B-27D8-5DA1-67A4-949AB1826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7D2A18-8294-59FE-C5FD-26FE6F70DA68}"/>
              </a:ext>
            </a:extLst>
          </p:cNvPr>
          <p:cNvSpPr>
            <a:spLocks noChangeAspect="1"/>
          </p:cNvSpPr>
          <p:nvPr/>
        </p:nvSpPr>
        <p:spPr>
          <a:xfrm>
            <a:off x="17127003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97840F6-FDE4-D60C-D220-DD05E9573F54}"/>
              </a:ext>
            </a:extLst>
          </p:cNvPr>
          <p:cNvSpPr>
            <a:spLocks noChangeAspect="1"/>
          </p:cNvSpPr>
          <p:nvPr/>
        </p:nvSpPr>
        <p:spPr>
          <a:xfrm>
            <a:off x="13062444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DEA4D06-70D6-4B33-BEAF-A1E8D73A61BB}"/>
              </a:ext>
            </a:extLst>
          </p:cNvPr>
          <p:cNvSpPr>
            <a:spLocks noChangeAspect="1"/>
          </p:cNvSpPr>
          <p:nvPr/>
        </p:nvSpPr>
        <p:spPr>
          <a:xfrm>
            <a:off x="15124461" y="2043915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45AE3BD-5894-0D1F-68A6-E7D4C7B28EC2}"/>
              </a:ext>
            </a:extLst>
          </p:cNvPr>
          <p:cNvSpPr>
            <a:spLocks noChangeAspect="1"/>
          </p:cNvSpPr>
          <p:nvPr/>
        </p:nvSpPr>
        <p:spPr>
          <a:xfrm>
            <a:off x="19213529" y="194461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7702D06-8DF3-8497-E5A2-AEDACC35F202}"/>
              </a:ext>
            </a:extLst>
          </p:cNvPr>
          <p:cNvSpPr>
            <a:spLocks noChangeAspect="1"/>
          </p:cNvSpPr>
          <p:nvPr/>
        </p:nvSpPr>
        <p:spPr>
          <a:xfrm>
            <a:off x="11117817" y="2054071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!!b2">
            <a:extLst>
              <a:ext uri="{FF2B5EF4-FFF2-40B4-BE49-F238E27FC236}">
                <a16:creationId xmlns:a16="http://schemas.microsoft.com/office/drawing/2014/main" id="{6111D7C1-E124-00F5-D3F2-2FFEB8BA0386}"/>
              </a:ext>
            </a:extLst>
          </p:cNvPr>
          <p:cNvSpPr/>
          <p:nvPr/>
        </p:nvSpPr>
        <p:spPr>
          <a:xfrm>
            <a:off x="12945889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11" name="!!b3">
            <a:extLst>
              <a:ext uri="{FF2B5EF4-FFF2-40B4-BE49-F238E27FC236}">
                <a16:creationId xmlns:a16="http://schemas.microsoft.com/office/drawing/2014/main" id="{09D1B179-9A4E-CC14-8A4B-6234B8D0023D}"/>
              </a:ext>
            </a:extLst>
          </p:cNvPr>
          <p:cNvSpPr/>
          <p:nvPr/>
        </p:nvSpPr>
        <p:spPr>
          <a:xfrm>
            <a:off x="10932705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12" name="!!b6">
            <a:extLst>
              <a:ext uri="{FF2B5EF4-FFF2-40B4-BE49-F238E27FC236}">
                <a16:creationId xmlns:a16="http://schemas.microsoft.com/office/drawing/2014/main" id="{6AD7C490-3287-47AF-EECB-02EA1AF5800A}"/>
              </a:ext>
            </a:extLst>
          </p:cNvPr>
          <p:cNvSpPr/>
          <p:nvPr/>
        </p:nvSpPr>
        <p:spPr>
          <a:xfrm>
            <a:off x="14927989" y="84252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13" name="!!b4">
            <a:extLst>
              <a:ext uri="{FF2B5EF4-FFF2-40B4-BE49-F238E27FC236}">
                <a16:creationId xmlns:a16="http://schemas.microsoft.com/office/drawing/2014/main" id="{ED11D07A-893B-3BFB-3CED-EEA2A08BD83B}"/>
              </a:ext>
            </a:extLst>
          </p:cNvPr>
          <p:cNvSpPr/>
          <p:nvPr/>
        </p:nvSpPr>
        <p:spPr>
          <a:xfrm>
            <a:off x="17009698" y="81663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14" name="!!b5">
            <a:extLst>
              <a:ext uri="{FF2B5EF4-FFF2-40B4-BE49-F238E27FC236}">
                <a16:creationId xmlns:a16="http://schemas.microsoft.com/office/drawing/2014/main" id="{8A7FA634-6DBC-DE22-96E9-229C4460219C}"/>
              </a:ext>
            </a:extLst>
          </p:cNvPr>
          <p:cNvSpPr/>
          <p:nvPr/>
        </p:nvSpPr>
        <p:spPr>
          <a:xfrm>
            <a:off x="19038353" y="7732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56F2C66-002D-1A36-C00F-B7C1D14CD869}"/>
              </a:ext>
            </a:extLst>
          </p:cNvPr>
          <p:cNvSpPr>
            <a:spLocks noChangeAspect="1"/>
          </p:cNvSpPr>
          <p:nvPr/>
        </p:nvSpPr>
        <p:spPr>
          <a:xfrm>
            <a:off x="21206760" y="19801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!!b1">
            <a:extLst>
              <a:ext uri="{FF2B5EF4-FFF2-40B4-BE49-F238E27FC236}">
                <a16:creationId xmlns:a16="http://schemas.microsoft.com/office/drawing/2014/main" id="{1283EDD1-1F0C-D728-B27A-C485599F4EF9}"/>
              </a:ext>
            </a:extLst>
          </p:cNvPr>
          <p:cNvSpPr/>
          <p:nvPr/>
        </p:nvSpPr>
        <p:spPr>
          <a:xfrm>
            <a:off x="21051537" y="67746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116B07A-6DC0-ABD2-DB53-869402E0AD02}"/>
              </a:ext>
            </a:extLst>
          </p:cNvPr>
          <p:cNvSpPr/>
          <p:nvPr/>
        </p:nvSpPr>
        <p:spPr>
          <a:xfrm>
            <a:off x="8359406" y="1049435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B73946-1E8F-BA93-00D8-76CCACD70934}"/>
              </a:ext>
            </a:extLst>
          </p:cNvPr>
          <p:cNvSpPr/>
          <p:nvPr/>
        </p:nvSpPr>
        <p:spPr>
          <a:xfrm>
            <a:off x="10932705" y="751707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CF32EFB-8B4F-224E-2F4D-2B9B11120EE3}"/>
              </a:ext>
            </a:extLst>
          </p:cNvPr>
          <p:cNvSpPr/>
          <p:nvPr/>
        </p:nvSpPr>
        <p:spPr>
          <a:xfrm>
            <a:off x="14158178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B2B2D09-13FE-A0D8-7EDA-34590849F5D0}"/>
              </a:ext>
            </a:extLst>
          </p:cNvPr>
          <p:cNvSpPr/>
          <p:nvPr/>
        </p:nvSpPr>
        <p:spPr>
          <a:xfrm>
            <a:off x="17625053" y="7463276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FF152A4-2D2A-545B-7F16-C6BC0F9842D4}"/>
              </a:ext>
            </a:extLst>
          </p:cNvPr>
          <p:cNvSpPr/>
          <p:nvPr/>
        </p:nvSpPr>
        <p:spPr>
          <a:xfrm>
            <a:off x="12853450" y="545944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F5AA9A-3C43-4D0F-6422-C10E2980F6DA}"/>
              </a:ext>
            </a:extLst>
          </p:cNvPr>
          <p:cNvSpPr/>
          <p:nvPr/>
        </p:nvSpPr>
        <p:spPr>
          <a:xfrm>
            <a:off x="19089986" y="5469191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74146A3-A83C-030C-22FB-E1A580690681}"/>
              </a:ext>
            </a:extLst>
          </p:cNvPr>
          <p:cNvSpPr/>
          <p:nvPr/>
        </p:nvSpPr>
        <p:spPr>
          <a:xfrm>
            <a:off x="15848383" y="350136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495BFCC-FDBD-44BF-561B-8851D89F7169}"/>
              </a:ext>
            </a:extLst>
          </p:cNvPr>
          <p:cNvSpPr>
            <a:spLocks noChangeAspect="1"/>
          </p:cNvSpPr>
          <p:nvPr/>
        </p:nvSpPr>
        <p:spPr>
          <a:xfrm>
            <a:off x="18819443" y="7835509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8663A601-32F8-A3CC-7C59-AEF3CF3A9684}"/>
              </a:ext>
            </a:extLst>
          </p:cNvPr>
          <p:cNvSpPr>
            <a:spLocks noChangeAspect="1"/>
          </p:cNvSpPr>
          <p:nvPr/>
        </p:nvSpPr>
        <p:spPr>
          <a:xfrm>
            <a:off x="10057922" y="7836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FAADDF9-3606-071A-38C3-5CCBF641DECA}"/>
              </a:ext>
            </a:extLst>
          </p:cNvPr>
          <p:cNvSpPr>
            <a:spLocks noChangeAspect="1"/>
          </p:cNvSpPr>
          <p:nvPr/>
        </p:nvSpPr>
        <p:spPr>
          <a:xfrm>
            <a:off x="13949350" y="5757224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28175292-CF92-F5AE-9CFC-1A6686069846}"/>
              </a:ext>
            </a:extLst>
          </p:cNvPr>
          <p:cNvSpPr>
            <a:spLocks noChangeAspect="1"/>
          </p:cNvSpPr>
          <p:nvPr/>
        </p:nvSpPr>
        <p:spPr>
          <a:xfrm>
            <a:off x="18254667" y="57957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5ABE307-8975-A2A5-F9CA-DA9A1479A5A5}"/>
              </a:ext>
            </a:extLst>
          </p:cNvPr>
          <p:cNvSpPr>
            <a:spLocks noChangeAspect="1"/>
          </p:cNvSpPr>
          <p:nvPr/>
        </p:nvSpPr>
        <p:spPr>
          <a:xfrm>
            <a:off x="15462906" y="779051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E2B86EA4-F7F0-2F6E-5CFA-857A188CB4B0}"/>
              </a:ext>
            </a:extLst>
          </p:cNvPr>
          <p:cNvSpPr>
            <a:spLocks noChangeAspect="1"/>
          </p:cNvSpPr>
          <p:nvPr/>
        </p:nvSpPr>
        <p:spPr>
          <a:xfrm>
            <a:off x="14913464" y="384064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0" name="!!b10">
            <a:extLst>
              <a:ext uri="{FF2B5EF4-FFF2-40B4-BE49-F238E27FC236}">
                <a16:creationId xmlns:a16="http://schemas.microsoft.com/office/drawing/2014/main" id="{DC944661-7756-FDD2-6DA5-D75FE42913AA}"/>
              </a:ext>
            </a:extLst>
          </p:cNvPr>
          <p:cNvSpPr/>
          <p:nvPr/>
        </p:nvSpPr>
        <p:spPr>
          <a:xfrm>
            <a:off x="1285345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</a:p>
        </p:txBody>
      </p:sp>
      <p:sp>
        <p:nvSpPr>
          <p:cNvPr id="31" name="!!b11">
            <a:extLst>
              <a:ext uri="{FF2B5EF4-FFF2-40B4-BE49-F238E27FC236}">
                <a16:creationId xmlns:a16="http://schemas.microsoft.com/office/drawing/2014/main" id="{BCA9EB23-204E-400E-AA46-DEE467F79488}"/>
              </a:ext>
            </a:extLst>
          </p:cNvPr>
          <p:cNvSpPr/>
          <p:nvPr/>
        </p:nvSpPr>
        <p:spPr>
          <a:xfrm>
            <a:off x="15829388" y="351152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2" name="!!b9">
            <a:extLst>
              <a:ext uri="{FF2B5EF4-FFF2-40B4-BE49-F238E27FC236}">
                <a16:creationId xmlns:a16="http://schemas.microsoft.com/office/drawing/2014/main" id="{30A75D2B-B5F7-441F-70B4-DCA189E4ED2F}"/>
              </a:ext>
            </a:extLst>
          </p:cNvPr>
          <p:cNvSpPr/>
          <p:nvPr/>
        </p:nvSpPr>
        <p:spPr>
          <a:xfrm>
            <a:off x="19040120" y="5467375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33" name="!!b12">
            <a:extLst>
              <a:ext uri="{FF2B5EF4-FFF2-40B4-BE49-F238E27FC236}">
                <a16:creationId xmlns:a16="http://schemas.microsoft.com/office/drawing/2014/main" id="{9820CB97-1758-042F-26FC-2CFC3C05FDFB}"/>
              </a:ext>
            </a:extLst>
          </p:cNvPr>
          <p:cNvSpPr/>
          <p:nvPr/>
        </p:nvSpPr>
        <p:spPr>
          <a:xfrm>
            <a:off x="10932705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</a:p>
        </p:txBody>
      </p:sp>
      <p:sp>
        <p:nvSpPr>
          <p:cNvPr id="34" name="!!b8">
            <a:extLst>
              <a:ext uri="{FF2B5EF4-FFF2-40B4-BE49-F238E27FC236}">
                <a16:creationId xmlns:a16="http://schemas.microsoft.com/office/drawing/2014/main" id="{BB716FB3-78B5-5203-95E7-36709943A215}"/>
              </a:ext>
            </a:extLst>
          </p:cNvPr>
          <p:cNvSpPr/>
          <p:nvPr/>
        </p:nvSpPr>
        <p:spPr>
          <a:xfrm>
            <a:off x="14193464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35" name="!!b7">
            <a:extLst>
              <a:ext uri="{FF2B5EF4-FFF2-40B4-BE49-F238E27FC236}">
                <a16:creationId xmlns:a16="http://schemas.microsoft.com/office/drawing/2014/main" id="{D5BF6FB7-108C-0D43-1395-47FD42BFCB50}"/>
              </a:ext>
            </a:extLst>
          </p:cNvPr>
          <p:cNvSpPr/>
          <p:nvPr/>
        </p:nvSpPr>
        <p:spPr>
          <a:xfrm>
            <a:off x="17649986" y="750941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B51377F-3898-EAD1-941E-4309193A3A2D}"/>
              </a:ext>
            </a:extLst>
          </p:cNvPr>
          <p:cNvCxnSpPr>
            <a:cxnSpLocks/>
          </p:cNvCxnSpPr>
          <p:nvPr/>
        </p:nvCxnSpPr>
        <p:spPr>
          <a:xfrm flipH="1">
            <a:off x="13573450" y="4824328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99115E2-5FA6-562F-5AFD-DDE35026AF5E}"/>
              </a:ext>
            </a:extLst>
          </p:cNvPr>
          <p:cNvCxnSpPr>
            <a:cxnSpLocks/>
          </p:cNvCxnSpPr>
          <p:nvPr/>
        </p:nvCxnSpPr>
        <p:spPr>
          <a:xfrm>
            <a:off x="16549388" y="4824328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570F3B3-3E96-B8D2-4D74-E21C6A5FD23E}"/>
              </a:ext>
            </a:extLst>
          </p:cNvPr>
          <p:cNvCxnSpPr>
            <a:cxnSpLocks/>
          </p:cNvCxnSpPr>
          <p:nvPr/>
        </p:nvCxnSpPr>
        <p:spPr>
          <a:xfrm flipH="1">
            <a:off x="11652705" y="6780178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E32685-A66C-DA15-BEBB-C3F722644AE2}"/>
              </a:ext>
            </a:extLst>
          </p:cNvPr>
          <p:cNvCxnSpPr>
            <a:cxnSpLocks/>
          </p:cNvCxnSpPr>
          <p:nvPr/>
        </p:nvCxnSpPr>
        <p:spPr>
          <a:xfrm>
            <a:off x="13573450" y="6780178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3B7CA28-DDA4-3427-B17E-09FE7547F5A6}"/>
              </a:ext>
            </a:extLst>
          </p:cNvPr>
          <p:cNvCxnSpPr>
            <a:cxnSpLocks/>
          </p:cNvCxnSpPr>
          <p:nvPr/>
        </p:nvCxnSpPr>
        <p:spPr>
          <a:xfrm flipH="1">
            <a:off x="18369986" y="6780178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CCC39187-2DD9-0AD2-F669-D780FE6AD834}"/>
              </a:ext>
            </a:extLst>
          </p:cNvPr>
          <p:cNvSpPr/>
          <p:nvPr/>
        </p:nvSpPr>
        <p:spPr>
          <a:xfrm>
            <a:off x="981060" y="1460377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80789C0-34AA-E856-4546-727E13BA332A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080789C0-34AA-E856-4546-727E13BA33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7272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EDAED-9755-36A1-392B-932D062BC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13594161-409E-2330-EFEF-154C79C818EB}"/>
              </a:ext>
            </a:extLst>
          </p:cNvPr>
          <p:cNvSpPr/>
          <p:nvPr/>
        </p:nvSpPr>
        <p:spPr>
          <a:xfrm>
            <a:off x="981060" y="1460377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93F53D5-88D9-53DF-46FF-4BAB89D8C8B2}"/>
              </a:ext>
            </a:extLst>
          </p:cNvPr>
          <p:cNvSpPr/>
          <p:nvPr/>
        </p:nvSpPr>
        <p:spPr>
          <a:xfrm>
            <a:off x="11723154" y="3489654"/>
            <a:ext cx="1029102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</a:t>
            </a:r>
            <a:r>
              <a:rPr lang="en-US" sz="4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buildHeap</a:t>
            </a: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31F98F5-8B57-FFB1-A661-9D339FC8007C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331F98F5-8B57-FFB1-A661-9D339FC800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579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99F99-B31E-FCE9-0D51-92DC9C69C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945EA45-8107-0F5D-57C4-96A1047F9429}"/>
                  </a:ext>
                </a:extLst>
              </p:cNvPr>
              <p:cNvSpPr/>
              <p:nvPr/>
            </p:nvSpPr>
            <p:spPr>
              <a:xfrm>
                <a:off x="1396686" y="1964022"/>
                <a:ext cx="8958894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5945EA45-8107-0F5D-57C4-96A1047F94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1964022"/>
                <a:ext cx="8958894" cy="6242844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90B37CF-1454-803B-3D96-286F5099D92B}"/>
              </a:ext>
            </a:extLst>
          </p:cNvPr>
          <p:cNvSpPr/>
          <p:nvPr/>
        </p:nvSpPr>
        <p:spPr>
          <a:xfrm>
            <a:off x="9664701" y="2325193"/>
            <a:ext cx="2108200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DD7EF50-BF46-0F07-F2B0-634E3C167029}"/>
              </a:ext>
            </a:extLst>
          </p:cNvPr>
          <p:cNvSpPr/>
          <p:nvPr/>
        </p:nvSpPr>
        <p:spPr>
          <a:xfrm>
            <a:off x="13066783" y="59797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64801A8-D107-37D3-296C-4CC3FA4CBEA4}"/>
              </a:ext>
            </a:extLst>
          </p:cNvPr>
          <p:cNvSpPr/>
          <p:nvPr/>
        </p:nvSpPr>
        <p:spPr>
          <a:xfrm>
            <a:off x="16292256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B8A3F46-D354-E6D7-17D1-A5C2CC019B60}"/>
              </a:ext>
            </a:extLst>
          </p:cNvPr>
          <p:cNvSpPr/>
          <p:nvPr/>
        </p:nvSpPr>
        <p:spPr>
          <a:xfrm>
            <a:off x="19759131" y="59259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7979054-AEA0-5BF6-FDA8-78E70BB68089}"/>
              </a:ext>
            </a:extLst>
          </p:cNvPr>
          <p:cNvSpPr/>
          <p:nvPr/>
        </p:nvSpPr>
        <p:spPr>
          <a:xfrm>
            <a:off x="14987528" y="39221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1E7D0B4-61D8-0399-21BB-DE387F6B5A60}"/>
              </a:ext>
            </a:extLst>
          </p:cNvPr>
          <p:cNvSpPr/>
          <p:nvPr/>
        </p:nvSpPr>
        <p:spPr>
          <a:xfrm>
            <a:off x="21224064" y="39318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1AE61B8-1498-ADD3-780E-5D4A5D389CCF}"/>
              </a:ext>
            </a:extLst>
          </p:cNvPr>
          <p:cNvSpPr/>
          <p:nvPr/>
        </p:nvSpPr>
        <p:spPr>
          <a:xfrm>
            <a:off x="17982461" y="196402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4833B8D6-E239-C86C-2D6E-D52CBC598A53}"/>
              </a:ext>
            </a:extLst>
          </p:cNvPr>
          <p:cNvSpPr>
            <a:spLocks noChangeAspect="1"/>
          </p:cNvSpPr>
          <p:nvPr/>
        </p:nvSpPr>
        <p:spPr>
          <a:xfrm>
            <a:off x="20953521" y="629816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8B98C751-C1AA-E3D1-499A-7C620BDB68BE}"/>
              </a:ext>
            </a:extLst>
          </p:cNvPr>
          <p:cNvSpPr>
            <a:spLocks noChangeAspect="1"/>
          </p:cNvSpPr>
          <p:nvPr/>
        </p:nvSpPr>
        <p:spPr>
          <a:xfrm>
            <a:off x="12192000" y="62993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306710A-1B30-4A72-7CC2-468BA5C8E4F0}"/>
              </a:ext>
            </a:extLst>
          </p:cNvPr>
          <p:cNvSpPr>
            <a:spLocks noChangeAspect="1"/>
          </p:cNvSpPr>
          <p:nvPr/>
        </p:nvSpPr>
        <p:spPr>
          <a:xfrm>
            <a:off x="16083428" y="421987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ED285E0-B40A-EEB7-4019-3B1B9E94E5E5}"/>
              </a:ext>
            </a:extLst>
          </p:cNvPr>
          <p:cNvSpPr>
            <a:spLocks noChangeAspect="1"/>
          </p:cNvSpPr>
          <p:nvPr/>
        </p:nvSpPr>
        <p:spPr>
          <a:xfrm>
            <a:off x="20388745" y="42584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117E35C8-212D-2764-437C-0BD709AA2006}"/>
              </a:ext>
            </a:extLst>
          </p:cNvPr>
          <p:cNvSpPr>
            <a:spLocks noChangeAspect="1"/>
          </p:cNvSpPr>
          <p:nvPr/>
        </p:nvSpPr>
        <p:spPr>
          <a:xfrm>
            <a:off x="17596984" y="625316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B9C7D36D-4516-9F53-C68E-2E182C4F372C}"/>
              </a:ext>
            </a:extLst>
          </p:cNvPr>
          <p:cNvSpPr>
            <a:spLocks noChangeAspect="1"/>
          </p:cNvSpPr>
          <p:nvPr/>
        </p:nvSpPr>
        <p:spPr>
          <a:xfrm>
            <a:off x="17047542" y="23033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3" name="!!b12">
            <a:extLst>
              <a:ext uri="{FF2B5EF4-FFF2-40B4-BE49-F238E27FC236}">
                <a16:creationId xmlns:a16="http://schemas.microsoft.com/office/drawing/2014/main" id="{0150ECED-5B61-5EC3-37CE-ADA3D2CB2A3B}"/>
              </a:ext>
            </a:extLst>
          </p:cNvPr>
          <p:cNvSpPr/>
          <p:nvPr/>
        </p:nvSpPr>
        <p:spPr>
          <a:xfrm>
            <a:off x="14987528" y="3930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4" name="!!b11">
            <a:extLst>
              <a:ext uri="{FF2B5EF4-FFF2-40B4-BE49-F238E27FC236}">
                <a16:creationId xmlns:a16="http://schemas.microsoft.com/office/drawing/2014/main" id="{351506B5-80F5-6812-EFBB-33DFF49002D7}"/>
              </a:ext>
            </a:extLst>
          </p:cNvPr>
          <p:cNvSpPr/>
          <p:nvPr/>
        </p:nvSpPr>
        <p:spPr>
          <a:xfrm>
            <a:off x="17963466" y="1974178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!!b9">
            <a:extLst>
              <a:ext uri="{FF2B5EF4-FFF2-40B4-BE49-F238E27FC236}">
                <a16:creationId xmlns:a16="http://schemas.microsoft.com/office/drawing/2014/main" id="{A12D12C4-B89C-37CD-9248-006B9267E30A}"/>
              </a:ext>
            </a:extLst>
          </p:cNvPr>
          <p:cNvSpPr/>
          <p:nvPr/>
        </p:nvSpPr>
        <p:spPr>
          <a:xfrm>
            <a:off x="21174198" y="3930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!!b10">
            <a:extLst>
              <a:ext uri="{FF2B5EF4-FFF2-40B4-BE49-F238E27FC236}">
                <a16:creationId xmlns:a16="http://schemas.microsoft.com/office/drawing/2014/main" id="{78EA73CD-461B-799A-4725-580FAB29697E}"/>
              </a:ext>
            </a:extLst>
          </p:cNvPr>
          <p:cNvSpPr/>
          <p:nvPr/>
        </p:nvSpPr>
        <p:spPr>
          <a:xfrm>
            <a:off x="13066783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!!b8">
            <a:extLst>
              <a:ext uri="{FF2B5EF4-FFF2-40B4-BE49-F238E27FC236}">
                <a16:creationId xmlns:a16="http://schemas.microsoft.com/office/drawing/2014/main" id="{F3406D94-3956-84F3-3D8E-B081CDEEC33E}"/>
              </a:ext>
            </a:extLst>
          </p:cNvPr>
          <p:cNvSpPr/>
          <p:nvPr/>
        </p:nvSpPr>
        <p:spPr>
          <a:xfrm>
            <a:off x="16327542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8" name="!!b7">
            <a:extLst>
              <a:ext uri="{FF2B5EF4-FFF2-40B4-BE49-F238E27FC236}">
                <a16:creationId xmlns:a16="http://schemas.microsoft.com/office/drawing/2014/main" id="{7CB462DA-B0BB-D16A-4943-D37C32891693}"/>
              </a:ext>
            </a:extLst>
          </p:cNvPr>
          <p:cNvSpPr/>
          <p:nvPr/>
        </p:nvSpPr>
        <p:spPr>
          <a:xfrm>
            <a:off x="19784064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BC614D51-A8B0-4DD7-08FE-9E3FEBE28717}"/>
              </a:ext>
            </a:extLst>
          </p:cNvPr>
          <p:cNvCxnSpPr>
            <a:cxnSpLocks/>
          </p:cNvCxnSpPr>
          <p:nvPr/>
        </p:nvCxnSpPr>
        <p:spPr>
          <a:xfrm flipH="1">
            <a:off x="15707528" y="328698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992B46-D3FF-5036-4E09-984A6B7A8C98}"/>
              </a:ext>
            </a:extLst>
          </p:cNvPr>
          <p:cNvCxnSpPr>
            <a:cxnSpLocks/>
          </p:cNvCxnSpPr>
          <p:nvPr/>
        </p:nvCxnSpPr>
        <p:spPr>
          <a:xfrm>
            <a:off x="18683466" y="328698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2B44C2D-E98A-06BE-6317-354D7E8DE60A}"/>
              </a:ext>
            </a:extLst>
          </p:cNvPr>
          <p:cNvCxnSpPr>
            <a:cxnSpLocks/>
          </p:cNvCxnSpPr>
          <p:nvPr/>
        </p:nvCxnSpPr>
        <p:spPr>
          <a:xfrm flipH="1">
            <a:off x="13786783" y="5242831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82210B1-A185-9DFF-49E9-CBFA86DE5B84}"/>
              </a:ext>
            </a:extLst>
          </p:cNvPr>
          <p:cNvCxnSpPr>
            <a:cxnSpLocks/>
          </p:cNvCxnSpPr>
          <p:nvPr/>
        </p:nvCxnSpPr>
        <p:spPr>
          <a:xfrm>
            <a:off x="15707528" y="5242831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635DB90-4618-2E34-0927-BD078C155746}"/>
              </a:ext>
            </a:extLst>
          </p:cNvPr>
          <p:cNvCxnSpPr>
            <a:cxnSpLocks/>
          </p:cNvCxnSpPr>
          <p:nvPr/>
        </p:nvCxnSpPr>
        <p:spPr>
          <a:xfrm flipH="1">
            <a:off x="20504064" y="524283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150912-9319-96BE-8395-50383EFB4E0C}"/>
              </a:ext>
            </a:extLst>
          </p:cNvPr>
          <p:cNvSpPr/>
          <p:nvPr/>
        </p:nvSpPr>
        <p:spPr>
          <a:xfrm>
            <a:off x="7993797" y="5071617"/>
            <a:ext cx="2502454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CEC26FB-BFDD-7A27-FAD5-0CEE273402DD}"/>
              </a:ext>
            </a:extLst>
          </p:cNvPr>
          <p:cNvSpPr/>
          <p:nvPr/>
        </p:nvSpPr>
        <p:spPr>
          <a:xfrm>
            <a:off x="8004439" y="5960869"/>
            <a:ext cx="2502454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6DCF400-097E-7928-B476-B19D6520EFA2}"/>
                  </a:ext>
                </a:extLst>
              </p:cNvPr>
              <p:cNvSpPr/>
              <p:nvPr/>
            </p:nvSpPr>
            <p:spPr>
              <a:xfrm>
                <a:off x="7989989" y="6841460"/>
                <a:ext cx="2502454" cy="7945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C6DCF400-097E-7928-B476-B19D6520E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9989" y="6841460"/>
                <a:ext cx="2502454" cy="794544"/>
              </a:xfrm>
              <a:prstGeom prst="roundRect">
                <a:avLst/>
              </a:prstGeom>
              <a:blipFill>
                <a:blip r:embed="rId3"/>
                <a:stretch>
                  <a:fillRect b="-588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3817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17" dur="500" fill="hold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18" dur="500" fill="hold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fill="hold" nodeType="with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21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22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 p14:presetBounceEnd="5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5" grpId="0" animBg="1"/>
          <p:bldP spid="6" grpId="0" animBg="1"/>
          <p:bldP spid="7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7" fill="hold">
                          <p:stCondLst>
                            <p:cond delay="indefinite"/>
                          </p:stCondLst>
                          <p:childTnLst>
                            <p:par>
                              <p:cTn id="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9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" presetID="1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9" presetID="2" presetClass="entr" presetSubtype="2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1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3" fill="hold">
                          <p:stCondLst>
                            <p:cond delay="indefinite"/>
                          </p:stCondLst>
                          <p:childTnLst>
                            <p:par>
                              <p:cTn id="2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5" presetID="1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7" fill="hold">
                          <p:stCondLst>
                            <p:cond delay="indefinite"/>
                          </p:stCondLst>
                          <p:childTnLst>
                            <p:par>
                              <p:cTn id="2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9" presetID="2" presetClass="entr" presetSubtype="2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500" fill="hold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" grpId="0" animBg="1"/>
          <p:bldP spid="5" grpId="0" animBg="1"/>
          <p:bldP spid="6" grpId="0" animBg="1"/>
          <p:bldP spid="7" grpId="0" animBg="1"/>
        </p:bldLst>
      </p:timing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D6EFB-6B85-E5D7-CA4C-5D93CFBDD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4B71BE0-A24E-2681-E909-5C7D349A3C1C}"/>
              </a:ext>
            </a:extLst>
          </p:cNvPr>
          <p:cNvSpPr/>
          <p:nvPr/>
        </p:nvSpPr>
        <p:spPr>
          <a:xfrm>
            <a:off x="1640841" y="9137473"/>
            <a:ext cx="2108200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>
                <a:solidFill>
                  <a:schemeClr val="bg1"/>
                </a:solidFill>
                <a:latin typeface="Bradley Hand" pitchFamily="2" charset="77"/>
              </a:rPr>
              <a:t>T(n)</a:t>
            </a:r>
            <a:endParaRPr lang="en-US" sz="4000" dirty="0">
              <a:solidFill>
                <a:schemeClr val="bg1"/>
              </a:solidFill>
              <a:latin typeface="Bradley Hand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6FCF519-BFA9-B041-9374-CD4F6C27CA4C}"/>
              </a:ext>
            </a:extLst>
          </p:cNvPr>
          <p:cNvSpPr/>
          <p:nvPr/>
        </p:nvSpPr>
        <p:spPr>
          <a:xfrm>
            <a:off x="13066783" y="597972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C5BAA1A-7110-3A8A-2809-DC7F5A258373}"/>
              </a:ext>
            </a:extLst>
          </p:cNvPr>
          <p:cNvSpPr/>
          <p:nvPr/>
        </p:nvSpPr>
        <p:spPr>
          <a:xfrm>
            <a:off x="16292256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958F27C-E054-1DE0-C193-CFAA7D883A09}"/>
              </a:ext>
            </a:extLst>
          </p:cNvPr>
          <p:cNvSpPr/>
          <p:nvPr/>
        </p:nvSpPr>
        <p:spPr>
          <a:xfrm>
            <a:off x="19759131" y="5925929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564079E-9BE6-3D03-E1A9-FAAC7743AA1F}"/>
              </a:ext>
            </a:extLst>
          </p:cNvPr>
          <p:cNvSpPr/>
          <p:nvPr/>
        </p:nvSpPr>
        <p:spPr>
          <a:xfrm>
            <a:off x="14987528" y="392210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4688DCD-C002-950C-A522-FD504EE72B40}"/>
              </a:ext>
            </a:extLst>
          </p:cNvPr>
          <p:cNvSpPr/>
          <p:nvPr/>
        </p:nvSpPr>
        <p:spPr>
          <a:xfrm>
            <a:off x="21224064" y="3931844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DAB3F51C-CC44-7D8E-040F-40F288967251}"/>
              </a:ext>
            </a:extLst>
          </p:cNvPr>
          <p:cNvSpPr/>
          <p:nvPr/>
        </p:nvSpPr>
        <p:spPr>
          <a:xfrm>
            <a:off x="17982461" y="1964022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b="1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54EDBF6-2378-5F2B-4D09-5B83210838AF}"/>
              </a:ext>
            </a:extLst>
          </p:cNvPr>
          <p:cNvSpPr>
            <a:spLocks noChangeAspect="1"/>
          </p:cNvSpPr>
          <p:nvPr/>
        </p:nvSpPr>
        <p:spPr>
          <a:xfrm>
            <a:off x="20953521" y="6298162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D1275494-3981-6F5C-E2D2-10FE4DBCD8CA}"/>
              </a:ext>
            </a:extLst>
          </p:cNvPr>
          <p:cNvSpPr>
            <a:spLocks noChangeAspect="1"/>
          </p:cNvSpPr>
          <p:nvPr/>
        </p:nvSpPr>
        <p:spPr>
          <a:xfrm>
            <a:off x="12192000" y="62993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3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37087392-C48E-6E4B-F426-2BEF3FB2D28D}"/>
              </a:ext>
            </a:extLst>
          </p:cNvPr>
          <p:cNvSpPr>
            <a:spLocks noChangeAspect="1"/>
          </p:cNvSpPr>
          <p:nvPr/>
        </p:nvSpPr>
        <p:spPr>
          <a:xfrm>
            <a:off x="16083428" y="4219877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A0F1FCFD-7E5F-A517-69EF-745A9710588D}"/>
              </a:ext>
            </a:extLst>
          </p:cNvPr>
          <p:cNvSpPr>
            <a:spLocks noChangeAspect="1"/>
          </p:cNvSpPr>
          <p:nvPr/>
        </p:nvSpPr>
        <p:spPr>
          <a:xfrm>
            <a:off x="20388745" y="42584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79683104-173C-F14A-AB9B-356250BE034E}"/>
              </a:ext>
            </a:extLst>
          </p:cNvPr>
          <p:cNvSpPr>
            <a:spLocks noChangeAspect="1"/>
          </p:cNvSpPr>
          <p:nvPr/>
        </p:nvSpPr>
        <p:spPr>
          <a:xfrm>
            <a:off x="17596984" y="6253163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4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CDDB3C57-34ED-07ED-2164-9BBC95DCE2D2}"/>
              </a:ext>
            </a:extLst>
          </p:cNvPr>
          <p:cNvSpPr>
            <a:spLocks noChangeAspect="1"/>
          </p:cNvSpPr>
          <p:nvPr/>
        </p:nvSpPr>
        <p:spPr>
          <a:xfrm>
            <a:off x="17047542" y="2303300"/>
            <a:ext cx="1129553" cy="658336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0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3" name="!!b12">
            <a:extLst>
              <a:ext uri="{FF2B5EF4-FFF2-40B4-BE49-F238E27FC236}">
                <a16:creationId xmlns:a16="http://schemas.microsoft.com/office/drawing/2014/main" id="{9CE9D9EE-DF4E-D08F-782B-89D49008E6F2}"/>
              </a:ext>
            </a:extLst>
          </p:cNvPr>
          <p:cNvSpPr/>
          <p:nvPr/>
        </p:nvSpPr>
        <p:spPr>
          <a:xfrm>
            <a:off x="14987528" y="3930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9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4" name="!!b11">
            <a:extLst>
              <a:ext uri="{FF2B5EF4-FFF2-40B4-BE49-F238E27FC236}">
                <a16:creationId xmlns:a16="http://schemas.microsoft.com/office/drawing/2014/main" id="{C74A6B09-B26C-0B88-40A7-8DDCDFF0AD54}"/>
              </a:ext>
            </a:extLst>
          </p:cNvPr>
          <p:cNvSpPr/>
          <p:nvPr/>
        </p:nvSpPr>
        <p:spPr>
          <a:xfrm>
            <a:off x="17963466" y="1974178"/>
            <a:ext cx="1440000" cy="1312803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63500" cap="flat">
            <a:solidFill>
              <a:schemeClr val="accent5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5" name="!!b9">
            <a:extLst>
              <a:ext uri="{FF2B5EF4-FFF2-40B4-BE49-F238E27FC236}">
                <a16:creationId xmlns:a16="http://schemas.microsoft.com/office/drawing/2014/main" id="{1D111350-BC2C-BC6E-E39F-43F69BBA0D4B}"/>
              </a:ext>
            </a:extLst>
          </p:cNvPr>
          <p:cNvSpPr/>
          <p:nvPr/>
        </p:nvSpPr>
        <p:spPr>
          <a:xfrm>
            <a:off x="21174198" y="3930028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6" name="!!b10">
            <a:extLst>
              <a:ext uri="{FF2B5EF4-FFF2-40B4-BE49-F238E27FC236}">
                <a16:creationId xmlns:a16="http://schemas.microsoft.com/office/drawing/2014/main" id="{09C80828-E518-79F9-A9A9-3A4067EF29F2}"/>
              </a:ext>
            </a:extLst>
          </p:cNvPr>
          <p:cNvSpPr/>
          <p:nvPr/>
        </p:nvSpPr>
        <p:spPr>
          <a:xfrm>
            <a:off x="13066783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2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57" name="!!b8">
            <a:extLst>
              <a:ext uri="{FF2B5EF4-FFF2-40B4-BE49-F238E27FC236}">
                <a16:creationId xmlns:a16="http://schemas.microsoft.com/office/drawing/2014/main" id="{0897D991-4D89-5997-2E41-1E3A4F6B3D3D}"/>
              </a:ext>
            </a:extLst>
          </p:cNvPr>
          <p:cNvSpPr/>
          <p:nvPr/>
        </p:nvSpPr>
        <p:spPr>
          <a:xfrm>
            <a:off x="16327542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5</a:t>
            </a:r>
          </a:p>
        </p:txBody>
      </p:sp>
      <p:sp>
        <p:nvSpPr>
          <p:cNvPr id="58" name="!!b7">
            <a:extLst>
              <a:ext uri="{FF2B5EF4-FFF2-40B4-BE49-F238E27FC236}">
                <a16:creationId xmlns:a16="http://schemas.microsoft.com/office/drawing/2014/main" id="{465274B9-F2D9-6761-528C-D48A3264E94E}"/>
              </a:ext>
            </a:extLst>
          </p:cNvPr>
          <p:cNvSpPr/>
          <p:nvPr/>
        </p:nvSpPr>
        <p:spPr>
          <a:xfrm>
            <a:off x="19784064" y="5972067"/>
            <a:ext cx="1440000" cy="1312803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10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6579483-879F-E0F2-C859-A6099FBAC2C5}"/>
              </a:ext>
            </a:extLst>
          </p:cNvPr>
          <p:cNvCxnSpPr>
            <a:cxnSpLocks/>
          </p:cNvCxnSpPr>
          <p:nvPr/>
        </p:nvCxnSpPr>
        <p:spPr>
          <a:xfrm flipH="1">
            <a:off x="15707528" y="3286981"/>
            <a:ext cx="2975938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1B32053-6F91-75FF-8A84-87C1FA21B022}"/>
              </a:ext>
            </a:extLst>
          </p:cNvPr>
          <p:cNvCxnSpPr>
            <a:cxnSpLocks/>
          </p:cNvCxnSpPr>
          <p:nvPr/>
        </p:nvCxnSpPr>
        <p:spPr>
          <a:xfrm>
            <a:off x="18683466" y="3286981"/>
            <a:ext cx="3210732" cy="643047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4F94E1E7-A837-7C48-FB34-B1E9DF00E072}"/>
              </a:ext>
            </a:extLst>
          </p:cNvPr>
          <p:cNvCxnSpPr>
            <a:cxnSpLocks/>
          </p:cNvCxnSpPr>
          <p:nvPr/>
        </p:nvCxnSpPr>
        <p:spPr>
          <a:xfrm flipH="1">
            <a:off x="13786783" y="5242831"/>
            <a:ext cx="1920745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97364184-A34B-130A-F350-F6B1180B95C2}"/>
              </a:ext>
            </a:extLst>
          </p:cNvPr>
          <p:cNvCxnSpPr>
            <a:cxnSpLocks/>
          </p:cNvCxnSpPr>
          <p:nvPr/>
        </p:nvCxnSpPr>
        <p:spPr>
          <a:xfrm>
            <a:off x="15707528" y="5242831"/>
            <a:ext cx="134001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50DD7A10-22D8-A1A7-CCBA-09D3960578FF}"/>
              </a:ext>
            </a:extLst>
          </p:cNvPr>
          <p:cNvCxnSpPr>
            <a:cxnSpLocks/>
          </p:cNvCxnSpPr>
          <p:nvPr/>
        </p:nvCxnSpPr>
        <p:spPr>
          <a:xfrm flipH="1">
            <a:off x="20504064" y="5242831"/>
            <a:ext cx="1390134" cy="729236"/>
          </a:xfrm>
          <a:prstGeom prst="line">
            <a:avLst/>
          </a:prstGeom>
          <a:noFill/>
          <a:ln w="63500" cap="flat">
            <a:solidFill>
              <a:schemeClr val="accent4">
                <a:lumMod val="40000"/>
                <a:lumOff val="60000"/>
              </a:schemeClr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00779E-5286-57BA-D3E1-211014365F47}"/>
              </a:ext>
            </a:extLst>
          </p:cNvPr>
          <p:cNvSpPr/>
          <p:nvPr/>
        </p:nvSpPr>
        <p:spPr>
          <a:xfrm>
            <a:off x="4892039" y="9065223"/>
            <a:ext cx="2502454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601EF1-3FD4-2C13-7954-CD740F9D54D6}"/>
              </a:ext>
            </a:extLst>
          </p:cNvPr>
          <p:cNvSpPr/>
          <p:nvPr/>
        </p:nvSpPr>
        <p:spPr>
          <a:xfrm>
            <a:off x="8678807" y="9071954"/>
            <a:ext cx="2502454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T(n/2)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E8B12FC-3895-1136-E3A1-09D337753BD3}"/>
                  </a:ext>
                </a:extLst>
              </p:cNvPr>
              <p:cNvSpPr/>
              <p:nvPr/>
            </p:nvSpPr>
            <p:spPr>
              <a:xfrm>
                <a:off x="12446873" y="9019690"/>
                <a:ext cx="2502454" cy="7945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40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4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BE8B12FC-3895-1136-E3A1-09D337753B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46873" y="9019690"/>
                <a:ext cx="2502454" cy="794544"/>
              </a:xfrm>
              <a:prstGeom prst="roundRect">
                <a:avLst/>
              </a:prstGeom>
              <a:blipFill>
                <a:blip r:embed="rId3"/>
                <a:stretch>
                  <a:fillRect b="-5882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Equals 7">
            <a:extLst>
              <a:ext uri="{FF2B5EF4-FFF2-40B4-BE49-F238E27FC236}">
                <a16:creationId xmlns:a16="http://schemas.microsoft.com/office/drawing/2014/main" id="{FAB7F3C0-C9C8-DD8E-F9D7-E5F567239E8B}"/>
              </a:ext>
            </a:extLst>
          </p:cNvPr>
          <p:cNvSpPr/>
          <p:nvPr/>
        </p:nvSpPr>
        <p:spPr>
          <a:xfrm>
            <a:off x="4000500" y="9193970"/>
            <a:ext cx="640080" cy="537051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0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9" name="Plus 8">
            <a:extLst>
              <a:ext uri="{FF2B5EF4-FFF2-40B4-BE49-F238E27FC236}">
                <a16:creationId xmlns:a16="http://schemas.microsoft.com/office/drawing/2014/main" id="{42A2BE4E-F313-0431-AAE9-12A99DAED192}"/>
              </a:ext>
            </a:extLst>
          </p:cNvPr>
          <p:cNvSpPr/>
          <p:nvPr/>
        </p:nvSpPr>
        <p:spPr>
          <a:xfrm>
            <a:off x="7558669" y="8957193"/>
            <a:ext cx="891540" cy="1010603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0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0" name="Plus 9">
            <a:extLst>
              <a:ext uri="{FF2B5EF4-FFF2-40B4-BE49-F238E27FC236}">
                <a16:creationId xmlns:a16="http://schemas.microsoft.com/office/drawing/2014/main" id="{56A7D277-BAD9-6DBF-0A41-4A4BF70E0F20}"/>
              </a:ext>
            </a:extLst>
          </p:cNvPr>
          <p:cNvSpPr/>
          <p:nvPr/>
        </p:nvSpPr>
        <p:spPr>
          <a:xfrm>
            <a:off x="11368297" y="8998768"/>
            <a:ext cx="891540" cy="1010603"/>
          </a:xfrm>
          <a:prstGeom prst="mathPlus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0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EEAF71F-9BF4-73B2-1460-A14DEBDDB4F5}"/>
              </a:ext>
            </a:extLst>
          </p:cNvPr>
          <p:cNvSpPr/>
          <p:nvPr/>
        </p:nvSpPr>
        <p:spPr>
          <a:xfrm>
            <a:off x="1640841" y="10757037"/>
            <a:ext cx="1955800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T(1)</a:t>
            </a:r>
          </a:p>
        </p:txBody>
      </p:sp>
      <p:sp>
        <p:nvSpPr>
          <p:cNvPr id="12" name="Equals 11">
            <a:extLst>
              <a:ext uri="{FF2B5EF4-FFF2-40B4-BE49-F238E27FC236}">
                <a16:creationId xmlns:a16="http://schemas.microsoft.com/office/drawing/2014/main" id="{F370EEB9-7C3C-1394-CF71-F8355C9F3775}"/>
              </a:ext>
            </a:extLst>
          </p:cNvPr>
          <p:cNvSpPr/>
          <p:nvPr/>
        </p:nvSpPr>
        <p:spPr>
          <a:xfrm>
            <a:off x="4000500" y="10860720"/>
            <a:ext cx="640080" cy="537051"/>
          </a:xfrm>
          <a:prstGeom prst="mathEqual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4000">
              <a:solidFill>
                <a:schemeClr val="bg1"/>
              </a:solidFill>
              <a:latin typeface="Bradley Hand" pitchFamily="2" charset="77"/>
              <a:sym typeface="Helvetica Neue Medium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E46794E-73A7-A445-F1AC-60173DEFA7B9}"/>
              </a:ext>
            </a:extLst>
          </p:cNvPr>
          <p:cNvSpPr/>
          <p:nvPr/>
        </p:nvSpPr>
        <p:spPr>
          <a:xfrm>
            <a:off x="4892039" y="10718124"/>
            <a:ext cx="2502454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3B55C20-02C7-7FCE-8E00-66D7E63B7AA4}"/>
                  </a:ext>
                </a:extLst>
              </p:cNvPr>
              <p:cNvSpPr/>
              <p:nvPr/>
            </p:nvSpPr>
            <p:spPr>
              <a:xfrm>
                <a:off x="1396686" y="1964022"/>
                <a:ext cx="8958894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36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36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36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36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14" name="Rounded Rectangle 13">
                <a:extLst>
                  <a:ext uri="{FF2B5EF4-FFF2-40B4-BE49-F238E27FC236}">
                    <a16:creationId xmlns:a16="http://schemas.microsoft.com/office/drawing/2014/main" id="{F3B55C20-02C7-7FCE-8E00-66D7E63B7A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1964022"/>
                <a:ext cx="8958894" cy="6242844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6569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4DF8BF6-DC9A-7939-7E67-F59FCF59E793}"/>
                  </a:ext>
                </a:extLst>
              </p:cNvPr>
              <p:cNvSpPr/>
              <p:nvPr/>
            </p:nvSpPr>
            <p:spPr>
              <a:xfrm>
                <a:off x="713740" y="1167313"/>
                <a:ext cx="22956519" cy="759087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4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 	=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/2) + </m:t>
                    </m:r>
                    <m:r>
                      <m:rPr>
                        <m:sty m:val="p"/>
                      </m:rP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     	=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   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(2)</m:t>
                        </m:r>
                      </m:e>
                    </m:d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4DF8BF6-DC9A-7939-7E67-F59FCF59E7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0" y="1167313"/>
                <a:ext cx="22956519" cy="759087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1F88247-75D4-F491-F044-7ABDA364F29A}"/>
              </a:ext>
            </a:extLst>
          </p:cNvPr>
          <p:cNvSpPr/>
          <p:nvPr/>
        </p:nvSpPr>
        <p:spPr>
          <a:xfrm>
            <a:off x="7983220" y="10506792"/>
            <a:ext cx="6659962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Do you see the pattern?</a:t>
            </a:r>
          </a:p>
        </p:txBody>
      </p:sp>
    </p:spTree>
    <p:extLst>
      <p:ext uri="{BB962C8B-B14F-4D97-AF65-F5344CB8AC3E}">
        <p14:creationId xmlns:p14="http://schemas.microsoft.com/office/powerpoint/2010/main" val="302108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4E5DB-3030-A228-8608-7DC82BA3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559AB7-809C-3214-0326-AF570AE25662}"/>
                  </a:ext>
                </a:extLst>
              </p:cNvPr>
              <p:cNvSpPr/>
              <p:nvPr/>
            </p:nvSpPr>
            <p:spPr>
              <a:xfrm>
                <a:off x="713741" y="1002493"/>
                <a:ext cx="22900640" cy="10889506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4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 	= </a:t>
                </a:r>
                <a14:m>
                  <m:oMath xmlns:m="http://schemas.openxmlformats.org/officeDocument/2006/math"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2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/2) + </m:t>
                    </m:r>
                    <m:r>
                      <m:rPr>
                        <m:sty m:val="p"/>
                      </m:rP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sz="40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     	=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func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   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f>
                              <m:f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func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40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40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(2)</m:t>
                        </m:r>
                      </m:e>
                    </m:d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3600" dirty="0">
                    <a:solidFill>
                      <a:schemeClr val="bg1"/>
                    </a:solidFill>
                    <a:latin typeface="Bradley Hand" pitchFamily="2" charset="77"/>
                  </a:rPr>
                  <a:t>		=</a:t>
                </a:r>
                <a:r>
                  <a:rPr lang="en-US" sz="36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600" i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36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36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  <m:func>
                          <m:func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func>
                          <m:func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36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sz="36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36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n-US" sz="36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ctrlPr>
                              <a:rPr lang="en-US" sz="36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+…+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36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e>
                    </m:d>
                  </m:oMath>
                </a14:m>
                <a:endParaRPr lang="en-US" sz="36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6559AB7-809C-3214-0326-AF570AE256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1" y="1002493"/>
                <a:ext cx="22900640" cy="10889506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7118DA4-3234-54B4-F449-CCDEF1FAE356}"/>
                  </a:ext>
                </a:extLst>
              </p:cNvPr>
              <p:cNvSpPr/>
              <p:nvPr/>
            </p:nvSpPr>
            <p:spPr>
              <a:xfrm>
                <a:off x="713741" y="12026653"/>
                <a:ext cx="22900640" cy="147558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But the height of the tree is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≈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marL="571500" indent="-5715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Set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77118DA4-3234-54B4-F449-CCDEF1FAE3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741" y="12026653"/>
                <a:ext cx="22900640" cy="1475581"/>
              </a:xfrm>
              <a:prstGeom prst="roundRect">
                <a:avLst/>
              </a:prstGeom>
              <a:blipFill>
                <a:blip r:embed="rId3"/>
                <a:stretch>
                  <a:fillRect l="-553" t="-820" b="-10656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888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allAtOnce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84A77-7001-BE6E-1CC0-BACC896B7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EFD7E61-3A0E-0DB3-3774-60BB8C27A560}"/>
                  </a:ext>
                </a:extLst>
              </p:cNvPr>
              <p:cNvSpPr/>
              <p:nvPr/>
            </p:nvSpPr>
            <p:spPr>
              <a:xfrm>
                <a:off x="741680" y="1217904"/>
                <a:ext cx="22900640" cy="4195049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4000" b="0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 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4000" b="0" i="0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4000" b="0" i="1" smtClean="0">
                                        <a:solidFill>
                                          <a:schemeClr val="bg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sup>
                            </m:sSup>
                          </m:den>
                        </m:f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40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func>
                      <m:func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sSup>
                      <m:sSupPr>
                        <m:ctrlP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func>
                          <m:funcPr>
                            <m:ctrlP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4000" b="0" i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4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func>
                              <m:funcPr>
                                <m:ctrlP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40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fName>
                              <m:e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4000" b="0" i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+2</m:t>
                                </m:r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r>
                      <a:rPr lang="en-US" sz="40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+2)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40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40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e>
                    </m:func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4000" dirty="0">
                    <a:solidFill>
                      <a:schemeClr val="bg1"/>
                    </a:solidFill>
                    <a:latin typeface="Bradley Hand" pitchFamily="2" charset="77"/>
                  </a:rPr>
                  <a:t>		=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40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40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EFD7E61-3A0E-0DB3-3774-60BB8C27A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680" y="1217904"/>
                <a:ext cx="22900640" cy="4195049"/>
              </a:xfrm>
              <a:prstGeom prst="roundRect">
                <a:avLst/>
              </a:prstGeom>
              <a:blipFill>
                <a:blip r:embed="rId2"/>
                <a:stretch>
                  <a:fillRect b="-59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3871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84B5-B0FE-3580-9B2B-EE99FFFD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D9D29D-FAFD-7221-1E31-2CAD8AA4BCFB}"/>
                  </a:ext>
                </a:extLst>
              </p:cNvPr>
              <p:cNvSpPr/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D9D29D-FAFD-7221-1E31-2CAD8AA4BC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6686" y="2705639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F745D2A7-E4B9-16B6-38B6-9A7CECED6A49}"/>
              </a:ext>
            </a:extLst>
          </p:cNvPr>
          <p:cNvSpPr/>
          <p:nvPr/>
        </p:nvSpPr>
        <p:spPr>
          <a:xfrm>
            <a:off x="981060" y="1460377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2FD39F0-A5F3-770B-4782-4F03E17E996F}"/>
              </a:ext>
            </a:extLst>
          </p:cNvPr>
          <p:cNvSpPr/>
          <p:nvPr/>
        </p:nvSpPr>
        <p:spPr>
          <a:xfrm>
            <a:off x="11723154" y="3489654"/>
            <a:ext cx="1029102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What is the running time of </a:t>
            </a:r>
            <a:r>
              <a:rPr lang="en-US" sz="40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buildHeap</a:t>
            </a: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D900A69-F332-C960-AE14-03E4E8E71539}"/>
              </a:ext>
            </a:extLst>
          </p:cNvPr>
          <p:cNvSpPr/>
          <p:nvPr/>
        </p:nvSpPr>
        <p:spPr>
          <a:xfrm>
            <a:off x="14900694" y="4825834"/>
            <a:ext cx="350160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</p:spTree>
    <p:extLst>
      <p:ext uri="{BB962C8B-B14F-4D97-AF65-F5344CB8AC3E}">
        <p14:creationId xmlns:p14="http://schemas.microsoft.com/office/powerpoint/2010/main" val="2366438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2F7D-547A-A957-F7C6-F4FC62878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BE8F31-C8D9-ED50-EFFF-D604B320AC5B}"/>
                  </a:ext>
                </a:extLst>
              </p:cNvPr>
              <p:cNvSpPr/>
              <p:nvPr/>
            </p:nvSpPr>
            <p:spPr>
              <a:xfrm>
                <a:off x="299406" y="814575"/>
                <a:ext cx="6659962" cy="4240391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buildHeap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ABE8F31-C8D9-ED50-EFFF-D604B320AC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406" y="814575"/>
                <a:ext cx="6659962" cy="4240391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4BB00027-C052-2C39-AE63-86183504300F}"/>
              </a:ext>
            </a:extLst>
          </p:cNvPr>
          <p:cNvSpPr/>
          <p:nvPr/>
        </p:nvSpPr>
        <p:spPr>
          <a:xfrm>
            <a:off x="981060" y="14603772"/>
            <a:ext cx="6637654" cy="476000"/>
          </a:xfrm>
          <a:prstGeom prst="roundRect">
            <a:avLst/>
          </a:prstGeom>
          <a:solidFill>
            <a:schemeClr val="accent4">
              <a:lumMod val="60000"/>
              <a:lumOff val="40000"/>
              <a:alpha val="39066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32BF1D-A2F3-60A0-0195-CA7BCB7A23DC}"/>
              </a:ext>
            </a:extLst>
          </p:cNvPr>
          <p:cNvSpPr/>
          <p:nvPr/>
        </p:nvSpPr>
        <p:spPr>
          <a:xfrm>
            <a:off x="1444244" y="5534494"/>
            <a:ext cx="350160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O(n)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4EC99BD-46F0-B864-4972-AD3099669409}"/>
                  </a:ext>
                </a:extLst>
              </p:cNvPr>
              <p:cNvSpPr/>
              <p:nvPr/>
            </p:nvSpPr>
            <p:spPr>
              <a:xfrm>
                <a:off x="7486461" y="814575"/>
                <a:ext cx="6258707" cy="6242844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heapSort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&gt;= 0)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[ 0 ];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[ 0 ]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 0,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 ;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IN" sz="24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4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B4EC99BD-46F0-B864-4972-AD309966940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6461" y="814575"/>
                <a:ext cx="6258707" cy="6242844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671C16D-D912-1046-9F5C-BB0B64692712}"/>
              </a:ext>
            </a:extLst>
          </p:cNvPr>
          <p:cNvSpPr/>
          <p:nvPr/>
        </p:nvSpPr>
        <p:spPr>
          <a:xfrm>
            <a:off x="8360937" y="7447114"/>
            <a:ext cx="350160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O(n log n)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72E5D6A-CE32-1950-7991-EEBE8DD29315}"/>
              </a:ext>
            </a:extLst>
          </p:cNvPr>
          <p:cNvSpPr/>
          <p:nvPr/>
        </p:nvSpPr>
        <p:spPr>
          <a:xfrm>
            <a:off x="590334" y="11638114"/>
            <a:ext cx="15068766" cy="79454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Total Running Time of </a:t>
            </a:r>
            <a:r>
              <a:rPr lang="en-US" sz="4000" dirty="0" err="1">
                <a:solidFill>
                  <a:schemeClr val="bg1"/>
                </a:solidFill>
                <a:latin typeface="Bradley Hand" pitchFamily="2" charset="77"/>
              </a:rPr>
              <a:t>HeapSort</a:t>
            </a:r>
            <a:r>
              <a:rPr lang="en-US" sz="4000" dirty="0">
                <a:solidFill>
                  <a:schemeClr val="bg1"/>
                </a:solidFill>
                <a:latin typeface="Bradley Hand" pitchFamily="2" charset="77"/>
              </a:rPr>
              <a:t> is O(n log 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E8CC612-0A38-7506-C10E-5A1605FA2378}"/>
                  </a:ext>
                </a:extLst>
              </p:cNvPr>
              <p:cNvSpPr/>
              <p:nvPr/>
            </p:nvSpPr>
            <p:spPr>
              <a:xfrm>
                <a:off x="15271487" y="814575"/>
                <a:ext cx="8425029" cy="9747012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void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err="1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shiftDown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[], 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index 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index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while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+1;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2 *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+2;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&amp;&amp;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&lt;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left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&lt;=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last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&amp;&amp;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]&lt;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right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A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]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US" sz="2400" b="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4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minimum</a:t>
                </a: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4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BE8CC612-0A38-7506-C10E-5A1605FA23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71487" y="814575"/>
                <a:ext cx="8425029" cy="974701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08141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9582</TotalTime>
  <Words>16498</Words>
  <Application>Microsoft Macintosh PowerPoint</Application>
  <PresentationFormat>Custom</PresentationFormat>
  <Paragraphs>4076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11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1361</cp:revision>
  <dcterms:modified xsi:type="dcterms:W3CDTF">2026-08-25T04:10:32Z</dcterms:modified>
</cp:coreProperties>
</file>