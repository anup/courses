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373" r:id="rId4"/>
    <p:sldId id="317" r:id="rId5"/>
    <p:sldId id="372" r:id="rId6"/>
    <p:sldId id="374" r:id="rId7"/>
    <p:sldId id="375" r:id="rId8"/>
    <p:sldId id="376" r:id="rId9"/>
    <p:sldId id="377" r:id="rId10"/>
    <p:sldId id="379" r:id="rId11"/>
    <p:sldId id="380" r:id="rId12"/>
    <p:sldId id="381" r:id="rId13"/>
    <p:sldId id="382" r:id="rId14"/>
    <p:sldId id="383" r:id="rId15"/>
    <p:sldId id="384" r:id="rId16"/>
    <p:sldId id="386" r:id="rId17"/>
    <p:sldId id="387" r:id="rId18"/>
    <p:sldId id="389" r:id="rId19"/>
    <p:sldId id="390" r:id="rId20"/>
    <p:sldId id="392" r:id="rId21"/>
    <p:sldId id="393" r:id="rId22"/>
    <p:sldId id="394" r:id="rId23"/>
    <p:sldId id="395" r:id="rId24"/>
    <p:sldId id="397" r:id="rId25"/>
    <p:sldId id="398" r:id="rId26"/>
    <p:sldId id="399" r:id="rId27"/>
    <p:sldId id="400" r:id="rId28"/>
    <p:sldId id="401" r:id="rId29"/>
    <p:sldId id="402" r:id="rId30"/>
    <p:sldId id="403" r:id="rId31"/>
    <p:sldId id="404" r:id="rId32"/>
    <p:sldId id="405" r:id="rId33"/>
    <p:sldId id="406" r:id="rId34"/>
    <p:sldId id="407" r:id="rId35"/>
    <p:sldId id="408" r:id="rId36"/>
    <p:sldId id="409" r:id="rId37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l" defTabSz="2438338" rtl="0" fontAlgn="auto" latinLnBrk="0" hangingPunct="0">
      <a:lnSpc>
        <a:spcPct val="90000"/>
      </a:lnSpc>
      <a:spcBef>
        <a:spcPts val="4500"/>
      </a:spcBef>
      <a:spcAft>
        <a:spcPts val="0"/>
      </a:spcAft>
      <a:buClrTx/>
      <a:buSzTx/>
      <a:buFontTx/>
      <a:buNone/>
      <a:tabLst/>
      <a:defRPr kumimoji="0" sz="48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Helvetica Neue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0CEF2"/>
    <a:srgbClr val="941651"/>
    <a:srgbClr val="42424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381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381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536773"/>
              </a:solidFill>
              <a:prstDash val="solid"/>
              <a:miter lim="400000"/>
            </a:ln>
          </a:top>
          <a:bottom>
            <a:ln w="12700" cap="flat">
              <a:solidFill>
                <a:srgbClr val="536773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381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36773"/>
              </a:solidFill>
              <a:prstDash val="solid"/>
              <a:miter lim="400000"/>
            </a:ln>
          </a:left>
          <a:right>
            <a:ln w="12700" cap="flat">
              <a:solidFill>
                <a:srgbClr val="536773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536773"/>
              </a:solidFill>
              <a:prstDash val="solid"/>
              <a:miter lim="400000"/>
            </a:ln>
          </a:insideH>
          <a:insideV>
            <a:ln w="12700" cap="flat">
              <a:solidFill>
                <a:srgbClr val="536773"/>
              </a:solidFill>
              <a:prstDash val="solid"/>
              <a:miter lim="400000"/>
            </a:ln>
          </a:insideV>
        </a:tcBdr>
        <a:fill>
          <a:solidFill>
            <a:schemeClr val="accent1">
              <a:lumOff val="16847"/>
            </a:schemeClr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838383"/>
              </a:solidFill>
              <a:prstDash val="solid"/>
              <a:miter lim="400000"/>
            </a:ln>
          </a:left>
          <a:right>
            <a:ln w="12700" cap="flat">
              <a:solidFill>
                <a:srgbClr val="838383"/>
              </a:solidFill>
              <a:prstDash val="solid"/>
              <a:miter lim="400000"/>
            </a:ln>
          </a:right>
          <a:top>
            <a:ln w="12700" cap="flat">
              <a:solidFill>
                <a:srgbClr val="838383"/>
              </a:solidFill>
              <a:prstDash val="solid"/>
              <a:miter lim="400000"/>
            </a:ln>
          </a:top>
          <a:bottom>
            <a:ln w="12700" cap="flat">
              <a:solidFill>
                <a:srgbClr val="838383"/>
              </a:solidFill>
              <a:prstDash val="solid"/>
              <a:miter lim="400000"/>
            </a:ln>
          </a:bottom>
          <a:insideH>
            <a:ln w="12700" cap="flat">
              <a:solidFill>
                <a:srgbClr val="838383"/>
              </a:solidFill>
              <a:prstDash val="solid"/>
              <a:miter lim="400000"/>
            </a:ln>
          </a:insideH>
          <a:insideV>
            <a:ln w="12700" cap="flat">
              <a:solidFill>
                <a:srgbClr val="838383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808080"/>
              </a:solidFill>
              <a:prstDash val="solid"/>
              <a:miter lim="400000"/>
            </a:ln>
          </a:right>
          <a:top>
            <a:ln w="12700" cap="flat">
              <a:solidFill>
                <a:srgbClr val="808080"/>
              </a:solidFill>
              <a:prstDash val="solid"/>
              <a:miter lim="400000"/>
            </a:ln>
          </a:top>
          <a:bottom>
            <a:ln w="12700" cap="flat">
              <a:solidFill>
                <a:srgbClr val="808080"/>
              </a:solidFill>
              <a:prstDash val="solid"/>
              <a:miter lim="400000"/>
            </a:ln>
          </a:bottom>
          <a:insideH>
            <a:ln w="12700" cap="flat">
              <a:solidFill>
                <a:srgbClr val="808080"/>
              </a:solidFill>
              <a:prstDash val="solid"/>
              <a:miter lim="400000"/>
            </a:ln>
          </a:insideH>
          <a:insideV>
            <a:ln w="12700" cap="flat">
              <a:solidFill>
                <a:srgbClr val="808080"/>
              </a:solidFill>
              <a:prstDash val="solid"/>
              <a:miter lim="400000"/>
            </a:ln>
          </a:insideV>
        </a:tcBdr>
        <a:fill>
          <a:solidFill>
            <a:srgbClr val="88FA4F"/>
          </a:solidFill>
        </a:fill>
      </a:tcStyle>
    </a:firstCol>
    <a:lastRow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38100" cap="flat">
              <a:solidFill>
                <a:schemeClr val="accent3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4D4D4D"/>
              </a:solidFill>
              <a:prstDash val="solid"/>
              <a:miter lim="400000"/>
            </a:ln>
          </a:left>
          <a:right>
            <a:ln w="12700" cap="flat">
              <a:solidFill>
                <a:srgbClr val="4D4D4D"/>
              </a:solidFill>
              <a:prstDash val="solid"/>
              <a:miter lim="400000"/>
            </a:ln>
          </a:right>
          <a:top>
            <a:ln w="12700" cap="flat">
              <a:solidFill>
                <a:srgbClr val="4D4D4D"/>
              </a:solidFill>
              <a:prstDash val="solid"/>
              <a:miter lim="400000"/>
            </a:ln>
          </a:top>
          <a:bottom>
            <a:ln w="12700" cap="flat">
              <a:solidFill>
                <a:srgbClr val="4D4D4D"/>
              </a:solidFill>
              <a:prstDash val="solid"/>
              <a:miter lim="400000"/>
            </a:ln>
          </a:bottom>
          <a:insideH>
            <a:ln w="12700" cap="flat">
              <a:solidFill>
                <a:srgbClr val="4D4D4D"/>
              </a:solidFill>
              <a:prstDash val="solid"/>
              <a:miter lim="400000"/>
            </a:ln>
          </a:insideH>
          <a:insideV>
            <a:ln w="12700" cap="flat">
              <a:solidFill>
                <a:srgbClr val="4D4D4D"/>
              </a:solidFill>
              <a:prstDash val="solid"/>
              <a:miter lim="400000"/>
            </a:ln>
          </a:insideV>
        </a:tcBdr>
        <a:fill>
          <a:solidFill>
            <a:srgbClr val="60D937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chemeClr val="accent4">
              <a:hueOff val="348544"/>
              <a:lumOff val="7139"/>
            </a:schemeClr>
          </a:solidFill>
        </a:fill>
      </a:tcStyle>
    </a:band2H>
    <a:firstCol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8BB00"/>
          </a:solidFill>
        </a:fill>
      </a:tcStyle>
    </a:firstCol>
    <a:la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38100" cap="flat">
              <a:solidFill>
                <a:srgbClr val="F8BA00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AF7E9"/>
          </a:solidFill>
        </a:fill>
      </a:tcStyle>
    </a:lastRow>
    <a:firstRow>
      <a:tcTxStyle b="off" i="off">
        <a:font>
          <a:latin typeface="Helvetica Neue Medium"/>
          <a:ea typeface="Helvetica Neue Medium"/>
          <a:cs typeface="Helvetica Neue Medium"/>
        </a:font>
        <a:srgbClr val="000000"/>
      </a:tcTxStyle>
      <a:tcStyle>
        <a:tcBdr>
          <a:left>
            <a:ln w="12700" cap="flat">
              <a:solidFill>
                <a:srgbClr val="5B5A5A"/>
              </a:solidFill>
              <a:prstDash val="solid"/>
              <a:miter lim="400000"/>
            </a:ln>
          </a:left>
          <a:right>
            <a:ln w="12700" cap="flat">
              <a:solidFill>
                <a:srgbClr val="5B5A5A"/>
              </a:solidFill>
              <a:prstDash val="solid"/>
              <a:miter lim="400000"/>
            </a:ln>
          </a:right>
          <a:top>
            <a:ln w="12700" cap="flat">
              <a:solidFill>
                <a:srgbClr val="5B5A5A"/>
              </a:solidFill>
              <a:prstDash val="solid"/>
              <a:miter lim="400000"/>
            </a:ln>
          </a:top>
          <a:bottom>
            <a:ln w="12700" cap="flat">
              <a:solidFill>
                <a:srgbClr val="5B5A5A"/>
              </a:solidFill>
              <a:prstDash val="solid"/>
              <a:miter lim="400000"/>
            </a:ln>
          </a:bottom>
          <a:insideH>
            <a:ln w="12700" cap="flat">
              <a:solidFill>
                <a:srgbClr val="5B5A5A"/>
              </a:solidFill>
              <a:prstDash val="solid"/>
              <a:miter lim="400000"/>
            </a:ln>
          </a:insideH>
          <a:insideV>
            <a:ln w="12700" cap="flat">
              <a:solidFill>
                <a:srgbClr val="5B5A5A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464646"/>
              </a:solidFill>
              <a:prstDash val="solid"/>
              <a:miter lim="400000"/>
            </a:ln>
          </a:left>
          <a:right>
            <a:ln w="12700" cap="flat">
              <a:solidFill>
                <a:srgbClr val="464646"/>
              </a:solidFill>
              <a:prstDash val="solid"/>
              <a:miter lim="400000"/>
            </a:ln>
          </a:right>
          <a:top>
            <a:ln w="12700" cap="flat">
              <a:solidFill>
                <a:srgbClr val="464646"/>
              </a:solidFill>
              <a:prstDash val="solid"/>
              <a:miter lim="400000"/>
            </a:ln>
          </a:top>
          <a:bottom>
            <a:ln w="12700" cap="flat">
              <a:solidFill>
                <a:srgbClr val="464646"/>
              </a:solidFill>
              <a:prstDash val="solid"/>
              <a:miter lim="400000"/>
            </a:ln>
          </a:bottom>
          <a:insideH>
            <a:ln w="12700" cap="flat">
              <a:solidFill>
                <a:srgbClr val="464646"/>
              </a:solidFill>
              <a:prstDash val="solid"/>
              <a:miter lim="400000"/>
            </a:ln>
          </a:insideH>
          <a:insideV>
            <a:ln w="12700" cap="flat">
              <a:solidFill>
                <a:srgbClr val="464646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D4D5D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C3C3C3"/>
              </a:solidFill>
              <a:prstDash val="solid"/>
              <a:miter lim="400000"/>
            </a:ln>
          </a:top>
          <a:bottom>
            <a:ln w="12700" cap="flat">
              <a:solidFill>
                <a:srgbClr val="C3C3C3"/>
              </a:solidFill>
              <a:prstDash val="solid"/>
              <a:miter lim="400000"/>
            </a:ln>
          </a:bottom>
          <a:insideH>
            <a:ln w="12700" cap="flat">
              <a:solidFill>
                <a:srgbClr val="C3C3C3"/>
              </a:solidFill>
              <a:prstDash val="solid"/>
              <a:miter lim="400000"/>
            </a:ln>
          </a:insideH>
          <a:insideV>
            <a:ln w="12700" cap="flat">
              <a:solidFill>
                <a:srgbClr val="C3C3C3"/>
              </a:solidFill>
              <a:prstDash val="solid"/>
              <a:miter lim="400000"/>
            </a:ln>
          </a:insideV>
        </a:tcBdr>
        <a:fill>
          <a:solidFill>
            <a:srgbClr val="CB2A7B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5E5E5E"/>
              </a:solidFill>
              <a:prstDash val="solid"/>
              <a:miter lim="400000"/>
            </a:ln>
          </a:left>
          <a:right>
            <a:ln w="12700" cap="flat">
              <a:solidFill>
                <a:srgbClr val="5E5E5E"/>
              </a:solidFill>
              <a:prstDash val="solid"/>
              <a:miter lim="400000"/>
            </a:ln>
          </a:right>
          <a:top>
            <a:ln w="38100" cap="flat">
              <a:solidFill>
                <a:srgbClr val="CB297B"/>
              </a:solidFill>
              <a:prstDash val="solid"/>
              <a:miter lim="400000"/>
            </a:ln>
          </a:top>
          <a:bottom>
            <a:ln w="12700" cap="flat">
              <a:solidFill>
                <a:srgbClr val="5E5E5E"/>
              </a:solidFill>
              <a:prstDash val="solid"/>
              <a:miter lim="400000"/>
            </a:ln>
          </a:bottom>
          <a:insideH>
            <a:ln w="12700" cap="flat">
              <a:solidFill>
                <a:srgbClr val="5E5E5E"/>
              </a:solidFill>
              <a:prstDash val="solid"/>
              <a:miter lim="400000"/>
            </a:ln>
          </a:insideH>
          <a:insideV>
            <a:ln w="12700" cap="flat">
              <a:solidFill>
                <a:srgbClr val="5E5E5E"/>
              </a:solidFill>
              <a:prstDash val="solid"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5E5E5E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991A5F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6C6C6C"/>
              </a:solidFill>
              <a:prstDash val="solid"/>
              <a:miter lim="400000"/>
            </a:ln>
          </a:left>
          <a:right>
            <a:ln w="254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solidFill>
                <a:srgbClr val="6C6C6C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6C6C6C"/>
              </a:solidFill>
              <a:prstDash val="solid"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prstDash val="solid"/>
              <a:miter lim="400000"/>
            </a:ln>
          </a:insideH>
          <a:insideV>
            <a:ln w="12700" cap="flat">
              <a:solidFill>
                <a:srgbClr val="000000"/>
              </a:solidFill>
              <a:prstDash val="solid"/>
              <a:miter lim="400000"/>
            </a:ln>
          </a:insideV>
        </a:tcBdr>
        <a:fill>
          <a:solidFill>
            <a:srgbClr val="D6DCE0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44"/>
    <p:restoredTop sz="94762"/>
  </p:normalViewPr>
  <p:slideViewPr>
    <p:cSldViewPr snapToGrid="0">
      <p:cViewPr varScale="1">
        <p:scale>
          <a:sx n="59" d="100"/>
          <a:sy n="59" d="100"/>
        </p:scale>
        <p:origin x="264" y="2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Shape 168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69" name="Shape 169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7999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Author and Dat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1340" y="118598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1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13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1342" y="72231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Avocados and limes"/>
          <p:cNvSpPr>
            <a:spLocks noGrp="1"/>
          </p:cNvSpPr>
          <p:nvPr>
            <p:ph type="pic" idx="21"/>
          </p:nvPr>
        </p:nvSpPr>
        <p:spPr>
          <a:xfrm>
            <a:off x="-1155700" y="-1295400"/>
            <a:ext cx="26746200" cy="16018933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2" name="Presentation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/>
            </a:lvl1pPr>
          </a:lstStyle>
          <a:p>
            <a:r>
              <a:t>Presentation Title</a:t>
            </a:r>
          </a:p>
        </p:txBody>
      </p:sp>
      <p:sp>
        <p:nvSpPr>
          <p:cNvPr id="23" name="Author and Date"/>
          <p:cNvSpPr txBox="1">
            <a:spLocks noGrp="1"/>
          </p:cNvSpPr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Author and Date</a:t>
            </a:r>
          </a:p>
        </p:txBody>
      </p:sp>
      <p:sp>
        <p:nvSpPr>
          <p:cNvPr id="2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Presentation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2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Photo 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Bowl with salmon cakes, salad and houmous"/>
          <p:cNvSpPr>
            <a:spLocks noGrp="1"/>
          </p:cNvSpPr>
          <p:nvPr>
            <p:ph type="pic" idx="21"/>
          </p:nvPr>
        </p:nvSpPr>
        <p:spPr>
          <a:xfrm>
            <a:off x="10972800" y="-203200"/>
            <a:ext cx="12144837" cy="141351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Slide Title</a:t>
            </a:r>
          </a:p>
        </p:txBody>
      </p:sp>
      <p:sp>
        <p:nvSpPr>
          <p:cNvPr id="34" name="Body Level One…"/>
          <p:cNvSpPr txBox="1">
            <a:spLocks noGrp="1"/>
          </p:cNvSpPr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Slide Subtitle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43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44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5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61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62" name="Bowl of pappardelle pasta with parsley butter, roasted hazelnuts and shaved parmesan cheese"/>
          <p:cNvSpPr>
            <a:spLocks noGrp="1"/>
          </p:cNvSpPr>
          <p:nvPr>
            <p:ph type="pic" idx="22"/>
          </p:nvPr>
        </p:nvSpPr>
        <p:spPr>
          <a:xfrm>
            <a:off x="12192000" y="-407266"/>
            <a:ext cx="10916874" cy="1455583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6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Smal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7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7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7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Live Video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9779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82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83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ection Title"/>
          <p:cNvSpPr txBox="1">
            <a:spLocks noGrp="1"/>
          </p:cNvSpPr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Section Title</a:t>
            </a:r>
          </a:p>
        </p:txBody>
      </p:sp>
      <p:sp>
        <p:nvSpPr>
          <p:cNvPr id="92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00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Agenda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Agenda Title</a:t>
            </a:r>
          </a:p>
        </p:txBody>
      </p:sp>
      <p:sp>
        <p:nvSpPr>
          <p:cNvPr id="109" name="Agenda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Agenda Subtitle</a:t>
            </a:r>
          </a:p>
        </p:txBody>
      </p:sp>
      <p:sp>
        <p:nvSpPr>
          <p:cNvPr id="110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Agenda Topics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Statement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ig F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/>
            </a:lvl5pPr>
          </a:lstStyle>
          <a:p>
            <a:r>
              <a:t>100%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7" name="Fact informa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Fact information</a:t>
            </a:r>
          </a:p>
        </p:txBody>
      </p:sp>
      <p:sp>
        <p:nvSpPr>
          <p:cNvPr id="1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Attribution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2430025" y="10675453"/>
            <a:ext cx="202000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3600" b="1"/>
            </a:lvl1pPr>
          </a:lstStyle>
          <a:p>
            <a:r>
              <a:t>Attribution</a:t>
            </a:r>
          </a:p>
        </p:txBody>
      </p:sp>
      <p:sp>
        <p:nvSpPr>
          <p:cNvPr id="136" name="Body Level One…"/>
          <p:cNvSpPr txBox="1">
            <a:spLocks noGrp="1"/>
          </p:cNvSpPr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923" indent="-469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923" indent="-12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923" indent="4445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923" indent="9017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923" indent="1358900">
              <a:spcBef>
                <a:spcPts val="0"/>
              </a:spcBef>
              <a:buSzTx/>
              <a:buNone/>
              <a:defRPr sz="8500" spc="-170"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“Notable Quote”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3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Bowl of salad with fried rice, boiled eggs and chopsticks"/>
          <p:cNvSpPr>
            <a:spLocks noGrp="1"/>
          </p:cNvSpPr>
          <p:nvPr>
            <p:ph type="pic" sz="quarter" idx="21"/>
          </p:nvPr>
        </p:nvSpPr>
        <p:spPr>
          <a:xfrm>
            <a:off x="15760700" y="1016000"/>
            <a:ext cx="7439099" cy="594967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5" name="Bowl with salmon cakes, salad and houmous "/>
          <p:cNvSpPr>
            <a:spLocks noGrp="1"/>
          </p:cNvSpPr>
          <p:nvPr>
            <p:ph type="pic" sz="half" idx="22"/>
          </p:nvPr>
        </p:nvSpPr>
        <p:spPr>
          <a:xfrm>
            <a:off x="13500100" y="3978275"/>
            <a:ext cx="10439400" cy="1215018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6" name="Bowl of pappardelle pasta with parsley butter, roasted hazelnuts and shaved parmesan cheese"/>
          <p:cNvSpPr>
            <a:spLocks noGrp="1"/>
          </p:cNvSpPr>
          <p:nvPr>
            <p:ph type="pic" idx="23"/>
          </p:nvPr>
        </p:nvSpPr>
        <p:spPr>
          <a:xfrm>
            <a:off x="-139700" y="495300"/>
            <a:ext cx="16611600" cy="124587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4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bowl of salad with fried rice, boiled eggs and chopsticks"/>
          <p:cNvSpPr>
            <a:spLocks noGrp="1"/>
          </p:cNvSpPr>
          <p:nvPr>
            <p:ph type="pic" idx="21"/>
          </p:nvPr>
        </p:nvSpPr>
        <p:spPr>
          <a:xfrm>
            <a:off x="-1333500" y="-5524500"/>
            <a:ext cx="27051000" cy="216408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5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61595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algn="ctr" defTabSz="584200">
              <a:lnSpc>
                <a:spcPct val="100000"/>
              </a:lnSpc>
              <a:spcBef>
                <a:spcPts val="0"/>
              </a:spcBef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xStyles>
    <p:titleStyle>
      <a:lvl1pPr marL="0" marR="0" indent="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338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338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7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7.xml"/><Relationship Id="rId4" Type="http://schemas.openxmlformats.org/officeDocument/2006/relationships/image" Target="../media/image7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/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:mc="http://schemas.openxmlformats.org/markup-compatibility/2006" xmlns:a14="http://schemas.microsoft.com/office/drawing/2010/main" xmlns:ma14="http://schemas.microsoft.com/office/mac/drawingml/2011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44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Lower Bounds on Comparison based sorting</a:t>
            </a:r>
            <a:endParaRPr sz="144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384CC36-73A8-653A-B606-7CB16D2126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CB79C97A-BB23-64BF-20E3-B306CFA83293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ns3:wrappingTextBoxFlag xmlns="" xmlns:ns2="http://schemas.microsoft.com/office/drawing/2014/main" xmlns:ns3="http://schemas.microsoft.com/office/mac/drawingml/2011/main" xmlns:ns4="http://schemas.microsoft.com/office/powerpoint/2010/main" xmlns:ns5="http://schemas.openxmlformats.org/markup-compatibility/2006" xmlns:ns6="http://schemas.microsoft.com/office/powerpoint/2015/09/main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A3E52BF-47B6-C53B-DBB7-E0BDE51AC972}"/>
              </a:ext>
            </a:extLst>
          </p:cNvPr>
          <p:cNvSpPr/>
          <p:nvPr/>
        </p:nvSpPr>
        <p:spPr>
          <a:xfrm>
            <a:off x="645013" y="622109"/>
            <a:ext cx="23093974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MergeSort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--- O(n log n)</a:t>
            </a:r>
            <a:endParaRPr lang="en-US" sz="5400" dirty="0">
              <a:solidFill>
                <a:schemeClr val="accent1">
                  <a:lumMod val="40000"/>
                  <a:lumOff val="60000"/>
                </a:schemeClr>
              </a:solidFill>
              <a:latin typeface="Bradley Hand" pitchFamily="2" charset="77"/>
            </a:endParaRP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 err="1">
                <a:solidFill>
                  <a:schemeClr val="bg1"/>
                </a:solidFill>
                <a:latin typeface="Bradley Hand" pitchFamily="2" charset="77"/>
              </a:rPr>
              <a:t>HeapSort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  --- O(n log n)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Quicksort  --- O(n log n) average running time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1FC99F4-E5F7-B765-4B23-580C425BEF15}"/>
              </a:ext>
            </a:extLst>
          </p:cNvPr>
          <p:cNvSpPr/>
          <p:nvPr/>
        </p:nvSpPr>
        <p:spPr>
          <a:xfrm>
            <a:off x="645013" y="6124925"/>
            <a:ext cx="2309397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But can we sort number in better </a:t>
            </a:r>
            <a:r>
              <a:rPr lang="en-US" sz="5400" dirty="0" err="1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thab</a:t>
            </a:r>
            <a:r>
              <a:rPr lang="en-US" sz="540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 O(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n log n) time?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8330ECB-B713-AEE0-523A-9B4DA7605F0B}"/>
              </a:ext>
            </a:extLst>
          </p:cNvPr>
          <p:cNvSpPr/>
          <p:nvPr/>
        </p:nvSpPr>
        <p:spPr>
          <a:xfrm>
            <a:off x="645013" y="8359880"/>
            <a:ext cx="2309397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No, for comparison based sorting algorithms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B8F7AB50-8913-2916-861A-3EE8EE3B459D}"/>
              </a:ext>
            </a:extLst>
          </p:cNvPr>
          <p:cNvSpPr/>
          <p:nvPr/>
        </p:nvSpPr>
        <p:spPr>
          <a:xfrm>
            <a:off x="645013" y="9835583"/>
            <a:ext cx="2309397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Yes, otherwise</a:t>
            </a:r>
          </a:p>
        </p:txBody>
      </p:sp>
    </p:spTree>
    <p:extLst>
      <p:ext uri="{BB962C8B-B14F-4D97-AF65-F5344CB8AC3E}">
        <p14:creationId xmlns:p14="http://schemas.microsoft.com/office/powerpoint/2010/main" val="18467869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3DF27F5-EE73-D9DD-FC5A-4740F8690765}"/>
                  </a:ext>
                </a:extLst>
              </p:cNvPr>
              <p:cNvSpPr/>
              <p:nvPr/>
            </p:nvSpPr>
            <p:spPr>
              <a:xfrm>
                <a:off x="645013" y="795513"/>
                <a:ext cx="23093974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We will show that any comparison based sorting algorithm must take </a:t>
                </a:r>
              </a:p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5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(n log n) time</a:t>
                </a: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3DF27F5-EE73-D9DD-FC5A-4740F8690765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795513"/>
                <a:ext cx="23093974" cy="1952308"/>
              </a:xfrm>
              <a:prstGeom prst="roundRect">
                <a:avLst/>
              </a:prstGeom>
              <a:blipFill>
                <a:blip r:embed="rId2"/>
                <a:stretch>
                  <a:fillRect t="-1258" b="-1320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9328327-88DE-91B1-0AAA-BF70C87A0054}"/>
              </a:ext>
            </a:extLst>
          </p:cNvPr>
          <p:cNvSpPr/>
          <p:nvPr/>
        </p:nvSpPr>
        <p:spPr>
          <a:xfrm>
            <a:off x="645013" y="4765540"/>
            <a:ext cx="2309397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How do we even start proving such a statement?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How do we argue about </a:t>
            </a:r>
            <a:r>
              <a:rPr lang="en-US" sz="5400" dirty="0">
                <a:solidFill>
                  <a:schemeClr val="accent5">
                    <a:lumMod val="40000"/>
                    <a:lumOff val="60000"/>
                  </a:schemeClr>
                </a:solidFill>
                <a:latin typeface="Bradley Hand" pitchFamily="2" charset="77"/>
              </a:rPr>
              <a:t>every</a:t>
            </a: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 algorithm?</a:t>
            </a:r>
          </a:p>
        </p:txBody>
      </p:sp>
    </p:spTree>
    <p:extLst>
      <p:ext uri="{BB962C8B-B14F-4D97-AF65-F5344CB8AC3E}">
        <p14:creationId xmlns:p14="http://schemas.microsoft.com/office/powerpoint/2010/main" val="29286077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8F40D5-42CC-4E8B-529B-3E4F2A0D8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Candy: A problem on leetcode">
            <a:extLst>
              <a:ext uri="{FF2B5EF4-FFF2-40B4-BE49-F238E27FC236}">
                <a16:creationId xmlns:a16="http://schemas.microsoft.com/office/drawing/2014/main" id="{E12D184E-C203-745B-192E-84EB0A458517}"/>
              </a:ext>
            </a:extLst>
          </p:cNvPr>
          <p:cNvSpPr/>
          <p:nvPr/>
        </p:nvSpPr>
        <p:spPr>
          <a:xfrm>
            <a:off x="645013" y="1189806"/>
            <a:ext cx="22731560" cy="11470843"/>
          </a:xfrm>
          <a:prstGeom prst="roundRect">
            <a:avLst>
              <a:gd name="adj" fmla="val 1661"/>
            </a:avLst>
          </a:prstGeom>
          <a:noFill/>
          <a:ln w="12700">
            <a:noFill/>
            <a:miter lim="400000"/>
          </a:ln>
          <a:effectLst>
            <a:outerShdw blurRad="355600" dist="114300" rotWithShape="0">
              <a:srgbClr val="000000">
                <a:alpha val="96558"/>
              </a:srgbClr>
            </a:outerShdw>
            <a:reflection stA="50000" endPos="0" dir="5400000" sy="-100000" algn="bl" rotWithShape="0"/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/>
          <a:lstStyle>
            <a:lvl1pPr algn="ctr" defTabSz="825500">
              <a:lnSpc>
                <a:spcPct val="100000"/>
              </a:lnSpc>
              <a:spcBef>
                <a:spcPts val="0"/>
              </a:spcBef>
              <a:defRPr sz="20000">
                <a:solidFill>
                  <a:srgbClr val="FFFFFF"/>
                </a:solidFill>
                <a:latin typeface="Chalkduster"/>
                <a:ea typeface="Chalkduster"/>
                <a:cs typeface="Chalkduster"/>
                <a:sym typeface="Chalkduster"/>
              </a:defRPr>
            </a:lvl1pPr>
          </a:lstStyle>
          <a:p>
            <a:r>
              <a:rPr lang="en-US" sz="17300" dirty="0">
                <a:latin typeface="Chalkduster" panose="03050602040202020205" pitchFamily="66" charset="77"/>
                <a:cs typeface="Fave Script Bold Pro" panose="020F0502020204030204" pitchFamily="34" charset="0"/>
              </a:rPr>
              <a:t>Insertion Sort</a:t>
            </a:r>
            <a:endParaRPr sz="17300" dirty="0">
              <a:latin typeface="Chalkduster" panose="03050602040202020205" pitchFamily="66" charset="77"/>
              <a:cs typeface="Fave Script Bold Pro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2596859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Word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A1C409-5325-C050-6CED-2913D1FE7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AC5FB9A0-5C3A-EB7A-B6C4-5462B07B2C4F}"/>
              </a:ext>
            </a:extLst>
          </p:cNvPr>
          <p:cNvSpPr/>
          <p:nvPr/>
        </p:nvSpPr>
        <p:spPr>
          <a:xfrm>
            <a:off x="13476920" y="867877"/>
            <a:ext cx="1658806" cy="2525028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7873405B-6365-ABC5-B93B-76EAB983DED5}"/>
              </a:ext>
            </a:extLst>
          </p:cNvPr>
          <p:cNvSpPr/>
          <p:nvPr/>
        </p:nvSpPr>
        <p:spPr>
          <a:xfrm>
            <a:off x="17828376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D2622DD-789F-CD10-4603-13AEE31B90F3}"/>
              </a:ext>
            </a:extLst>
          </p:cNvPr>
          <p:cNvSpPr/>
          <p:nvPr/>
        </p:nvSpPr>
        <p:spPr>
          <a:xfrm>
            <a:off x="15782181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8083C5-69E4-4ECF-9AB6-545579EF9302}"/>
              </a:ext>
            </a:extLst>
          </p:cNvPr>
          <p:cNvSpPr/>
          <p:nvPr/>
        </p:nvSpPr>
        <p:spPr>
          <a:xfrm>
            <a:off x="13799470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869F916-3E1B-2810-D23A-ACAB46CE496E}"/>
              </a:ext>
            </a:extLst>
          </p:cNvPr>
          <p:cNvSpPr/>
          <p:nvPr/>
        </p:nvSpPr>
        <p:spPr>
          <a:xfrm>
            <a:off x="13689600" y="1753094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AD0592E-81C4-7836-0292-950370DCE8AC}"/>
              </a:ext>
            </a:extLst>
          </p:cNvPr>
          <p:cNvSpPr/>
          <p:nvPr/>
        </p:nvSpPr>
        <p:spPr>
          <a:xfrm>
            <a:off x="15699381" y="175309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CBB431C2-816A-A151-C71B-D97B0DAE28FE}"/>
              </a:ext>
            </a:extLst>
          </p:cNvPr>
          <p:cNvSpPr/>
          <p:nvPr/>
        </p:nvSpPr>
        <p:spPr>
          <a:xfrm>
            <a:off x="17709162" y="175309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78CA57D-73A3-EFC6-4399-8AEA4C6E5343}"/>
              </a:ext>
            </a:extLst>
          </p:cNvPr>
          <p:cNvSpPr/>
          <p:nvPr/>
        </p:nvSpPr>
        <p:spPr>
          <a:xfrm>
            <a:off x="852734" y="4527196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7867CB06-FF86-116E-0A65-E098529C268B}"/>
              </a:ext>
            </a:extLst>
          </p:cNvPr>
          <p:cNvSpPr/>
          <p:nvPr/>
        </p:nvSpPr>
        <p:spPr>
          <a:xfrm>
            <a:off x="884510" y="12087809"/>
            <a:ext cx="9512181" cy="12031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endParaRPr lang="en-US" sz="32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57740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F8BE3-99BC-C2A8-52D9-2243F8B902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34128CA-DD5C-FCE3-4413-4904E462A3E7}"/>
              </a:ext>
            </a:extLst>
          </p:cNvPr>
          <p:cNvSpPr/>
          <p:nvPr/>
        </p:nvSpPr>
        <p:spPr>
          <a:xfrm>
            <a:off x="13476920" y="867877"/>
            <a:ext cx="1658806" cy="2525028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37D2A3E-46C0-4019-096D-14243A50755B}"/>
              </a:ext>
            </a:extLst>
          </p:cNvPr>
          <p:cNvSpPr/>
          <p:nvPr/>
        </p:nvSpPr>
        <p:spPr>
          <a:xfrm>
            <a:off x="17828376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2032B018-9578-621D-48A3-080ACD75629E}"/>
              </a:ext>
            </a:extLst>
          </p:cNvPr>
          <p:cNvSpPr/>
          <p:nvPr/>
        </p:nvSpPr>
        <p:spPr>
          <a:xfrm>
            <a:off x="15782181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411B4EE-CFD2-3B8D-E239-31D047B6895A}"/>
              </a:ext>
            </a:extLst>
          </p:cNvPr>
          <p:cNvSpPr/>
          <p:nvPr/>
        </p:nvSpPr>
        <p:spPr>
          <a:xfrm>
            <a:off x="13799470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AE40DA2-3CE7-7A69-9D71-8D04FC7B1CBF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3441ADD-F268-77E9-A259-CAAE0154125C}"/>
              </a:ext>
            </a:extLst>
          </p:cNvPr>
          <p:cNvSpPr/>
          <p:nvPr/>
        </p:nvSpPr>
        <p:spPr>
          <a:xfrm>
            <a:off x="13689600" y="1753094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0FD0CD73-56AA-BB93-C215-FC1A6CC1D953}"/>
              </a:ext>
            </a:extLst>
          </p:cNvPr>
          <p:cNvSpPr/>
          <p:nvPr/>
        </p:nvSpPr>
        <p:spPr>
          <a:xfrm>
            <a:off x="15699381" y="175309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FA0C46E6-C55E-6227-8B32-F03698EF9E45}"/>
              </a:ext>
            </a:extLst>
          </p:cNvPr>
          <p:cNvSpPr/>
          <p:nvPr/>
        </p:nvSpPr>
        <p:spPr>
          <a:xfrm>
            <a:off x="17709162" y="175309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B00A625-030C-EDE7-2DA7-D887ADFA1B83}"/>
              </a:ext>
            </a:extLst>
          </p:cNvPr>
          <p:cNvSpPr/>
          <p:nvPr/>
        </p:nvSpPr>
        <p:spPr>
          <a:xfrm>
            <a:off x="852734" y="4912206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24529E5-FC28-102C-AB4D-DE7895D86A53}"/>
              </a:ext>
            </a:extLst>
          </p:cNvPr>
          <p:cNvSpPr/>
          <p:nvPr/>
        </p:nvSpPr>
        <p:spPr>
          <a:xfrm>
            <a:off x="884510" y="12087809"/>
            <a:ext cx="9512181" cy="12031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 = 0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j = 0</a:t>
            </a:r>
          </a:p>
        </p:txBody>
      </p:sp>
    </p:spTree>
    <p:extLst>
      <p:ext uri="{BB962C8B-B14F-4D97-AF65-F5344CB8AC3E}">
        <p14:creationId xmlns:p14="http://schemas.microsoft.com/office/powerpoint/2010/main" val="229195886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27A5DF-788E-470E-F131-917CEE4A9E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EAF4219-4B18-C915-0A1A-6E9B30B91AEE}"/>
              </a:ext>
            </a:extLst>
          </p:cNvPr>
          <p:cNvSpPr/>
          <p:nvPr/>
        </p:nvSpPr>
        <p:spPr>
          <a:xfrm>
            <a:off x="13476920" y="867877"/>
            <a:ext cx="1658806" cy="2525028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52E37739-1797-7E3A-D7D2-933AD032F685}"/>
              </a:ext>
            </a:extLst>
          </p:cNvPr>
          <p:cNvSpPr/>
          <p:nvPr/>
        </p:nvSpPr>
        <p:spPr>
          <a:xfrm>
            <a:off x="17828376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66F4152-3189-E20A-C8D3-AD8D6FB6E971}"/>
              </a:ext>
            </a:extLst>
          </p:cNvPr>
          <p:cNvSpPr/>
          <p:nvPr/>
        </p:nvSpPr>
        <p:spPr>
          <a:xfrm>
            <a:off x="15782181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D398AE2-3CE9-2776-7CAB-59A6DF223B73}"/>
              </a:ext>
            </a:extLst>
          </p:cNvPr>
          <p:cNvSpPr/>
          <p:nvPr/>
        </p:nvSpPr>
        <p:spPr>
          <a:xfrm>
            <a:off x="13799470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E8A917F4-982E-72E3-EF29-C1B5ACDC0DD8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5AD9142-2995-B22D-04B3-EC17B11CC4E2}"/>
              </a:ext>
            </a:extLst>
          </p:cNvPr>
          <p:cNvSpPr/>
          <p:nvPr/>
        </p:nvSpPr>
        <p:spPr>
          <a:xfrm>
            <a:off x="13689600" y="1753094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91216AC-45D0-6E24-1855-5DE3EB31AD6A}"/>
              </a:ext>
            </a:extLst>
          </p:cNvPr>
          <p:cNvSpPr/>
          <p:nvPr/>
        </p:nvSpPr>
        <p:spPr>
          <a:xfrm>
            <a:off x="15699381" y="175309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7F560A6-773E-F214-920A-0D987BD5100E}"/>
              </a:ext>
            </a:extLst>
          </p:cNvPr>
          <p:cNvSpPr/>
          <p:nvPr/>
        </p:nvSpPr>
        <p:spPr>
          <a:xfrm>
            <a:off x="17709162" y="175309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34C864C4-DF77-F737-96CA-5E9D79ED1D21}"/>
              </a:ext>
            </a:extLst>
          </p:cNvPr>
          <p:cNvSpPr/>
          <p:nvPr/>
        </p:nvSpPr>
        <p:spPr>
          <a:xfrm>
            <a:off x="852734" y="3660922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8DFF7E6-9D40-20CF-886B-F5DD143DA1E2}"/>
              </a:ext>
            </a:extLst>
          </p:cNvPr>
          <p:cNvSpPr/>
          <p:nvPr/>
        </p:nvSpPr>
        <p:spPr>
          <a:xfrm>
            <a:off x="884510" y="12087809"/>
            <a:ext cx="9512181" cy="12031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j = 0</a:t>
            </a:r>
          </a:p>
        </p:txBody>
      </p:sp>
    </p:spTree>
    <p:extLst>
      <p:ext uri="{BB962C8B-B14F-4D97-AF65-F5344CB8AC3E}">
        <p14:creationId xmlns:p14="http://schemas.microsoft.com/office/powerpoint/2010/main" val="1453232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C0B56F-5284-4A88-1170-A010A0FFB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DC0A04F1-DE0B-100E-6247-9DCBAB9CC52D}"/>
              </a:ext>
            </a:extLst>
          </p:cNvPr>
          <p:cNvSpPr/>
          <p:nvPr/>
        </p:nvSpPr>
        <p:spPr>
          <a:xfrm>
            <a:off x="13476920" y="867877"/>
            <a:ext cx="1658806" cy="2525028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D75EA8E-6828-812D-3CB7-43DC6D4AF89C}"/>
              </a:ext>
            </a:extLst>
          </p:cNvPr>
          <p:cNvSpPr/>
          <p:nvPr/>
        </p:nvSpPr>
        <p:spPr>
          <a:xfrm>
            <a:off x="17828376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1EB3D4F-5B67-039A-10FC-EC92EC9C601E}"/>
              </a:ext>
            </a:extLst>
          </p:cNvPr>
          <p:cNvSpPr/>
          <p:nvPr/>
        </p:nvSpPr>
        <p:spPr>
          <a:xfrm>
            <a:off x="15782181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E95B193-1BAD-343C-5089-6C81DB312166}"/>
              </a:ext>
            </a:extLst>
          </p:cNvPr>
          <p:cNvSpPr/>
          <p:nvPr/>
        </p:nvSpPr>
        <p:spPr>
          <a:xfrm>
            <a:off x="13799470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4D14F852-BC88-AD2D-59AE-B9EE269CC4F3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91D9D7AB-D2CD-8662-4C0E-5666CBD68371}"/>
              </a:ext>
            </a:extLst>
          </p:cNvPr>
          <p:cNvSpPr/>
          <p:nvPr/>
        </p:nvSpPr>
        <p:spPr>
          <a:xfrm>
            <a:off x="13689600" y="1753094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2AE0EC5-3B25-90D4-9C44-B2037D1C93F0}"/>
              </a:ext>
            </a:extLst>
          </p:cNvPr>
          <p:cNvSpPr/>
          <p:nvPr/>
        </p:nvSpPr>
        <p:spPr>
          <a:xfrm>
            <a:off x="15699381" y="175309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1598941-567A-1BA3-EC42-D568A82DD07E}"/>
              </a:ext>
            </a:extLst>
          </p:cNvPr>
          <p:cNvSpPr/>
          <p:nvPr/>
        </p:nvSpPr>
        <p:spPr>
          <a:xfrm>
            <a:off x="17709162" y="175309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61FC916-E2C1-02F4-C143-4E0823B3C91E}"/>
              </a:ext>
            </a:extLst>
          </p:cNvPr>
          <p:cNvSpPr/>
          <p:nvPr/>
        </p:nvSpPr>
        <p:spPr>
          <a:xfrm>
            <a:off x="852734" y="4430943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BD3B5DA-2A50-DE30-1997-BB43C8273B7A}"/>
              </a:ext>
            </a:extLst>
          </p:cNvPr>
          <p:cNvSpPr/>
          <p:nvPr/>
        </p:nvSpPr>
        <p:spPr>
          <a:xfrm>
            <a:off x="884510" y="12078941"/>
            <a:ext cx="9512181" cy="1220902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i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j </a:t>
            </a:r>
            <a:r>
              <a:rPr lang="en-US" sz="3200">
                <a:solidFill>
                  <a:schemeClr val="bg1"/>
                </a:solidFill>
                <a:latin typeface="Bradley Hand" pitchFamily="2" charset="77"/>
              </a:rPr>
              <a:t>= 0</a:t>
            </a:r>
            <a:endParaRPr lang="en-US" sz="32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7495865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388623-6D04-7F9F-BC26-2122B328B8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3D329C17-5861-7C22-158F-A8D42EB9AD1B}"/>
              </a:ext>
            </a:extLst>
          </p:cNvPr>
          <p:cNvSpPr/>
          <p:nvPr/>
        </p:nvSpPr>
        <p:spPr>
          <a:xfrm>
            <a:off x="13476920" y="867877"/>
            <a:ext cx="3559796" cy="2597218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ADE7C5EC-8851-55FC-0B12-B597DFA122B7}"/>
              </a:ext>
            </a:extLst>
          </p:cNvPr>
          <p:cNvSpPr/>
          <p:nvPr/>
        </p:nvSpPr>
        <p:spPr>
          <a:xfrm>
            <a:off x="17828376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E42C8C69-84B2-D997-77E4-3E314C7BB37F}"/>
              </a:ext>
            </a:extLst>
          </p:cNvPr>
          <p:cNvSpPr/>
          <p:nvPr/>
        </p:nvSpPr>
        <p:spPr>
          <a:xfrm>
            <a:off x="15782181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95FD851-D957-7B05-139E-09D3E6267AEB}"/>
              </a:ext>
            </a:extLst>
          </p:cNvPr>
          <p:cNvSpPr/>
          <p:nvPr/>
        </p:nvSpPr>
        <p:spPr>
          <a:xfrm>
            <a:off x="13799470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5C44A0AF-BF25-F544-CF48-3882013220D6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45381CE-5B88-9F3B-2E5A-6C9ECD6CD055}"/>
              </a:ext>
            </a:extLst>
          </p:cNvPr>
          <p:cNvSpPr/>
          <p:nvPr/>
        </p:nvSpPr>
        <p:spPr>
          <a:xfrm>
            <a:off x="13689600" y="1753094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FF7CB73-7030-F283-A492-63B5E500542A}"/>
              </a:ext>
            </a:extLst>
          </p:cNvPr>
          <p:cNvSpPr/>
          <p:nvPr/>
        </p:nvSpPr>
        <p:spPr>
          <a:xfrm>
            <a:off x="15699381" y="175309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A0C9D632-89F0-DFFE-CBD9-462B2304ABE7}"/>
              </a:ext>
            </a:extLst>
          </p:cNvPr>
          <p:cNvSpPr/>
          <p:nvPr/>
        </p:nvSpPr>
        <p:spPr>
          <a:xfrm>
            <a:off x="17709162" y="175309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CAE1EB7C-636F-3EA6-D88A-A1CBA7EC0B21}"/>
              </a:ext>
            </a:extLst>
          </p:cNvPr>
          <p:cNvSpPr/>
          <p:nvPr/>
        </p:nvSpPr>
        <p:spPr>
          <a:xfrm>
            <a:off x="852734" y="4888143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F84A768-82A7-6B3B-8ED0-D70FE8FBC8CA}"/>
              </a:ext>
            </a:extLst>
          </p:cNvPr>
          <p:cNvSpPr/>
          <p:nvPr/>
        </p:nvSpPr>
        <p:spPr>
          <a:xfrm>
            <a:off x="884510" y="12087809"/>
            <a:ext cx="9512181" cy="12031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j = 0</a:t>
            </a:r>
          </a:p>
        </p:txBody>
      </p:sp>
    </p:spTree>
    <p:extLst>
      <p:ext uri="{BB962C8B-B14F-4D97-AF65-F5344CB8AC3E}">
        <p14:creationId xmlns:p14="http://schemas.microsoft.com/office/powerpoint/2010/main" val="94535552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7730C3-6AF8-74AD-7FBD-7D7AFCB7D9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89E9152-4EF5-3A93-7254-3917EBC334D6}"/>
              </a:ext>
            </a:extLst>
          </p:cNvPr>
          <p:cNvSpPr/>
          <p:nvPr/>
        </p:nvSpPr>
        <p:spPr>
          <a:xfrm>
            <a:off x="13476920" y="867877"/>
            <a:ext cx="3559796" cy="2597218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189998C-8366-61CC-44B9-D0F9C7CEB628}"/>
              </a:ext>
            </a:extLst>
          </p:cNvPr>
          <p:cNvSpPr/>
          <p:nvPr/>
        </p:nvSpPr>
        <p:spPr>
          <a:xfrm>
            <a:off x="17828376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7E15ABA-1E4B-46AE-7697-A2C717898E37}"/>
              </a:ext>
            </a:extLst>
          </p:cNvPr>
          <p:cNvSpPr/>
          <p:nvPr/>
        </p:nvSpPr>
        <p:spPr>
          <a:xfrm>
            <a:off x="15782181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EE17265-4B6A-DB71-E9AA-305C25987EDA}"/>
              </a:ext>
            </a:extLst>
          </p:cNvPr>
          <p:cNvSpPr/>
          <p:nvPr/>
        </p:nvSpPr>
        <p:spPr>
          <a:xfrm>
            <a:off x="13799470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EB7DD944-667E-4E1A-8264-1AC0FC13F0C5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AFFD74A0-615A-5CDC-FE71-BA1533F7EBE9}"/>
              </a:ext>
            </a:extLst>
          </p:cNvPr>
          <p:cNvSpPr/>
          <p:nvPr/>
        </p:nvSpPr>
        <p:spPr>
          <a:xfrm>
            <a:off x="13689600" y="1753094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6E82D516-6C70-4387-A412-75165B112FE1}"/>
              </a:ext>
            </a:extLst>
          </p:cNvPr>
          <p:cNvSpPr/>
          <p:nvPr/>
        </p:nvSpPr>
        <p:spPr>
          <a:xfrm>
            <a:off x="15699381" y="175309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31226F19-CADA-DDB0-DC01-46BC6DBBDAB5}"/>
              </a:ext>
            </a:extLst>
          </p:cNvPr>
          <p:cNvSpPr/>
          <p:nvPr/>
        </p:nvSpPr>
        <p:spPr>
          <a:xfrm>
            <a:off x="17709162" y="175309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32F1BE4-DED1-33BB-0DF2-AFD67CF67C33}"/>
              </a:ext>
            </a:extLst>
          </p:cNvPr>
          <p:cNvSpPr/>
          <p:nvPr/>
        </p:nvSpPr>
        <p:spPr>
          <a:xfrm>
            <a:off x="852734" y="5762666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3CB4162-3707-AC18-5CB5-D810252EA5C3}"/>
              </a:ext>
            </a:extLst>
          </p:cNvPr>
          <p:cNvSpPr/>
          <p:nvPr/>
        </p:nvSpPr>
        <p:spPr>
          <a:xfrm>
            <a:off x="16779381" y="4363088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047715A8-2AC2-ABC5-1877-195908F50CDF}"/>
              </a:ext>
            </a:extLst>
          </p:cNvPr>
          <p:cNvSpPr/>
          <p:nvPr/>
        </p:nvSpPr>
        <p:spPr>
          <a:xfrm>
            <a:off x="884510" y="12087809"/>
            <a:ext cx="9512181" cy="12031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j = 1</a:t>
            </a:r>
          </a:p>
        </p:txBody>
      </p:sp>
    </p:spTree>
    <p:extLst>
      <p:ext uri="{BB962C8B-B14F-4D97-AF65-F5344CB8AC3E}">
        <p14:creationId xmlns:p14="http://schemas.microsoft.com/office/powerpoint/2010/main" val="14821742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2B3407-43BC-C379-D5DA-E1C06858B3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9255D3C-8B97-CFA5-42AF-53D182A301E7}"/>
              </a:ext>
            </a:extLst>
          </p:cNvPr>
          <p:cNvSpPr/>
          <p:nvPr/>
        </p:nvSpPr>
        <p:spPr>
          <a:xfrm>
            <a:off x="13476920" y="867877"/>
            <a:ext cx="3559796" cy="2597218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2F265D2F-D10E-D256-4FF6-D79F110176F5}"/>
              </a:ext>
            </a:extLst>
          </p:cNvPr>
          <p:cNvSpPr/>
          <p:nvPr/>
        </p:nvSpPr>
        <p:spPr>
          <a:xfrm>
            <a:off x="17828376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08410F81-E4FC-184A-DE78-B531E24CA786}"/>
              </a:ext>
            </a:extLst>
          </p:cNvPr>
          <p:cNvSpPr/>
          <p:nvPr/>
        </p:nvSpPr>
        <p:spPr>
          <a:xfrm>
            <a:off x="15782181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570ED4A6-7119-1070-D08B-F9B51F52F18F}"/>
              </a:ext>
            </a:extLst>
          </p:cNvPr>
          <p:cNvSpPr/>
          <p:nvPr/>
        </p:nvSpPr>
        <p:spPr>
          <a:xfrm>
            <a:off x="13799470" y="102521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A31FA218-81C1-3F51-14FE-2BA9E6FED9F7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78BABE3-F07C-A1C2-1D89-AE2DAC8A7811}"/>
              </a:ext>
            </a:extLst>
          </p:cNvPr>
          <p:cNvSpPr/>
          <p:nvPr/>
        </p:nvSpPr>
        <p:spPr>
          <a:xfrm>
            <a:off x="13689600" y="1753094"/>
            <a:ext cx="1080000" cy="1080000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2ADE81C0-B28E-147B-BB16-AE91B07C7765}"/>
              </a:ext>
            </a:extLst>
          </p:cNvPr>
          <p:cNvSpPr/>
          <p:nvPr/>
        </p:nvSpPr>
        <p:spPr>
          <a:xfrm>
            <a:off x="15699381" y="175309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75B0176-1955-AED5-12D7-624AF300D1CC}"/>
              </a:ext>
            </a:extLst>
          </p:cNvPr>
          <p:cNvSpPr/>
          <p:nvPr/>
        </p:nvSpPr>
        <p:spPr>
          <a:xfrm>
            <a:off x="17709162" y="175309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473CF69-E6EB-5D07-C5D9-B1D0887560DD}"/>
              </a:ext>
            </a:extLst>
          </p:cNvPr>
          <p:cNvSpPr/>
          <p:nvPr/>
        </p:nvSpPr>
        <p:spPr>
          <a:xfrm>
            <a:off x="852734" y="6550763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4E15442-E0A2-8CD5-0AFC-1165B5D71543}"/>
              </a:ext>
            </a:extLst>
          </p:cNvPr>
          <p:cNvSpPr/>
          <p:nvPr/>
        </p:nvSpPr>
        <p:spPr>
          <a:xfrm>
            <a:off x="16779381" y="4363088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2528DDD-D798-9284-CCC7-FC5EB97C9D1D}"/>
              </a:ext>
            </a:extLst>
          </p:cNvPr>
          <p:cNvSpPr/>
          <p:nvPr/>
        </p:nvSpPr>
        <p:spPr>
          <a:xfrm>
            <a:off x="884510" y="12087809"/>
            <a:ext cx="9512181" cy="12031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j = 1</a:t>
            </a:r>
          </a:p>
        </p:txBody>
      </p:sp>
    </p:spTree>
    <p:extLst>
      <p:ext uri="{BB962C8B-B14F-4D97-AF65-F5344CB8AC3E}">
        <p14:creationId xmlns:p14="http://schemas.microsoft.com/office/powerpoint/2010/main" val="4058892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769C42-E916-91B8-8646-36B2B1DB50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9A0B3654-2A88-5654-B3D3-762E9602D741}"/>
              </a:ext>
            </a:extLst>
          </p:cNvPr>
          <p:cNvSpPr/>
          <p:nvPr/>
        </p:nvSpPr>
        <p:spPr>
          <a:xfrm>
            <a:off x="11934938" y="3031958"/>
            <a:ext cx="3559796" cy="2597218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6BBB585-AA2B-1AF6-F8CE-2FCA961F6FE3}"/>
              </a:ext>
            </a:extLst>
          </p:cNvPr>
          <p:cNvSpPr/>
          <p:nvPr/>
        </p:nvSpPr>
        <p:spPr>
          <a:xfrm>
            <a:off x="16286394" y="318930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4D4A2C9-DC71-EAEE-09BC-924BA09E2F2F}"/>
              </a:ext>
            </a:extLst>
          </p:cNvPr>
          <p:cNvSpPr/>
          <p:nvPr/>
        </p:nvSpPr>
        <p:spPr>
          <a:xfrm>
            <a:off x="14240199" y="318930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9F810C0E-BEE2-6456-6760-827B756B7A2C}"/>
              </a:ext>
            </a:extLst>
          </p:cNvPr>
          <p:cNvSpPr/>
          <p:nvPr/>
        </p:nvSpPr>
        <p:spPr>
          <a:xfrm>
            <a:off x="12257488" y="318930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00D6B68-53ED-98B3-391B-A9995E98558F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88BA66F-47F4-C6F5-AE8C-64E7E7728C5A}"/>
              </a:ext>
            </a:extLst>
          </p:cNvPr>
          <p:cNvSpPr/>
          <p:nvPr/>
        </p:nvSpPr>
        <p:spPr>
          <a:xfrm>
            <a:off x="12147618" y="39407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E2576DB-8F50-9565-1473-9FB5A349CF6B}"/>
              </a:ext>
            </a:extLst>
          </p:cNvPr>
          <p:cNvSpPr/>
          <p:nvPr/>
        </p:nvSpPr>
        <p:spPr>
          <a:xfrm>
            <a:off x="14157399" y="391717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68B96B83-54B7-26BD-F236-17A51E4DB6A6}"/>
              </a:ext>
            </a:extLst>
          </p:cNvPr>
          <p:cNvSpPr/>
          <p:nvPr/>
        </p:nvSpPr>
        <p:spPr>
          <a:xfrm>
            <a:off x="16167180" y="391717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6170E6D7-6D03-D932-41E2-D53E110A6B25}"/>
              </a:ext>
            </a:extLst>
          </p:cNvPr>
          <p:cNvSpPr/>
          <p:nvPr/>
        </p:nvSpPr>
        <p:spPr>
          <a:xfrm>
            <a:off x="884511" y="4973628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0666A2D-1080-F210-C59F-1CBB736C64C2}"/>
              </a:ext>
            </a:extLst>
          </p:cNvPr>
          <p:cNvSpPr/>
          <p:nvPr/>
        </p:nvSpPr>
        <p:spPr>
          <a:xfrm>
            <a:off x="16047702" y="627636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E9009F41-24F8-0E5B-21A5-5EB203B7EE07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5833558" y="1422180"/>
            <a:ext cx="1413622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78F788D5-C63D-BE91-CBF5-B57E28F3D796}"/>
              </a:ext>
            </a:extLst>
          </p:cNvPr>
          <p:cNvSpPr/>
          <p:nvPr/>
        </p:nvSpPr>
        <p:spPr>
          <a:xfrm>
            <a:off x="884510" y="12087809"/>
            <a:ext cx="9512181" cy="12031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 = 1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j = 0</a:t>
            </a:r>
          </a:p>
        </p:txBody>
      </p:sp>
    </p:spTree>
    <p:extLst>
      <p:ext uri="{BB962C8B-B14F-4D97-AF65-F5344CB8AC3E}">
        <p14:creationId xmlns:p14="http://schemas.microsoft.com/office/powerpoint/2010/main" val="46840643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4A4620-15C9-E703-BC27-AA066FA369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CC0B67C8-0725-57A5-284D-9492647F3340}"/>
              </a:ext>
            </a:extLst>
          </p:cNvPr>
          <p:cNvSpPr/>
          <p:nvPr/>
        </p:nvSpPr>
        <p:spPr>
          <a:xfrm>
            <a:off x="11934938" y="3031958"/>
            <a:ext cx="3559796" cy="2597218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6B0E0CB-F930-F11B-ED2F-1196943E4D33}"/>
              </a:ext>
            </a:extLst>
          </p:cNvPr>
          <p:cNvSpPr/>
          <p:nvPr/>
        </p:nvSpPr>
        <p:spPr>
          <a:xfrm>
            <a:off x="16286394" y="318930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9AC996B-1488-70A9-7BB8-B49D5EA64D66}"/>
              </a:ext>
            </a:extLst>
          </p:cNvPr>
          <p:cNvSpPr/>
          <p:nvPr/>
        </p:nvSpPr>
        <p:spPr>
          <a:xfrm>
            <a:off x="14240199" y="318930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2FDF28CD-4FE9-D368-2C2F-8B4A32D597B1}"/>
              </a:ext>
            </a:extLst>
          </p:cNvPr>
          <p:cNvSpPr/>
          <p:nvPr/>
        </p:nvSpPr>
        <p:spPr>
          <a:xfrm>
            <a:off x="12257488" y="318930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52D258DA-A640-4CFC-4DE8-33BFB164014A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6D3A45E4-A5CE-50A2-4032-098D03A656A7}"/>
              </a:ext>
            </a:extLst>
          </p:cNvPr>
          <p:cNvSpPr/>
          <p:nvPr/>
        </p:nvSpPr>
        <p:spPr>
          <a:xfrm>
            <a:off x="12147618" y="39407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9DE8B2A1-97F9-5DB1-1096-E23357735AF5}"/>
              </a:ext>
            </a:extLst>
          </p:cNvPr>
          <p:cNvSpPr/>
          <p:nvPr/>
        </p:nvSpPr>
        <p:spPr>
          <a:xfrm>
            <a:off x="14157399" y="391717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70F38129-9111-6684-1502-9EF3D3D44935}"/>
              </a:ext>
            </a:extLst>
          </p:cNvPr>
          <p:cNvSpPr/>
          <p:nvPr/>
        </p:nvSpPr>
        <p:spPr>
          <a:xfrm>
            <a:off x="16167180" y="391717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F42926C-104F-E6D3-0206-1A7081B7AEB5}"/>
              </a:ext>
            </a:extLst>
          </p:cNvPr>
          <p:cNvSpPr/>
          <p:nvPr/>
        </p:nvSpPr>
        <p:spPr>
          <a:xfrm>
            <a:off x="797004" y="3633484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39F72496-758E-DA9C-7D6D-CA8E81E0AC65}"/>
              </a:ext>
            </a:extLst>
          </p:cNvPr>
          <p:cNvSpPr/>
          <p:nvPr/>
        </p:nvSpPr>
        <p:spPr>
          <a:xfrm>
            <a:off x="16047702" y="627636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066567F-126E-11B5-93F5-F9C65AA249B8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5833558" y="1422180"/>
            <a:ext cx="1413622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E00252D-17BF-F76E-B93D-DE8348EC5404}"/>
              </a:ext>
            </a:extLst>
          </p:cNvPr>
          <p:cNvSpPr/>
          <p:nvPr/>
        </p:nvSpPr>
        <p:spPr>
          <a:xfrm>
            <a:off x="884510" y="12087809"/>
            <a:ext cx="9512181" cy="12031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 =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j = 0</a:t>
            </a:r>
          </a:p>
        </p:txBody>
      </p:sp>
    </p:spTree>
    <p:extLst>
      <p:ext uri="{BB962C8B-B14F-4D97-AF65-F5344CB8AC3E}">
        <p14:creationId xmlns:p14="http://schemas.microsoft.com/office/powerpoint/2010/main" val="393300907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B5BA0-61E6-05B6-8EE1-5C249E4EF5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15BE3C96-2B07-3613-D7A1-128EAFACFC8E}"/>
              </a:ext>
            </a:extLst>
          </p:cNvPr>
          <p:cNvSpPr/>
          <p:nvPr/>
        </p:nvSpPr>
        <p:spPr>
          <a:xfrm>
            <a:off x="11934937" y="3031958"/>
            <a:ext cx="5703357" cy="2526631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69885769-F293-2DEA-6CA1-F62DC5C15607}"/>
              </a:ext>
            </a:extLst>
          </p:cNvPr>
          <p:cNvSpPr/>
          <p:nvPr/>
        </p:nvSpPr>
        <p:spPr>
          <a:xfrm>
            <a:off x="16286394" y="318930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B4C7ABD-5EB1-5621-717F-59E7BC04948B}"/>
              </a:ext>
            </a:extLst>
          </p:cNvPr>
          <p:cNvSpPr/>
          <p:nvPr/>
        </p:nvSpPr>
        <p:spPr>
          <a:xfrm>
            <a:off x="14240199" y="318930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30441EE-C06D-0553-F384-6F37E09937B2}"/>
              </a:ext>
            </a:extLst>
          </p:cNvPr>
          <p:cNvSpPr/>
          <p:nvPr/>
        </p:nvSpPr>
        <p:spPr>
          <a:xfrm>
            <a:off x="12257488" y="318930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F9AFF50-B4AC-7947-380E-F758E1E13A9A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593D492-A30F-5EA4-136D-AAF6D9CEFE20}"/>
              </a:ext>
            </a:extLst>
          </p:cNvPr>
          <p:cNvSpPr/>
          <p:nvPr/>
        </p:nvSpPr>
        <p:spPr>
          <a:xfrm>
            <a:off x="12147618" y="39407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9996904-E4E0-6FC6-0A32-491FA26B5D8A}"/>
              </a:ext>
            </a:extLst>
          </p:cNvPr>
          <p:cNvSpPr/>
          <p:nvPr/>
        </p:nvSpPr>
        <p:spPr>
          <a:xfrm>
            <a:off x="14157399" y="391717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5D8022F7-8098-70FB-3A5E-0BD49215DCC8}"/>
              </a:ext>
            </a:extLst>
          </p:cNvPr>
          <p:cNvSpPr/>
          <p:nvPr/>
        </p:nvSpPr>
        <p:spPr>
          <a:xfrm>
            <a:off x="16167180" y="391717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746A2C3C-6DA1-AFEC-0A90-9410260C09A1}"/>
              </a:ext>
            </a:extLst>
          </p:cNvPr>
          <p:cNvSpPr/>
          <p:nvPr/>
        </p:nvSpPr>
        <p:spPr>
          <a:xfrm>
            <a:off x="852734" y="4476117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71B89E7D-055D-153C-7CF7-51ED39BFF16B}"/>
              </a:ext>
            </a:extLst>
          </p:cNvPr>
          <p:cNvSpPr/>
          <p:nvPr/>
        </p:nvSpPr>
        <p:spPr>
          <a:xfrm>
            <a:off x="16047702" y="627636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C27A58-7F28-6608-6CBA-80809D695A3C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5833558" y="1422180"/>
            <a:ext cx="1413622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23645508-8300-159A-F823-ABE61B269FBD}"/>
              </a:ext>
            </a:extLst>
          </p:cNvPr>
          <p:cNvSpPr/>
          <p:nvPr/>
        </p:nvSpPr>
        <p:spPr>
          <a:xfrm>
            <a:off x="884510" y="12087809"/>
            <a:ext cx="9512181" cy="12031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 =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j = 0</a:t>
            </a:r>
          </a:p>
        </p:txBody>
      </p:sp>
    </p:spTree>
    <p:extLst>
      <p:ext uri="{BB962C8B-B14F-4D97-AF65-F5344CB8AC3E}">
        <p14:creationId xmlns:p14="http://schemas.microsoft.com/office/powerpoint/2010/main" val="308280603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28A9C6-7920-A2F9-5084-1683CDDD13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F6616CEE-BB3B-69D3-DE63-DECCED205C0A}"/>
              </a:ext>
            </a:extLst>
          </p:cNvPr>
          <p:cNvSpPr/>
          <p:nvPr/>
        </p:nvSpPr>
        <p:spPr>
          <a:xfrm>
            <a:off x="11934937" y="3031958"/>
            <a:ext cx="5703357" cy="2526631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9D371AB-EDE7-F684-606C-8165EAD75D0C}"/>
              </a:ext>
            </a:extLst>
          </p:cNvPr>
          <p:cNvSpPr/>
          <p:nvPr/>
        </p:nvSpPr>
        <p:spPr>
          <a:xfrm>
            <a:off x="16286394" y="318930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8B7A209C-9344-E1B0-4761-D46BC54FD496}"/>
              </a:ext>
            </a:extLst>
          </p:cNvPr>
          <p:cNvSpPr/>
          <p:nvPr/>
        </p:nvSpPr>
        <p:spPr>
          <a:xfrm>
            <a:off x="14240199" y="318930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80D80035-F973-9BC8-72A3-7E4F4080F8E8}"/>
              </a:ext>
            </a:extLst>
          </p:cNvPr>
          <p:cNvSpPr/>
          <p:nvPr/>
        </p:nvSpPr>
        <p:spPr>
          <a:xfrm>
            <a:off x="12257488" y="318930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510E90F-D9B8-F5C0-39CC-92F15BC84818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00900EF2-24D5-210D-A7E7-FE7CF0903B4D}"/>
              </a:ext>
            </a:extLst>
          </p:cNvPr>
          <p:cNvSpPr/>
          <p:nvPr/>
        </p:nvSpPr>
        <p:spPr>
          <a:xfrm>
            <a:off x="12147618" y="39407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48D4D7AD-E12B-57AB-F4F2-92631FC67746}"/>
              </a:ext>
            </a:extLst>
          </p:cNvPr>
          <p:cNvSpPr/>
          <p:nvPr/>
        </p:nvSpPr>
        <p:spPr>
          <a:xfrm>
            <a:off x="14157399" y="391717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E1E4D6DF-2664-D8FE-369D-4F09191F30E0}"/>
              </a:ext>
            </a:extLst>
          </p:cNvPr>
          <p:cNvSpPr/>
          <p:nvPr/>
        </p:nvSpPr>
        <p:spPr>
          <a:xfrm>
            <a:off x="16167180" y="391717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A94AAAB6-E060-8A7D-A0C9-3C66C89DB816}"/>
              </a:ext>
            </a:extLst>
          </p:cNvPr>
          <p:cNvSpPr/>
          <p:nvPr/>
        </p:nvSpPr>
        <p:spPr>
          <a:xfrm>
            <a:off x="852734" y="4944116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8AB0D28-6238-E6C7-53EB-F2EA9609CE65}"/>
              </a:ext>
            </a:extLst>
          </p:cNvPr>
          <p:cNvSpPr/>
          <p:nvPr/>
        </p:nvSpPr>
        <p:spPr>
          <a:xfrm>
            <a:off x="16047702" y="627636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6E250F10-2854-2DD4-D753-ACCC7D0D3474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5833558" y="1422180"/>
            <a:ext cx="1413622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D5BBA6C-A239-E0F9-73B7-4B0A65949366}"/>
              </a:ext>
            </a:extLst>
          </p:cNvPr>
          <p:cNvSpPr/>
          <p:nvPr/>
        </p:nvSpPr>
        <p:spPr>
          <a:xfrm>
            <a:off x="884510" y="12087809"/>
            <a:ext cx="9512181" cy="12031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 =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j = 0</a:t>
            </a:r>
          </a:p>
        </p:txBody>
      </p:sp>
    </p:spTree>
    <p:extLst>
      <p:ext uri="{BB962C8B-B14F-4D97-AF65-F5344CB8AC3E}">
        <p14:creationId xmlns:p14="http://schemas.microsoft.com/office/powerpoint/2010/main" val="42640511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44883B-9A5E-B78C-61D9-096F7B68E3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A6E2247-9ACC-D30D-2D4C-96D95F082890}"/>
              </a:ext>
            </a:extLst>
          </p:cNvPr>
          <p:cNvSpPr/>
          <p:nvPr/>
        </p:nvSpPr>
        <p:spPr>
          <a:xfrm>
            <a:off x="11934937" y="3031958"/>
            <a:ext cx="5703357" cy="2526631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8D6EFE39-5DE9-2BED-FC55-19868E1DDA20}"/>
              </a:ext>
            </a:extLst>
          </p:cNvPr>
          <p:cNvSpPr/>
          <p:nvPr/>
        </p:nvSpPr>
        <p:spPr>
          <a:xfrm>
            <a:off x="16286394" y="318930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54AAB8D-6B8B-A74D-3CDC-72C4FB039276}"/>
              </a:ext>
            </a:extLst>
          </p:cNvPr>
          <p:cNvSpPr/>
          <p:nvPr/>
        </p:nvSpPr>
        <p:spPr>
          <a:xfrm>
            <a:off x="14240199" y="318930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EEEA900-99C6-04B3-5B05-00BED6EFF985}"/>
              </a:ext>
            </a:extLst>
          </p:cNvPr>
          <p:cNvSpPr/>
          <p:nvPr/>
        </p:nvSpPr>
        <p:spPr>
          <a:xfrm>
            <a:off x="12257488" y="318930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670898E7-5F4D-6255-0326-758E175E3C78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7C1A4FE8-CD79-F4B4-39FA-9AADEC0D5B19}"/>
              </a:ext>
            </a:extLst>
          </p:cNvPr>
          <p:cNvSpPr/>
          <p:nvPr/>
        </p:nvSpPr>
        <p:spPr>
          <a:xfrm>
            <a:off x="12147618" y="3940721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CE7DE1C8-4F93-6C6E-EE12-AD6035A2F669}"/>
              </a:ext>
            </a:extLst>
          </p:cNvPr>
          <p:cNvSpPr/>
          <p:nvPr/>
        </p:nvSpPr>
        <p:spPr>
          <a:xfrm>
            <a:off x="14157399" y="391717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B2A2547A-B1D3-4B02-EF4B-CB3D1A11E62E}"/>
              </a:ext>
            </a:extLst>
          </p:cNvPr>
          <p:cNvSpPr/>
          <p:nvPr/>
        </p:nvSpPr>
        <p:spPr>
          <a:xfrm>
            <a:off x="16167180" y="3917175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0020A43E-DA44-4025-1A92-9C4F9F935DFD}"/>
              </a:ext>
            </a:extLst>
          </p:cNvPr>
          <p:cNvSpPr/>
          <p:nvPr/>
        </p:nvSpPr>
        <p:spPr>
          <a:xfrm>
            <a:off x="852734" y="5762666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449FCCD-A075-F2B4-3184-B236082D29C7}"/>
              </a:ext>
            </a:extLst>
          </p:cNvPr>
          <p:cNvSpPr/>
          <p:nvPr/>
        </p:nvSpPr>
        <p:spPr>
          <a:xfrm>
            <a:off x="16047702" y="627636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6EA8AC7-C5E0-703A-23A7-7D70C68A5904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5833558" y="1422180"/>
            <a:ext cx="1413622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4FB3149-251E-4A59-8E34-AA3761F033AC}"/>
              </a:ext>
            </a:extLst>
          </p:cNvPr>
          <p:cNvSpPr/>
          <p:nvPr/>
        </p:nvSpPr>
        <p:spPr>
          <a:xfrm>
            <a:off x="884510" y="12087809"/>
            <a:ext cx="9512181" cy="12031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 =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j = 2</a:t>
            </a:r>
          </a:p>
        </p:txBody>
      </p:sp>
    </p:spTree>
    <p:extLst>
      <p:ext uri="{BB962C8B-B14F-4D97-AF65-F5344CB8AC3E}">
        <p14:creationId xmlns:p14="http://schemas.microsoft.com/office/powerpoint/2010/main" val="1909225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3E4CEC-087E-EA2D-F6D9-9E5B84329D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F196831-C061-6F68-FDDD-A24D59177263}"/>
              </a:ext>
            </a:extLst>
          </p:cNvPr>
          <p:cNvSpPr/>
          <p:nvPr/>
        </p:nvSpPr>
        <p:spPr>
          <a:xfrm>
            <a:off x="18022916" y="2791327"/>
            <a:ext cx="5703357" cy="2526631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2C3A83E-8384-A481-4324-16CC899D247C}"/>
              </a:ext>
            </a:extLst>
          </p:cNvPr>
          <p:cNvSpPr/>
          <p:nvPr/>
        </p:nvSpPr>
        <p:spPr>
          <a:xfrm>
            <a:off x="22374373" y="294866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121E963-526E-B52F-BD2E-80275D103E5A}"/>
              </a:ext>
            </a:extLst>
          </p:cNvPr>
          <p:cNvSpPr/>
          <p:nvPr/>
        </p:nvSpPr>
        <p:spPr>
          <a:xfrm>
            <a:off x="20328178" y="294866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7429A920-36D4-FD0F-E0D7-DBB47561826B}"/>
              </a:ext>
            </a:extLst>
          </p:cNvPr>
          <p:cNvSpPr/>
          <p:nvPr/>
        </p:nvSpPr>
        <p:spPr>
          <a:xfrm>
            <a:off x="18345467" y="294866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161C1775-072F-04A5-932E-6CF7E889BE8C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C16D8F08-66B1-6B16-0F52-D2E5EB4D7E29}"/>
              </a:ext>
            </a:extLst>
          </p:cNvPr>
          <p:cNvSpPr/>
          <p:nvPr/>
        </p:nvSpPr>
        <p:spPr>
          <a:xfrm>
            <a:off x="18235597" y="370009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06ACD63-CC4D-5622-9A84-86C1C84C12F0}"/>
              </a:ext>
            </a:extLst>
          </p:cNvPr>
          <p:cNvSpPr/>
          <p:nvPr/>
        </p:nvSpPr>
        <p:spPr>
          <a:xfrm>
            <a:off x="20245378" y="36765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DFA4159-0217-B5CF-8D14-337AFF89087D}"/>
              </a:ext>
            </a:extLst>
          </p:cNvPr>
          <p:cNvSpPr/>
          <p:nvPr/>
        </p:nvSpPr>
        <p:spPr>
          <a:xfrm>
            <a:off x="22255159" y="36765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8C85E6F7-861F-D23C-63DE-525EA1E67FC3}"/>
              </a:ext>
            </a:extLst>
          </p:cNvPr>
          <p:cNvSpPr/>
          <p:nvPr/>
        </p:nvSpPr>
        <p:spPr>
          <a:xfrm>
            <a:off x="852734" y="5762666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508EFA3B-D63F-825D-9277-5E1143D43EEF}"/>
              </a:ext>
            </a:extLst>
          </p:cNvPr>
          <p:cNvSpPr/>
          <p:nvPr/>
        </p:nvSpPr>
        <p:spPr>
          <a:xfrm>
            <a:off x="16047702" y="627636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CC69FB3A-A9E4-76E6-4A7A-7D423CBFBEB6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5833558" y="1422180"/>
            <a:ext cx="1413622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C74FA390-270F-9250-4BE2-8D133B2CEA6D}"/>
              </a:ext>
            </a:extLst>
          </p:cNvPr>
          <p:cNvSpPr/>
          <p:nvPr/>
        </p:nvSpPr>
        <p:spPr>
          <a:xfrm>
            <a:off x="884510" y="12087809"/>
            <a:ext cx="9512181" cy="12031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 =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j = 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8D4B65A8-BED3-E47E-081B-06ADE8C69581}"/>
              </a:ext>
            </a:extLst>
          </p:cNvPr>
          <p:cNvSpPr/>
          <p:nvPr/>
        </p:nvSpPr>
        <p:spPr>
          <a:xfrm>
            <a:off x="14472805" y="3031958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2162938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C7C1FA-A128-EB59-9818-CF839122D9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512AC27-3F0B-2D7F-3D01-90E0926D092F}"/>
              </a:ext>
            </a:extLst>
          </p:cNvPr>
          <p:cNvSpPr/>
          <p:nvPr/>
        </p:nvSpPr>
        <p:spPr>
          <a:xfrm>
            <a:off x="18022916" y="2791327"/>
            <a:ext cx="5703357" cy="2526631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82B1AF5-7C8C-ABA3-6C68-E974CD86F98E}"/>
              </a:ext>
            </a:extLst>
          </p:cNvPr>
          <p:cNvSpPr/>
          <p:nvPr/>
        </p:nvSpPr>
        <p:spPr>
          <a:xfrm>
            <a:off x="22374373" y="294866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6507F25-3F8F-6E1F-EE58-0935A918E31A}"/>
              </a:ext>
            </a:extLst>
          </p:cNvPr>
          <p:cNvSpPr/>
          <p:nvPr/>
        </p:nvSpPr>
        <p:spPr>
          <a:xfrm>
            <a:off x="20328178" y="294866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4B7CFA96-8777-589F-D385-59BF5F7691CA}"/>
              </a:ext>
            </a:extLst>
          </p:cNvPr>
          <p:cNvSpPr/>
          <p:nvPr/>
        </p:nvSpPr>
        <p:spPr>
          <a:xfrm>
            <a:off x="18345467" y="294866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6BF4BB81-653B-A87E-ECD2-ABB6FA69AB54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805817F3-7403-B170-4412-BCCE37171AE9}"/>
              </a:ext>
            </a:extLst>
          </p:cNvPr>
          <p:cNvSpPr/>
          <p:nvPr/>
        </p:nvSpPr>
        <p:spPr>
          <a:xfrm>
            <a:off x="18235597" y="370009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A9C5F5E5-3E19-7D69-357B-FEB9B91ADADE}"/>
              </a:ext>
            </a:extLst>
          </p:cNvPr>
          <p:cNvSpPr/>
          <p:nvPr/>
        </p:nvSpPr>
        <p:spPr>
          <a:xfrm>
            <a:off x="20245378" y="36765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B63919D-EB84-1E80-BA94-8B2C16E550AA}"/>
              </a:ext>
            </a:extLst>
          </p:cNvPr>
          <p:cNvSpPr/>
          <p:nvPr/>
        </p:nvSpPr>
        <p:spPr>
          <a:xfrm>
            <a:off x="22255159" y="36765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429D15B8-83BE-EB87-2176-406652EE2806}"/>
              </a:ext>
            </a:extLst>
          </p:cNvPr>
          <p:cNvSpPr/>
          <p:nvPr/>
        </p:nvSpPr>
        <p:spPr>
          <a:xfrm>
            <a:off x="884511" y="8722434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8775FA05-BB39-8E60-06FB-ACCDABB7C420}"/>
              </a:ext>
            </a:extLst>
          </p:cNvPr>
          <p:cNvSpPr/>
          <p:nvPr/>
        </p:nvSpPr>
        <p:spPr>
          <a:xfrm>
            <a:off x="16047702" y="627636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72209DEF-6E5A-6942-6714-8F2614AD2CDC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5833558" y="1422180"/>
            <a:ext cx="1413622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FF3C62F-00B0-F64D-A0FA-BF33C337F16D}"/>
              </a:ext>
            </a:extLst>
          </p:cNvPr>
          <p:cNvSpPr/>
          <p:nvPr/>
        </p:nvSpPr>
        <p:spPr>
          <a:xfrm>
            <a:off x="884510" y="12087809"/>
            <a:ext cx="9512181" cy="12031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 =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j = 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DE76E649-9039-CEA1-906F-5D73C0C80B38}"/>
              </a:ext>
            </a:extLst>
          </p:cNvPr>
          <p:cNvSpPr/>
          <p:nvPr/>
        </p:nvSpPr>
        <p:spPr>
          <a:xfrm>
            <a:off x="14472805" y="3031958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364068809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2A3073-21D1-4DB7-7D84-66DB17DC19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5B73B8A2-2F2F-8CED-83F9-D6CD6153DB67}"/>
              </a:ext>
            </a:extLst>
          </p:cNvPr>
          <p:cNvSpPr/>
          <p:nvPr/>
        </p:nvSpPr>
        <p:spPr>
          <a:xfrm>
            <a:off x="16871761" y="6448927"/>
            <a:ext cx="5703357" cy="2526631"/>
          </a:xfrm>
          <a:prstGeom prst="roundRect">
            <a:avLst/>
          </a:prstGeom>
          <a:solidFill>
            <a:schemeClr val="accent2">
              <a:lumMod val="50000"/>
              <a:alpha val="29955"/>
            </a:schemeClr>
          </a:solidFill>
          <a:ln w="63500" cap="flat">
            <a:solidFill>
              <a:schemeClr val="accent2">
                <a:lumMod val="5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090C7F1-2CF1-10F9-C903-6894809D4CCB}"/>
              </a:ext>
            </a:extLst>
          </p:cNvPr>
          <p:cNvSpPr/>
          <p:nvPr/>
        </p:nvSpPr>
        <p:spPr>
          <a:xfrm>
            <a:off x="21223218" y="660626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E0CB9EE-C836-DCAA-847A-4E0E492165A7}"/>
              </a:ext>
            </a:extLst>
          </p:cNvPr>
          <p:cNvSpPr/>
          <p:nvPr/>
        </p:nvSpPr>
        <p:spPr>
          <a:xfrm>
            <a:off x="19177023" y="660626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6BC4C885-4FD0-C936-C466-CC9DBEF956D6}"/>
              </a:ext>
            </a:extLst>
          </p:cNvPr>
          <p:cNvSpPr/>
          <p:nvPr/>
        </p:nvSpPr>
        <p:spPr>
          <a:xfrm>
            <a:off x="17194312" y="660626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F69B2953-DE8A-28FC-BF20-A13C949EFFDC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DC7DBC5C-19CA-44A8-EE8F-F6A452233C91}"/>
              </a:ext>
            </a:extLst>
          </p:cNvPr>
          <p:cNvSpPr/>
          <p:nvPr/>
        </p:nvSpPr>
        <p:spPr>
          <a:xfrm>
            <a:off x="17084442" y="7357690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54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7</a:t>
            </a:r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5AA6F304-E49C-66F5-E6C9-C7BE81CC2F3A}"/>
              </a:ext>
            </a:extLst>
          </p:cNvPr>
          <p:cNvSpPr/>
          <p:nvPr/>
        </p:nvSpPr>
        <p:spPr>
          <a:xfrm>
            <a:off x="19094223" y="73341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15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09F2CDD-FB30-131D-CA99-ED047625CE92}"/>
              </a:ext>
            </a:extLst>
          </p:cNvPr>
          <p:cNvSpPr/>
          <p:nvPr/>
        </p:nvSpPr>
        <p:spPr>
          <a:xfrm>
            <a:off x="21104004" y="7334144"/>
            <a:ext cx="1080000" cy="1032907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63500" cap="flat">
            <a:solidFill>
              <a:schemeClr val="accent1">
                <a:lumMod val="60000"/>
                <a:lumOff val="40000"/>
              </a:schemeClr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35</a:t>
            </a:r>
            <a:endParaRPr lang="en-US" sz="5400" dirty="0">
              <a:solidFill>
                <a:schemeClr val="tx1"/>
              </a:solidFill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462DEB0-1827-1949-F452-1D6F5C0A78D3}"/>
              </a:ext>
            </a:extLst>
          </p:cNvPr>
          <p:cNvSpPr/>
          <p:nvPr/>
        </p:nvSpPr>
        <p:spPr>
          <a:xfrm>
            <a:off x="852734" y="3676544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01B59CEC-0F33-C8A7-AB9B-0BF897CF9CB5}"/>
              </a:ext>
            </a:extLst>
          </p:cNvPr>
          <p:cNvSpPr/>
          <p:nvPr/>
        </p:nvSpPr>
        <p:spPr>
          <a:xfrm>
            <a:off x="16047702" y="627636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E96A3AA-16FA-131E-7CD3-098B9594F462}"/>
              </a:ext>
            </a:extLst>
          </p:cNvPr>
          <p:cNvCxnSpPr>
            <a:cxnSpLocks/>
            <a:stCxn id="3" idx="2"/>
          </p:cNvCxnSpPr>
          <p:nvPr/>
        </p:nvCxnSpPr>
        <p:spPr>
          <a:xfrm flipH="1">
            <a:off x="15833558" y="1422180"/>
            <a:ext cx="1413622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4CACC775-FBF6-05A7-0C44-346508D7D043}"/>
              </a:ext>
            </a:extLst>
          </p:cNvPr>
          <p:cNvSpPr/>
          <p:nvPr/>
        </p:nvSpPr>
        <p:spPr>
          <a:xfrm>
            <a:off x="884510" y="12087809"/>
            <a:ext cx="9512181" cy="12031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 =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j = 2</a:t>
            </a: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910CFE28-E308-0DED-F6DB-9B1D2CED9AAF}"/>
              </a:ext>
            </a:extLst>
          </p:cNvPr>
          <p:cNvSpPr/>
          <p:nvPr/>
        </p:nvSpPr>
        <p:spPr>
          <a:xfrm>
            <a:off x="14472805" y="3031958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B5E98060-3FDD-F4FB-FBBE-F7F5C3F806D9}"/>
              </a:ext>
            </a:extLst>
          </p:cNvPr>
          <p:cNvCxnSpPr>
            <a:cxnSpLocks/>
            <a:stCxn id="14" idx="2"/>
            <a:endCxn id="13" idx="0"/>
          </p:cNvCxnSpPr>
          <p:nvPr/>
        </p:nvCxnSpPr>
        <p:spPr>
          <a:xfrm>
            <a:off x="15672283" y="3826502"/>
            <a:ext cx="4051157" cy="2622425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043774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28EB6B-F368-1092-E03F-07226C7DD4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0B63CB0A-408A-26D2-F166-EC60CEB8216E}"/>
                  </a:ext>
                </a:extLst>
              </p:cNvPr>
              <p:cNvSpPr/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#include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&lt;</a:t>
                </a:r>
                <a:r>
                  <a:rPr lang="en-IN" sz="2800" dirty="0" err="1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stdio.h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&gt;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main</a:t>
                </a:r>
                <a:r>
                  <a:rPr lang="en-IN" sz="2800" dirty="0">
                    <a:solidFill>
                      <a:schemeClr val="accent4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()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 int</a:t>
                </a:r>
                <a:r>
                  <a:rPr lang="en-US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ea typeface="Cambria Math" panose="02040503050406030204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,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for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=0 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&lt;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++)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</a:t>
                </a:r>
                <a:r>
                  <a:rPr lang="en-IN" sz="2800" dirty="0" err="1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scanf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(“%d”, &amp;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]);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for( 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14:m>
                  <m:oMath xmlns:m="http://schemas.openxmlformats.org/officeDocument/2006/math">
                    <m:r>
                      <a:rPr lang="en-US" sz="2800" i="1">
                        <a:ln w="0"/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effectLst>
                          <a:outerShdw blurRad="38100" dist="19050" dir="2700000" algn="tl" rotWithShape="0">
                            <a:schemeClr val="dk1">
                              <a:alpha val="40000"/>
                            </a:schemeClr>
                          </a:outerShdw>
                        </a:effectLst>
                        <a:latin typeface="Cambria Math" panose="02040503050406030204" pitchFamily="18" charset="0"/>
                        <a:ea typeface="Cambria Math" panose="02040503050406030204" pitchFamily="18" charset="0"/>
                        <a:cs typeface="Helvetica Neue Medium"/>
                        <a:sym typeface="Helvetica Neue Medium"/>
                      </a:rPr>
                      <m:t>𝑖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&gt; 0; 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--)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if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(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&lt;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)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{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int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] = 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 err="1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num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[</a:t>
                </a:r>
                <a14:m>
                  <m:oMath xmlns:m="http://schemas.openxmlformats.org/officeDocument/2006/math"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𝑗</m:t>
                    </m:r>
                    <m:r>
                      <a:rPr lang="en-IN" sz="2800" i="1" dirty="0" smtClean="0">
                        <a:solidFill>
                          <a:schemeClr val="accent1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-1] = </a:t>
                </a:r>
                <a:r>
                  <a:rPr lang="en-IN" sz="2800" dirty="0">
                    <a:solidFill>
                      <a:schemeClr val="accent1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temp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}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else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	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break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;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	} </a:t>
                </a:r>
              </a:p>
              <a:p>
                <a:pPr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}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	</a:t>
                </a:r>
                <a:r>
                  <a:rPr lang="en-IN" sz="2800" dirty="0">
                    <a:solidFill>
                      <a:schemeClr val="accent6">
                        <a:lumMod val="40000"/>
                        <a:lumOff val="60000"/>
                      </a:schemeClr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return</a:t>
                </a: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 0;</a:t>
                </a:r>
                <a:b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</a:br>
                <a:r>
                  <a:rPr lang="en-IN" sz="2800" dirty="0">
                    <a:solidFill>
                      <a:schemeClr val="bg1"/>
                    </a:solidFill>
                    <a:latin typeface="Cambria Math" panose="02040503050406030204" pitchFamily="18" charset="0"/>
                    <a:ea typeface="Cambria Math" panose="02040503050406030204" pitchFamily="18" charset="0"/>
                  </a:rPr>
                  <a:t>}</a:t>
                </a:r>
                <a:endParaRPr lang="en-US" sz="2800" dirty="0">
                  <a:solidFill>
                    <a:schemeClr val="bg1"/>
                  </a:solidFill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ounded Rectangle 1">
                <a:extLst>
                  <a:ext uri="{FF2B5EF4-FFF2-40B4-BE49-F238E27FC236}">
                    <a16:creationId xmlns:a16="http://schemas.microsoft.com/office/drawing/2014/main" id="{DB18E536-5094-5220-559F-603DB13F0561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52734" y="627636"/>
                <a:ext cx="9543957" cy="10884535"/>
              </a:xfrm>
              <a:prstGeom prst="roundRect">
                <a:avLst/>
              </a:prstGeom>
              <a:blipFill>
                <a:blip r:embed="rId2"/>
                <a:stretch>
                  <a:fillRect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2D9DF9B2-5B2F-6E13-03E3-052E45AF1342}"/>
              </a:ext>
            </a:extLst>
          </p:cNvPr>
          <p:cNvSpPr/>
          <p:nvPr/>
        </p:nvSpPr>
        <p:spPr>
          <a:xfrm>
            <a:off x="852734" y="14192144"/>
            <a:ext cx="9512180" cy="614473"/>
          </a:xfrm>
          <a:prstGeom prst="roundRect">
            <a:avLst/>
          </a:prstGeom>
          <a:solidFill>
            <a:schemeClr val="accent4">
              <a:lumMod val="60000"/>
              <a:lumOff val="40000"/>
              <a:alpha val="41668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en-US" sz="3200" b="0" i="0" u="none" strike="noStrike" cap="none" spc="0" normalizeH="0" baseline="0">
              <a:ln>
                <a:noFill/>
              </a:ln>
              <a:solidFill>
                <a:srgbClr val="FFFFFF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8C0E5BC-48D6-98A3-8775-4F6A5A7DD5B3}"/>
              </a:ext>
            </a:extLst>
          </p:cNvPr>
          <p:cNvSpPr/>
          <p:nvPr/>
        </p:nvSpPr>
        <p:spPr>
          <a:xfrm>
            <a:off x="884510" y="12087809"/>
            <a:ext cx="9512181" cy="1203166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 err="1">
                <a:solidFill>
                  <a:schemeClr val="bg1"/>
                </a:solidFill>
                <a:latin typeface="Bradley Hand" pitchFamily="2" charset="77"/>
              </a:rPr>
              <a:t>i</a:t>
            </a: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 = 2</a:t>
            </a:r>
          </a:p>
          <a:p>
            <a:pPr defTabSz="825500">
              <a:lnSpc>
                <a:spcPct val="100000"/>
              </a:lnSpc>
              <a:spcBef>
                <a:spcPts val="0"/>
              </a:spcBef>
            </a:pPr>
            <a:r>
              <a:rPr lang="en-US" sz="3200" dirty="0">
                <a:solidFill>
                  <a:schemeClr val="bg1"/>
                </a:solidFill>
                <a:latin typeface="Bradley Hand" pitchFamily="2" charset="77"/>
              </a:rPr>
              <a:t>j = 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641CE6FF-929F-ACCC-6EA9-CBEA008ADAB2}"/>
              </a:ext>
            </a:extLst>
          </p:cNvPr>
          <p:cNvSpPr/>
          <p:nvPr/>
        </p:nvSpPr>
        <p:spPr>
          <a:xfrm>
            <a:off x="20268910" y="660626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5D57461A-5993-C0B4-9149-114013AEB65E}"/>
              </a:ext>
            </a:extLst>
          </p:cNvPr>
          <p:cNvSpPr/>
          <p:nvPr/>
        </p:nvSpPr>
        <p:spPr>
          <a:xfrm>
            <a:off x="19177023" y="660626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60BC4080-A01F-F5DC-A80C-8A8ABE0D3D7B}"/>
              </a:ext>
            </a:extLst>
          </p:cNvPr>
          <p:cNvSpPr/>
          <p:nvPr/>
        </p:nvSpPr>
        <p:spPr>
          <a:xfrm>
            <a:off x="18085136" y="660626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F890DBE-A9FA-D017-63CD-902A583BE0AE}"/>
              </a:ext>
            </a:extLst>
          </p:cNvPr>
          <p:cNvSpPr/>
          <p:nvPr/>
        </p:nvSpPr>
        <p:spPr>
          <a:xfrm>
            <a:off x="16047702" y="627636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51DD833C-968E-8BAA-36B7-250F50D15CE8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15833558" y="1422180"/>
            <a:ext cx="1413622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FE03DC6F-287F-461A-CF65-3D8C596774D7}"/>
              </a:ext>
            </a:extLst>
          </p:cNvPr>
          <p:cNvSpPr/>
          <p:nvPr/>
        </p:nvSpPr>
        <p:spPr>
          <a:xfrm>
            <a:off x="14472805" y="3031958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EBB8200A-2B9F-0F1B-8E59-6D1576584CAB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15672283" y="3826502"/>
            <a:ext cx="4051157" cy="2622425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60342333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AB533C-FF66-C35B-652F-6A788EEDC6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73747506-AAD8-4C34-9FF3-5DB464D45AA7}"/>
              </a:ext>
            </a:extLst>
          </p:cNvPr>
          <p:cNvSpPr/>
          <p:nvPr/>
        </p:nvSpPr>
        <p:spPr>
          <a:xfrm>
            <a:off x="13665387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9D24182-1D9B-E0C8-B9BA-F7967C37A5FB}"/>
              </a:ext>
            </a:extLst>
          </p:cNvPr>
          <p:cNvSpPr/>
          <p:nvPr/>
        </p:nvSpPr>
        <p:spPr>
          <a:xfrm>
            <a:off x="12573500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C024B59-2BC5-B9CD-191C-4C295ADBA2EF}"/>
              </a:ext>
            </a:extLst>
          </p:cNvPr>
          <p:cNvSpPr/>
          <p:nvPr/>
        </p:nvSpPr>
        <p:spPr>
          <a:xfrm>
            <a:off x="11481613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3C9B10D-C5C4-46A2-7F1A-BC16ADDFAFFA}"/>
              </a:ext>
            </a:extLst>
          </p:cNvPr>
          <p:cNvSpPr/>
          <p:nvPr/>
        </p:nvSpPr>
        <p:spPr>
          <a:xfrm>
            <a:off x="11114754" y="122921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2DDA481-7697-C37E-CAA2-A2368FD18295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10900610" y="2023759"/>
            <a:ext cx="1413622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9C177718-E8DD-9247-BEB9-913BCF33D93D}"/>
              </a:ext>
            </a:extLst>
          </p:cNvPr>
          <p:cNvSpPr/>
          <p:nvPr/>
        </p:nvSpPr>
        <p:spPr>
          <a:xfrm>
            <a:off x="9539857" y="3633537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01512F5-A25B-B8C9-FFF7-4ACAD4AA43AC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10739335" y="4428081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A6F528C0-33AC-8DEB-C01F-CFACB4F3355B}"/>
              </a:ext>
            </a:extLst>
          </p:cNvPr>
          <p:cNvSpPr/>
          <p:nvPr/>
        </p:nvSpPr>
        <p:spPr>
          <a:xfrm>
            <a:off x="13178150" y="35029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ECAB5B6-3635-D671-CCBF-E16DE59C6A7F}"/>
              </a:ext>
            </a:extLst>
          </p:cNvPr>
          <p:cNvSpPr/>
          <p:nvPr/>
        </p:nvSpPr>
        <p:spPr>
          <a:xfrm>
            <a:off x="12086263" y="35029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706A2892-0431-3927-A45B-D5FA499982D9}"/>
              </a:ext>
            </a:extLst>
          </p:cNvPr>
          <p:cNvSpPr/>
          <p:nvPr/>
        </p:nvSpPr>
        <p:spPr>
          <a:xfrm>
            <a:off x="10994376" y="35029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339161853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5AFC7E-F476-B0EA-EA6B-3688F9A2B4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8485025B-1A1E-73CE-78F9-D96EE0C654B9}"/>
              </a:ext>
            </a:extLst>
          </p:cNvPr>
          <p:cNvSpPr/>
          <p:nvPr/>
        </p:nvSpPr>
        <p:spPr>
          <a:xfrm>
            <a:off x="13665387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680824E-18BD-FB4E-2AA7-D72BD58F7876}"/>
              </a:ext>
            </a:extLst>
          </p:cNvPr>
          <p:cNvSpPr/>
          <p:nvPr/>
        </p:nvSpPr>
        <p:spPr>
          <a:xfrm>
            <a:off x="12573500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D4981A5-87B8-CBBE-1EB2-689D0808B35C}"/>
              </a:ext>
            </a:extLst>
          </p:cNvPr>
          <p:cNvSpPr/>
          <p:nvPr/>
        </p:nvSpPr>
        <p:spPr>
          <a:xfrm>
            <a:off x="11481613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A9DB046-1522-E19F-CBBE-ECB80A779617}"/>
              </a:ext>
            </a:extLst>
          </p:cNvPr>
          <p:cNvSpPr/>
          <p:nvPr/>
        </p:nvSpPr>
        <p:spPr>
          <a:xfrm>
            <a:off x="11114754" y="122921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7D642DD8-D9F8-C753-160C-4BCCD51F7618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10900610" y="2023759"/>
            <a:ext cx="1413622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601878A-BC5D-08DA-5ECD-D42E6CB92A2A}"/>
              </a:ext>
            </a:extLst>
          </p:cNvPr>
          <p:cNvSpPr/>
          <p:nvPr/>
        </p:nvSpPr>
        <p:spPr>
          <a:xfrm>
            <a:off x="9539857" y="3633537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30F6ECE0-5701-2827-63D8-21C6DD03BF91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10739335" y="4428081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1974B0B9-CCDD-F294-2988-E0DD2C712715}"/>
              </a:ext>
            </a:extLst>
          </p:cNvPr>
          <p:cNvSpPr/>
          <p:nvPr/>
        </p:nvSpPr>
        <p:spPr>
          <a:xfrm>
            <a:off x="9887471" y="2754617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EFCBEAC6-F926-9137-05B3-F95542A294D9}"/>
              </a:ext>
            </a:extLst>
          </p:cNvPr>
          <p:cNvSpPr/>
          <p:nvPr/>
        </p:nvSpPr>
        <p:spPr>
          <a:xfrm>
            <a:off x="8795584" y="2754617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3FCF98B9-7112-9CDF-F41C-A6F768E2C7E8}"/>
              </a:ext>
            </a:extLst>
          </p:cNvPr>
          <p:cNvSpPr/>
          <p:nvPr/>
        </p:nvSpPr>
        <p:spPr>
          <a:xfrm>
            <a:off x="7703697" y="2754617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A436D696-F54E-E849-8A59-0D444ED03109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8795584" y="4428081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42749626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8D6B7-34E4-C0EC-FCBC-6A5A5FB5CB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9761A3B6-B540-6FE5-9699-8546E32C8624}"/>
              </a:ext>
            </a:extLst>
          </p:cNvPr>
          <p:cNvSpPr/>
          <p:nvPr/>
        </p:nvSpPr>
        <p:spPr>
          <a:xfrm>
            <a:off x="13665387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0C36E65-AE61-D3D5-5183-AEBE853BF430}"/>
              </a:ext>
            </a:extLst>
          </p:cNvPr>
          <p:cNvSpPr/>
          <p:nvPr/>
        </p:nvSpPr>
        <p:spPr>
          <a:xfrm>
            <a:off x="12573500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475C162-DE0D-0A22-265A-FE1D7FE9D43B}"/>
              </a:ext>
            </a:extLst>
          </p:cNvPr>
          <p:cNvSpPr/>
          <p:nvPr/>
        </p:nvSpPr>
        <p:spPr>
          <a:xfrm>
            <a:off x="11481613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F3196493-88B9-7520-328B-69D502C7F1D5}"/>
              </a:ext>
            </a:extLst>
          </p:cNvPr>
          <p:cNvSpPr/>
          <p:nvPr/>
        </p:nvSpPr>
        <p:spPr>
          <a:xfrm>
            <a:off x="11114754" y="122921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21D41F7-1226-CF70-6280-CEEBE747F31B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10900610" y="2023759"/>
            <a:ext cx="1413622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09567658-62ED-99AA-671B-E34FB04EAF76}"/>
              </a:ext>
            </a:extLst>
          </p:cNvPr>
          <p:cNvSpPr/>
          <p:nvPr/>
        </p:nvSpPr>
        <p:spPr>
          <a:xfrm>
            <a:off x="9539857" y="3633537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7B197C7-9E59-28B4-4318-2C33D6D03B2F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10739335" y="4428081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A1CB2F33-F0BB-1AD4-EB55-F26BD4B9BEB1}"/>
              </a:ext>
            </a:extLst>
          </p:cNvPr>
          <p:cNvSpPr/>
          <p:nvPr/>
        </p:nvSpPr>
        <p:spPr>
          <a:xfrm>
            <a:off x="8687993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8F67A1B-DB91-CEF7-D8B0-DAF2AA783DED}"/>
              </a:ext>
            </a:extLst>
          </p:cNvPr>
          <p:cNvSpPr/>
          <p:nvPr/>
        </p:nvSpPr>
        <p:spPr>
          <a:xfrm>
            <a:off x="7596106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C552486-3F29-CAA5-B618-7C8033D10D15}"/>
              </a:ext>
            </a:extLst>
          </p:cNvPr>
          <p:cNvSpPr/>
          <p:nvPr/>
        </p:nvSpPr>
        <p:spPr>
          <a:xfrm>
            <a:off x="6504219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5450766-B55C-6A02-F1A2-89DE1FDAC70E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8795584" y="4428081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9236788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144D8-3B4F-4B4F-B49A-690F092D3E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BF384C5D-6000-C5FB-CEB1-85DE88C93EC9}"/>
              </a:ext>
            </a:extLst>
          </p:cNvPr>
          <p:cNvSpPr/>
          <p:nvPr/>
        </p:nvSpPr>
        <p:spPr>
          <a:xfrm>
            <a:off x="13665387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EC04982C-9025-02BA-B0A8-0B16289B6D00}"/>
              </a:ext>
            </a:extLst>
          </p:cNvPr>
          <p:cNvSpPr/>
          <p:nvPr/>
        </p:nvSpPr>
        <p:spPr>
          <a:xfrm>
            <a:off x="12573500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95FB1F7B-523A-7E09-E5CD-E84A18CB2AE5}"/>
              </a:ext>
            </a:extLst>
          </p:cNvPr>
          <p:cNvSpPr/>
          <p:nvPr/>
        </p:nvSpPr>
        <p:spPr>
          <a:xfrm>
            <a:off x="11481613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562D822-5BF3-87A6-9ED8-3F85D342CA3F}"/>
              </a:ext>
            </a:extLst>
          </p:cNvPr>
          <p:cNvSpPr/>
          <p:nvPr/>
        </p:nvSpPr>
        <p:spPr>
          <a:xfrm>
            <a:off x="11114754" y="122921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004179DC-1A62-4504-8CDB-E3DABFDB90C3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10900610" y="2023759"/>
            <a:ext cx="1413622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A26BCF23-5D7B-5D21-C81B-C39EE81A4F6D}"/>
              </a:ext>
            </a:extLst>
          </p:cNvPr>
          <p:cNvSpPr/>
          <p:nvPr/>
        </p:nvSpPr>
        <p:spPr>
          <a:xfrm>
            <a:off x="9539857" y="3633537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A1C3AF35-43EE-BEB6-E8BF-BAA58D62DF20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10739335" y="4428081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43910E74-5034-5E98-B61F-693CB1F848E5}"/>
              </a:ext>
            </a:extLst>
          </p:cNvPr>
          <p:cNvSpPr/>
          <p:nvPr/>
        </p:nvSpPr>
        <p:spPr>
          <a:xfrm>
            <a:off x="6047019" y="599720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CC4E0AB0-B9B1-4823-D8D8-5CD0DCE9FF03}"/>
              </a:ext>
            </a:extLst>
          </p:cNvPr>
          <p:cNvSpPr/>
          <p:nvPr/>
        </p:nvSpPr>
        <p:spPr>
          <a:xfrm>
            <a:off x="4955132" y="599720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E7421B9-D0F2-6FB9-3F1E-74A10A63D052}"/>
              </a:ext>
            </a:extLst>
          </p:cNvPr>
          <p:cNvSpPr/>
          <p:nvPr/>
        </p:nvSpPr>
        <p:spPr>
          <a:xfrm>
            <a:off x="3863245" y="599720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7CE0D9E5-E768-8D6A-6119-D54A0721FEF5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8795584" y="4428081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2565FA1A-161F-37FE-2156-AF2B061DD073}"/>
              </a:ext>
            </a:extLst>
          </p:cNvPr>
          <p:cNvSpPr/>
          <p:nvPr/>
        </p:nvSpPr>
        <p:spPr>
          <a:xfrm>
            <a:off x="7618238" y="620829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b?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E3317D2C-42EB-2CAA-66C3-030A17365907}"/>
              </a:ext>
            </a:extLst>
          </p:cNvPr>
          <p:cNvSpPr/>
          <p:nvPr/>
        </p:nvSpPr>
        <p:spPr>
          <a:xfrm>
            <a:off x="6047019" y="599720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55C69A0-E237-7078-013A-2C5ADB940D51}"/>
              </a:ext>
            </a:extLst>
          </p:cNvPr>
          <p:cNvSpPr/>
          <p:nvPr/>
        </p:nvSpPr>
        <p:spPr>
          <a:xfrm>
            <a:off x="4955132" y="599720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F5ABC98E-255D-9848-9E6C-3971A2D8FB2E}"/>
              </a:ext>
            </a:extLst>
          </p:cNvPr>
          <p:cNvSpPr/>
          <p:nvPr/>
        </p:nvSpPr>
        <p:spPr>
          <a:xfrm>
            <a:off x="3863245" y="599720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D0B4785-DBDD-503F-C436-589E7BC2B398}"/>
              </a:ext>
            </a:extLst>
          </p:cNvPr>
          <p:cNvCxnSpPr>
            <a:cxnSpLocks/>
          </p:cNvCxnSpPr>
          <p:nvPr/>
        </p:nvCxnSpPr>
        <p:spPr>
          <a:xfrm>
            <a:off x="8795584" y="7002839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4150478-E3A6-30F7-A3E5-AD18F352C894}"/>
              </a:ext>
            </a:extLst>
          </p:cNvPr>
          <p:cNvCxnSpPr>
            <a:cxnSpLocks/>
          </p:cNvCxnSpPr>
          <p:nvPr/>
        </p:nvCxnSpPr>
        <p:spPr>
          <a:xfrm flipH="1">
            <a:off x="6851833" y="7002839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77117369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CBC920A-93C5-31CD-26CF-203B10EBE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242E638A-3027-E20F-2F15-FD2DA8A4109B}"/>
              </a:ext>
            </a:extLst>
          </p:cNvPr>
          <p:cNvSpPr/>
          <p:nvPr/>
        </p:nvSpPr>
        <p:spPr>
          <a:xfrm>
            <a:off x="13665387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77E7332F-AA39-076F-0210-09C8F820D278}"/>
              </a:ext>
            </a:extLst>
          </p:cNvPr>
          <p:cNvSpPr/>
          <p:nvPr/>
        </p:nvSpPr>
        <p:spPr>
          <a:xfrm>
            <a:off x="12573500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8BECD48D-FD1D-2EFB-2474-FA1B5E27A3BD}"/>
              </a:ext>
            </a:extLst>
          </p:cNvPr>
          <p:cNvSpPr/>
          <p:nvPr/>
        </p:nvSpPr>
        <p:spPr>
          <a:xfrm>
            <a:off x="11481613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0B45FB1E-5133-F15C-A19A-637A86AA50E8}"/>
              </a:ext>
            </a:extLst>
          </p:cNvPr>
          <p:cNvSpPr/>
          <p:nvPr/>
        </p:nvSpPr>
        <p:spPr>
          <a:xfrm>
            <a:off x="11114754" y="122921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D1750E04-B1EF-BC11-443D-3D3AF07EC74F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10900610" y="2023759"/>
            <a:ext cx="1413622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DFF1E9A-979B-6843-16ED-9C2C210E7027}"/>
              </a:ext>
            </a:extLst>
          </p:cNvPr>
          <p:cNvSpPr/>
          <p:nvPr/>
        </p:nvSpPr>
        <p:spPr>
          <a:xfrm>
            <a:off x="9539857" y="3633537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1238187-B6E5-EA9C-922B-06379BA02099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10739335" y="4428081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278375F2-49BD-60B8-8065-AD3307CACA35}"/>
              </a:ext>
            </a:extLst>
          </p:cNvPr>
          <p:cNvSpPr/>
          <p:nvPr/>
        </p:nvSpPr>
        <p:spPr>
          <a:xfrm>
            <a:off x="6942902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A0C132-BF95-57B4-1091-58DDC4F25601}"/>
              </a:ext>
            </a:extLst>
          </p:cNvPr>
          <p:cNvSpPr/>
          <p:nvPr/>
        </p:nvSpPr>
        <p:spPr>
          <a:xfrm>
            <a:off x="5851015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6B1801FB-0BF2-47AE-D1E0-3785D6D3522D}"/>
              </a:ext>
            </a:extLst>
          </p:cNvPr>
          <p:cNvSpPr/>
          <p:nvPr/>
        </p:nvSpPr>
        <p:spPr>
          <a:xfrm>
            <a:off x="4759128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9F033D94-0BA8-4139-E32C-99E89F0BEDEF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8795584" y="4428081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7546ADB-F6AE-F5DC-35BB-7A5E4B345095}"/>
              </a:ext>
            </a:extLst>
          </p:cNvPr>
          <p:cNvSpPr/>
          <p:nvPr/>
        </p:nvSpPr>
        <p:spPr>
          <a:xfrm>
            <a:off x="7618238" y="620829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b?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82D9DAC-9E51-934D-E8F1-EEB827B8BA37}"/>
              </a:ext>
            </a:extLst>
          </p:cNvPr>
          <p:cNvSpPr/>
          <p:nvPr/>
        </p:nvSpPr>
        <p:spPr>
          <a:xfrm>
            <a:off x="11659100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A103FEE-351B-481A-2B85-9DA762EC7C38}"/>
              </a:ext>
            </a:extLst>
          </p:cNvPr>
          <p:cNvSpPr/>
          <p:nvPr/>
        </p:nvSpPr>
        <p:spPr>
          <a:xfrm>
            <a:off x="10567213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75512B0-3498-AF6A-40B4-DC40368E4C7B}"/>
              </a:ext>
            </a:extLst>
          </p:cNvPr>
          <p:cNvSpPr/>
          <p:nvPr/>
        </p:nvSpPr>
        <p:spPr>
          <a:xfrm>
            <a:off x="9475326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E6C947C-C0A5-D661-A8D4-E5EEC26FB8A4}"/>
              </a:ext>
            </a:extLst>
          </p:cNvPr>
          <p:cNvCxnSpPr>
            <a:cxnSpLocks/>
          </p:cNvCxnSpPr>
          <p:nvPr/>
        </p:nvCxnSpPr>
        <p:spPr>
          <a:xfrm>
            <a:off x="8795584" y="7002839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2A52C1F-7E12-C490-8440-B92B1B8977F1}"/>
              </a:ext>
            </a:extLst>
          </p:cNvPr>
          <p:cNvCxnSpPr>
            <a:cxnSpLocks/>
          </p:cNvCxnSpPr>
          <p:nvPr/>
        </p:nvCxnSpPr>
        <p:spPr>
          <a:xfrm flipH="1">
            <a:off x="6851833" y="7002839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8950592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44D7CA-15C6-CEF5-B4CE-E95478DC48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0137B9A5-05C0-9DD1-80C2-541C639E66E4}"/>
              </a:ext>
            </a:extLst>
          </p:cNvPr>
          <p:cNvSpPr/>
          <p:nvPr/>
        </p:nvSpPr>
        <p:spPr>
          <a:xfrm>
            <a:off x="10200354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B4D5230F-FD4C-9225-A46B-D0153BF3555B}"/>
              </a:ext>
            </a:extLst>
          </p:cNvPr>
          <p:cNvSpPr/>
          <p:nvPr/>
        </p:nvSpPr>
        <p:spPr>
          <a:xfrm>
            <a:off x="9108467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1DCA4B5-CE3E-25B5-DC47-C24910D0E413}"/>
              </a:ext>
            </a:extLst>
          </p:cNvPr>
          <p:cNvSpPr/>
          <p:nvPr/>
        </p:nvSpPr>
        <p:spPr>
          <a:xfrm>
            <a:off x="8016580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27651B1-002B-20E2-4E9B-5DFCA2332966}"/>
              </a:ext>
            </a:extLst>
          </p:cNvPr>
          <p:cNvSpPr/>
          <p:nvPr/>
        </p:nvSpPr>
        <p:spPr>
          <a:xfrm>
            <a:off x="11114754" y="122921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369C3A0-E287-E0ED-E7E2-4C71C3F9CA23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7274302" y="2023759"/>
            <a:ext cx="5039930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7F81FFD1-0B65-34FB-7A4A-AA35E4711E8F}"/>
              </a:ext>
            </a:extLst>
          </p:cNvPr>
          <p:cNvSpPr/>
          <p:nvPr/>
        </p:nvSpPr>
        <p:spPr>
          <a:xfrm>
            <a:off x="6074824" y="3633537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532BE3D-F67B-4773-6D1B-57A2006BF689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7274302" y="4428081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A9E97D2B-48BD-6C58-CA6B-776E997795A8}"/>
              </a:ext>
            </a:extLst>
          </p:cNvPr>
          <p:cNvSpPr/>
          <p:nvPr/>
        </p:nvSpPr>
        <p:spPr>
          <a:xfrm>
            <a:off x="3477869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3C380A9-4B01-50E4-B8B4-9883FA1CB964}"/>
              </a:ext>
            </a:extLst>
          </p:cNvPr>
          <p:cNvSpPr/>
          <p:nvPr/>
        </p:nvSpPr>
        <p:spPr>
          <a:xfrm>
            <a:off x="2385982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4D07C345-2EAC-EAAE-CD8D-85A00B623553}"/>
              </a:ext>
            </a:extLst>
          </p:cNvPr>
          <p:cNvSpPr/>
          <p:nvPr/>
        </p:nvSpPr>
        <p:spPr>
          <a:xfrm>
            <a:off x="1294095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1461C96B-F8E0-6135-3043-4C9159CEC180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5330551" y="4428081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CA8AB66-C684-6831-BD38-F7611821D8C1}"/>
              </a:ext>
            </a:extLst>
          </p:cNvPr>
          <p:cNvSpPr/>
          <p:nvPr/>
        </p:nvSpPr>
        <p:spPr>
          <a:xfrm>
            <a:off x="4153205" y="620829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b?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F04DAB5-7CA9-5B00-CA0C-5071A83099A3}"/>
              </a:ext>
            </a:extLst>
          </p:cNvPr>
          <p:cNvSpPr/>
          <p:nvPr/>
        </p:nvSpPr>
        <p:spPr>
          <a:xfrm>
            <a:off x="8194067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A528E315-B6FE-048F-A53C-FBB237C7E71E}"/>
              </a:ext>
            </a:extLst>
          </p:cNvPr>
          <p:cNvSpPr/>
          <p:nvPr/>
        </p:nvSpPr>
        <p:spPr>
          <a:xfrm>
            <a:off x="7102180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286891A8-9866-0762-98DB-E22E900FCD5B}"/>
              </a:ext>
            </a:extLst>
          </p:cNvPr>
          <p:cNvSpPr/>
          <p:nvPr/>
        </p:nvSpPr>
        <p:spPr>
          <a:xfrm>
            <a:off x="6010293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DEC1DA2F-7253-666C-CF9E-75170AED5455}"/>
              </a:ext>
            </a:extLst>
          </p:cNvPr>
          <p:cNvCxnSpPr>
            <a:cxnSpLocks/>
          </p:cNvCxnSpPr>
          <p:nvPr/>
        </p:nvCxnSpPr>
        <p:spPr>
          <a:xfrm>
            <a:off x="5330551" y="7002839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5688EB1-9C2D-095F-DBE3-14FC883CFA0E}"/>
              </a:ext>
            </a:extLst>
          </p:cNvPr>
          <p:cNvCxnSpPr>
            <a:cxnSpLocks/>
          </p:cNvCxnSpPr>
          <p:nvPr/>
        </p:nvCxnSpPr>
        <p:spPr>
          <a:xfrm flipH="1">
            <a:off x="3386800" y="7002839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69F961DA-1361-C260-C2D2-75C82975461B}"/>
              </a:ext>
            </a:extLst>
          </p:cNvPr>
          <p:cNvSpPr/>
          <p:nvPr/>
        </p:nvSpPr>
        <p:spPr>
          <a:xfrm>
            <a:off x="13056510" y="31732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2E36392-01A3-8C5C-C685-094CA059801C}"/>
              </a:ext>
            </a:extLst>
          </p:cNvPr>
          <p:cNvSpPr/>
          <p:nvPr/>
        </p:nvSpPr>
        <p:spPr>
          <a:xfrm>
            <a:off x="11964623" y="31732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DCDF80DF-1F6F-27B4-2177-361E74F4FD5E}"/>
              </a:ext>
            </a:extLst>
          </p:cNvPr>
          <p:cNvSpPr/>
          <p:nvPr/>
        </p:nvSpPr>
        <p:spPr>
          <a:xfrm>
            <a:off x="10872736" y="31732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004FCFD-B1D8-BE0A-7C31-4586832E1805}"/>
              </a:ext>
            </a:extLst>
          </p:cNvPr>
          <p:cNvSpPr/>
          <p:nvPr/>
        </p:nvSpPr>
        <p:spPr>
          <a:xfrm>
            <a:off x="13056510" y="31732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4E1A4F6-C0A1-4DE8-AEFC-15F5CA263A95}"/>
              </a:ext>
            </a:extLst>
          </p:cNvPr>
          <p:cNvSpPr/>
          <p:nvPr/>
        </p:nvSpPr>
        <p:spPr>
          <a:xfrm>
            <a:off x="11964623" y="31732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FFD39505-3A65-D2D4-0935-06809A969EB5}"/>
              </a:ext>
            </a:extLst>
          </p:cNvPr>
          <p:cNvSpPr/>
          <p:nvPr/>
        </p:nvSpPr>
        <p:spPr>
          <a:xfrm>
            <a:off x="10872736" y="31732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62E2B6F4-A7AD-51BF-1B6C-735FEA2C4CD0}"/>
              </a:ext>
            </a:extLst>
          </p:cNvPr>
          <p:cNvSpPr/>
          <p:nvPr/>
        </p:nvSpPr>
        <p:spPr>
          <a:xfrm>
            <a:off x="13056510" y="31732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C4D36F2-1B2B-12CC-731B-EE1D204F4E74}"/>
              </a:ext>
            </a:extLst>
          </p:cNvPr>
          <p:cNvSpPr/>
          <p:nvPr/>
        </p:nvSpPr>
        <p:spPr>
          <a:xfrm>
            <a:off x="11964623" y="31732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FF112BA-1C14-AB0B-FECC-9E81E887C31E}"/>
              </a:ext>
            </a:extLst>
          </p:cNvPr>
          <p:cNvSpPr/>
          <p:nvPr/>
        </p:nvSpPr>
        <p:spPr>
          <a:xfrm>
            <a:off x="10872736" y="31732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13922316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4" grpId="0" animBg="1"/>
      <p:bldP spid="25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00E5DD-468A-3C96-EEE0-A71137B322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169003E6-42E9-6CEE-A740-1095325B8E26}"/>
              </a:ext>
            </a:extLst>
          </p:cNvPr>
          <p:cNvSpPr/>
          <p:nvPr/>
        </p:nvSpPr>
        <p:spPr>
          <a:xfrm>
            <a:off x="10200354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6901099-38EF-EBFB-F953-D61DA95B8108}"/>
              </a:ext>
            </a:extLst>
          </p:cNvPr>
          <p:cNvSpPr/>
          <p:nvPr/>
        </p:nvSpPr>
        <p:spPr>
          <a:xfrm>
            <a:off x="9108467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CFADC5B1-6C04-BCBA-FFAB-18EA0209CBFA}"/>
              </a:ext>
            </a:extLst>
          </p:cNvPr>
          <p:cNvSpPr/>
          <p:nvPr/>
        </p:nvSpPr>
        <p:spPr>
          <a:xfrm>
            <a:off x="8016580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8CDD049C-0E3C-BBA8-15D2-59A292CC256A}"/>
              </a:ext>
            </a:extLst>
          </p:cNvPr>
          <p:cNvSpPr/>
          <p:nvPr/>
        </p:nvSpPr>
        <p:spPr>
          <a:xfrm>
            <a:off x="11114754" y="122921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4004DD87-035C-FE8F-C5BB-372BC6EC87A6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7274302" y="2023759"/>
            <a:ext cx="5039930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D63F231C-209A-1871-4900-54E1B11B9BEC}"/>
              </a:ext>
            </a:extLst>
          </p:cNvPr>
          <p:cNvSpPr/>
          <p:nvPr/>
        </p:nvSpPr>
        <p:spPr>
          <a:xfrm>
            <a:off x="6074824" y="3633537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F3F9481A-298B-178A-6CD8-5F89BBA930F2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7274302" y="4428081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B9EDB9E5-659A-57DF-E714-C1001CC320B0}"/>
              </a:ext>
            </a:extLst>
          </p:cNvPr>
          <p:cNvSpPr/>
          <p:nvPr/>
        </p:nvSpPr>
        <p:spPr>
          <a:xfrm>
            <a:off x="3477869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BC8CEC3-7248-AFC0-69EA-8F8E2A5F74B5}"/>
              </a:ext>
            </a:extLst>
          </p:cNvPr>
          <p:cNvSpPr/>
          <p:nvPr/>
        </p:nvSpPr>
        <p:spPr>
          <a:xfrm>
            <a:off x="2385982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784CA53-CB90-B00E-C39C-7A341E07C48C}"/>
              </a:ext>
            </a:extLst>
          </p:cNvPr>
          <p:cNvSpPr/>
          <p:nvPr/>
        </p:nvSpPr>
        <p:spPr>
          <a:xfrm>
            <a:off x="1294095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64716DFE-17E2-8C8B-2E34-A41EA147FFFB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5330551" y="4428081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200D59B-D3A6-FBCB-9B4E-807262FE7FAA}"/>
              </a:ext>
            </a:extLst>
          </p:cNvPr>
          <p:cNvSpPr/>
          <p:nvPr/>
        </p:nvSpPr>
        <p:spPr>
          <a:xfrm>
            <a:off x="4153205" y="620829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b?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5130E245-8311-A409-C8ED-8EBC475A00DF}"/>
              </a:ext>
            </a:extLst>
          </p:cNvPr>
          <p:cNvSpPr/>
          <p:nvPr/>
        </p:nvSpPr>
        <p:spPr>
          <a:xfrm>
            <a:off x="8194067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804AE22-A6AC-25C8-03D5-992362B50CC3}"/>
              </a:ext>
            </a:extLst>
          </p:cNvPr>
          <p:cNvSpPr/>
          <p:nvPr/>
        </p:nvSpPr>
        <p:spPr>
          <a:xfrm>
            <a:off x="7102180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9D58B45-59EE-EB3F-52F4-EC58631E2ECF}"/>
              </a:ext>
            </a:extLst>
          </p:cNvPr>
          <p:cNvSpPr/>
          <p:nvPr/>
        </p:nvSpPr>
        <p:spPr>
          <a:xfrm>
            <a:off x="6010293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43358B7-7CAC-DA2E-1B6B-8948B9378CA0}"/>
              </a:ext>
            </a:extLst>
          </p:cNvPr>
          <p:cNvCxnSpPr>
            <a:cxnSpLocks/>
          </p:cNvCxnSpPr>
          <p:nvPr/>
        </p:nvCxnSpPr>
        <p:spPr>
          <a:xfrm>
            <a:off x="5330551" y="7002839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41A4A636-E7EE-692C-B892-594CDDED41B2}"/>
              </a:ext>
            </a:extLst>
          </p:cNvPr>
          <p:cNvCxnSpPr>
            <a:cxnSpLocks/>
          </p:cNvCxnSpPr>
          <p:nvPr/>
        </p:nvCxnSpPr>
        <p:spPr>
          <a:xfrm flipH="1">
            <a:off x="3386800" y="7002839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22488492-24BF-E22A-2AFD-66B6E9EBDD4C}"/>
              </a:ext>
            </a:extLst>
          </p:cNvPr>
          <p:cNvSpPr/>
          <p:nvPr/>
        </p:nvSpPr>
        <p:spPr>
          <a:xfrm>
            <a:off x="18093996" y="344697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6BC62DDA-D730-D267-B652-6D8843522E15}"/>
              </a:ext>
            </a:extLst>
          </p:cNvPr>
          <p:cNvSpPr/>
          <p:nvPr/>
        </p:nvSpPr>
        <p:spPr>
          <a:xfrm>
            <a:off x="17002109" y="344697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77D6632-FBDE-E127-A04C-766AAD63BB7F}"/>
              </a:ext>
            </a:extLst>
          </p:cNvPr>
          <p:cNvSpPr/>
          <p:nvPr/>
        </p:nvSpPr>
        <p:spPr>
          <a:xfrm>
            <a:off x="15910222" y="344697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887925B0-AD58-E763-84C4-DDD38FE33EF4}"/>
              </a:ext>
            </a:extLst>
          </p:cNvPr>
          <p:cNvSpPr/>
          <p:nvPr/>
        </p:nvSpPr>
        <p:spPr>
          <a:xfrm>
            <a:off x="18093996" y="344697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9664D702-76AC-932B-E771-2402175C5146}"/>
              </a:ext>
            </a:extLst>
          </p:cNvPr>
          <p:cNvSpPr/>
          <p:nvPr/>
        </p:nvSpPr>
        <p:spPr>
          <a:xfrm>
            <a:off x="17002109" y="344697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EF0B8A8A-E0E7-5AC7-FA23-12C1567275C5}"/>
              </a:ext>
            </a:extLst>
          </p:cNvPr>
          <p:cNvSpPr/>
          <p:nvPr/>
        </p:nvSpPr>
        <p:spPr>
          <a:xfrm>
            <a:off x="15910222" y="344697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EE8FD09-82AA-E4CE-DAA0-E94C7AC8BED1}"/>
              </a:ext>
            </a:extLst>
          </p:cNvPr>
          <p:cNvSpPr/>
          <p:nvPr/>
        </p:nvSpPr>
        <p:spPr>
          <a:xfrm>
            <a:off x="18093996" y="344697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382752DE-BBDE-04B5-9F68-E58D3DAC2D5D}"/>
              </a:ext>
            </a:extLst>
          </p:cNvPr>
          <p:cNvSpPr/>
          <p:nvPr/>
        </p:nvSpPr>
        <p:spPr>
          <a:xfrm>
            <a:off x="17002109" y="344697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3F2BE507-E7B7-A2D5-EC23-BDC464C808D0}"/>
              </a:ext>
            </a:extLst>
          </p:cNvPr>
          <p:cNvSpPr/>
          <p:nvPr/>
        </p:nvSpPr>
        <p:spPr>
          <a:xfrm>
            <a:off x="15910222" y="3446970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436095D-6A8F-8055-3F9A-139202EAE1D2}"/>
              </a:ext>
            </a:extLst>
          </p:cNvPr>
          <p:cNvCxnSpPr>
            <a:cxnSpLocks/>
          </p:cNvCxnSpPr>
          <p:nvPr/>
        </p:nvCxnSpPr>
        <p:spPr>
          <a:xfrm>
            <a:off x="12314232" y="2023759"/>
            <a:ext cx="5061661" cy="1393209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8463598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449FA1-D4EB-2C5F-22F8-1DFF8252DD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A4422EA0-4BC4-5660-93FE-2B4FED891FD6}"/>
              </a:ext>
            </a:extLst>
          </p:cNvPr>
          <p:cNvSpPr/>
          <p:nvPr/>
        </p:nvSpPr>
        <p:spPr>
          <a:xfrm>
            <a:off x="10200354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9617FEEB-CB6C-B9F6-82F0-9F3C883A87C7}"/>
              </a:ext>
            </a:extLst>
          </p:cNvPr>
          <p:cNvSpPr/>
          <p:nvPr/>
        </p:nvSpPr>
        <p:spPr>
          <a:xfrm>
            <a:off x="9108467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7EE2ED5-CD75-603E-C7B5-E9855F6340C0}"/>
              </a:ext>
            </a:extLst>
          </p:cNvPr>
          <p:cNvSpPr/>
          <p:nvPr/>
        </p:nvSpPr>
        <p:spPr>
          <a:xfrm>
            <a:off x="8016580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8684405-666C-0ECF-BFAD-D52CA31EACC4}"/>
              </a:ext>
            </a:extLst>
          </p:cNvPr>
          <p:cNvSpPr/>
          <p:nvPr/>
        </p:nvSpPr>
        <p:spPr>
          <a:xfrm>
            <a:off x="11114754" y="122921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3034DD4A-128F-DBF0-0960-8E28DE0F85C4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7274302" y="2023759"/>
            <a:ext cx="5039930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81C01E30-01EA-AE30-56D8-AA3B2C26D497}"/>
              </a:ext>
            </a:extLst>
          </p:cNvPr>
          <p:cNvSpPr/>
          <p:nvPr/>
        </p:nvSpPr>
        <p:spPr>
          <a:xfrm>
            <a:off x="6074824" y="3633537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38FABB0-EFCA-9722-C9B7-7F66C62C5A68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7274302" y="4428081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8E9DD4C8-E76A-ACB8-5C40-AC0E086C55B6}"/>
              </a:ext>
            </a:extLst>
          </p:cNvPr>
          <p:cNvSpPr/>
          <p:nvPr/>
        </p:nvSpPr>
        <p:spPr>
          <a:xfrm>
            <a:off x="3477869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9138C660-880C-9D9C-9E51-AA232DB079F9}"/>
              </a:ext>
            </a:extLst>
          </p:cNvPr>
          <p:cNvSpPr/>
          <p:nvPr/>
        </p:nvSpPr>
        <p:spPr>
          <a:xfrm>
            <a:off x="2385982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B0190516-77E9-9CF2-31EB-BF5A5321BE3F}"/>
              </a:ext>
            </a:extLst>
          </p:cNvPr>
          <p:cNvSpPr/>
          <p:nvPr/>
        </p:nvSpPr>
        <p:spPr>
          <a:xfrm>
            <a:off x="1294095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CF1C7211-71FD-535B-BA52-A5B9626FC566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5330551" y="4428081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D484B9DB-D795-6D7A-CACC-4CFDD794297B}"/>
              </a:ext>
            </a:extLst>
          </p:cNvPr>
          <p:cNvSpPr/>
          <p:nvPr/>
        </p:nvSpPr>
        <p:spPr>
          <a:xfrm>
            <a:off x="4153205" y="620829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b?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D1783B0-4112-193F-E9EB-9E3E87D44C32}"/>
              </a:ext>
            </a:extLst>
          </p:cNvPr>
          <p:cNvSpPr/>
          <p:nvPr/>
        </p:nvSpPr>
        <p:spPr>
          <a:xfrm>
            <a:off x="8194067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34B9574E-3020-3282-197F-86793F78C958}"/>
              </a:ext>
            </a:extLst>
          </p:cNvPr>
          <p:cNvSpPr/>
          <p:nvPr/>
        </p:nvSpPr>
        <p:spPr>
          <a:xfrm>
            <a:off x="7102180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CEABE97F-F1EB-B11F-F507-75888339EF5D}"/>
              </a:ext>
            </a:extLst>
          </p:cNvPr>
          <p:cNvSpPr/>
          <p:nvPr/>
        </p:nvSpPr>
        <p:spPr>
          <a:xfrm>
            <a:off x="6010293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ED56302-D002-4B27-E0C9-19244885CEBC}"/>
              </a:ext>
            </a:extLst>
          </p:cNvPr>
          <p:cNvCxnSpPr>
            <a:cxnSpLocks/>
          </p:cNvCxnSpPr>
          <p:nvPr/>
        </p:nvCxnSpPr>
        <p:spPr>
          <a:xfrm>
            <a:off x="5330551" y="7002839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53EB5D3D-7F4A-FDC3-C556-6F7E068E26CF}"/>
              </a:ext>
            </a:extLst>
          </p:cNvPr>
          <p:cNvCxnSpPr>
            <a:cxnSpLocks/>
          </p:cNvCxnSpPr>
          <p:nvPr/>
        </p:nvCxnSpPr>
        <p:spPr>
          <a:xfrm flipH="1">
            <a:off x="3386800" y="7002839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D181C32B-AE79-EDDE-AAD7-501D4135F8F6}"/>
              </a:ext>
            </a:extLst>
          </p:cNvPr>
          <p:cNvSpPr/>
          <p:nvPr/>
        </p:nvSpPr>
        <p:spPr>
          <a:xfrm>
            <a:off x="21140766" y="343727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3E1EBD9-76C8-384B-D81B-5A63B30F983B}"/>
              </a:ext>
            </a:extLst>
          </p:cNvPr>
          <p:cNvSpPr/>
          <p:nvPr/>
        </p:nvSpPr>
        <p:spPr>
          <a:xfrm>
            <a:off x="20048879" y="343727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BE99DE6-4927-CFC0-7A43-83369737FBB1}"/>
              </a:ext>
            </a:extLst>
          </p:cNvPr>
          <p:cNvSpPr/>
          <p:nvPr/>
        </p:nvSpPr>
        <p:spPr>
          <a:xfrm>
            <a:off x="18956992" y="343727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B3306809-8F31-B813-D393-3210FABC2A98}"/>
              </a:ext>
            </a:extLst>
          </p:cNvPr>
          <p:cNvSpPr/>
          <p:nvPr/>
        </p:nvSpPr>
        <p:spPr>
          <a:xfrm>
            <a:off x="21140766" y="343727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0EC5BD81-E655-FB38-D79B-22A15DD0C8EC}"/>
              </a:ext>
            </a:extLst>
          </p:cNvPr>
          <p:cNvSpPr/>
          <p:nvPr/>
        </p:nvSpPr>
        <p:spPr>
          <a:xfrm>
            <a:off x="20048879" y="343727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BFC2A037-DE3D-AB8A-D934-B9406A2C6F07}"/>
              </a:ext>
            </a:extLst>
          </p:cNvPr>
          <p:cNvSpPr/>
          <p:nvPr/>
        </p:nvSpPr>
        <p:spPr>
          <a:xfrm>
            <a:off x="18956992" y="343727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9FCB55-3695-8B48-C661-E6205BED8CF4}"/>
              </a:ext>
            </a:extLst>
          </p:cNvPr>
          <p:cNvSpPr/>
          <p:nvPr/>
        </p:nvSpPr>
        <p:spPr>
          <a:xfrm>
            <a:off x="21140766" y="343727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5C4E8998-EB96-978D-E3A8-CBC516594E7B}"/>
              </a:ext>
            </a:extLst>
          </p:cNvPr>
          <p:cNvSpPr/>
          <p:nvPr/>
        </p:nvSpPr>
        <p:spPr>
          <a:xfrm>
            <a:off x="20048879" y="343727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5AE8A84E-6027-1749-3454-B382CA205B81}"/>
              </a:ext>
            </a:extLst>
          </p:cNvPr>
          <p:cNvSpPr/>
          <p:nvPr/>
        </p:nvSpPr>
        <p:spPr>
          <a:xfrm>
            <a:off x="18956992" y="3437275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A0510B11-FD64-BE7D-0DD9-650ED679ACBB}"/>
              </a:ext>
            </a:extLst>
          </p:cNvPr>
          <p:cNvCxnSpPr>
            <a:cxnSpLocks/>
          </p:cNvCxnSpPr>
          <p:nvPr/>
        </p:nvCxnSpPr>
        <p:spPr>
          <a:xfrm>
            <a:off x="12314232" y="2023759"/>
            <a:ext cx="5061661" cy="1393209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A3E2F57-6818-8B6F-87A1-E0AA82B8EB29}"/>
              </a:ext>
            </a:extLst>
          </p:cNvPr>
          <p:cNvSpPr/>
          <p:nvPr/>
        </p:nvSpPr>
        <p:spPr>
          <a:xfrm>
            <a:off x="15985221" y="3479463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b?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FC431C4-7BF3-4D77-3A49-1694703EE244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17184699" y="4274007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F3D59341-6507-EBC3-93DE-F8FD27468D0F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15240948" y="4274007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1538529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5C1E74-266B-4AC2-1A7C-70FE52FC4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84DB82CA-46C9-E64B-3CFE-54C5EC846F14}"/>
              </a:ext>
            </a:extLst>
          </p:cNvPr>
          <p:cNvSpPr/>
          <p:nvPr/>
        </p:nvSpPr>
        <p:spPr>
          <a:xfrm>
            <a:off x="10200354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1358E203-0545-820A-8B8C-70B484CD2F42}"/>
              </a:ext>
            </a:extLst>
          </p:cNvPr>
          <p:cNvSpPr/>
          <p:nvPr/>
        </p:nvSpPr>
        <p:spPr>
          <a:xfrm>
            <a:off x="9108467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2163F379-E44A-89DE-1F1D-8AAE2FB31F8A}"/>
              </a:ext>
            </a:extLst>
          </p:cNvPr>
          <p:cNvSpPr/>
          <p:nvPr/>
        </p:nvSpPr>
        <p:spPr>
          <a:xfrm>
            <a:off x="8016580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188AD2BE-7681-59BA-1738-CC025F8D189D}"/>
              </a:ext>
            </a:extLst>
          </p:cNvPr>
          <p:cNvSpPr/>
          <p:nvPr/>
        </p:nvSpPr>
        <p:spPr>
          <a:xfrm>
            <a:off x="11114754" y="122921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A74DA6B-8972-7FCF-37F8-13CC43203582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7274302" y="2023759"/>
            <a:ext cx="5039930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B7AF19AF-3820-B128-61CF-4EF44CB15B0C}"/>
              </a:ext>
            </a:extLst>
          </p:cNvPr>
          <p:cNvSpPr/>
          <p:nvPr/>
        </p:nvSpPr>
        <p:spPr>
          <a:xfrm>
            <a:off x="6074824" y="3633537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25E19A9C-6189-C624-2A33-162B13E69115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7274302" y="4428081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6647FF4D-A48F-E45F-A52C-B59E4A48BB95}"/>
              </a:ext>
            </a:extLst>
          </p:cNvPr>
          <p:cNvSpPr/>
          <p:nvPr/>
        </p:nvSpPr>
        <p:spPr>
          <a:xfrm>
            <a:off x="3477869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AA3D0CED-6AE0-7E9D-9640-516D4DE39DFC}"/>
              </a:ext>
            </a:extLst>
          </p:cNvPr>
          <p:cNvSpPr/>
          <p:nvPr/>
        </p:nvSpPr>
        <p:spPr>
          <a:xfrm>
            <a:off x="2385982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F580472-C6DE-BDCF-EEAE-CD29E971416F}"/>
              </a:ext>
            </a:extLst>
          </p:cNvPr>
          <p:cNvSpPr/>
          <p:nvPr/>
        </p:nvSpPr>
        <p:spPr>
          <a:xfrm>
            <a:off x="1294095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273446DB-B819-03F4-6A0A-C6F9C9DDB08F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5330551" y="4428081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16025174-53D6-0596-C980-BFE0DBBEBEE7}"/>
              </a:ext>
            </a:extLst>
          </p:cNvPr>
          <p:cNvSpPr/>
          <p:nvPr/>
        </p:nvSpPr>
        <p:spPr>
          <a:xfrm>
            <a:off x="4153205" y="620829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b?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2CEA46CA-4016-35A0-B4B5-1478DE0EC466}"/>
              </a:ext>
            </a:extLst>
          </p:cNvPr>
          <p:cNvSpPr/>
          <p:nvPr/>
        </p:nvSpPr>
        <p:spPr>
          <a:xfrm>
            <a:off x="8194067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F771EF0C-492C-8AE6-E329-C23D1ACF8F4F}"/>
              </a:ext>
            </a:extLst>
          </p:cNvPr>
          <p:cNvSpPr/>
          <p:nvPr/>
        </p:nvSpPr>
        <p:spPr>
          <a:xfrm>
            <a:off x="7102180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ED3FBA6E-0F4D-DB32-AE6B-9C3C5E8D00B0}"/>
              </a:ext>
            </a:extLst>
          </p:cNvPr>
          <p:cNvSpPr/>
          <p:nvPr/>
        </p:nvSpPr>
        <p:spPr>
          <a:xfrm>
            <a:off x="6010293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BC4F586-752D-807B-D6E6-0E67E2139D65}"/>
              </a:ext>
            </a:extLst>
          </p:cNvPr>
          <p:cNvCxnSpPr>
            <a:cxnSpLocks/>
          </p:cNvCxnSpPr>
          <p:nvPr/>
        </p:nvCxnSpPr>
        <p:spPr>
          <a:xfrm>
            <a:off x="5330551" y="7002839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8F431B8-164B-B4B6-97F7-2395CFA64FAB}"/>
              </a:ext>
            </a:extLst>
          </p:cNvPr>
          <p:cNvCxnSpPr>
            <a:cxnSpLocks/>
          </p:cNvCxnSpPr>
          <p:nvPr/>
        </p:nvCxnSpPr>
        <p:spPr>
          <a:xfrm flipH="1">
            <a:off x="3386800" y="7002839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09218188-17B0-45B5-F8CA-BC942D9399DB}"/>
              </a:ext>
            </a:extLst>
          </p:cNvPr>
          <p:cNvSpPr/>
          <p:nvPr/>
        </p:nvSpPr>
        <p:spPr>
          <a:xfrm>
            <a:off x="16385914" y="6136106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0E7BC4BF-2017-A11C-9F3E-BD5F590E6040}"/>
              </a:ext>
            </a:extLst>
          </p:cNvPr>
          <p:cNvSpPr/>
          <p:nvPr/>
        </p:nvSpPr>
        <p:spPr>
          <a:xfrm>
            <a:off x="15294027" y="6136106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E27E2A1-EE3B-E064-91D2-728F41D466D7}"/>
              </a:ext>
            </a:extLst>
          </p:cNvPr>
          <p:cNvSpPr/>
          <p:nvPr/>
        </p:nvSpPr>
        <p:spPr>
          <a:xfrm>
            <a:off x="14202140" y="6136106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4E9B1C7-DCB8-37C8-ABD7-2552B79BD5D4}"/>
              </a:ext>
            </a:extLst>
          </p:cNvPr>
          <p:cNvSpPr/>
          <p:nvPr/>
        </p:nvSpPr>
        <p:spPr>
          <a:xfrm>
            <a:off x="16385914" y="6112043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50A8A927-3E80-071D-3D7D-EC335F520C16}"/>
              </a:ext>
            </a:extLst>
          </p:cNvPr>
          <p:cNvSpPr/>
          <p:nvPr/>
        </p:nvSpPr>
        <p:spPr>
          <a:xfrm>
            <a:off x="15294027" y="6112043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32DD034-D2B2-52B4-4BE3-9CF8C294D75D}"/>
              </a:ext>
            </a:extLst>
          </p:cNvPr>
          <p:cNvSpPr/>
          <p:nvPr/>
        </p:nvSpPr>
        <p:spPr>
          <a:xfrm>
            <a:off x="14202140" y="6136106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BA9FCE3A-85FD-A0C6-F42C-55550A013BDD}"/>
              </a:ext>
            </a:extLst>
          </p:cNvPr>
          <p:cNvSpPr/>
          <p:nvPr/>
        </p:nvSpPr>
        <p:spPr>
          <a:xfrm>
            <a:off x="20322823" y="6166107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43B7E52D-49CA-0F74-86C3-F50B091C3526}"/>
              </a:ext>
            </a:extLst>
          </p:cNvPr>
          <p:cNvSpPr/>
          <p:nvPr/>
        </p:nvSpPr>
        <p:spPr>
          <a:xfrm>
            <a:off x="19230936" y="6166107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C955FE2F-2AF0-4AAB-7C2D-F3A395453C3A}"/>
              </a:ext>
            </a:extLst>
          </p:cNvPr>
          <p:cNvSpPr/>
          <p:nvPr/>
        </p:nvSpPr>
        <p:spPr>
          <a:xfrm>
            <a:off x="18139049" y="6166107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B61DA52D-44E3-400A-1760-EEFC2BF80CC8}"/>
              </a:ext>
            </a:extLst>
          </p:cNvPr>
          <p:cNvCxnSpPr>
            <a:cxnSpLocks/>
          </p:cNvCxnSpPr>
          <p:nvPr/>
        </p:nvCxnSpPr>
        <p:spPr>
          <a:xfrm>
            <a:off x="12314232" y="2023759"/>
            <a:ext cx="5061661" cy="1393209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9A70157-8EBB-5F95-DB02-99669176F032}"/>
              </a:ext>
            </a:extLst>
          </p:cNvPr>
          <p:cNvSpPr/>
          <p:nvPr/>
        </p:nvSpPr>
        <p:spPr>
          <a:xfrm>
            <a:off x="15985221" y="3479463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b?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9AA7E74D-1A65-B56B-9BA1-5219C69099B1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17184699" y="4274007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9169A5E-0403-053E-4370-AEBA45F3BCD6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15240948" y="4274007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</p:spTree>
    <p:extLst>
      <p:ext uri="{BB962C8B-B14F-4D97-AF65-F5344CB8AC3E}">
        <p14:creationId xmlns:p14="http://schemas.microsoft.com/office/powerpoint/2010/main" val="32249192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24FF6D-4405-8701-8194-147B5681D2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4A72E095-EB3B-5AF1-FE2D-F89A85040B44}"/>
              </a:ext>
            </a:extLst>
          </p:cNvPr>
          <p:cNvSpPr/>
          <p:nvPr/>
        </p:nvSpPr>
        <p:spPr>
          <a:xfrm>
            <a:off x="10200354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7117451-6367-96C5-6B67-166B411685DC}"/>
              </a:ext>
            </a:extLst>
          </p:cNvPr>
          <p:cNvSpPr/>
          <p:nvPr/>
        </p:nvSpPr>
        <p:spPr>
          <a:xfrm>
            <a:off x="9108467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E6C1529F-F79B-41AD-A3D3-411475EED6C6}"/>
              </a:ext>
            </a:extLst>
          </p:cNvPr>
          <p:cNvSpPr/>
          <p:nvPr/>
        </p:nvSpPr>
        <p:spPr>
          <a:xfrm>
            <a:off x="8016580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EC231361-758C-8C4B-AE55-DBC14DDCF960}"/>
              </a:ext>
            </a:extLst>
          </p:cNvPr>
          <p:cNvSpPr/>
          <p:nvPr/>
        </p:nvSpPr>
        <p:spPr>
          <a:xfrm>
            <a:off x="11114754" y="122921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E283C668-B331-9954-9BCC-E88713590BF5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7274302" y="2023759"/>
            <a:ext cx="5039930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624B060B-A124-79AE-E789-82E7FC0D63AE}"/>
              </a:ext>
            </a:extLst>
          </p:cNvPr>
          <p:cNvSpPr/>
          <p:nvPr/>
        </p:nvSpPr>
        <p:spPr>
          <a:xfrm>
            <a:off x="6074824" y="3633537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12A568C-778B-398C-FC26-B64975C2E047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7274302" y="4428081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F0850DF4-C76B-8E63-733E-99B9FC2C2B83}"/>
              </a:ext>
            </a:extLst>
          </p:cNvPr>
          <p:cNvSpPr/>
          <p:nvPr/>
        </p:nvSpPr>
        <p:spPr>
          <a:xfrm>
            <a:off x="3477869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F72EA1A7-E7EB-AF65-4CAE-2B4E6826CB2B}"/>
              </a:ext>
            </a:extLst>
          </p:cNvPr>
          <p:cNvSpPr/>
          <p:nvPr/>
        </p:nvSpPr>
        <p:spPr>
          <a:xfrm>
            <a:off x="2385982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9157D3A8-8CAB-CE98-C370-8536B11B0F0E}"/>
              </a:ext>
            </a:extLst>
          </p:cNvPr>
          <p:cNvSpPr/>
          <p:nvPr/>
        </p:nvSpPr>
        <p:spPr>
          <a:xfrm>
            <a:off x="1294095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BC6D6285-2D50-BCAD-F424-FBEBB6DEAF5E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5330551" y="4428081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E4FBC155-E2DE-A34A-7602-D6503367A6FE}"/>
              </a:ext>
            </a:extLst>
          </p:cNvPr>
          <p:cNvSpPr/>
          <p:nvPr/>
        </p:nvSpPr>
        <p:spPr>
          <a:xfrm>
            <a:off x="4153205" y="620829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b?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7706DA39-973A-D23E-CDEB-2114F426F0D1}"/>
              </a:ext>
            </a:extLst>
          </p:cNvPr>
          <p:cNvSpPr/>
          <p:nvPr/>
        </p:nvSpPr>
        <p:spPr>
          <a:xfrm>
            <a:off x="8194067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66BF9CD-74BF-C264-D559-C79542EEBD5C}"/>
              </a:ext>
            </a:extLst>
          </p:cNvPr>
          <p:cNvSpPr/>
          <p:nvPr/>
        </p:nvSpPr>
        <p:spPr>
          <a:xfrm>
            <a:off x="7102180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596823F7-98D1-B310-DD63-9EC89D660E78}"/>
              </a:ext>
            </a:extLst>
          </p:cNvPr>
          <p:cNvSpPr/>
          <p:nvPr/>
        </p:nvSpPr>
        <p:spPr>
          <a:xfrm>
            <a:off x="6010293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88BF81-0843-5AAB-7458-EFDE12BA7155}"/>
              </a:ext>
            </a:extLst>
          </p:cNvPr>
          <p:cNvCxnSpPr>
            <a:cxnSpLocks/>
          </p:cNvCxnSpPr>
          <p:nvPr/>
        </p:nvCxnSpPr>
        <p:spPr>
          <a:xfrm>
            <a:off x="5330551" y="7002839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7EA03503-5662-88AE-2496-AB210AD68DB4}"/>
              </a:ext>
            </a:extLst>
          </p:cNvPr>
          <p:cNvCxnSpPr>
            <a:cxnSpLocks/>
          </p:cNvCxnSpPr>
          <p:nvPr/>
        </p:nvCxnSpPr>
        <p:spPr>
          <a:xfrm flipH="1">
            <a:off x="3386800" y="7002839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D3AA478-CAF6-A432-DD9A-4E53792C8D49}"/>
              </a:ext>
            </a:extLst>
          </p:cNvPr>
          <p:cNvSpPr/>
          <p:nvPr/>
        </p:nvSpPr>
        <p:spPr>
          <a:xfrm>
            <a:off x="15768044" y="700283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613F75C-4BBD-1CFD-0136-9F755B660D5A}"/>
              </a:ext>
            </a:extLst>
          </p:cNvPr>
          <p:cNvSpPr/>
          <p:nvPr/>
        </p:nvSpPr>
        <p:spPr>
          <a:xfrm>
            <a:off x="14676157" y="700283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B0482F64-7C87-548B-1CB3-9F3AC6AFAAFA}"/>
              </a:ext>
            </a:extLst>
          </p:cNvPr>
          <p:cNvSpPr/>
          <p:nvPr/>
        </p:nvSpPr>
        <p:spPr>
          <a:xfrm>
            <a:off x="13584270" y="700283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72A9CAD5-510E-E568-F221-75C62D943259}"/>
              </a:ext>
            </a:extLst>
          </p:cNvPr>
          <p:cNvSpPr/>
          <p:nvPr/>
        </p:nvSpPr>
        <p:spPr>
          <a:xfrm>
            <a:off x="15768044" y="6978776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A8A48586-CD99-E7B0-6B1B-9B11020CE1B3}"/>
              </a:ext>
            </a:extLst>
          </p:cNvPr>
          <p:cNvSpPr/>
          <p:nvPr/>
        </p:nvSpPr>
        <p:spPr>
          <a:xfrm>
            <a:off x="14676157" y="6978776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97F6896-C461-9FC3-3046-9838DC81F16A}"/>
              </a:ext>
            </a:extLst>
          </p:cNvPr>
          <p:cNvSpPr/>
          <p:nvPr/>
        </p:nvSpPr>
        <p:spPr>
          <a:xfrm>
            <a:off x="13584270" y="700283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DD5FB33E-2CF4-AF2B-2353-1860FFFBA7D7}"/>
              </a:ext>
            </a:extLst>
          </p:cNvPr>
          <p:cNvCxnSpPr>
            <a:cxnSpLocks/>
          </p:cNvCxnSpPr>
          <p:nvPr/>
        </p:nvCxnSpPr>
        <p:spPr>
          <a:xfrm>
            <a:off x="12314232" y="2023759"/>
            <a:ext cx="5061661" cy="1393209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6E7854D7-BBC2-23F0-4C7A-FE68AA1F8A84}"/>
              </a:ext>
            </a:extLst>
          </p:cNvPr>
          <p:cNvSpPr/>
          <p:nvPr/>
        </p:nvSpPr>
        <p:spPr>
          <a:xfrm>
            <a:off x="15985221" y="3479463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b?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C0FFDFC4-9DEA-AE34-C18A-A7443860CEF1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17184699" y="4274007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81C4C1D5-A8CE-D783-D8E8-0CF2E6D4289E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15240948" y="4274007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1B425739-7041-CD9B-333C-2D430BC2CF24}"/>
              </a:ext>
            </a:extLst>
          </p:cNvPr>
          <p:cNvSpPr/>
          <p:nvPr/>
        </p:nvSpPr>
        <p:spPr>
          <a:xfrm>
            <a:off x="14041470" y="6063456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a?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674ABDF0-7EEA-84EE-DB05-6C56EC61392C}"/>
              </a:ext>
            </a:extLst>
          </p:cNvPr>
          <p:cNvSpPr/>
          <p:nvPr/>
        </p:nvSpPr>
        <p:spPr>
          <a:xfrm>
            <a:off x="20322823" y="6166107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9CED6CE9-9F16-1957-1F6D-8379F75B916B}"/>
              </a:ext>
            </a:extLst>
          </p:cNvPr>
          <p:cNvSpPr/>
          <p:nvPr/>
        </p:nvSpPr>
        <p:spPr>
          <a:xfrm>
            <a:off x="19230936" y="6166107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78B33F65-D693-2D0A-A273-69107431BD50}"/>
              </a:ext>
            </a:extLst>
          </p:cNvPr>
          <p:cNvSpPr/>
          <p:nvPr/>
        </p:nvSpPr>
        <p:spPr>
          <a:xfrm>
            <a:off x="18139049" y="6166107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</p:spTree>
    <p:extLst>
      <p:ext uri="{BB962C8B-B14F-4D97-AF65-F5344CB8AC3E}">
        <p14:creationId xmlns:p14="http://schemas.microsoft.com/office/powerpoint/2010/main" val="5326480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E7DE09-E931-3CFE-9AE3-3D733A4236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Oval 20">
            <a:extLst>
              <a:ext uri="{FF2B5EF4-FFF2-40B4-BE49-F238E27FC236}">
                <a16:creationId xmlns:a16="http://schemas.microsoft.com/office/drawing/2014/main" id="{3F5F4634-2319-26C9-045E-21716E54CB88}"/>
              </a:ext>
            </a:extLst>
          </p:cNvPr>
          <p:cNvSpPr/>
          <p:nvPr/>
        </p:nvSpPr>
        <p:spPr>
          <a:xfrm>
            <a:off x="10200354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DA490199-412B-9CAA-F03A-C82B1528E605}"/>
              </a:ext>
            </a:extLst>
          </p:cNvPr>
          <p:cNvSpPr/>
          <p:nvPr/>
        </p:nvSpPr>
        <p:spPr>
          <a:xfrm>
            <a:off x="9108467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B595FDBE-1DD5-8980-7705-FB5419BB1B8C}"/>
              </a:ext>
            </a:extLst>
          </p:cNvPr>
          <p:cNvSpPr/>
          <p:nvPr/>
        </p:nvSpPr>
        <p:spPr>
          <a:xfrm>
            <a:off x="8016580" y="6037859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62EEAC25-158F-00A7-F0B8-0B4DDBC3E762}"/>
              </a:ext>
            </a:extLst>
          </p:cNvPr>
          <p:cNvSpPr/>
          <p:nvPr/>
        </p:nvSpPr>
        <p:spPr>
          <a:xfrm>
            <a:off x="11114754" y="122921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b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BD27A549-2399-8D11-99F5-C98D7C368D49}"/>
              </a:ext>
            </a:extLst>
          </p:cNvPr>
          <p:cNvCxnSpPr>
            <a:cxnSpLocks/>
            <a:stCxn id="27" idx="2"/>
          </p:cNvCxnSpPr>
          <p:nvPr/>
        </p:nvCxnSpPr>
        <p:spPr>
          <a:xfrm flipH="1">
            <a:off x="7274302" y="2023759"/>
            <a:ext cx="5039930" cy="1609778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29" name="Rounded Rectangle 28">
            <a:extLst>
              <a:ext uri="{FF2B5EF4-FFF2-40B4-BE49-F238E27FC236}">
                <a16:creationId xmlns:a16="http://schemas.microsoft.com/office/drawing/2014/main" id="{320AA961-B366-F65A-75A9-9B29A0D2CD90}"/>
              </a:ext>
            </a:extLst>
          </p:cNvPr>
          <p:cNvSpPr/>
          <p:nvPr/>
        </p:nvSpPr>
        <p:spPr>
          <a:xfrm>
            <a:off x="6074824" y="3633537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</a:t>
            </a:r>
            <a:r>
              <a:rPr lang="en-US" sz="40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?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30C672A-547E-E996-FC3B-2C6A49AA8616}"/>
              </a:ext>
            </a:extLst>
          </p:cNvPr>
          <p:cNvCxnSpPr>
            <a:cxnSpLocks/>
            <a:stCxn id="29" idx="2"/>
          </p:cNvCxnSpPr>
          <p:nvPr/>
        </p:nvCxnSpPr>
        <p:spPr>
          <a:xfrm>
            <a:off x="7274302" y="4428081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5" name="Oval 4">
            <a:extLst>
              <a:ext uri="{FF2B5EF4-FFF2-40B4-BE49-F238E27FC236}">
                <a16:creationId xmlns:a16="http://schemas.microsoft.com/office/drawing/2014/main" id="{709B7F2F-A2D8-827B-85D9-8733F3807EED}"/>
              </a:ext>
            </a:extLst>
          </p:cNvPr>
          <p:cNvSpPr/>
          <p:nvPr/>
        </p:nvSpPr>
        <p:spPr>
          <a:xfrm>
            <a:off x="3477869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1A1C0D3C-963D-37D5-8271-A02E053FB09E}"/>
              </a:ext>
            </a:extLst>
          </p:cNvPr>
          <p:cNvSpPr/>
          <p:nvPr/>
        </p:nvSpPr>
        <p:spPr>
          <a:xfrm>
            <a:off x="2385982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A2800D7-E3E8-7FC2-81F4-3DC42B3CEE96}"/>
              </a:ext>
            </a:extLst>
          </p:cNvPr>
          <p:cNvSpPr/>
          <p:nvPr/>
        </p:nvSpPr>
        <p:spPr>
          <a:xfrm>
            <a:off x="1294095" y="878602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2" name="Straight Arrow Connector 1">
            <a:extLst>
              <a:ext uri="{FF2B5EF4-FFF2-40B4-BE49-F238E27FC236}">
                <a16:creationId xmlns:a16="http://schemas.microsoft.com/office/drawing/2014/main" id="{3574F358-E0E1-E9C1-81B8-93F71E4374FC}"/>
              </a:ext>
            </a:extLst>
          </p:cNvPr>
          <p:cNvCxnSpPr>
            <a:cxnSpLocks/>
            <a:stCxn id="29" idx="2"/>
          </p:cNvCxnSpPr>
          <p:nvPr/>
        </p:nvCxnSpPr>
        <p:spPr>
          <a:xfrm flipH="1">
            <a:off x="5330551" y="4428081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CFC9614F-8815-A8ED-6FB4-58F6A0EEFE50}"/>
              </a:ext>
            </a:extLst>
          </p:cNvPr>
          <p:cNvSpPr/>
          <p:nvPr/>
        </p:nvSpPr>
        <p:spPr>
          <a:xfrm>
            <a:off x="4153205" y="6208295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b?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9EFE60A0-5490-9D51-EA06-1597BBA1AAA6}"/>
              </a:ext>
            </a:extLst>
          </p:cNvPr>
          <p:cNvSpPr/>
          <p:nvPr/>
        </p:nvSpPr>
        <p:spPr>
          <a:xfrm>
            <a:off x="8194067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2687BF3F-D8FB-DA55-B463-B8ECE6F9E398}"/>
              </a:ext>
            </a:extLst>
          </p:cNvPr>
          <p:cNvSpPr/>
          <p:nvPr/>
        </p:nvSpPr>
        <p:spPr>
          <a:xfrm>
            <a:off x="7102180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5D51A65-7334-55CC-87C7-61E71BEECF7C}"/>
              </a:ext>
            </a:extLst>
          </p:cNvPr>
          <p:cNvSpPr/>
          <p:nvPr/>
        </p:nvSpPr>
        <p:spPr>
          <a:xfrm>
            <a:off x="6010293" y="8702932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5B87C5F2-9A1B-D0CE-E588-BCFAA7838286}"/>
              </a:ext>
            </a:extLst>
          </p:cNvPr>
          <p:cNvCxnSpPr>
            <a:cxnSpLocks/>
          </p:cNvCxnSpPr>
          <p:nvPr/>
        </p:nvCxnSpPr>
        <p:spPr>
          <a:xfrm>
            <a:off x="5330551" y="7002839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6322CEB-050E-622A-53BB-D974E5C9D27A}"/>
              </a:ext>
            </a:extLst>
          </p:cNvPr>
          <p:cNvCxnSpPr>
            <a:cxnSpLocks/>
          </p:cNvCxnSpPr>
          <p:nvPr/>
        </p:nvCxnSpPr>
        <p:spPr>
          <a:xfrm flipH="1">
            <a:off x="3386800" y="7002839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3E29E0C6-5695-AF1C-EE44-A6E43440DA2D}"/>
              </a:ext>
            </a:extLst>
          </p:cNvPr>
          <p:cNvSpPr/>
          <p:nvPr/>
        </p:nvSpPr>
        <p:spPr>
          <a:xfrm>
            <a:off x="13933879" y="8662277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7934F76D-0199-6106-C126-8C4E97CF0CAB}"/>
              </a:ext>
            </a:extLst>
          </p:cNvPr>
          <p:cNvSpPr/>
          <p:nvPr/>
        </p:nvSpPr>
        <p:spPr>
          <a:xfrm>
            <a:off x="12841992" y="8662277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E56A0C78-C8B4-1D9B-4815-A559D5A4A888}"/>
              </a:ext>
            </a:extLst>
          </p:cNvPr>
          <p:cNvSpPr/>
          <p:nvPr/>
        </p:nvSpPr>
        <p:spPr>
          <a:xfrm>
            <a:off x="11750105" y="8662277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9735FAE7-B5C0-6B2F-5C70-A3441FF62967}"/>
              </a:ext>
            </a:extLst>
          </p:cNvPr>
          <p:cNvSpPr/>
          <p:nvPr/>
        </p:nvSpPr>
        <p:spPr>
          <a:xfrm>
            <a:off x="18168995" y="8588554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3C5EC076-6B05-505E-D843-71A714E49E1E}"/>
              </a:ext>
            </a:extLst>
          </p:cNvPr>
          <p:cNvSpPr/>
          <p:nvPr/>
        </p:nvSpPr>
        <p:spPr>
          <a:xfrm>
            <a:off x="17077108" y="8588554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90ED1587-841C-93C9-51EA-A3D77CC33B20}"/>
              </a:ext>
            </a:extLst>
          </p:cNvPr>
          <p:cNvSpPr/>
          <p:nvPr/>
        </p:nvSpPr>
        <p:spPr>
          <a:xfrm>
            <a:off x="15985221" y="8612617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8AF63B00-9319-8B78-CE0F-F0A8338BD9D1}"/>
              </a:ext>
            </a:extLst>
          </p:cNvPr>
          <p:cNvCxnSpPr>
            <a:cxnSpLocks/>
          </p:cNvCxnSpPr>
          <p:nvPr/>
        </p:nvCxnSpPr>
        <p:spPr>
          <a:xfrm>
            <a:off x="12314232" y="2023759"/>
            <a:ext cx="5061661" cy="1393209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1B886BB-71A8-801F-83B3-6B8DAADE151A}"/>
              </a:ext>
            </a:extLst>
          </p:cNvPr>
          <p:cNvSpPr/>
          <p:nvPr/>
        </p:nvSpPr>
        <p:spPr>
          <a:xfrm>
            <a:off x="15985221" y="3479463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b?</a:t>
            </a:r>
          </a:p>
        </p:txBody>
      </p: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DD192B16-239E-FFF5-E57F-E4B05D0908FE}"/>
              </a:ext>
            </a:extLst>
          </p:cNvPr>
          <p:cNvCxnSpPr>
            <a:cxnSpLocks/>
            <a:stCxn id="13" idx="2"/>
          </p:cNvCxnSpPr>
          <p:nvPr/>
        </p:nvCxnSpPr>
        <p:spPr>
          <a:xfrm>
            <a:off x="17184699" y="4274007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9C5E2B8-1603-E835-3533-30B40908330C}"/>
              </a:ext>
            </a:extLst>
          </p:cNvPr>
          <p:cNvCxnSpPr>
            <a:cxnSpLocks/>
            <a:stCxn id="13" idx="2"/>
          </p:cNvCxnSpPr>
          <p:nvPr/>
        </p:nvCxnSpPr>
        <p:spPr>
          <a:xfrm flipH="1">
            <a:off x="15240948" y="4274007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02EB7B0A-9867-FAB4-B8D1-46D66829E9D4}"/>
              </a:ext>
            </a:extLst>
          </p:cNvPr>
          <p:cNvSpPr/>
          <p:nvPr/>
        </p:nvSpPr>
        <p:spPr>
          <a:xfrm>
            <a:off x="14041470" y="6063456"/>
            <a:ext cx="2398956" cy="794544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40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Is c &lt; a?</a:t>
            </a:r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D8A6B75C-64DE-684A-35E4-79A8CC4418BE}"/>
              </a:ext>
            </a:extLst>
          </p:cNvPr>
          <p:cNvSpPr/>
          <p:nvPr/>
        </p:nvSpPr>
        <p:spPr>
          <a:xfrm>
            <a:off x="20322823" y="6166107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c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6EA7096-475F-3B4F-9C12-C1FF736DA7A7}"/>
              </a:ext>
            </a:extLst>
          </p:cNvPr>
          <p:cNvSpPr/>
          <p:nvPr/>
        </p:nvSpPr>
        <p:spPr>
          <a:xfrm>
            <a:off x="19230936" y="6166107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en-US" sz="3200" b="0" i="0" u="none" strike="noStrike" cap="none" spc="0" normalizeH="0" baseline="0" dirty="0">
                <a:ln>
                  <a:noFill/>
                </a:ln>
                <a:solidFill>
                  <a:schemeClr val="tx1"/>
                </a:solidFill>
                <a:effectLst/>
                <a:uFillTx/>
                <a:latin typeface="Helvetica Neue Medium"/>
                <a:ea typeface="Helvetica Neue Medium"/>
                <a:cs typeface="Helvetica Neue Medium"/>
                <a:sym typeface="Helvetica Neue Medium"/>
              </a:rPr>
              <a:t>b</a:t>
            </a:r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27F458A5-313C-D5F7-4078-042BF9524CE1}"/>
              </a:ext>
            </a:extLst>
          </p:cNvPr>
          <p:cNvSpPr/>
          <p:nvPr/>
        </p:nvSpPr>
        <p:spPr>
          <a:xfrm>
            <a:off x="18139049" y="6166107"/>
            <a:ext cx="914400" cy="836732"/>
          </a:xfrm>
          <a:prstGeom prst="ellipse">
            <a:avLst/>
          </a:prstGeom>
          <a:solidFill>
            <a:schemeClr val="accent4">
              <a:lumMod val="40000"/>
              <a:lumOff val="60000"/>
            </a:schemeClr>
          </a:solidFill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0" marR="0" indent="0" algn="ctr" defTabSz="8255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lang="en-US" sz="3200" dirty="0">
                <a:solidFill>
                  <a:schemeClr val="tx1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rPr>
              <a:t>a</a:t>
            </a:r>
            <a:endParaRPr kumimoji="0" lang="en-US" sz="3200" b="0" i="0" u="none" strike="noStrike" cap="none" spc="0" normalizeH="0" baseline="0" dirty="0">
              <a:ln>
                <a:noFill/>
              </a:ln>
              <a:solidFill>
                <a:schemeClr val="tx1"/>
              </a:solidFill>
              <a:effectLst/>
              <a:uFillTx/>
              <a:latin typeface="Helvetica Neue Medium"/>
              <a:ea typeface="Helvetica Neue Medium"/>
              <a:cs typeface="Helvetica Neue Medium"/>
              <a:sym typeface="Helvetica Neue Medium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6520E186-4F3B-FD18-4F12-B52A0E955B0E}"/>
              </a:ext>
            </a:extLst>
          </p:cNvPr>
          <p:cNvCxnSpPr>
            <a:cxnSpLocks/>
          </p:cNvCxnSpPr>
          <p:nvPr/>
        </p:nvCxnSpPr>
        <p:spPr>
          <a:xfrm>
            <a:off x="15310792" y="6882063"/>
            <a:ext cx="2014139" cy="1609778"/>
          </a:xfrm>
          <a:prstGeom prst="straightConnector1">
            <a:avLst/>
          </a:prstGeom>
          <a:noFill/>
          <a:ln w="127000" cap="flat">
            <a:solidFill>
              <a:schemeClr val="accent5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EB5B0814-A1DC-8DB8-8606-7185E317F2D3}"/>
              </a:ext>
            </a:extLst>
          </p:cNvPr>
          <p:cNvCxnSpPr>
            <a:cxnSpLocks/>
          </p:cNvCxnSpPr>
          <p:nvPr/>
        </p:nvCxnSpPr>
        <p:spPr>
          <a:xfrm flipH="1">
            <a:off x="13367041" y="6882063"/>
            <a:ext cx="1943751" cy="1780214"/>
          </a:xfrm>
          <a:prstGeom prst="straightConnector1">
            <a:avLst/>
          </a:prstGeom>
          <a:noFill/>
          <a:ln w="127000" cap="flat">
            <a:solidFill>
              <a:schemeClr val="accent3">
                <a:lumMod val="40000"/>
                <a:lumOff val="60000"/>
              </a:schemeClr>
            </a:solidFill>
            <a:prstDash val="solid"/>
            <a:miter lim="400000"/>
            <a:tailEnd type="triangle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194D840C-0D95-0599-28E9-2526062DB97E}"/>
              </a:ext>
            </a:extLst>
          </p:cNvPr>
          <p:cNvSpPr/>
          <p:nvPr/>
        </p:nvSpPr>
        <p:spPr>
          <a:xfrm>
            <a:off x="645013" y="10168060"/>
            <a:ext cx="23093974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Execution tree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Each leaf represent an execution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It contains 6 leaves when the input contains 3 numbers</a:t>
            </a:r>
          </a:p>
        </p:txBody>
      </p:sp>
    </p:spTree>
    <p:extLst>
      <p:ext uri="{BB962C8B-B14F-4D97-AF65-F5344CB8AC3E}">
        <p14:creationId xmlns:p14="http://schemas.microsoft.com/office/powerpoint/2010/main" val="10630361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5D9EC7-F8D4-7953-69FA-19CBDB4413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557AC0DD-DFA6-9CC0-E834-7389BCAF6239}"/>
              </a:ext>
            </a:extLst>
          </p:cNvPr>
          <p:cNvSpPr/>
          <p:nvPr/>
        </p:nvSpPr>
        <p:spPr>
          <a:xfrm>
            <a:off x="645013" y="3546213"/>
            <a:ext cx="23093974" cy="7468711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Important Observations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We can make this execution tree for any comparison based sorting algorithm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Each leaf is an execution of the algorithm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tree is an exact binary tree – each internal node contains exactly two children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If the input contains n numbers, how many leaves are there in the execution tree?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C2A2191-CFA5-18E2-B030-64AA5C32B463}"/>
              </a:ext>
            </a:extLst>
          </p:cNvPr>
          <p:cNvSpPr/>
          <p:nvPr/>
        </p:nvSpPr>
        <p:spPr>
          <a:xfrm>
            <a:off x="645013" y="11378636"/>
            <a:ext cx="2309397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n! leaves</a:t>
            </a:r>
          </a:p>
        </p:txBody>
      </p:sp>
      <p:sp>
        <p:nvSpPr>
          <p:cNvPr id="25" name="Rounded Rectangle 24">
            <a:extLst>
              <a:ext uri="{FF2B5EF4-FFF2-40B4-BE49-F238E27FC236}">
                <a16:creationId xmlns:a16="http://schemas.microsoft.com/office/drawing/2014/main" id="{ECB9CF5C-95FF-900F-7DD9-78EFB2750738}"/>
              </a:ext>
            </a:extLst>
          </p:cNvPr>
          <p:cNvSpPr/>
          <p:nvPr/>
        </p:nvSpPr>
        <p:spPr>
          <a:xfrm>
            <a:off x="645013" y="310793"/>
            <a:ext cx="23093974" cy="28717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Execution tree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Each leaf represent an execution of insertion sort</a:t>
            </a:r>
          </a:p>
          <a:p>
            <a:pPr marL="685800" indent="-685800" defTabSz="825500">
              <a:lnSpc>
                <a:spcPct val="100000"/>
              </a:lnSpc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It contains 6 leaves when the input contains 3 numbers</a:t>
            </a:r>
          </a:p>
        </p:txBody>
      </p:sp>
    </p:spTree>
    <p:extLst>
      <p:ext uri="{BB962C8B-B14F-4D97-AF65-F5344CB8AC3E}">
        <p14:creationId xmlns:p14="http://schemas.microsoft.com/office/powerpoint/2010/main" val="115260551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BA0C67-43F8-9947-9E11-FA13B15440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72AF744-368F-C2AF-63D2-B0E3F642A778}"/>
              </a:ext>
            </a:extLst>
          </p:cNvPr>
          <p:cNvSpPr/>
          <p:nvPr/>
        </p:nvSpPr>
        <p:spPr>
          <a:xfrm>
            <a:off x="645013" y="622405"/>
            <a:ext cx="2309397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n! leaves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A5B891-7043-2445-6343-934441C20CB8}"/>
              </a:ext>
            </a:extLst>
          </p:cNvPr>
          <p:cNvSpPr/>
          <p:nvPr/>
        </p:nvSpPr>
        <p:spPr>
          <a:xfrm>
            <a:off x="645013" y="2192115"/>
            <a:ext cx="2309397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Can the execution tree be of height 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89B588FF-7163-00EB-EA0A-FA2416ED2DDE}"/>
                  </a:ext>
                </a:extLst>
              </p:cNvPr>
              <p:cNvSpPr/>
              <p:nvPr/>
            </p:nvSpPr>
            <p:spPr>
              <a:xfrm>
                <a:off x="645013" y="3761825"/>
                <a:ext cx="23093974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No, because in an exact binary tree of height n, there are at most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5400" b="0" i="1" smtClean="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54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5400" b="0" i="1" smtClean="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5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leaves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89B588FF-7163-00EB-EA0A-FA2416ED2DD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3761825"/>
                <a:ext cx="23093974" cy="1952308"/>
              </a:xfrm>
              <a:prstGeom prst="roundRect">
                <a:avLst/>
              </a:prstGeom>
              <a:blipFill>
                <a:blip r:embed="rId2"/>
                <a:stretch>
                  <a:fillRect b="-112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7C920778-AACB-5DDA-CF99-66AF452639C6}"/>
              </a:ext>
            </a:extLst>
          </p:cNvPr>
          <p:cNvSpPr/>
          <p:nvPr/>
        </p:nvSpPr>
        <p:spPr>
          <a:xfrm>
            <a:off x="645013" y="6858000"/>
            <a:ext cx="23093974" cy="1952308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bg1"/>
                </a:solidFill>
                <a:latin typeface="Bradley Hand" pitchFamily="2" charset="77"/>
              </a:rPr>
              <a:t>The height of any exact binary tree with n! leaves is at least</a:t>
            </a:r>
          </a:p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endParaRPr lang="en-US" sz="5400" dirty="0">
              <a:solidFill>
                <a:schemeClr val="bg1"/>
              </a:solidFill>
              <a:latin typeface="Bradley Hand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606212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4D4D34-33F0-74FF-F2F3-1CA0C401F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4F7F5812-2DE1-A19B-9EC3-548118EF31E2}"/>
              </a:ext>
            </a:extLst>
          </p:cNvPr>
          <p:cNvSpPr/>
          <p:nvPr/>
        </p:nvSpPr>
        <p:spPr>
          <a:xfrm>
            <a:off x="645013" y="622405"/>
            <a:ext cx="2309397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n! leaves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CEBAE1FC-6A43-A241-A655-04A55CFF445A}"/>
              </a:ext>
            </a:extLst>
          </p:cNvPr>
          <p:cNvSpPr/>
          <p:nvPr/>
        </p:nvSpPr>
        <p:spPr>
          <a:xfrm>
            <a:off x="645013" y="2192115"/>
            <a:ext cx="2309397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Can the execution tree be of height 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B43EFDC3-F8DF-58AF-68BE-71F2A94E8F6E}"/>
                  </a:ext>
                </a:extLst>
              </p:cNvPr>
              <p:cNvSpPr/>
              <p:nvPr/>
            </p:nvSpPr>
            <p:spPr>
              <a:xfrm>
                <a:off x="645013" y="3761825"/>
                <a:ext cx="23093974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No, because in an exact binary tree of height n, there are at most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5400" b="0" i="1" smtClean="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54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5400" b="0" i="1" smtClean="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5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leaves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B43EFDC3-F8DF-58AF-68BE-71F2A94E8F6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3761825"/>
                <a:ext cx="23093974" cy="1952308"/>
              </a:xfrm>
              <a:prstGeom prst="roundRect">
                <a:avLst/>
              </a:prstGeom>
              <a:blipFill>
                <a:blip r:embed="rId2"/>
                <a:stretch>
                  <a:fillRect b="-112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898EB09C-79B7-42F0-53B3-9FC9ED1CD08F}"/>
                  </a:ext>
                </a:extLst>
              </p:cNvPr>
              <p:cNvSpPr/>
              <p:nvPr/>
            </p:nvSpPr>
            <p:spPr>
              <a:xfrm>
                <a:off x="645013" y="6858000"/>
                <a:ext cx="23093974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height of any exact binary tree with n! leaves is at least</a:t>
                </a:r>
              </a:p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5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e>
                      </m:func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898EB09C-79B7-42F0-53B3-9FC9ED1CD08F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6858000"/>
                <a:ext cx="23093974" cy="1952308"/>
              </a:xfrm>
              <a:prstGeom prst="roundRect">
                <a:avLst/>
              </a:prstGeom>
              <a:blipFill>
                <a:blip r:embed="rId3"/>
                <a:stretch>
                  <a:fillRect t="-1258" b="-3145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6612582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8DEC23-284C-7AC8-B4D8-8A9AE79B9D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94441DE3-4EE0-855F-EB6F-82003F48405C}"/>
              </a:ext>
            </a:extLst>
          </p:cNvPr>
          <p:cNvSpPr/>
          <p:nvPr/>
        </p:nvSpPr>
        <p:spPr>
          <a:xfrm>
            <a:off x="645013" y="622405"/>
            <a:ext cx="2309397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3">
                    <a:lumMod val="40000"/>
                    <a:lumOff val="60000"/>
                  </a:schemeClr>
                </a:solidFill>
                <a:latin typeface="Bradley Hand" pitchFamily="2" charset="77"/>
              </a:rPr>
              <a:t>n! leaves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398AD3D-4021-7049-7554-7A7F5E53E6C0}"/>
              </a:ext>
            </a:extLst>
          </p:cNvPr>
          <p:cNvSpPr/>
          <p:nvPr/>
        </p:nvSpPr>
        <p:spPr>
          <a:xfrm>
            <a:off x="645013" y="2192115"/>
            <a:ext cx="23093974" cy="1032907"/>
          </a:xfrm>
          <a:prstGeom prst="roundRect">
            <a:avLst/>
          </a:prstGeom>
          <a:solidFill>
            <a:schemeClr val="tx1">
              <a:lumMod val="50000"/>
              <a:lumOff val="50000"/>
            </a:schemeClr>
          </a:solidFill>
          <a:ln w="63500" cap="flat">
            <a:solidFill>
              <a:schemeClr val="tx1"/>
            </a:solidFill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50800" tIns="50800" rIns="50800" bIns="50800" numCol="1" spcCol="38100" rtlCol="0" anchor="ctr">
            <a:spAutoFit/>
          </a:bodyPr>
          <a:lstStyle/>
          <a:p>
            <a:pPr algn="ctr" defTabSz="825500">
              <a:lnSpc>
                <a:spcPct val="100000"/>
              </a:lnSpc>
              <a:spcBef>
                <a:spcPts val="0"/>
              </a:spcBef>
            </a:pPr>
            <a:r>
              <a:rPr lang="en-US" sz="5400" dirty="0">
                <a:solidFill>
                  <a:schemeClr val="accent6">
                    <a:lumMod val="40000"/>
                    <a:lumOff val="60000"/>
                  </a:schemeClr>
                </a:solidFill>
                <a:latin typeface="Bradley Hand" pitchFamily="2" charset="77"/>
              </a:rPr>
              <a:t>Can the execution tree be of height n?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96B726B3-9141-DF61-C104-8C164B38D764}"/>
                  </a:ext>
                </a:extLst>
              </p:cNvPr>
              <p:cNvSpPr/>
              <p:nvPr/>
            </p:nvSpPr>
            <p:spPr>
              <a:xfrm>
                <a:off x="645013" y="3761825"/>
                <a:ext cx="23093974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No, because in an exact binary tree of height n, there are at most </a:t>
                </a:r>
                <a14:m>
                  <m:oMath xmlns:m="http://schemas.openxmlformats.org/officeDocument/2006/math">
                    <m:r>
                      <a:rPr lang="en-US" sz="5400" b="0" i="1" smtClean="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lang="en-US" sz="5400" b="0" i="1" smtClean="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sz="54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54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  <m:sup>
                        <m:r>
                          <a:rPr lang="en-US" sz="5400" b="0" i="1" smtClean="0">
                            <a:solidFill>
                              <a:schemeClr val="accent3">
                                <a:lumMod val="40000"/>
                                <a:lumOff val="60000"/>
                              </a:schemeClr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a:rPr lang="en-US" sz="5400" b="0" i="1" smtClean="0">
                        <a:solidFill>
                          <a:schemeClr val="accent3">
                            <a:lumMod val="40000"/>
                            <a:lumOff val="60000"/>
                          </a:schemeClr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5400" dirty="0">
                    <a:solidFill>
                      <a:schemeClr val="accent3">
                        <a:lumMod val="40000"/>
                        <a:lumOff val="60000"/>
                      </a:schemeClr>
                    </a:solidFill>
                    <a:latin typeface="Bradley Hand" pitchFamily="2" charset="77"/>
                  </a:rPr>
                  <a:t> leaves</a:t>
                </a:r>
              </a:p>
            </p:txBody>
          </p:sp>
        </mc:Choice>
        <mc:Fallback xmlns="">
          <p:sp>
            <p:nvSpPr>
              <p:cNvPr id="3" name="Rounded Rectangle 2">
                <a:extLst>
                  <a:ext uri="{FF2B5EF4-FFF2-40B4-BE49-F238E27FC236}">
                    <a16:creationId xmlns:a16="http://schemas.microsoft.com/office/drawing/2014/main" id="{96B726B3-9141-DF61-C104-8C164B38D76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3761825"/>
                <a:ext cx="23093974" cy="1952308"/>
              </a:xfrm>
              <a:prstGeom prst="roundRect">
                <a:avLst/>
              </a:prstGeom>
              <a:blipFill>
                <a:blip r:embed="rId2"/>
                <a:stretch>
                  <a:fillRect b="-11250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2B1906F9-686B-8725-9A0A-3FF0E91BB7C2}"/>
                  </a:ext>
                </a:extLst>
              </p:cNvPr>
              <p:cNvSpPr/>
              <p:nvPr/>
            </p:nvSpPr>
            <p:spPr>
              <a:xfrm>
                <a:off x="645013" y="6858000"/>
                <a:ext cx="23093974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height of any exact binary tree with n! leaves is at least</a:t>
                </a:r>
              </a:p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5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e>
                      </m:func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5400" b="0" i="0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5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2B1906F9-686B-8725-9A0A-3FF0E91BB7C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6858000"/>
                <a:ext cx="23093974" cy="1952308"/>
              </a:xfrm>
              <a:prstGeom prst="roundRect">
                <a:avLst/>
              </a:prstGeom>
              <a:blipFill>
                <a:blip r:embed="rId3"/>
                <a:stretch>
                  <a:fillRect t="-1258" b="-3145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18305460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Word"/>
      </p:transition>
    </mc:Choice>
    <mc:Fallback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A72FE5-AECD-0C28-0B80-041118C21C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66227A92-BBE4-7337-5913-D461B301937A}"/>
                  </a:ext>
                </a:extLst>
              </p:cNvPr>
              <p:cNvSpPr/>
              <p:nvPr/>
            </p:nvSpPr>
            <p:spPr>
              <a:xfrm>
                <a:off x="645013" y="745958"/>
                <a:ext cx="23093974" cy="19523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 height of any exact binary tree with n! leaves is at least</a:t>
                </a:r>
              </a:p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5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!</m:t>
                          </m:r>
                        </m:e>
                      </m:func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sty m:val="p"/>
                        </m:rPr>
                        <a:rPr lang="en-US" sz="540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𝑛</m:t>
                      </m:r>
                      <m:func>
                        <m:funcPr>
                          <m:ctrlP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m:rPr>
                              <m:sty m:val="p"/>
                            </m:rPr>
                            <a:rPr lang="en-US" sz="5400" b="0" i="0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fName>
                        <m:e>
                          <m:r>
                            <a:rPr lang="en-US" sz="5400" b="0" i="1" smtClean="0">
                              <a:solidFill>
                                <a:schemeClr val="bg1"/>
                              </a:solidFill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  <m:r>
                        <a:rPr lang="en-US" sz="5400" b="0" i="1" smtClean="0">
                          <a:solidFill>
                            <a:schemeClr val="bg1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5400" dirty="0">
                  <a:solidFill>
                    <a:schemeClr val="bg1"/>
                  </a:solidFill>
                  <a:latin typeface="Bradley Hand" pitchFamily="2" charset="77"/>
                </a:endParaRPr>
              </a:p>
            </p:txBody>
          </p:sp>
        </mc:Choice>
        <mc:Fallback xmlns="">
          <p:sp>
            <p:nvSpPr>
              <p:cNvPr id="4" name="Rounded Rectangle 3">
                <a:extLst>
                  <a:ext uri="{FF2B5EF4-FFF2-40B4-BE49-F238E27FC236}">
                    <a16:creationId xmlns:a16="http://schemas.microsoft.com/office/drawing/2014/main" id="{66227A92-BBE4-7337-5913-D461B30193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745958"/>
                <a:ext cx="23093974" cy="1952308"/>
              </a:xfrm>
              <a:prstGeom prst="roundRect">
                <a:avLst/>
              </a:prstGeom>
              <a:blipFill>
                <a:blip r:embed="rId2"/>
                <a:stretch>
                  <a:fillRect t="-1250" b="-1875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5453D3DA-8361-8B2E-DD7E-B0B033CB92B4}"/>
                  </a:ext>
                </a:extLst>
              </p:cNvPr>
              <p:cNvSpPr/>
              <p:nvPr/>
            </p:nvSpPr>
            <p:spPr>
              <a:xfrm>
                <a:off x="645013" y="3374363"/>
                <a:ext cx="23093974" cy="2871708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There is a path from the root to a leaf with distance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5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(n log n)</a:t>
                </a:r>
              </a:p>
              <a:p>
                <a:pPr marL="685800" indent="-685800" defTabSz="825500">
                  <a:lnSpc>
                    <a:spcPct val="100000"/>
                  </a:lnSpc>
                  <a:spcBef>
                    <a:spcPts val="0"/>
                  </a:spcBef>
                  <a:buFont typeface="Arial" panose="020B0604020202020204" pitchFamily="34" charset="0"/>
                  <a:buChar char="•"/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This implies that there is an execution of the algorithm on some sequence that take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5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Ω</m:t>
                    </m:r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(n log n) time</a:t>
                </a:r>
              </a:p>
            </p:txBody>
          </p:sp>
        </mc:Choice>
        <mc:Fallback xmlns=""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5453D3DA-8361-8B2E-DD7E-B0B033CB92B4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3374363"/>
                <a:ext cx="23093974" cy="2871708"/>
              </a:xfrm>
              <a:prstGeom prst="roundRect">
                <a:avLst/>
              </a:prstGeom>
              <a:blipFill>
                <a:blip r:embed="rId3"/>
                <a:stretch>
                  <a:fillRect l="-713" r="-55" b="-7328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E5C0BEC7-A6A9-5536-C4B8-19F13ECC3E7A}"/>
                  </a:ext>
                </a:extLst>
              </p:cNvPr>
              <p:cNvSpPr/>
              <p:nvPr/>
            </p:nvSpPr>
            <p:spPr>
              <a:xfrm>
                <a:off x="645013" y="8298597"/>
                <a:ext cx="23093974" cy="1032907"/>
              </a:xfrm>
              <a:prstGeom prst="roundRect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 w="63500" cap="flat">
                <a:solidFill>
                  <a:schemeClr val="tx1"/>
                </a:solidFill>
                <a:miter lim="400000"/>
              </a:ln>
              <a:effectLst/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none"/>
            </p:style>
            <p:txBody>
              <a:bodyPr rot="0" spcFirstLastPara="1" vertOverflow="overflow" horzOverflow="overflow" vert="horz" wrap="square" lIns="50800" tIns="50800" rIns="50800" bIns="50800" numCol="1" spcCol="38100" rtlCol="0" anchor="ctr">
                <a:spAutoFit/>
              </a:bodyPr>
              <a:lstStyle/>
              <a:p>
                <a:pPr algn="ctr" defTabSz="825500">
                  <a:lnSpc>
                    <a:spcPct val="100000"/>
                  </a:lnSpc>
                  <a:spcBef>
                    <a:spcPts val="0"/>
                  </a:spcBef>
                </a:pPr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Any comparison based sorting algorithm requires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5400" b="0" i="0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Ω</m:t>
                    </m:r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5400" b="0" i="1" smtClean="0">
                        <a:solidFill>
                          <a:schemeClr val="bg1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func>
                      <m:funcPr>
                        <m:ctrlP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5400" b="0" i="0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sz="5400" b="0" i="1" smtClean="0">
                            <a:solidFill>
                              <a:schemeClr val="bg1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func>
                  </m:oMath>
                </a14:m>
                <a:r>
                  <a:rPr lang="en-US" sz="5400" dirty="0">
                    <a:solidFill>
                      <a:schemeClr val="bg1"/>
                    </a:solidFill>
                    <a:latin typeface="Bradley Hand" pitchFamily="2" charset="77"/>
                  </a:rPr>
                  <a:t> time.</a:t>
                </a:r>
              </a:p>
            </p:txBody>
          </p:sp>
        </mc:Choice>
        <mc:Fallback xmlns="">
          <p:sp>
            <p:nvSpPr>
              <p:cNvPr id="6" name="Rounded Rectangle 5">
                <a:extLst>
                  <a:ext uri="{FF2B5EF4-FFF2-40B4-BE49-F238E27FC236}">
                    <a16:creationId xmlns:a16="http://schemas.microsoft.com/office/drawing/2014/main" id="{E5C0BEC7-A6A9-5536-C4B8-19F13ECC3E7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5013" y="8298597"/>
                <a:ext cx="23093974" cy="1032907"/>
              </a:xfrm>
              <a:prstGeom prst="roundRect">
                <a:avLst/>
              </a:prstGeom>
              <a:blipFill>
                <a:blip r:embed="rId4"/>
                <a:stretch>
                  <a:fillRect t="-3409" b="-27273"/>
                </a:stretch>
              </a:blipFill>
              <a:ln w="63500" cap="flat">
                <a:solidFill>
                  <a:schemeClr val="tx1"/>
                </a:solidFill>
                <a:miter lim="400000"/>
              </a:ln>
              <a:effectLst/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2067808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75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theme/theme1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21_BasicWhite">
  <a:themeElements>
    <a:clrScheme name="21_BasicWhite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21_BasicWhite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21_Basic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50800" tIns="50800" rIns="50800" bIns="50800" numCol="1" spcCol="38100" rtlCol="0" anchor="ctr">
        <a:spAutoFit/>
      </a:bodyPr>
      <a:lstStyle>
        <a:defPPr marL="0" marR="0" indent="0" algn="l" defTabSz="2438338" rtl="0" fontAlgn="auto" latinLnBrk="0" hangingPunct="0">
          <a:lnSpc>
            <a:spcPct val="90000"/>
          </a:lnSpc>
          <a:spcBef>
            <a:spcPts val="4500"/>
          </a:spcBef>
          <a:spcAft>
            <a:spcPts val="0"/>
          </a:spcAft>
          <a:buClrTx/>
          <a:buSzTx/>
          <a:buFontTx/>
          <a:buNone/>
          <a:tabLst/>
          <a:defRPr kumimoji="0" sz="4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8616</TotalTime>
  <Words>3631</Words>
  <Application>Microsoft Macintosh PowerPoint</Application>
  <PresentationFormat>Custom</PresentationFormat>
  <Paragraphs>666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3" baseType="lpstr">
      <vt:lpstr>Arial</vt:lpstr>
      <vt:lpstr>Bradley Hand</vt:lpstr>
      <vt:lpstr>Cambria Math</vt:lpstr>
      <vt:lpstr>Chalkduster</vt:lpstr>
      <vt:lpstr>Helvetica Neue</vt:lpstr>
      <vt:lpstr>Helvetica Neue Medium</vt:lpstr>
      <vt:lpstr>21_BasicWhite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Manoj Gupta</cp:lastModifiedBy>
  <cp:revision>1130</cp:revision>
  <dcterms:modified xsi:type="dcterms:W3CDTF">2026-08-27T10:33:32Z</dcterms:modified>
</cp:coreProperties>
</file>