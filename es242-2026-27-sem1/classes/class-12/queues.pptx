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7"/>
  </p:notesMasterIdLst>
  <p:sldIdLst>
    <p:sldId id="430" r:id="rId2"/>
    <p:sldId id="431" r:id="rId3"/>
    <p:sldId id="432" r:id="rId4"/>
    <p:sldId id="433" r:id="rId5"/>
    <p:sldId id="435" r:id="rId6"/>
    <p:sldId id="434" r:id="rId7"/>
    <p:sldId id="436" r:id="rId8"/>
    <p:sldId id="437" r:id="rId9"/>
    <p:sldId id="438" r:id="rId10"/>
    <p:sldId id="439" r:id="rId11"/>
    <p:sldId id="440" r:id="rId12"/>
    <p:sldId id="441" r:id="rId13"/>
    <p:sldId id="442" r:id="rId14"/>
    <p:sldId id="443" r:id="rId15"/>
    <p:sldId id="444" r:id="rId16"/>
    <p:sldId id="445" r:id="rId17"/>
    <p:sldId id="446" r:id="rId18"/>
    <p:sldId id="447" r:id="rId19"/>
    <p:sldId id="448" r:id="rId20"/>
    <p:sldId id="449" r:id="rId21"/>
    <p:sldId id="450" r:id="rId22"/>
    <p:sldId id="451" r:id="rId23"/>
    <p:sldId id="452" r:id="rId24"/>
    <p:sldId id="453" r:id="rId25"/>
    <p:sldId id="454" r:id="rId26"/>
    <p:sldId id="455" r:id="rId27"/>
    <p:sldId id="456" r:id="rId28"/>
    <p:sldId id="457" r:id="rId29"/>
    <p:sldId id="458" r:id="rId30"/>
    <p:sldId id="459" r:id="rId31"/>
    <p:sldId id="460" r:id="rId32"/>
    <p:sldId id="461" r:id="rId33"/>
    <p:sldId id="462" r:id="rId34"/>
    <p:sldId id="463" r:id="rId35"/>
    <p:sldId id="464" r:id="rId36"/>
    <p:sldId id="465" r:id="rId37"/>
    <p:sldId id="466" r:id="rId38"/>
    <p:sldId id="467" r:id="rId39"/>
    <p:sldId id="469" r:id="rId40"/>
    <p:sldId id="470" r:id="rId41"/>
    <p:sldId id="471" r:id="rId42"/>
    <p:sldId id="472" r:id="rId43"/>
    <p:sldId id="473" r:id="rId44"/>
    <p:sldId id="474" r:id="rId45"/>
    <p:sldId id="475" r:id="rId46"/>
    <p:sldId id="476" r:id="rId47"/>
    <p:sldId id="477" r:id="rId48"/>
    <p:sldId id="478" r:id="rId49"/>
    <p:sldId id="479" r:id="rId50"/>
    <p:sldId id="480" r:id="rId51"/>
    <p:sldId id="481" r:id="rId52"/>
    <p:sldId id="482" r:id="rId53"/>
    <p:sldId id="483" r:id="rId54"/>
    <p:sldId id="484" r:id="rId55"/>
    <p:sldId id="485" r:id="rId56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0CEF2"/>
    <a:srgbClr val="941651"/>
    <a:srgbClr val="42424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529"/>
    <p:restoredTop sz="93617"/>
  </p:normalViewPr>
  <p:slideViewPr>
    <p:cSldViewPr snapToGrid="0">
      <p:cViewPr varScale="1">
        <p:scale>
          <a:sx n="32" d="100"/>
          <a:sy n="32" d="100"/>
        </p:scale>
        <p:origin x="2264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168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69" name="Shape 169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hor and Dat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1340" y="11859862"/>
            <a:ext cx="21971003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3600" b="1"/>
            </a:lvl1pPr>
          </a:lstStyle>
          <a:p>
            <a:r>
              <a:t>Author and Date</a:t>
            </a:r>
          </a:p>
        </p:txBody>
      </p:sp>
      <p:sp>
        <p:nvSpPr>
          <p:cNvPr id="12" name="Presenta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2574991"/>
            <a:ext cx="21971004" cy="4648201"/>
          </a:xfrm>
          <a:prstGeom prst="rect">
            <a:avLst/>
          </a:prstGeom>
        </p:spPr>
        <p:txBody>
          <a:bodyPr anchor="b"/>
          <a:lstStyle>
            <a:lvl1pPr>
              <a:defRPr sz="11600" spc="-232"/>
            </a:lvl1pPr>
          </a:lstStyle>
          <a:p>
            <a:r>
              <a:t>Presentation Title</a:t>
            </a:r>
          </a:p>
        </p:txBody>
      </p:sp>
      <p:sp>
        <p:nvSpPr>
          <p:cNvPr id="1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7223190"/>
            <a:ext cx="21971001" cy="1905001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t>Presentation Subtitle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Avocados and limes"/>
          <p:cNvSpPr>
            <a:spLocks noGrp="1"/>
          </p:cNvSpPr>
          <p:nvPr>
            <p:ph type="pic" idx="21"/>
          </p:nvPr>
        </p:nvSpPr>
        <p:spPr>
          <a:xfrm>
            <a:off x="-1155700" y="-1295400"/>
            <a:ext cx="26746200" cy="16018933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22" name="Presentation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7124700"/>
            <a:ext cx="21971000" cy="4648200"/>
          </a:xfrm>
          <a:prstGeom prst="rect">
            <a:avLst/>
          </a:prstGeom>
        </p:spPr>
        <p:txBody>
          <a:bodyPr anchor="b"/>
          <a:lstStyle>
            <a:lvl1pPr>
              <a:defRPr sz="11600" spc="-232"/>
            </a:lvl1pPr>
          </a:lstStyle>
          <a:p>
            <a:r>
              <a:t>Presentation Title</a:t>
            </a:r>
          </a:p>
        </p:txBody>
      </p:sp>
      <p:sp>
        <p:nvSpPr>
          <p:cNvPr id="23" name="Author and Date"/>
          <p:cNvSpPr txBox="1">
            <a:spLocks noGrp="1"/>
          </p:cNvSpPr>
          <p:nvPr>
            <p:ph type="body" sz="quarter" idx="22" hasCustomPrompt="1"/>
          </p:nvPr>
        </p:nvSpPr>
        <p:spPr>
          <a:xfrm>
            <a:off x="1207690" y="1106137"/>
            <a:ext cx="21968621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3600" b="1"/>
            </a:lvl1pPr>
          </a:lstStyle>
          <a:p>
            <a:r>
              <a:t>Author and Date</a:t>
            </a:r>
          </a:p>
        </p:txBody>
      </p:sp>
      <p:sp>
        <p:nvSpPr>
          <p:cNvPr id="24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6500" y="11609910"/>
            <a:ext cx="21971000" cy="1116952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t>Presentation Subtitle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2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Photo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Bowl with salmon cakes, salad and houmous"/>
          <p:cNvSpPr>
            <a:spLocks noGrp="1"/>
          </p:cNvSpPr>
          <p:nvPr>
            <p:ph type="pic" idx="21"/>
          </p:nvPr>
        </p:nvSpPr>
        <p:spPr>
          <a:xfrm>
            <a:off x="10972800" y="-203200"/>
            <a:ext cx="12144837" cy="141351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33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270000"/>
            <a:ext cx="9779000" cy="5882273"/>
          </a:xfrm>
          <a:prstGeom prst="rect">
            <a:avLst/>
          </a:prstGeom>
        </p:spPr>
        <p:txBody>
          <a:bodyPr anchor="b"/>
          <a:lstStyle/>
          <a:p>
            <a:r>
              <a:t>Slide Title</a:t>
            </a:r>
          </a:p>
        </p:txBody>
      </p:sp>
      <p:sp>
        <p:nvSpPr>
          <p:cNvPr id="34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6500" y="7060576"/>
            <a:ext cx="9779000" cy="5385424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t>Slide Subtitle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3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Title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43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Slide Subtitle</a:t>
            </a:r>
          </a:p>
        </p:txBody>
      </p:sp>
      <p:sp>
        <p:nvSpPr>
          <p:cNvPr id="44" name="Body Level One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4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Body Level One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 numCol="2" spcCol="1098550"/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5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Slide Subtitle</a:t>
            </a:r>
          </a:p>
        </p:txBody>
      </p:sp>
      <p:sp>
        <p:nvSpPr>
          <p:cNvPr id="61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62" name="Bowl of pappardelle pasta with parsley butter, roasted hazelnuts and shaved parmesan cheese"/>
          <p:cNvSpPr>
            <a:spLocks noGrp="1"/>
          </p:cNvSpPr>
          <p:nvPr>
            <p:ph type="pic" idx="22"/>
          </p:nvPr>
        </p:nvSpPr>
        <p:spPr>
          <a:xfrm>
            <a:off x="12192000" y="-407266"/>
            <a:ext cx="10916874" cy="1455583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63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6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 &amp; Live Video 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Slide Subtitle</a:t>
            </a:r>
          </a:p>
        </p:txBody>
      </p:sp>
      <p:sp>
        <p:nvSpPr>
          <p:cNvPr id="72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73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7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 &amp; Live Video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Slide Subtitle</a:t>
            </a:r>
          </a:p>
        </p:txBody>
      </p:sp>
      <p:sp>
        <p:nvSpPr>
          <p:cNvPr id="82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83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8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>
              <a:defRPr sz="11600" b="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t>Section Title</a:t>
            </a:r>
          </a:p>
        </p:txBody>
      </p:sp>
      <p:sp>
        <p:nvSpPr>
          <p:cNvPr id="92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21971000" cy="1434949"/>
          </a:xfrm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100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Slide Subtitle</a:t>
            </a:r>
          </a:p>
        </p:txBody>
      </p:sp>
      <p:sp>
        <p:nvSpPr>
          <p:cNvPr id="10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Agenda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21971000" cy="1435100"/>
          </a:xfrm>
          <a:prstGeom prst="rect">
            <a:avLst/>
          </a:prstGeom>
        </p:spPr>
        <p:txBody>
          <a:bodyPr/>
          <a:lstStyle/>
          <a:p>
            <a:r>
              <a:t>Agenda Title</a:t>
            </a:r>
          </a:p>
        </p:txBody>
      </p:sp>
      <p:sp>
        <p:nvSpPr>
          <p:cNvPr id="109" name="Agenda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Agenda Subtitle</a:t>
            </a:r>
          </a:p>
        </p:txBody>
      </p:sp>
      <p:sp>
        <p:nvSpPr>
          <p:cNvPr id="110" name="Body Level One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1pPr>
            <a:lvl2pPr marL="0" indent="4572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2pPr>
            <a:lvl3pPr marL="0" indent="9144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3pPr>
            <a:lvl4pPr marL="0" indent="13716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4pPr>
            <a:lvl5pPr marL="0" indent="18288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5pPr>
          </a:lstStyle>
          <a:p>
            <a:r>
              <a:t>Agenda Topics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1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206500" y="4920843"/>
            <a:ext cx="21971000" cy="387431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r>
              <a:t>Statement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1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ig F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1206500" y="1075927"/>
            <a:ext cx="21971000" cy="7241584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5pPr>
          </a:lstStyle>
          <a:p>
            <a:r>
              <a:t>100%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27" name="Fact information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8262180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Fact information</a:t>
            </a:r>
          </a:p>
        </p:txBody>
      </p:sp>
      <p:sp>
        <p:nvSpPr>
          <p:cNvPr id="12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Attribution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2430025" y="10675453"/>
            <a:ext cx="20200052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3600" b="1"/>
            </a:lvl1pPr>
          </a:lstStyle>
          <a:p>
            <a:r>
              <a:t>Attribution</a:t>
            </a:r>
          </a:p>
        </p:txBody>
      </p:sp>
      <p:sp>
        <p:nvSpPr>
          <p:cNvPr id="136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753923" y="4939860"/>
            <a:ext cx="20876154" cy="3836280"/>
          </a:xfrm>
          <a:prstGeom prst="rect">
            <a:avLst/>
          </a:prstGeom>
        </p:spPr>
        <p:txBody>
          <a:bodyPr/>
          <a:lstStyle>
            <a:lvl1pPr marL="638923" indent="-469900">
              <a:spcBef>
                <a:spcPts val="0"/>
              </a:spcBef>
              <a:buSzTx/>
              <a:buNone/>
              <a:defRPr sz="8500" spc="-17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638923" indent="-12700">
              <a:spcBef>
                <a:spcPts val="0"/>
              </a:spcBef>
              <a:buSzTx/>
              <a:buNone/>
              <a:defRPr sz="8500" spc="-17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638923" indent="444500">
              <a:spcBef>
                <a:spcPts val="0"/>
              </a:spcBef>
              <a:buSzTx/>
              <a:buNone/>
              <a:defRPr sz="8500" spc="-17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638923" indent="901700">
              <a:spcBef>
                <a:spcPts val="0"/>
              </a:spcBef>
              <a:buSzTx/>
              <a:buNone/>
              <a:defRPr sz="8500" spc="-17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638923" indent="1358900">
              <a:spcBef>
                <a:spcPts val="0"/>
              </a:spcBef>
              <a:buSzTx/>
              <a:buNone/>
              <a:defRPr sz="8500" spc="-17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r>
              <a:t>“Notable Quote”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3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Bowl of salad with fried rice, boiled eggs and chopsticks"/>
          <p:cNvSpPr>
            <a:spLocks noGrp="1"/>
          </p:cNvSpPr>
          <p:nvPr>
            <p:ph type="pic" sz="quarter" idx="21"/>
          </p:nvPr>
        </p:nvSpPr>
        <p:spPr>
          <a:xfrm>
            <a:off x="15760700" y="1016000"/>
            <a:ext cx="7439099" cy="594967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45" name="Bowl with salmon cakes, salad and houmous "/>
          <p:cNvSpPr>
            <a:spLocks noGrp="1"/>
          </p:cNvSpPr>
          <p:nvPr>
            <p:ph type="pic" sz="half" idx="22"/>
          </p:nvPr>
        </p:nvSpPr>
        <p:spPr>
          <a:xfrm>
            <a:off x="13500100" y="3978275"/>
            <a:ext cx="10439400" cy="1215018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46" name="Bowl of pappardelle pasta with parsley butter, roasted hazelnuts and shaved parmesan cheese"/>
          <p:cNvSpPr>
            <a:spLocks noGrp="1"/>
          </p:cNvSpPr>
          <p:nvPr>
            <p:ph type="pic" idx="23"/>
          </p:nvPr>
        </p:nvSpPr>
        <p:spPr>
          <a:xfrm>
            <a:off x="-139700" y="495300"/>
            <a:ext cx="16611600" cy="124587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4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bowl of salad with fried rice, boiled eggs and chopsticks"/>
          <p:cNvSpPr>
            <a:spLocks noGrp="1"/>
          </p:cNvSpPr>
          <p:nvPr>
            <p:ph type="pic" idx="21"/>
          </p:nvPr>
        </p:nvSpPr>
        <p:spPr>
          <a:xfrm>
            <a:off x="-1333500" y="-5524500"/>
            <a:ext cx="27051000" cy="21640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5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alphaModFix amt="61595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Slide Title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ctr" defTabSz="584200">
              <a:lnSpc>
                <a:spcPct val="100000"/>
              </a:lnSpc>
              <a:spcBef>
                <a:spcPts val="0"/>
              </a:spcBef>
              <a:defRPr sz="18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  <p:txStyles>
    <p:titleStyle>
      <a:lvl1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1219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1828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2438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30480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3657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F4DEC2-CE76-57A9-2DDA-EBAE069981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5B8AE80C-726A-BFAE-2A4D-69A561879D3F}"/>
              </a:ext>
            </a:extLst>
          </p:cNvPr>
          <p:cNvSpPr/>
          <p:nvPr/>
        </p:nvSpPr>
        <p:spPr>
          <a:xfrm>
            <a:off x="676940" y="363488"/>
            <a:ext cx="23030120" cy="562991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First non-repeating number in a stream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Numbers arrive one by one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All the numbers are between 0 and n-1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After a new number arrives, find the first number in the stream that has appeared exactly once. The stream ends with the number -1 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If there is no such number return -1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24B22BE9-4434-74E7-1FC5-9C915CECAFF4}"/>
              </a:ext>
            </a:extLst>
          </p:cNvPr>
          <p:cNvSpPr/>
          <p:nvPr/>
        </p:nvSpPr>
        <p:spPr>
          <a:xfrm>
            <a:off x="4025280" y="7206148"/>
            <a:ext cx="1310397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5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024BA7A6-1840-9C28-DAA3-DD5E7C47BE6D}"/>
              </a:ext>
            </a:extLst>
          </p:cNvPr>
          <p:cNvSpPr/>
          <p:nvPr/>
        </p:nvSpPr>
        <p:spPr>
          <a:xfrm>
            <a:off x="398160" y="9705509"/>
            <a:ext cx="2924160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Answer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4F467319-A716-4826-988B-1FA8E8CC2A04}"/>
              </a:ext>
            </a:extLst>
          </p:cNvPr>
          <p:cNvSpPr/>
          <p:nvPr/>
        </p:nvSpPr>
        <p:spPr>
          <a:xfrm>
            <a:off x="4118397" y="9657416"/>
            <a:ext cx="1310397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5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0E3E50F5-17E5-0A6A-D779-424C900C8280}"/>
              </a:ext>
            </a:extLst>
          </p:cNvPr>
          <p:cNvSpPr/>
          <p:nvPr/>
        </p:nvSpPr>
        <p:spPr>
          <a:xfrm>
            <a:off x="5854080" y="7206148"/>
            <a:ext cx="1310397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1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18AFA6DB-0EFE-C50F-9C83-FE2E540C934A}"/>
              </a:ext>
            </a:extLst>
          </p:cNvPr>
          <p:cNvSpPr/>
          <p:nvPr/>
        </p:nvSpPr>
        <p:spPr>
          <a:xfrm>
            <a:off x="5854079" y="9657416"/>
            <a:ext cx="1310397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5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712B2B14-1E69-A044-7E01-5454070016A4}"/>
              </a:ext>
            </a:extLst>
          </p:cNvPr>
          <p:cNvSpPr/>
          <p:nvPr/>
        </p:nvSpPr>
        <p:spPr>
          <a:xfrm>
            <a:off x="7682880" y="7206148"/>
            <a:ext cx="1310397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5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3013F6ED-4BCF-9C06-06E2-DD0E4F7E723D}"/>
              </a:ext>
            </a:extLst>
          </p:cNvPr>
          <p:cNvSpPr/>
          <p:nvPr/>
        </p:nvSpPr>
        <p:spPr>
          <a:xfrm>
            <a:off x="7682879" y="9657416"/>
            <a:ext cx="1310397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1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9C026C8B-32C8-981A-659E-20FE2C793C37}"/>
              </a:ext>
            </a:extLst>
          </p:cNvPr>
          <p:cNvSpPr/>
          <p:nvPr/>
        </p:nvSpPr>
        <p:spPr>
          <a:xfrm>
            <a:off x="9511680" y="7206148"/>
            <a:ext cx="1310397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1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D1F435DB-2DAC-1851-A04B-B1C587BFE837}"/>
              </a:ext>
            </a:extLst>
          </p:cNvPr>
          <p:cNvSpPr/>
          <p:nvPr/>
        </p:nvSpPr>
        <p:spPr>
          <a:xfrm>
            <a:off x="9635275" y="9657416"/>
            <a:ext cx="1310397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-1</a:t>
            </a:r>
          </a:p>
        </p:txBody>
      </p:sp>
    </p:spTree>
    <p:extLst>
      <p:ext uri="{BB962C8B-B14F-4D97-AF65-F5344CB8AC3E}">
        <p14:creationId xmlns:p14="http://schemas.microsoft.com/office/powerpoint/2010/main" val="14384880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!!box100">
                <a:extLst>
                  <a:ext uri="{FF2B5EF4-FFF2-40B4-BE49-F238E27FC236}">
                    <a16:creationId xmlns:a16="http://schemas.microsoft.com/office/drawing/2014/main" id="{E3437403-6507-6D6E-8891-CEBE879C9753}"/>
                  </a:ext>
                </a:extLst>
              </p:cNvPr>
              <p:cNvSpPr/>
              <p:nvPr/>
            </p:nvSpPr>
            <p:spPr>
              <a:xfrm>
                <a:off x="810610" y="1690913"/>
                <a:ext cx="12509170" cy="9920446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#include 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&lt;</a:t>
                </a:r>
                <a:r>
                  <a:rPr lang="en-IN" sz="3600" dirty="0" err="1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stdio.h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&gt;</a:t>
                </a:r>
                <a:b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main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()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int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36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:r>
                  <a:rPr lang="en-IN" sz="36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  <a:b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</a:t>
                </a:r>
                <a:r>
                  <a:rPr lang="en-IN" sz="36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scanf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(“%d”, &amp;</a:t>
                </a:r>
                <a14:m>
                  <m:oMath xmlns:m="http://schemas.openxmlformats.org/officeDocument/2006/math">
                    <m:r>
                      <a:rPr lang="en-IN" sz="36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frequency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36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for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36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0; </a:t>
                </a:r>
                <a14:m>
                  <m:oMath xmlns:m="http://schemas.openxmlformats.org/officeDocument/2006/math">
                    <m:r>
                      <a:rPr lang="en-IN" sz="36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r>
                      <a:rPr lang="en-US" sz="3600" b="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; </a:t>
                </a:r>
                <a14:m>
                  <m:oMath xmlns:m="http://schemas.openxmlformats.org/officeDocument/2006/math">
                    <m:r>
                      <a:rPr lang="en-IN" sz="36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frequency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14:m>
                  <m:oMath xmlns:m="http://schemas.openxmlformats.org/officeDocument/2006/math">
                    <m:r>
                      <a:rPr lang="en-IN" sz="36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 = 0;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while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( 1 )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</a:t>
                </a:r>
                <a:r>
                  <a:rPr lang="en-IN" sz="36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scanf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“	%d”, &amp;</a:t>
                </a:r>
                <a:r>
                  <a:rPr lang="en-IN" sz="36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 </a:t>
                </a:r>
                <a:r>
                  <a:rPr lang="en-IN" sz="36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== -1)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return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0;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frequency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:r>
                  <a:rPr lang="en-IN" sz="36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]++;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//find the first element with frequency exactly 1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}</a:t>
                </a:r>
                <a:b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  <a:endParaRPr lang="en-US" sz="36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" name="!!box100">
                <a:extLst>
                  <a:ext uri="{FF2B5EF4-FFF2-40B4-BE49-F238E27FC236}">
                    <a16:creationId xmlns:a16="http://schemas.microsoft.com/office/drawing/2014/main" id="{E3437403-6507-6D6E-8891-CEBE879C975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0610" y="1690913"/>
                <a:ext cx="12509170" cy="9920446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366166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3D3D773D-C832-B9B5-8B84-54C836F16EF8}"/>
              </a:ext>
            </a:extLst>
          </p:cNvPr>
          <p:cNvSpPr>
            <a:spLocks noChangeAspect="1"/>
          </p:cNvSpPr>
          <p:nvPr/>
        </p:nvSpPr>
        <p:spPr>
          <a:xfrm>
            <a:off x="6108442" y="12487138"/>
            <a:ext cx="81914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E8038CE4-393B-6A53-E193-DDE610E922A4}"/>
              </a:ext>
            </a:extLst>
          </p:cNvPr>
          <p:cNvSpPr>
            <a:spLocks noChangeAspect="1"/>
          </p:cNvSpPr>
          <p:nvPr/>
        </p:nvSpPr>
        <p:spPr>
          <a:xfrm>
            <a:off x="7446090" y="12487138"/>
            <a:ext cx="81914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2480D1CC-E785-88D4-A152-673D1C8B1599}"/>
              </a:ext>
            </a:extLst>
          </p:cNvPr>
          <p:cNvSpPr>
            <a:spLocks noChangeAspect="1"/>
          </p:cNvSpPr>
          <p:nvPr/>
        </p:nvSpPr>
        <p:spPr>
          <a:xfrm>
            <a:off x="8783953" y="12487138"/>
            <a:ext cx="81914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224FFC8C-8EC1-05C5-DA0C-3D8C02F56271}"/>
              </a:ext>
            </a:extLst>
          </p:cNvPr>
          <p:cNvSpPr>
            <a:spLocks noChangeAspect="1"/>
          </p:cNvSpPr>
          <p:nvPr/>
        </p:nvSpPr>
        <p:spPr>
          <a:xfrm>
            <a:off x="10103506" y="12487138"/>
            <a:ext cx="81914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2B4D0E7C-A44E-F6B9-18F8-E9895129EE78}"/>
              </a:ext>
            </a:extLst>
          </p:cNvPr>
          <p:cNvSpPr>
            <a:spLocks noChangeAspect="1"/>
          </p:cNvSpPr>
          <p:nvPr/>
        </p:nvSpPr>
        <p:spPr>
          <a:xfrm>
            <a:off x="11450525" y="12487138"/>
            <a:ext cx="81914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BD7A5008-B613-D223-AB4E-122E337AC6CA}"/>
              </a:ext>
            </a:extLst>
          </p:cNvPr>
          <p:cNvSpPr>
            <a:spLocks noChangeAspect="1"/>
          </p:cNvSpPr>
          <p:nvPr/>
        </p:nvSpPr>
        <p:spPr>
          <a:xfrm>
            <a:off x="12742611" y="12487138"/>
            <a:ext cx="81914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9346B745-2B90-FD98-59DA-A5C31BDB4CD2}"/>
              </a:ext>
            </a:extLst>
          </p:cNvPr>
          <p:cNvSpPr>
            <a:spLocks noChangeAspect="1"/>
          </p:cNvSpPr>
          <p:nvPr/>
        </p:nvSpPr>
        <p:spPr>
          <a:xfrm>
            <a:off x="14062163" y="12485627"/>
            <a:ext cx="81914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6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939BC47F-22B4-3395-2AC6-69A2106A56FD}"/>
              </a:ext>
            </a:extLst>
          </p:cNvPr>
          <p:cNvSpPr>
            <a:spLocks noChangeAspect="1"/>
          </p:cNvSpPr>
          <p:nvPr/>
        </p:nvSpPr>
        <p:spPr>
          <a:xfrm>
            <a:off x="15437092" y="12479146"/>
            <a:ext cx="81914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" name="!!box">
            <a:extLst>
              <a:ext uri="{FF2B5EF4-FFF2-40B4-BE49-F238E27FC236}">
                <a16:creationId xmlns:a16="http://schemas.microsoft.com/office/drawing/2014/main" id="{E01B3EDA-64E1-EA9A-BBC5-E8AAE0219691}"/>
              </a:ext>
            </a:extLst>
          </p:cNvPr>
          <p:cNvSpPr/>
          <p:nvPr/>
        </p:nvSpPr>
        <p:spPr>
          <a:xfrm>
            <a:off x="791743" y="395820"/>
            <a:ext cx="2693582" cy="590233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Next Element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90E65F61-F2D3-45D5-30FE-2FFC664F66C1}"/>
              </a:ext>
            </a:extLst>
          </p:cNvPr>
          <p:cNvSpPr/>
          <p:nvPr/>
        </p:nvSpPr>
        <p:spPr>
          <a:xfrm>
            <a:off x="5880911" y="11608510"/>
            <a:ext cx="1310397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CF882656-C012-685B-7CE2-460962B36B11}"/>
              </a:ext>
            </a:extLst>
          </p:cNvPr>
          <p:cNvSpPr/>
          <p:nvPr/>
        </p:nvSpPr>
        <p:spPr>
          <a:xfrm>
            <a:off x="7191308" y="11614460"/>
            <a:ext cx="1310397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5092A5A9-911F-37CC-621D-FA81EE3C2FE1}"/>
              </a:ext>
            </a:extLst>
          </p:cNvPr>
          <p:cNvSpPr/>
          <p:nvPr/>
        </p:nvSpPr>
        <p:spPr>
          <a:xfrm>
            <a:off x="8520016" y="11602561"/>
            <a:ext cx="1310397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3916D3BF-9F71-5511-C70C-4F3122694E23}"/>
              </a:ext>
            </a:extLst>
          </p:cNvPr>
          <p:cNvSpPr/>
          <p:nvPr/>
        </p:nvSpPr>
        <p:spPr>
          <a:xfrm>
            <a:off x="9848724" y="11602560"/>
            <a:ext cx="1310397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FDBE3184-EB95-BD5E-2BE2-5252E56EB2AE}"/>
              </a:ext>
            </a:extLst>
          </p:cNvPr>
          <p:cNvSpPr/>
          <p:nvPr/>
        </p:nvSpPr>
        <p:spPr>
          <a:xfrm>
            <a:off x="11177432" y="11602559"/>
            <a:ext cx="1310397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695EFC13-F6FF-8411-5E96-3CB849BAE999}"/>
              </a:ext>
            </a:extLst>
          </p:cNvPr>
          <p:cNvSpPr/>
          <p:nvPr/>
        </p:nvSpPr>
        <p:spPr>
          <a:xfrm>
            <a:off x="12487829" y="11602558"/>
            <a:ext cx="1310397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20405B10-97DA-0A62-8BB8-8534102F833B}"/>
              </a:ext>
            </a:extLst>
          </p:cNvPr>
          <p:cNvSpPr/>
          <p:nvPr/>
        </p:nvSpPr>
        <p:spPr>
          <a:xfrm>
            <a:off x="13816537" y="11614460"/>
            <a:ext cx="1310397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093F8405-5484-01CF-7E48-B1474CF12D2C}"/>
              </a:ext>
            </a:extLst>
          </p:cNvPr>
          <p:cNvSpPr/>
          <p:nvPr/>
        </p:nvSpPr>
        <p:spPr>
          <a:xfrm>
            <a:off x="15189202" y="11614460"/>
            <a:ext cx="1310397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1C538D85-4C68-BA86-7D12-DCDC5E30F483}"/>
              </a:ext>
            </a:extLst>
          </p:cNvPr>
          <p:cNvSpPr/>
          <p:nvPr/>
        </p:nvSpPr>
        <p:spPr>
          <a:xfrm>
            <a:off x="4055760" y="174482"/>
            <a:ext cx="1310397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2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40CADFDB-A7DF-7F1D-A9D6-3D4E33565A65}"/>
              </a:ext>
            </a:extLst>
          </p:cNvPr>
          <p:cNvSpPr/>
          <p:nvPr/>
        </p:nvSpPr>
        <p:spPr>
          <a:xfrm>
            <a:off x="3234726" y="11895394"/>
            <a:ext cx="2173242" cy="590233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63500" cap="flat">
            <a:solidFill>
              <a:schemeClr val="accent4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b="1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</a:rPr>
              <a:t>Frequency</a:t>
            </a:r>
          </a:p>
        </p:txBody>
      </p:sp>
    </p:spTree>
    <p:extLst>
      <p:ext uri="{BB962C8B-B14F-4D97-AF65-F5344CB8AC3E}">
        <p14:creationId xmlns:p14="http://schemas.microsoft.com/office/powerpoint/2010/main" val="28319496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5E901A-4A26-5112-006B-EAEEEEAA93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3D43DFCC-8FA3-472E-955E-2F9753E34F3E}"/>
              </a:ext>
            </a:extLst>
          </p:cNvPr>
          <p:cNvSpPr>
            <a:spLocks noChangeAspect="1"/>
          </p:cNvSpPr>
          <p:nvPr/>
        </p:nvSpPr>
        <p:spPr>
          <a:xfrm>
            <a:off x="6108442" y="12487138"/>
            <a:ext cx="81914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9940455C-58CC-62CB-61A6-1C9A0EAAFB23}"/>
              </a:ext>
            </a:extLst>
          </p:cNvPr>
          <p:cNvSpPr>
            <a:spLocks noChangeAspect="1"/>
          </p:cNvSpPr>
          <p:nvPr/>
        </p:nvSpPr>
        <p:spPr>
          <a:xfrm>
            <a:off x="7446090" y="12487138"/>
            <a:ext cx="81914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476B661D-6401-A795-2736-9C492A7CAAB0}"/>
              </a:ext>
            </a:extLst>
          </p:cNvPr>
          <p:cNvSpPr>
            <a:spLocks noChangeAspect="1"/>
          </p:cNvSpPr>
          <p:nvPr/>
        </p:nvSpPr>
        <p:spPr>
          <a:xfrm>
            <a:off x="8783953" y="12487138"/>
            <a:ext cx="81914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8ACB82A4-F81B-3E2C-E305-3D17393C9161}"/>
              </a:ext>
            </a:extLst>
          </p:cNvPr>
          <p:cNvSpPr>
            <a:spLocks noChangeAspect="1"/>
          </p:cNvSpPr>
          <p:nvPr/>
        </p:nvSpPr>
        <p:spPr>
          <a:xfrm>
            <a:off x="10103506" y="12487138"/>
            <a:ext cx="81914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678763C9-A458-5833-9450-A8EE21158B23}"/>
              </a:ext>
            </a:extLst>
          </p:cNvPr>
          <p:cNvSpPr>
            <a:spLocks noChangeAspect="1"/>
          </p:cNvSpPr>
          <p:nvPr/>
        </p:nvSpPr>
        <p:spPr>
          <a:xfrm>
            <a:off x="11450525" y="12487138"/>
            <a:ext cx="81914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638B10A6-7241-05D7-72E4-06EDEFBD0F1E}"/>
              </a:ext>
            </a:extLst>
          </p:cNvPr>
          <p:cNvSpPr>
            <a:spLocks noChangeAspect="1"/>
          </p:cNvSpPr>
          <p:nvPr/>
        </p:nvSpPr>
        <p:spPr>
          <a:xfrm>
            <a:off x="12742611" y="12487138"/>
            <a:ext cx="81914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6AD8E67A-00C9-7D48-D7E5-39CF65283B09}"/>
              </a:ext>
            </a:extLst>
          </p:cNvPr>
          <p:cNvSpPr>
            <a:spLocks noChangeAspect="1"/>
          </p:cNvSpPr>
          <p:nvPr/>
        </p:nvSpPr>
        <p:spPr>
          <a:xfrm>
            <a:off x="14062163" y="12485627"/>
            <a:ext cx="81914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6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1EF61A48-41F1-84A3-409C-D49AE7B574C9}"/>
              </a:ext>
            </a:extLst>
          </p:cNvPr>
          <p:cNvSpPr>
            <a:spLocks noChangeAspect="1"/>
          </p:cNvSpPr>
          <p:nvPr/>
        </p:nvSpPr>
        <p:spPr>
          <a:xfrm>
            <a:off x="15437092" y="12479146"/>
            <a:ext cx="81914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" name="!!box">
            <a:extLst>
              <a:ext uri="{FF2B5EF4-FFF2-40B4-BE49-F238E27FC236}">
                <a16:creationId xmlns:a16="http://schemas.microsoft.com/office/drawing/2014/main" id="{F9173074-B37C-448B-2E0E-74DE4752AAF8}"/>
              </a:ext>
            </a:extLst>
          </p:cNvPr>
          <p:cNvSpPr/>
          <p:nvPr/>
        </p:nvSpPr>
        <p:spPr>
          <a:xfrm>
            <a:off x="791743" y="395820"/>
            <a:ext cx="2693582" cy="590233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Next Element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35A0E297-1F11-A945-6D38-8B7C3A499754}"/>
              </a:ext>
            </a:extLst>
          </p:cNvPr>
          <p:cNvSpPr/>
          <p:nvPr/>
        </p:nvSpPr>
        <p:spPr>
          <a:xfrm>
            <a:off x="5880911" y="11608510"/>
            <a:ext cx="1310397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400EF5AB-E44A-CA08-90BA-C5369DDAA3B4}"/>
              </a:ext>
            </a:extLst>
          </p:cNvPr>
          <p:cNvSpPr/>
          <p:nvPr/>
        </p:nvSpPr>
        <p:spPr>
          <a:xfrm>
            <a:off x="7191308" y="11614460"/>
            <a:ext cx="1310397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850D9663-6A31-7A04-370C-105D1F0CF22D}"/>
              </a:ext>
            </a:extLst>
          </p:cNvPr>
          <p:cNvSpPr/>
          <p:nvPr/>
        </p:nvSpPr>
        <p:spPr>
          <a:xfrm>
            <a:off x="8520016" y="11602561"/>
            <a:ext cx="1310397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1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6979FD26-6010-D2E9-7A02-4291CA9A2878}"/>
              </a:ext>
            </a:extLst>
          </p:cNvPr>
          <p:cNvSpPr/>
          <p:nvPr/>
        </p:nvSpPr>
        <p:spPr>
          <a:xfrm>
            <a:off x="9848724" y="11602560"/>
            <a:ext cx="1310397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018164FD-CE9D-4C94-7C30-DEE1710DC34D}"/>
              </a:ext>
            </a:extLst>
          </p:cNvPr>
          <p:cNvSpPr/>
          <p:nvPr/>
        </p:nvSpPr>
        <p:spPr>
          <a:xfrm>
            <a:off x="11177432" y="11602559"/>
            <a:ext cx="1310397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D2EA1014-AB8E-DFFB-7AFE-BC6FF8DA69D2}"/>
              </a:ext>
            </a:extLst>
          </p:cNvPr>
          <p:cNvSpPr/>
          <p:nvPr/>
        </p:nvSpPr>
        <p:spPr>
          <a:xfrm>
            <a:off x="12487829" y="11602558"/>
            <a:ext cx="1310397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EA8BA497-85F5-3F4F-C459-7F4869A63CCB}"/>
              </a:ext>
            </a:extLst>
          </p:cNvPr>
          <p:cNvSpPr/>
          <p:nvPr/>
        </p:nvSpPr>
        <p:spPr>
          <a:xfrm>
            <a:off x="13816537" y="11614460"/>
            <a:ext cx="1310397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DBA5DC32-738F-88C4-481B-E3991EA614F1}"/>
              </a:ext>
            </a:extLst>
          </p:cNvPr>
          <p:cNvSpPr/>
          <p:nvPr/>
        </p:nvSpPr>
        <p:spPr>
          <a:xfrm>
            <a:off x="15189202" y="11614460"/>
            <a:ext cx="1310397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CF4469F3-9061-1342-74C2-CC70D57C1124}"/>
              </a:ext>
            </a:extLst>
          </p:cNvPr>
          <p:cNvSpPr/>
          <p:nvPr/>
        </p:nvSpPr>
        <p:spPr>
          <a:xfrm>
            <a:off x="4055760" y="174482"/>
            <a:ext cx="1310397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2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D9D9FAD2-18D6-E934-E5D2-6FF063B14F9E}"/>
              </a:ext>
            </a:extLst>
          </p:cNvPr>
          <p:cNvSpPr/>
          <p:nvPr/>
        </p:nvSpPr>
        <p:spPr>
          <a:xfrm>
            <a:off x="2708969" y="2748786"/>
            <a:ext cx="1484280" cy="103290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58D43A14-F815-077F-5709-8712E36554C7}"/>
              </a:ext>
            </a:extLst>
          </p:cNvPr>
          <p:cNvCxnSpPr>
            <a:cxnSpLocks/>
          </p:cNvCxnSpPr>
          <p:nvPr/>
        </p:nvCxnSpPr>
        <p:spPr>
          <a:xfrm>
            <a:off x="4193249" y="3247539"/>
            <a:ext cx="1484287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60AD8BBB-925A-FEAF-6584-21D1474A170F}"/>
              </a:ext>
            </a:extLst>
          </p:cNvPr>
          <p:cNvCxnSpPr>
            <a:cxnSpLocks/>
          </p:cNvCxnSpPr>
          <p:nvPr/>
        </p:nvCxnSpPr>
        <p:spPr>
          <a:xfrm>
            <a:off x="5660044" y="3175821"/>
            <a:ext cx="0" cy="767388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30C5F290-C276-627F-542E-3761F77B1315}"/>
              </a:ext>
            </a:extLst>
          </p:cNvPr>
          <p:cNvCxnSpPr>
            <a:cxnSpLocks/>
          </p:cNvCxnSpPr>
          <p:nvPr/>
        </p:nvCxnSpPr>
        <p:spPr>
          <a:xfrm flipH="1">
            <a:off x="5252149" y="3979228"/>
            <a:ext cx="850773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4101835E-7B82-E328-5459-8F74449E2C58}"/>
              </a:ext>
            </a:extLst>
          </p:cNvPr>
          <p:cNvCxnSpPr>
            <a:cxnSpLocks/>
          </p:cNvCxnSpPr>
          <p:nvPr/>
        </p:nvCxnSpPr>
        <p:spPr>
          <a:xfrm flipH="1">
            <a:off x="5372299" y="4144273"/>
            <a:ext cx="591671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95B6AEB4-3227-D3EF-4566-E385FF638A8A}"/>
              </a:ext>
            </a:extLst>
          </p:cNvPr>
          <p:cNvCxnSpPr>
            <a:cxnSpLocks/>
          </p:cNvCxnSpPr>
          <p:nvPr/>
        </p:nvCxnSpPr>
        <p:spPr>
          <a:xfrm flipH="1">
            <a:off x="5532840" y="4312621"/>
            <a:ext cx="233082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79598BA6-021A-EA49-DC83-6E592112B0EC}"/>
              </a:ext>
            </a:extLst>
          </p:cNvPr>
          <p:cNvSpPr/>
          <p:nvPr/>
        </p:nvSpPr>
        <p:spPr>
          <a:xfrm>
            <a:off x="3234726" y="11895394"/>
            <a:ext cx="2173242" cy="590233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63500" cap="flat">
            <a:solidFill>
              <a:schemeClr val="accent4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b="1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</a:rPr>
              <a:t>Frequency</a:t>
            </a:r>
          </a:p>
        </p:txBody>
      </p:sp>
    </p:spTree>
    <p:extLst>
      <p:ext uri="{BB962C8B-B14F-4D97-AF65-F5344CB8AC3E}">
        <p14:creationId xmlns:p14="http://schemas.microsoft.com/office/powerpoint/2010/main" val="31738741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6864BC-F9EB-0A56-BB4B-94E72EEEE6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3EFE6937-667D-C1B7-1258-2047089F8B58}"/>
              </a:ext>
            </a:extLst>
          </p:cNvPr>
          <p:cNvSpPr>
            <a:spLocks noChangeAspect="1"/>
          </p:cNvSpPr>
          <p:nvPr/>
        </p:nvSpPr>
        <p:spPr>
          <a:xfrm>
            <a:off x="6108442" y="12487138"/>
            <a:ext cx="81914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3EB72190-B908-9F30-5689-E81F238ED859}"/>
              </a:ext>
            </a:extLst>
          </p:cNvPr>
          <p:cNvSpPr>
            <a:spLocks noChangeAspect="1"/>
          </p:cNvSpPr>
          <p:nvPr/>
        </p:nvSpPr>
        <p:spPr>
          <a:xfrm>
            <a:off x="7446090" y="12487138"/>
            <a:ext cx="81914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285426A9-63D6-FF13-0BD3-97E799D5FAF2}"/>
              </a:ext>
            </a:extLst>
          </p:cNvPr>
          <p:cNvSpPr>
            <a:spLocks noChangeAspect="1"/>
          </p:cNvSpPr>
          <p:nvPr/>
        </p:nvSpPr>
        <p:spPr>
          <a:xfrm>
            <a:off x="8783953" y="12487138"/>
            <a:ext cx="81914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20F98138-0B68-7EAC-1FAD-D4D306273DAB}"/>
              </a:ext>
            </a:extLst>
          </p:cNvPr>
          <p:cNvSpPr>
            <a:spLocks noChangeAspect="1"/>
          </p:cNvSpPr>
          <p:nvPr/>
        </p:nvSpPr>
        <p:spPr>
          <a:xfrm>
            <a:off x="10103506" y="12487138"/>
            <a:ext cx="81914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36554263-C47B-7753-5482-BE8F74C23449}"/>
              </a:ext>
            </a:extLst>
          </p:cNvPr>
          <p:cNvSpPr>
            <a:spLocks noChangeAspect="1"/>
          </p:cNvSpPr>
          <p:nvPr/>
        </p:nvSpPr>
        <p:spPr>
          <a:xfrm>
            <a:off x="11450525" y="12487138"/>
            <a:ext cx="81914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F23FE7FB-6D3E-6DC5-090B-8473F8A6A2AE}"/>
              </a:ext>
            </a:extLst>
          </p:cNvPr>
          <p:cNvSpPr>
            <a:spLocks noChangeAspect="1"/>
          </p:cNvSpPr>
          <p:nvPr/>
        </p:nvSpPr>
        <p:spPr>
          <a:xfrm>
            <a:off x="12742611" y="12487138"/>
            <a:ext cx="81914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A750A054-AC7F-F38B-C90C-9B6F93269457}"/>
              </a:ext>
            </a:extLst>
          </p:cNvPr>
          <p:cNvSpPr>
            <a:spLocks noChangeAspect="1"/>
          </p:cNvSpPr>
          <p:nvPr/>
        </p:nvSpPr>
        <p:spPr>
          <a:xfrm>
            <a:off x="14062163" y="12485627"/>
            <a:ext cx="81914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6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F43996F4-6F1B-7FD6-45F4-8E52F585C14D}"/>
              </a:ext>
            </a:extLst>
          </p:cNvPr>
          <p:cNvSpPr>
            <a:spLocks noChangeAspect="1"/>
          </p:cNvSpPr>
          <p:nvPr/>
        </p:nvSpPr>
        <p:spPr>
          <a:xfrm>
            <a:off x="15437092" y="12479146"/>
            <a:ext cx="81914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" name="!!box">
            <a:extLst>
              <a:ext uri="{FF2B5EF4-FFF2-40B4-BE49-F238E27FC236}">
                <a16:creationId xmlns:a16="http://schemas.microsoft.com/office/drawing/2014/main" id="{033FBB90-29A3-839D-C34F-58F141B18FA3}"/>
              </a:ext>
            </a:extLst>
          </p:cNvPr>
          <p:cNvSpPr/>
          <p:nvPr/>
        </p:nvSpPr>
        <p:spPr>
          <a:xfrm>
            <a:off x="791743" y="395820"/>
            <a:ext cx="2693582" cy="590233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Next Element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AF3AF26D-F8CF-FCE3-212B-08FCD1AFC7E4}"/>
              </a:ext>
            </a:extLst>
          </p:cNvPr>
          <p:cNvSpPr/>
          <p:nvPr/>
        </p:nvSpPr>
        <p:spPr>
          <a:xfrm>
            <a:off x="5880911" y="11608510"/>
            <a:ext cx="1310397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70CAFA06-2D23-4F37-5C6F-4DE382C93F67}"/>
              </a:ext>
            </a:extLst>
          </p:cNvPr>
          <p:cNvSpPr/>
          <p:nvPr/>
        </p:nvSpPr>
        <p:spPr>
          <a:xfrm>
            <a:off x="7191308" y="11614460"/>
            <a:ext cx="1310397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8DF6C6E3-17D6-5BAB-D70C-F1915A844ABA}"/>
              </a:ext>
            </a:extLst>
          </p:cNvPr>
          <p:cNvSpPr/>
          <p:nvPr/>
        </p:nvSpPr>
        <p:spPr>
          <a:xfrm>
            <a:off x="8520016" y="11602561"/>
            <a:ext cx="1310397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1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25492209-8745-AA9C-9DA7-4CC0E6DB6424}"/>
              </a:ext>
            </a:extLst>
          </p:cNvPr>
          <p:cNvSpPr/>
          <p:nvPr/>
        </p:nvSpPr>
        <p:spPr>
          <a:xfrm>
            <a:off x="9848724" y="11602560"/>
            <a:ext cx="1310397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D2ADFF52-3D26-7ECF-61F8-F031C0577A01}"/>
              </a:ext>
            </a:extLst>
          </p:cNvPr>
          <p:cNvSpPr/>
          <p:nvPr/>
        </p:nvSpPr>
        <p:spPr>
          <a:xfrm>
            <a:off x="11177432" y="11602559"/>
            <a:ext cx="1310397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39328087-4EBF-1BB3-CD2C-8EBE178254EE}"/>
              </a:ext>
            </a:extLst>
          </p:cNvPr>
          <p:cNvSpPr/>
          <p:nvPr/>
        </p:nvSpPr>
        <p:spPr>
          <a:xfrm>
            <a:off x="12487829" y="11602558"/>
            <a:ext cx="1310397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1525E3A6-8CC7-C3DB-15F2-570D594BA95D}"/>
              </a:ext>
            </a:extLst>
          </p:cNvPr>
          <p:cNvSpPr/>
          <p:nvPr/>
        </p:nvSpPr>
        <p:spPr>
          <a:xfrm>
            <a:off x="13816537" y="11614460"/>
            <a:ext cx="1310397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D72BFE60-9485-4A85-C8E1-2E93D4DB409A}"/>
              </a:ext>
            </a:extLst>
          </p:cNvPr>
          <p:cNvSpPr/>
          <p:nvPr/>
        </p:nvSpPr>
        <p:spPr>
          <a:xfrm>
            <a:off x="15189202" y="11614460"/>
            <a:ext cx="1310397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3B2DC3C9-7670-7595-A3AA-B266BBFABD1D}"/>
              </a:ext>
            </a:extLst>
          </p:cNvPr>
          <p:cNvSpPr/>
          <p:nvPr/>
        </p:nvSpPr>
        <p:spPr>
          <a:xfrm>
            <a:off x="4055760" y="174482"/>
            <a:ext cx="1310397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3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EDF1BBB0-090D-B95F-5C0F-34795CA449CA}"/>
              </a:ext>
            </a:extLst>
          </p:cNvPr>
          <p:cNvSpPr/>
          <p:nvPr/>
        </p:nvSpPr>
        <p:spPr>
          <a:xfrm>
            <a:off x="2708969" y="2748786"/>
            <a:ext cx="1484280" cy="103290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8C7B918A-36FB-4623-A7A8-4454C7E76547}"/>
              </a:ext>
            </a:extLst>
          </p:cNvPr>
          <p:cNvCxnSpPr>
            <a:cxnSpLocks/>
          </p:cNvCxnSpPr>
          <p:nvPr/>
        </p:nvCxnSpPr>
        <p:spPr>
          <a:xfrm>
            <a:off x="4193249" y="3247539"/>
            <a:ext cx="1484287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2DB9E350-EFDB-67A0-5900-EA6B13C2EB57}"/>
              </a:ext>
            </a:extLst>
          </p:cNvPr>
          <p:cNvCxnSpPr>
            <a:cxnSpLocks/>
          </p:cNvCxnSpPr>
          <p:nvPr/>
        </p:nvCxnSpPr>
        <p:spPr>
          <a:xfrm>
            <a:off x="5660044" y="3175821"/>
            <a:ext cx="0" cy="767388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70EF8F95-B712-6FAB-0B7B-7A04636800E5}"/>
              </a:ext>
            </a:extLst>
          </p:cNvPr>
          <p:cNvCxnSpPr>
            <a:cxnSpLocks/>
          </p:cNvCxnSpPr>
          <p:nvPr/>
        </p:nvCxnSpPr>
        <p:spPr>
          <a:xfrm flipH="1">
            <a:off x="5252149" y="3979228"/>
            <a:ext cx="850773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9054E348-9741-ADE9-94B3-45C2AE4696ED}"/>
              </a:ext>
            </a:extLst>
          </p:cNvPr>
          <p:cNvCxnSpPr>
            <a:cxnSpLocks/>
          </p:cNvCxnSpPr>
          <p:nvPr/>
        </p:nvCxnSpPr>
        <p:spPr>
          <a:xfrm flipH="1">
            <a:off x="5372299" y="4144273"/>
            <a:ext cx="591671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C47CAE93-38DF-1ABA-9FFE-93A44C25E617}"/>
              </a:ext>
            </a:extLst>
          </p:cNvPr>
          <p:cNvCxnSpPr>
            <a:cxnSpLocks/>
          </p:cNvCxnSpPr>
          <p:nvPr/>
        </p:nvCxnSpPr>
        <p:spPr>
          <a:xfrm flipH="1">
            <a:off x="5532840" y="4312621"/>
            <a:ext cx="233082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F0FFDA66-177B-CC23-B5EB-539F54CC0E58}"/>
              </a:ext>
            </a:extLst>
          </p:cNvPr>
          <p:cNvSpPr/>
          <p:nvPr/>
        </p:nvSpPr>
        <p:spPr>
          <a:xfrm>
            <a:off x="3234726" y="11895394"/>
            <a:ext cx="2173242" cy="590233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63500" cap="flat">
            <a:solidFill>
              <a:schemeClr val="accent4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b="1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</a:rPr>
              <a:t>Frequency</a:t>
            </a:r>
          </a:p>
        </p:txBody>
      </p:sp>
    </p:spTree>
    <p:extLst>
      <p:ext uri="{BB962C8B-B14F-4D97-AF65-F5344CB8AC3E}">
        <p14:creationId xmlns:p14="http://schemas.microsoft.com/office/powerpoint/2010/main" val="5253723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F7C9C6-7101-EBD4-A4A8-2C27EA76B2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B7C0FCE3-D22B-A392-99DB-86B4B632338B}"/>
              </a:ext>
            </a:extLst>
          </p:cNvPr>
          <p:cNvSpPr>
            <a:spLocks noChangeAspect="1"/>
          </p:cNvSpPr>
          <p:nvPr/>
        </p:nvSpPr>
        <p:spPr>
          <a:xfrm>
            <a:off x="6108442" y="12487138"/>
            <a:ext cx="81914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A276CAC8-2697-4BFE-34A3-15B682D4AD5A}"/>
              </a:ext>
            </a:extLst>
          </p:cNvPr>
          <p:cNvSpPr>
            <a:spLocks noChangeAspect="1"/>
          </p:cNvSpPr>
          <p:nvPr/>
        </p:nvSpPr>
        <p:spPr>
          <a:xfrm>
            <a:off x="7446090" y="12487138"/>
            <a:ext cx="81914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A46D748A-FDE7-8400-EDF2-5F304264B39A}"/>
              </a:ext>
            </a:extLst>
          </p:cNvPr>
          <p:cNvSpPr>
            <a:spLocks noChangeAspect="1"/>
          </p:cNvSpPr>
          <p:nvPr/>
        </p:nvSpPr>
        <p:spPr>
          <a:xfrm>
            <a:off x="8783953" y="12487138"/>
            <a:ext cx="81914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171BEDCE-9703-6092-7136-3151449BC7D3}"/>
              </a:ext>
            </a:extLst>
          </p:cNvPr>
          <p:cNvSpPr>
            <a:spLocks noChangeAspect="1"/>
          </p:cNvSpPr>
          <p:nvPr/>
        </p:nvSpPr>
        <p:spPr>
          <a:xfrm>
            <a:off x="10103506" y="12487138"/>
            <a:ext cx="81914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AF9A02A3-8E21-44D5-F2F7-7A865F368B0E}"/>
              </a:ext>
            </a:extLst>
          </p:cNvPr>
          <p:cNvSpPr>
            <a:spLocks noChangeAspect="1"/>
          </p:cNvSpPr>
          <p:nvPr/>
        </p:nvSpPr>
        <p:spPr>
          <a:xfrm>
            <a:off x="11450525" y="12487138"/>
            <a:ext cx="81914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959E4863-39AA-CA78-BF2B-2410E2C28BF9}"/>
              </a:ext>
            </a:extLst>
          </p:cNvPr>
          <p:cNvSpPr>
            <a:spLocks noChangeAspect="1"/>
          </p:cNvSpPr>
          <p:nvPr/>
        </p:nvSpPr>
        <p:spPr>
          <a:xfrm>
            <a:off x="12742611" y="12487138"/>
            <a:ext cx="81914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4D74D117-7AAB-40AD-69E1-776CBC2DDD82}"/>
              </a:ext>
            </a:extLst>
          </p:cNvPr>
          <p:cNvSpPr>
            <a:spLocks noChangeAspect="1"/>
          </p:cNvSpPr>
          <p:nvPr/>
        </p:nvSpPr>
        <p:spPr>
          <a:xfrm>
            <a:off x="14062163" y="12485627"/>
            <a:ext cx="81914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6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96790E24-6E16-B29F-B10D-E41FEB89D9EE}"/>
              </a:ext>
            </a:extLst>
          </p:cNvPr>
          <p:cNvSpPr>
            <a:spLocks noChangeAspect="1"/>
          </p:cNvSpPr>
          <p:nvPr/>
        </p:nvSpPr>
        <p:spPr>
          <a:xfrm>
            <a:off x="15437092" y="12479146"/>
            <a:ext cx="81914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" name="!!box">
            <a:extLst>
              <a:ext uri="{FF2B5EF4-FFF2-40B4-BE49-F238E27FC236}">
                <a16:creationId xmlns:a16="http://schemas.microsoft.com/office/drawing/2014/main" id="{E440F1A9-85F8-F7A7-53C0-45D1BDE718C4}"/>
              </a:ext>
            </a:extLst>
          </p:cNvPr>
          <p:cNvSpPr/>
          <p:nvPr/>
        </p:nvSpPr>
        <p:spPr>
          <a:xfrm>
            <a:off x="791743" y="395820"/>
            <a:ext cx="2693582" cy="590233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Next Element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EF8EDA48-1725-4567-2A13-9E79E62451AF}"/>
              </a:ext>
            </a:extLst>
          </p:cNvPr>
          <p:cNvSpPr/>
          <p:nvPr/>
        </p:nvSpPr>
        <p:spPr>
          <a:xfrm>
            <a:off x="5880911" y="11608510"/>
            <a:ext cx="1310397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BB466F0D-6B1E-A227-6902-188DB22FC59B}"/>
              </a:ext>
            </a:extLst>
          </p:cNvPr>
          <p:cNvSpPr/>
          <p:nvPr/>
        </p:nvSpPr>
        <p:spPr>
          <a:xfrm>
            <a:off x="7191308" y="11614460"/>
            <a:ext cx="1310397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5CF66787-F0C6-3598-C557-72E3D77661E4}"/>
              </a:ext>
            </a:extLst>
          </p:cNvPr>
          <p:cNvSpPr/>
          <p:nvPr/>
        </p:nvSpPr>
        <p:spPr>
          <a:xfrm>
            <a:off x="8520016" y="11602561"/>
            <a:ext cx="1310397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1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ED95A1BD-46D7-28C3-CB9E-C22DE5EAB969}"/>
              </a:ext>
            </a:extLst>
          </p:cNvPr>
          <p:cNvSpPr/>
          <p:nvPr/>
        </p:nvSpPr>
        <p:spPr>
          <a:xfrm>
            <a:off x="9848724" y="11602560"/>
            <a:ext cx="1310397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1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B45FA939-3D8C-6188-9110-CB7D0C26B679}"/>
              </a:ext>
            </a:extLst>
          </p:cNvPr>
          <p:cNvSpPr/>
          <p:nvPr/>
        </p:nvSpPr>
        <p:spPr>
          <a:xfrm>
            <a:off x="11177432" y="11602559"/>
            <a:ext cx="1310397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6D1EC077-D563-82C2-F4D7-9F85CA5C97D6}"/>
              </a:ext>
            </a:extLst>
          </p:cNvPr>
          <p:cNvSpPr/>
          <p:nvPr/>
        </p:nvSpPr>
        <p:spPr>
          <a:xfrm>
            <a:off x="12487829" y="11602558"/>
            <a:ext cx="1310397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79AD9E8C-57BA-85E2-0D98-23EBDA261587}"/>
              </a:ext>
            </a:extLst>
          </p:cNvPr>
          <p:cNvSpPr/>
          <p:nvPr/>
        </p:nvSpPr>
        <p:spPr>
          <a:xfrm>
            <a:off x="13816537" y="11614460"/>
            <a:ext cx="1310397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04CE34A5-CD09-BDDD-2DC0-9D7FEECA2ABF}"/>
              </a:ext>
            </a:extLst>
          </p:cNvPr>
          <p:cNvSpPr/>
          <p:nvPr/>
        </p:nvSpPr>
        <p:spPr>
          <a:xfrm>
            <a:off x="15189202" y="11614460"/>
            <a:ext cx="1310397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A375FB44-6206-514C-1B94-02E9F91F8218}"/>
              </a:ext>
            </a:extLst>
          </p:cNvPr>
          <p:cNvSpPr/>
          <p:nvPr/>
        </p:nvSpPr>
        <p:spPr>
          <a:xfrm>
            <a:off x="4055760" y="174482"/>
            <a:ext cx="1310397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3</a:t>
            </a:r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732DBBB5-196C-EAA7-EF1C-8D7A36E093F9}"/>
              </a:ext>
            </a:extLst>
          </p:cNvPr>
          <p:cNvSpPr/>
          <p:nvPr/>
        </p:nvSpPr>
        <p:spPr>
          <a:xfrm>
            <a:off x="2708969" y="2748786"/>
            <a:ext cx="1484280" cy="103290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5669930E-159D-0FF7-4341-BB37A65CCD36}"/>
              </a:ext>
            </a:extLst>
          </p:cNvPr>
          <p:cNvCxnSpPr>
            <a:cxnSpLocks/>
          </p:cNvCxnSpPr>
          <p:nvPr/>
        </p:nvCxnSpPr>
        <p:spPr>
          <a:xfrm>
            <a:off x="7184968" y="3228083"/>
            <a:ext cx="1484287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23CEB6F7-8018-0828-D49C-CCA76FECE555}"/>
              </a:ext>
            </a:extLst>
          </p:cNvPr>
          <p:cNvCxnSpPr>
            <a:cxnSpLocks/>
          </p:cNvCxnSpPr>
          <p:nvPr/>
        </p:nvCxnSpPr>
        <p:spPr>
          <a:xfrm>
            <a:off x="8651763" y="3156365"/>
            <a:ext cx="0" cy="767388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E6619F5B-1C69-285D-298F-6C896A5F97B9}"/>
              </a:ext>
            </a:extLst>
          </p:cNvPr>
          <p:cNvCxnSpPr>
            <a:cxnSpLocks/>
          </p:cNvCxnSpPr>
          <p:nvPr/>
        </p:nvCxnSpPr>
        <p:spPr>
          <a:xfrm flipH="1">
            <a:off x="8243868" y="3959772"/>
            <a:ext cx="850773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F09D7E90-27E4-5B38-34B1-BDF5AEBA885B}"/>
              </a:ext>
            </a:extLst>
          </p:cNvPr>
          <p:cNvCxnSpPr>
            <a:cxnSpLocks/>
          </p:cNvCxnSpPr>
          <p:nvPr/>
        </p:nvCxnSpPr>
        <p:spPr>
          <a:xfrm flipH="1">
            <a:off x="8364018" y="4124817"/>
            <a:ext cx="591671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B66439B0-8C37-DEB2-F229-62960ED3EBD5}"/>
              </a:ext>
            </a:extLst>
          </p:cNvPr>
          <p:cNvCxnSpPr>
            <a:cxnSpLocks/>
          </p:cNvCxnSpPr>
          <p:nvPr/>
        </p:nvCxnSpPr>
        <p:spPr>
          <a:xfrm flipH="1">
            <a:off x="8524559" y="4293165"/>
            <a:ext cx="233082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78176988-D7B2-5E67-758C-E516D2FFC78A}"/>
              </a:ext>
            </a:extLst>
          </p:cNvPr>
          <p:cNvSpPr/>
          <p:nvPr/>
        </p:nvSpPr>
        <p:spPr>
          <a:xfrm>
            <a:off x="5707028" y="2748786"/>
            <a:ext cx="1484280" cy="103290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7C0AD054-7EBB-577F-7ABF-983023254AF9}"/>
              </a:ext>
            </a:extLst>
          </p:cNvPr>
          <p:cNvCxnSpPr>
            <a:cxnSpLocks/>
            <a:stCxn id="35" idx="3"/>
            <a:endCxn id="41" idx="1"/>
          </p:cNvCxnSpPr>
          <p:nvPr/>
        </p:nvCxnSpPr>
        <p:spPr>
          <a:xfrm>
            <a:off x="4193249" y="3265239"/>
            <a:ext cx="1513779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B029412E-5885-A8A0-4D0E-CBDB8B906A37}"/>
              </a:ext>
            </a:extLst>
          </p:cNvPr>
          <p:cNvCxnSpPr>
            <a:cxnSpLocks/>
            <a:stCxn id="58" idx="0"/>
          </p:cNvCxnSpPr>
          <p:nvPr/>
        </p:nvCxnSpPr>
        <p:spPr>
          <a:xfrm flipV="1">
            <a:off x="3451109" y="3959772"/>
            <a:ext cx="0" cy="1046241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57" name="Rounded Rectangle 56">
            <a:extLst>
              <a:ext uri="{FF2B5EF4-FFF2-40B4-BE49-F238E27FC236}">
                <a16:creationId xmlns:a16="http://schemas.microsoft.com/office/drawing/2014/main" id="{6D6DAD52-B5C9-86FA-5027-C1F6569A9FD5}"/>
              </a:ext>
            </a:extLst>
          </p:cNvPr>
          <p:cNvSpPr/>
          <p:nvPr/>
        </p:nvSpPr>
        <p:spPr>
          <a:xfrm>
            <a:off x="3234726" y="11895394"/>
            <a:ext cx="2173242" cy="590233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63500" cap="flat">
            <a:solidFill>
              <a:schemeClr val="accent4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b="1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</a:rPr>
              <a:t>Frequency</a:t>
            </a:r>
          </a:p>
        </p:txBody>
      </p:sp>
      <p:sp>
        <p:nvSpPr>
          <p:cNvPr id="58" name="Rounded Rectangle 57">
            <a:extLst>
              <a:ext uri="{FF2B5EF4-FFF2-40B4-BE49-F238E27FC236}">
                <a16:creationId xmlns:a16="http://schemas.microsoft.com/office/drawing/2014/main" id="{78F5170C-1970-5091-1F4B-9C6721C18AB3}"/>
              </a:ext>
            </a:extLst>
          </p:cNvPr>
          <p:cNvSpPr/>
          <p:nvPr/>
        </p:nvSpPr>
        <p:spPr>
          <a:xfrm>
            <a:off x="2708969" y="5006013"/>
            <a:ext cx="1484280" cy="590233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63500" cap="flat">
            <a:solidFill>
              <a:schemeClr val="accent4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first</a:t>
            </a:r>
            <a:endParaRPr lang="en-US" sz="28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</a:endParaRPr>
          </a:p>
        </p:txBody>
      </p:sp>
      <p:sp>
        <p:nvSpPr>
          <p:cNvPr id="64" name="Rounded Rectangle 63">
            <a:extLst>
              <a:ext uri="{FF2B5EF4-FFF2-40B4-BE49-F238E27FC236}">
                <a16:creationId xmlns:a16="http://schemas.microsoft.com/office/drawing/2014/main" id="{2642F81D-012B-0971-955B-644099D03070}"/>
              </a:ext>
            </a:extLst>
          </p:cNvPr>
          <p:cNvSpPr/>
          <p:nvPr/>
        </p:nvSpPr>
        <p:spPr>
          <a:xfrm>
            <a:off x="1340945" y="6129299"/>
            <a:ext cx="4614276" cy="176842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First contains our answer</a:t>
            </a:r>
          </a:p>
        </p:txBody>
      </p:sp>
    </p:spTree>
    <p:extLst>
      <p:ext uri="{BB962C8B-B14F-4D97-AF65-F5344CB8AC3E}">
        <p14:creationId xmlns:p14="http://schemas.microsoft.com/office/powerpoint/2010/main" val="2845351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" grpId="0" animBg="1"/>
      <p:bldP spid="6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B302EB-0980-D52B-DB7C-A7BB07AC1A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22F7486D-30A9-58BD-5E26-081D4B5B39D7}"/>
              </a:ext>
            </a:extLst>
          </p:cNvPr>
          <p:cNvSpPr>
            <a:spLocks noChangeAspect="1"/>
          </p:cNvSpPr>
          <p:nvPr/>
        </p:nvSpPr>
        <p:spPr>
          <a:xfrm>
            <a:off x="6108442" y="12487138"/>
            <a:ext cx="81914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D80441FF-2701-DAD9-9AA8-65A7CD44C231}"/>
              </a:ext>
            </a:extLst>
          </p:cNvPr>
          <p:cNvSpPr>
            <a:spLocks noChangeAspect="1"/>
          </p:cNvSpPr>
          <p:nvPr/>
        </p:nvSpPr>
        <p:spPr>
          <a:xfrm>
            <a:off x="7446090" y="12487138"/>
            <a:ext cx="81914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C662B165-DD80-D69E-BC3C-698082CE6088}"/>
              </a:ext>
            </a:extLst>
          </p:cNvPr>
          <p:cNvSpPr>
            <a:spLocks noChangeAspect="1"/>
          </p:cNvSpPr>
          <p:nvPr/>
        </p:nvSpPr>
        <p:spPr>
          <a:xfrm>
            <a:off x="8783953" y="12487138"/>
            <a:ext cx="81914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0B6BF2D1-BC26-9EE6-E66A-91EF3B6E551A}"/>
              </a:ext>
            </a:extLst>
          </p:cNvPr>
          <p:cNvSpPr>
            <a:spLocks noChangeAspect="1"/>
          </p:cNvSpPr>
          <p:nvPr/>
        </p:nvSpPr>
        <p:spPr>
          <a:xfrm>
            <a:off x="10103506" y="12487138"/>
            <a:ext cx="81914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D6BFE5E6-5FE7-FC61-F65C-74B47CE6BF41}"/>
              </a:ext>
            </a:extLst>
          </p:cNvPr>
          <p:cNvSpPr>
            <a:spLocks noChangeAspect="1"/>
          </p:cNvSpPr>
          <p:nvPr/>
        </p:nvSpPr>
        <p:spPr>
          <a:xfrm>
            <a:off x="11450525" y="12487138"/>
            <a:ext cx="81914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F93B49E0-BF17-776D-4557-2857E2630394}"/>
              </a:ext>
            </a:extLst>
          </p:cNvPr>
          <p:cNvSpPr>
            <a:spLocks noChangeAspect="1"/>
          </p:cNvSpPr>
          <p:nvPr/>
        </p:nvSpPr>
        <p:spPr>
          <a:xfrm>
            <a:off x="12742611" y="12487138"/>
            <a:ext cx="81914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5B2767B4-39EB-82B3-2DCB-345490C07533}"/>
              </a:ext>
            </a:extLst>
          </p:cNvPr>
          <p:cNvSpPr>
            <a:spLocks noChangeAspect="1"/>
          </p:cNvSpPr>
          <p:nvPr/>
        </p:nvSpPr>
        <p:spPr>
          <a:xfrm>
            <a:off x="14062163" y="12485627"/>
            <a:ext cx="81914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6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E423957D-DFD5-4177-60EA-F7AB26B5975F}"/>
              </a:ext>
            </a:extLst>
          </p:cNvPr>
          <p:cNvSpPr>
            <a:spLocks noChangeAspect="1"/>
          </p:cNvSpPr>
          <p:nvPr/>
        </p:nvSpPr>
        <p:spPr>
          <a:xfrm>
            <a:off x="15437092" y="12479146"/>
            <a:ext cx="81914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" name="!!box">
            <a:extLst>
              <a:ext uri="{FF2B5EF4-FFF2-40B4-BE49-F238E27FC236}">
                <a16:creationId xmlns:a16="http://schemas.microsoft.com/office/drawing/2014/main" id="{F34D59B5-62E1-8023-F051-9004D5C679C9}"/>
              </a:ext>
            </a:extLst>
          </p:cNvPr>
          <p:cNvSpPr/>
          <p:nvPr/>
        </p:nvSpPr>
        <p:spPr>
          <a:xfrm>
            <a:off x="791743" y="395820"/>
            <a:ext cx="2693582" cy="590233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Next Element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DD9020D3-D7D5-DB12-7F16-5517F4163770}"/>
              </a:ext>
            </a:extLst>
          </p:cNvPr>
          <p:cNvSpPr/>
          <p:nvPr/>
        </p:nvSpPr>
        <p:spPr>
          <a:xfrm>
            <a:off x="5880911" y="11608510"/>
            <a:ext cx="1310397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E2D64472-C7FD-3DF0-712A-F3C3F8C42CD7}"/>
              </a:ext>
            </a:extLst>
          </p:cNvPr>
          <p:cNvSpPr/>
          <p:nvPr/>
        </p:nvSpPr>
        <p:spPr>
          <a:xfrm>
            <a:off x="7191308" y="11614460"/>
            <a:ext cx="1310397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06134977-F57C-CC08-B2BF-05AE022C0D9F}"/>
              </a:ext>
            </a:extLst>
          </p:cNvPr>
          <p:cNvSpPr/>
          <p:nvPr/>
        </p:nvSpPr>
        <p:spPr>
          <a:xfrm>
            <a:off x="8520016" y="11602561"/>
            <a:ext cx="1310397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1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002537C3-4264-D527-5E04-55FB276E0D98}"/>
              </a:ext>
            </a:extLst>
          </p:cNvPr>
          <p:cNvSpPr/>
          <p:nvPr/>
        </p:nvSpPr>
        <p:spPr>
          <a:xfrm>
            <a:off x="9848724" y="11602560"/>
            <a:ext cx="1310397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1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55F0D643-45E9-CF70-9592-3DC58DC64444}"/>
              </a:ext>
            </a:extLst>
          </p:cNvPr>
          <p:cNvSpPr/>
          <p:nvPr/>
        </p:nvSpPr>
        <p:spPr>
          <a:xfrm>
            <a:off x="11177432" y="11602559"/>
            <a:ext cx="1310397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EC4CD733-189B-AB20-BB0F-238E7C2C0E20}"/>
              </a:ext>
            </a:extLst>
          </p:cNvPr>
          <p:cNvSpPr/>
          <p:nvPr/>
        </p:nvSpPr>
        <p:spPr>
          <a:xfrm>
            <a:off x="12487829" y="11602558"/>
            <a:ext cx="1310397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1E3D083E-D83E-7EC0-86EA-462E670D5429}"/>
              </a:ext>
            </a:extLst>
          </p:cNvPr>
          <p:cNvSpPr/>
          <p:nvPr/>
        </p:nvSpPr>
        <p:spPr>
          <a:xfrm>
            <a:off x="13816537" y="11614460"/>
            <a:ext cx="1310397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36D85B09-B831-73A3-7D85-4220235A566B}"/>
              </a:ext>
            </a:extLst>
          </p:cNvPr>
          <p:cNvSpPr/>
          <p:nvPr/>
        </p:nvSpPr>
        <p:spPr>
          <a:xfrm>
            <a:off x="15189202" y="11614460"/>
            <a:ext cx="1310397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D988C4DE-A116-07A3-4E84-4E452BD67713}"/>
              </a:ext>
            </a:extLst>
          </p:cNvPr>
          <p:cNvSpPr/>
          <p:nvPr/>
        </p:nvSpPr>
        <p:spPr>
          <a:xfrm>
            <a:off x="4055760" y="174482"/>
            <a:ext cx="1310397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3</a:t>
            </a:r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38AAC5D8-587A-DE2C-2447-303304870D54}"/>
              </a:ext>
            </a:extLst>
          </p:cNvPr>
          <p:cNvSpPr/>
          <p:nvPr/>
        </p:nvSpPr>
        <p:spPr>
          <a:xfrm>
            <a:off x="2708969" y="2748786"/>
            <a:ext cx="1484280" cy="103290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DBFA7A52-4A37-CB28-17FA-ED8511B3B31A}"/>
              </a:ext>
            </a:extLst>
          </p:cNvPr>
          <p:cNvCxnSpPr>
            <a:cxnSpLocks/>
          </p:cNvCxnSpPr>
          <p:nvPr/>
        </p:nvCxnSpPr>
        <p:spPr>
          <a:xfrm>
            <a:off x="7184968" y="3228083"/>
            <a:ext cx="1484287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4EE8B7C6-0262-7120-82BC-17451DDE3FAB}"/>
              </a:ext>
            </a:extLst>
          </p:cNvPr>
          <p:cNvCxnSpPr>
            <a:cxnSpLocks/>
          </p:cNvCxnSpPr>
          <p:nvPr/>
        </p:nvCxnSpPr>
        <p:spPr>
          <a:xfrm>
            <a:off x="8651763" y="3156365"/>
            <a:ext cx="0" cy="767388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F8DFBD1B-4F86-4D64-BE37-3B11A5655182}"/>
              </a:ext>
            </a:extLst>
          </p:cNvPr>
          <p:cNvCxnSpPr>
            <a:cxnSpLocks/>
          </p:cNvCxnSpPr>
          <p:nvPr/>
        </p:nvCxnSpPr>
        <p:spPr>
          <a:xfrm flipH="1">
            <a:off x="8243868" y="3959772"/>
            <a:ext cx="850773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F2387D30-FFDB-A655-2DC1-30354E0DEF83}"/>
              </a:ext>
            </a:extLst>
          </p:cNvPr>
          <p:cNvCxnSpPr>
            <a:cxnSpLocks/>
          </p:cNvCxnSpPr>
          <p:nvPr/>
        </p:nvCxnSpPr>
        <p:spPr>
          <a:xfrm flipH="1">
            <a:off x="8364018" y="4124817"/>
            <a:ext cx="591671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A7746295-2FFE-3E73-8846-4BF30010E0DD}"/>
              </a:ext>
            </a:extLst>
          </p:cNvPr>
          <p:cNvCxnSpPr>
            <a:cxnSpLocks/>
          </p:cNvCxnSpPr>
          <p:nvPr/>
        </p:nvCxnSpPr>
        <p:spPr>
          <a:xfrm flipH="1">
            <a:off x="8524559" y="4293165"/>
            <a:ext cx="233082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C8192A51-EE67-D8B2-178A-FFBB7469992A}"/>
              </a:ext>
            </a:extLst>
          </p:cNvPr>
          <p:cNvSpPr/>
          <p:nvPr/>
        </p:nvSpPr>
        <p:spPr>
          <a:xfrm>
            <a:off x="5707028" y="2748786"/>
            <a:ext cx="1484280" cy="103290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A719A1B5-69A3-E180-CCBF-7B50A8DAF6B4}"/>
              </a:ext>
            </a:extLst>
          </p:cNvPr>
          <p:cNvCxnSpPr>
            <a:cxnSpLocks/>
            <a:stCxn id="35" idx="3"/>
            <a:endCxn id="41" idx="1"/>
          </p:cNvCxnSpPr>
          <p:nvPr/>
        </p:nvCxnSpPr>
        <p:spPr>
          <a:xfrm>
            <a:off x="4193249" y="3265239"/>
            <a:ext cx="1513779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C0380B17-DFF4-F3A9-D21F-83609D4FD6F0}"/>
              </a:ext>
            </a:extLst>
          </p:cNvPr>
          <p:cNvCxnSpPr>
            <a:cxnSpLocks/>
            <a:stCxn id="58" idx="0"/>
          </p:cNvCxnSpPr>
          <p:nvPr/>
        </p:nvCxnSpPr>
        <p:spPr>
          <a:xfrm flipV="1">
            <a:off x="3451109" y="3959772"/>
            <a:ext cx="0" cy="1046241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DD97B03B-58DF-EA12-B509-647F557BE8D2}"/>
              </a:ext>
            </a:extLst>
          </p:cNvPr>
          <p:cNvCxnSpPr>
            <a:cxnSpLocks/>
            <a:stCxn id="59" idx="0"/>
          </p:cNvCxnSpPr>
          <p:nvPr/>
        </p:nvCxnSpPr>
        <p:spPr>
          <a:xfrm flipV="1">
            <a:off x="6449168" y="3959772"/>
            <a:ext cx="0" cy="1031045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57" name="Rounded Rectangle 56">
            <a:extLst>
              <a:ext uri="{FF2B5EF4-FFF2-40B4-BE49-F238E27FC236}">
                <a16:creationId xmlns:a16="http://schemas.microsoft.com/office/drawing/2014/main" id="{BDC678CD-59D3-30B0-42EC-FC6B57AE5CC1}"/>
              </a:ext>
            </a:extLst>
          </p:cNvPr>
          <p:cNvSpPr/>
          <p:nvPr/>
        </p:nvSpPr>
        <p:spPr>
          <a:xfrm>
            <a:off x="3234726" y="11895394"/>
            <a:ext cx="2173242" cy="590233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63500" cap="flat">
            <a:solidFill>
              <a:schemeClr val="accent4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b="1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</a:rPr>
              <a:t>Frequency</a:t>
            </a:r>
          </a:p>
        </p:txBody>
      </p:sp>
      <p:sp>
        <p:nvSpPr>
          <p:cNvPr id="58" name="Rounded Rectangle 57">
            <a:extLst>
              <a:ext uri="{FF2B5EF4-FFF2-40B4-BE49-F238E27FC236}">
                <a16:creationId xmlns:a16="http://schemas.microsoft.com/office/drawing/2014/main" id="{7D8C17E8-EDB0-BB15-ADCD-1F1D1C42441D}"/>
              </a:ext>
            </a:extLst>
          </p:cNvPr>
          <p:cNvSpPr/>
          <p:nvPr/>
        </p:nvSpPr>
        <p:spPr>
          <a:xfrm>
            <a:off x="2708969" y="5006013"/>
            <a:ext cx="1484280" cy="590233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63500" cap="flat">
            <a:solidFill>
              <a:schemeClr val="accent4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first</a:t>
            </a:r>
            <a:endParaRPr lang="en-US" sz="28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</a:endParaRPr>
          </a:p>
        </p:txBody>
      </p:sp>
      <p:sp>
        <p:nvSpPr>
          <p:cNvPr id="59" name="Rounded Rectangle 58">
            <a:extLst>
              <a:ext uri="{FF2B5EF4-FFF2-40B4-BE49-F238E27FC236}">
                <a16:creationId xmlns:a16="http://schemas.microsoft.com/office/drawing/2014/main" id="{29C78EDB-75DE-E7D4-131E-1B2594C4BC6D}"/>
              </a:ext>
            </a:extLst>
          </p:cNvPr>
          <p:cNvSpPr/>
          <p:nvPr/>
        </p:nvSpPr>
        <p:spPr>
          <a:xfrm>
            <a:off x="5707028" y="4990817"/>
            <a:ext cx="1484280" cy="590233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63500" cap="flat">
            <a:solidFill>
              <a:schemeClr val="accent4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last</a:t>
            </a:r>
            <a:endParaRPr lang="en-US" sz="28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</a:endParaRPr>
          </a:p>
        </p:txBody>
      </p:sp>
      <p:sp>
        <p:nvSpPr>
          <p:cNvPr id="64" name="Rounded Rectangle 63">
            <a:extLst>
              <a:ext uri="{FF2B5EF4-FFF2-40B4-BE49-F238E27FC236}">
                <a16:creationId xmlns:a16="http://schemas.microsoft.com/office/drawing/2014/main" id="{C53D609D-328B-89D1-A89A-1D1512FEE1FB}"/>
              </a:ext>
            </a:extLst>
          </p:cNvPr>
          <p:cNvSpPr/>
          <p:nvPr/>
        </p:nvSpPr>
        <p:spPr>
          <a:xfrm>
            <a:off x="4988820" y="5939090"/>
            <a:ext cx="4614276" cy="4250809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The next element is to be added after the last element</a:t>
            </a:r>
          </a:p>
        </p:txBody>
      </p:sp>
    </p:spTree>
    <p:extLst>
      <p:ext uri="{BB962C8B-B14F-4D97-AF65-F5344CB8AC3E}">
        <p14:creationId xmlns:p14="http://schemas.microsoft.com/office/powerpoint/2010/main" val="5265785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14FA7F-F05E-0FF5-49DF-698F74A039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C269BAEC-FA10-272E-7C1A-FD49E8E4F462}"/>
              </a:ext>
            </a:extLst>
          </p:cNvPr>
          <p:cNvSpPr>
            <a:spLocks noChangeAspect="1"/>
          </p:cNvSpPr>
          <p:nvPr/>
        </p:nvSpPr>
        <p:spPr>
          <a:xfrm>
            <a:off x="6108442" y="12487138"/>
            <a:ext cx="81914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3D84FF76-3E0E-3272-07EE-C25A76E86738}"/>
              </a:ext>
            </a:extLst>
          </p:cNvPr>
          <p:cNvSpPr>
            <a:spLocks noChangeAspect="1"/>
          </p:cNvSpPr>
          <p:nvPr/>
        </p:nvSpPr>
        <p:spPr>
          <a:xfrm>
            <a:off x="7446090" y="12487138"/>
            <a:ext cx="81914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90C58F3C-EA13-5EB0-B08B-C4D3890B242B}"/>
              </a:ext>
            </a:extLst>
          </p:cNvPr>
          <p:cNvSpPr>
            <a:spLocks noChangeAspect="1"/>
          </p:cNvSpPr>
          <p:nvPr/>
        </p:nvSpPr>
        <p:spPr>
          <a:xfrm>
            <a:off x="8783953" y="12487138"/>
            <a:ext cx="81914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EA149347-F4B2-5950-39EE-66369F108BF7}"/>
              </a:ext>
            </a:extLst>
          </p:cNvPr>
          <p:cNvSpPr>
            <a:spLocks noChangeAspect="1"/>
          </p:cNvSpPr>
          <p:nvPr/>
        </p:nvSpPr>
        <p:spPr>
          <a:xfrm>
            <a:off x="10103506" y="12487138"/>
            <a:ext cx="81914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E773C10A-F947-7E9A-3190-98C5913356A5}"/>
              </a:ext>
            </a:extLst>
          </p:cNvPr>
          <p:cNvSpPr>
            <a:spLocks noChangeAspect="1"/>
          </p:cNvSpPr>
          <p:nvPr/>
        </p:nvSpPr>
        <p:spPr>
          <a:xfrm>
            <a:off x="11450525" y="12487138"/>
            <a:ext cx="81914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0B0F163E-4C0C-F0D2-2C7D-A040C9794F8B}"/>
              </a:ext>
            </a:extLst>
          </p:cNvPr>
          <p:cNvSpPr>
            <a:spLocks noChangeAspect="1"/>
          </p:cNvSpPr>
          <p:nvPr/>
        </p:nvSpPr>
        <p:spPr>
          <a:xfrm>
            <a:off x="12742611" y="12487138"/>
            <a:ext cx="81914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BB9E7C65-3708-85D8-3D85-82069032887A}"/>
              </a:ext>
            </a:extLst>
          </p:cNvPr>
          <p:cNvSpPr>
            <a:spLocks noChangeAspect="1"/>
          </p:cNvSpPr>
          <p:nvPr/>
        </p:nvSpPr>
        <p:spPr>
          <a:xfrm>
            <a:off x="14062163" y="12485627"/>
            <a:ext cx="81914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6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7DE1D53F-EECB-F466-AB74-8736F8D00EB3}"/>
              </a:ext>
            </a:extLst>
          </p:cNvPr>
          <p:cNvSpPr>
            <a:spLocks noChangeAspect="1"/>
          </p:cNvSpPr>
          <p:nvPr/>
        </p:nvSpPr>
        <p:spPr>
          <a:xfrm>
            <a:off x="15437092" y="12479146"/>
            <a:ext cx="81914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" name="!!box">
            <a:extLst>
              <a:ext uri="{FF2B5EF4-FFF2-40B4-BE49-F238E27FC236}">
                <a16:creationId xmlns:a16="http://schemas.microsoft.com/office/drawing/2014/main" id="{D37C7F79-9058-7A66-2D78-6A5823A31C88}"/>
              </a:ext>
            </a:extLst>
          </p:cNvPr>
          <p:cNvSpPr/>
          <p:nvPr/>
        </p:nvSpPr>
        <p:spPr>
          <a:xfrm>
            <a:off x="791743" y="395820"/>
            <a:ext cx="2693582" cy="590233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Next Element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785CE6EE-C139-449D-E059-73B3C22AC863}"/>
              </a:ext>
            </a:extLst>
          </p:cNvPr>
          <p:cNvSpPr/>
          <p:nvPr/>
        </p:nvSpPr>
        <p:spPr>
          <a:xfrm>
            <a:off x="5880911" y="11608510"/>
            <a:ext cx="1310397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7D10CD05-2A80-A56D-222D-D5BDCAA87E8F}"/>
              </a:ext>
            </a:extLst>
          </p:cNvPr>
          <p:cNvSpPr/>
          <p:nvPr/>
        </p:nvSpPr>
        <p:spPr>
          <a:xfrm>
            <a:off x="7191308" y="11614460"/>
            <a:ext cx="1310397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0ECD0148-1E82-F150-90A8-4D5E5B757F31}"/>
              </a:ext>
            </a:extLst>
          </p:cNvPr>
          <p:cNvSpPr/>
          <p:nvPr/>
        </p:nvSpPr>
        <p:spPr>
          <a:xfrm>
            <a:off x="8520016" y="11602561"/>
            <a:ext cx="1310397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1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07C43755-12FB-2869-6020-ED24EAEA2953}"/>
              </a:ext>
            </a:extLst>
          </p:cNvPr>
          <p:cNvSpPr/>
          <p:nvPr/>
        </p:nvSpPr>
        <p:spPr>
          <a:xfrm>
            <a:off x="9848724" y="11602560"/>
            <a:ext cx="1310397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1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8E0A466F-50F1-70E1-C831-B2F3294D67C6}"/>
              </a:ext>
            </a:extLst>
          </p:cNvPr>
          <p:cNvSpPr/>
          <p:nvPr/>
        </p:nvSpPr>
        <p:spPr>
          <a:xfrm>
            <a:off x="11177432" y="11602559"/>
            <a:ext cx="1310397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539D82C9-1997-6405-75F0-1851A97E4AAC}"/>
              </a:ext>
            </a:extLst>
          </p:cNvPr>
          <p:cNvSpPr/>
          <p:nvPr/>
        </p:nvSpPr>
        <p:spPr>
          <a:xfrm>
            <a:off x="12487829" y="11602558"/>
            <a:ext cx="1310397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C14ED0F1-6F18-BAEB-F9C0-995FCA54CEDD}"/>
              </a:ext>
            </a:extLst>
          </p:cNvPr>
          <p:cNvSpPr/>
          <p:nvPr/>
        </p:nvSpPr>
        <p:spPr>
          <a:xfrm>
            <a:off x="13816537" y="11614460"/>
            <a:ext cx="1310397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1A01C125-28DF-EB90-D8DA-73AA335D2739}"/>
              </a:ext>
            </a:extLst>
          </p:cNvPr>
          <p:cNvSpPr/>
          <p:nvPr/>
        </p:nvSpPr>
        <p:spPr>
          <a:xfrm>
            <a:off x="15189202" y="11614460"/>
            <a:ext cx="1310397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A72D9ED2-0DD8-4201-A689-430AD5091FB2}"/>
              </a:ext>
            </a:extLst>
          </p:cNvPr>
          <p:cNvSpPr/>
          <p:nvPr/>
        </p:nvSpPr>
        <p:spPr>
          <a:xfrm>
            <a:off x="4055760" y="174482"/>
            <a:ext cx="1310397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5</a:t>
            </a:r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5F660AFE-5B59-33C2-74C4-EF8DDA34BAEE}"/>
              </a:ext>
            </a:extLst>
          </p:cNvPr>
          <p:cNvSpPr/>
          <p:nvPr/>
        </p:nvSpPr>
        <p:spPr>
          <a:xfrm>
            <a:off x="2708969" y="2748786"/>
            <a:ext cx="1484280" cy="103290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C6323677-58AE-6A08-FF55-007C5B43306F}"/>
              </a:ext>
            </a:extLst>
          </p:cNvPr>
          <p:cNvCxnSpPr>
            <a:cxnSpLocks/>
          </p:cNvCxnSpPr>
          <p:nvPr/>
        </p:nvCxnSpPr>
        <p:spPr>
          <a:xfrm>
            <a:off x="7184968" y="3228083"/>
            <a:ext cx="1484287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9B160F2E-AD66-E749-8F5B-CBA5F6ABC791}"/>
              </a:ext>
            </a:extLst>
          </p:cNvPr>
          <p:cNvCxnSpPr>
            <a:cxnSpLocks/>
          </p:cNvCxnSpPr>
          <p:nvPr/>
        </p:nvCxnSpPr>
        <p:spPr>
          <a:xfrm>
            <a:off x="8651763" y="3156365"/>
            <a:ext cx="0" cy="767388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8D874D62-320B-4C44-CE3F-04C4CA2E4431}"/>
              </a:ext>
            </a:extLst>
          </p:cNvPr>
          <p:cNvCxnSpPr>
            <a:cxnSpLocks/>
          </p:cNvCxnSpPr>
          <p:nvPr/>
        </p:nvCxnSpPr>
        <p:spPr>
          <a:xfrm flipH="1">
            <a:off x="8243868" y="3959772"/>
            <a:ext cx="850773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404201CD-F1ED-F1E5-0801-6ACE312592FB}"/>
              </a:ext>
            </a:extLst>
          </p:cNvPr>
          <p:cNvCxnSpPr>
            <a:cxnSpLocks/>
          </p:cNvCxnSpPr>
          <p:nvPr/>
        </p:nvCxnSpPr>
        <p:spPr>
          <a:xfrm flipH="1">
            <a:off x="8364018" y="4124817"/>
            <a:ext cx="591671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39966E77-8742-C37A-A7BA-7A4C4421DF9C}"/>
              </a:ext>
            </a:extLst>
          </p:cNvPr>
          <p:cNvCxnSpPr>
            <a:cxnSpLocks/>
          </p:cNvCxnSpPr>
          <p:nvPr/>
        </p:nvCxnSpPr>
        <p:spPr>
          <a:xfrm flipH="1">
            <a:off x="8524559" y="4293165"/>
            <a:ext cx="233082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A368269B-F68B-C9A1-9F83-D0476432B1B3}"/>
              </a:ext>
            </a:extLst>
          </p:cNvPr>
          <p:cNvSpPr/>
          <p:nvPr/>
        </p:nvSpPr>
        <p:spPr>
          <a:xfrm>
            <a:off x="5707028" y="2748786"/>
            <a:ext cx="1484280" cy="103290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B83690A2-BF48-03BC-3455-14A72D14318A}"/>
              </a:ext>
            </a:extLst>
          </p:cNvPr>
          <p:cNvCxnSpPr>
            <a:cxnSpLocks/>
            <a:stCxn id="35" idx="3"/>
            <a:endCxn id="41" idx="1"/>
          </p:cNvCxnSpPr>
          <p:nvPr/>
        </p:nvCxnSpPr>
        <p:spPr>
          <a:xfrm>
            <a:off x="4193249" y="3265239"/>
            <a:ext cx="1513779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13FF6BEF-C9B2-7D12-B25C-5D7A52BD14BC}"/>
              </a:ext>
            </a:extLst>
          </p:cNvPr>
          <p:cNvCxnSpPr>
            <a:cxnSpLocks/>
            <a:stCxn id="58" idx="0"/>
          </p:cNvCxnSpPr>
          <p:nvPr/>
        </p:nvCxnSpPr>
        <p:spPr>
          <a:xfrm flipV="1">
            <a:off x="3451109" y="3959772"/>
            <a:ext cx="0" cy="1046241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40E7FFAB-5403-C011-B418-1962486B2DDB}"/>
              </a:ext>
            </a:extLst>
          </p:cNvPr>
          <p:cNvCxnSpPr>
            <a:cxnSpLocks/>
            <a:stCxn id="59" idx="0"/>
          </p:cNvCxnSpPr>
          <p:nvPr/>
        </p:nvCxnSpPr>
        <p:spPr>
          <a:xfrm flipV="1">
            <a:off x="6449168" y="3959772"/>
            <a:ext cx="0" cy="1031045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57" name="Rounded Rectangle 56">
            <a:extLst>
              <a:ext uri="{FF2B5EF4-FFF2-40B4-BE49-F238E27FC236}">
                <a16:creationId xmlns:a16="http://schemas.microsoft.com/office/drawing/2014/main" id="{2D3CE513-0494-8FD5-B46F-30FED9BEBBFE}"/>
              </a:ext>
            </a:extLst>
          </p:cNvPr>
          <p:cNvSpPr/>
          <p:nvPr/>
        </p:nvSpPr>
        <p:spPr>
          <a:xfrm>
            <a:off x="3234726" y="11895394"/>
            <a:ext cx="2173242" cy="590233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63500" cap="flat">
            <a:solidFill>
              <a:schemeClr val="accent4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b="1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</a:rPr>
              <a:t>Frequency</a:t>
            </a:r>
          </a:p>
        </p:txBody>
      </p:sp>
      <p:sp>
        <p:nvSpPr>
          <p:cNvPr id="58" name="Rounded Rectangle 57">
            <a:extLst>
              <a:ext uri="{FF2B5EF4-FFF2-40B4-BE49-F238E27FC236}">
                <a16:creationId xmlns:a16="http://schemas.microsoft.com/office/drawing/2014/main" id="{062F2A94-F672-8E9B-1E42-B87F1F82BD19}"/>
              </a:ext>
            </a:extLst>
          </p:cNvPr>
          <p:cNvSpPr/>
          <p:nvPr/>
        </p:nvSpPr>
        <p:spPr>
          <a:xfrm>
            <a:off x="2708969" y="5006013"/>
            <a:ext cx="1484280" cy="590233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63500" cap="flat">
            <a:solidFill>
              <a:schemeClr val="accent4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first</a:t>
            </a:r>
            <a:endParaRPr lang="en-US" sz="28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</a:endParaRPr>
          </a:p>
        </p:txBody>
      </p:sp>
      <p:sp>
        <p:nvSpPr>
          <p:cNvPr id="59" name="Rounded Rectangle 58">
            <a:extLst>
              <a:ext uri="{FF2B5EF4-FFF2-40B4-BE49-F238E27FC236}">
                <a16:creationId xmlns:a16="http://schemas.microsoft.com/office/drawing/2014/main" id="{B2A12DF2-25FD-15F3-4C0B-DACCDF1F9E23}"/>
              </a:ext>
            </a:extLst>
          </p:cNvPr>
          <p:cNvSpPr/>
          <p:nvPr/>
        </p:nvSpPr>
        <p:spPr>
          <a:xfrm>
            <a:off x="5707028" y="4990817"/>
            <a:ext cx="1484280" cy="590233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63500" cap="flat">
            <a:solidFill>
              <a:schemeClr val="accent4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last</a:t>
            </a:r>
            <a:endParaRPr lang="en-US" sz="28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5698477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CBBA8C-0A51-1754-5BCA-402EB83904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AC09AFC3-C9D5-25D4-6D0D-804B10836316}"/>
              </a:ext>
            </a:extLst>
          </p:cNvPr>
          <p:cNvSpPr>
            <a:spLocks noChangeAspect="1"/>
          </p:cNvSpPr>
          <p:nvPr/>
        </p:nvSpPr>
        <p:spPr>
          <a:xfrm>
            <a:off x="6108442" y="12487138"/>
            <a:ext cx="81914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3E0CBAAE-745A-37DC-31F0-CDB3AD91C43F}"/>
              </a:ext>
            </a:extLst>
          </p:cNvPr>
          <p:cNvSpPr>
            <a:spLocks noChangeAspect="1"/>
          </p:cNvSpPr>
          <p:nvPr/>
        </p:nvSpPr>
        <p:spPr>
          <a:xfrm>
            <a:off x="7446090" y="12487138"/>
            <a:ext cx="81914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067AC518-FA21-C3A5-FD3D-AF3F2A6389C9}"/>
              </a:ext>
            </a:extLst>
          </p:cNvPr>
          <p:cNvSpPr>
            <a:spLocks noChangeAspect="1"/>
          </p:cNvSpPr>
          <p:nvPr/>
        </p:nvSpPr>
        <p:spPr>
          <a:xfrm>
            <a:off x="8783953" y="12487138"/>
            <a:ext cx="81914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098FEF42-3557-9EA9-ED2B-CF0BE5FBE135}"/>
              </a:ext>
            </a:extLst>
          </p:cNvPr>
          <p:cNvSpPr>
            <a:spLocks noChangeAspect="1"/>
          </p:cNvSpPr>
          <p:nvPr/>
        </p:nvSpPr>
        <p:spPr>
          <a:xfrm>
            <a:off x="10103506" y="12487138"/>
            <a:ext cx="81914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7055DB1B-223D-253A-7DC5-9588E648359F}"/>
              </a:ext>
            </a:extLst>
          </p:cNvPr>
          <p:cNvSpPr>
            <a:spLocks noChangeAspect="1"/>
          </p:cNvSpPr>
          <p:nvPr/>
        </p:nvSpPr>
        <p:spPr>
          <a:xfrm>
            <a:off x="11450525" y="12487138"/>
            <a:ext cx="81914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8A9A5F98-87EF-03F3-AEA5-29F627921D81}"/>
              </a:ext>
            </a:extLst>
          </p:cNvPr>
          <p:cNvSpPr>
            <a:spLocks noChangeAspect="1"/>
          </p:cNvSpPr>
          <p:nvPr/>
        </p:nvSpPr>
        <p:spPr>
          <a:xfrm>
            <a:off x="12742611" y="12487138"/>
            <a:ext cx="81914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45469F94-B03D-A79F-6C50-C53F4AA3D37D}"/>
              </a:ext>
            </a:extLst>
          </p:cNvPr>
          <p:cNvSpPr>
            <a:spLocks noChangeAspect="1"/>
          </p:cNvSpPr>
          <p:nvPr/>
        </p:nvSpPr>
        <p:spPr>
          <a:xfrm>
            <a:off x="14062163" y="12485627"/>
            <a:ext cx="81914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6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81A1586D-59B6-FDCA-631D-DE3A81668D9F}"/>
              </a:ext>
            </a:extLst>
          </p:cNvPr>
          <p:cNvSpPr>
            <a:spLocks noChangeAspect="1"/>
          </p:cNvSpPr>
          <p:nvPr/>
        </p:nvSpPr>
        <p:spPr>
          <a:xfrm>
            <a:off x="15437092" y="12479146"/>
            <a:ext cx="81914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" name="!!box">
            <a:extLst>
              <a:ext uri="{FF2B5EF4-FFF2-40B4-BE49-F238E27FC236}">
                <a16:creationId xmlns:a16="http://schemas.microsoft.com/office/drawing/2014/main" id="{A7B25CF4-9A65-1420-A4DB-96AB172F59E0}"/>
              </a:ext>
            </a:extLst>
          </p:cNvPr>
          <p:cNvSpPr/>
          <p:nvPr/>
        </p:nvSpPr>
        <p:spPr>
          <a:xfrm>
            <a:off x="791743" y="395820"/>
            <a:ext cx="2693582" cy="590233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Next Element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9456A790-E2DB-0801-BF44-5256205D601E}"/>
              </a:ext>
            </a:extLst>
          </p:cNvPr>
          <p:cNvSpPr/>
          <p:nvPr/>
        </p:nvSpPr>
        <p:spPr>
          <a:xfrm>
            <a:off x="5880911" y="11608510"/>
            <a:ext cx="1310397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F159E5F5-DF1A-1D53-76F5-2B6D6FC02603}"/>
              </a:ext>
            </a:extLst>
          </p:cNvPr>
          <p:cNvSpPr/>
          <p:nvPr/>
        </p:nvSpPr>
        <p:spPr>
          <a:xfrm>
            <a:off x="7191308" y="11614460"/>
            <a:ext cx="1310397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063CFBB0-85DB-2E16-D751-0FF5CF3C63BE}"/>
              </a:ext>
            </a:extLst>
          </p:cNvPr>
          <p:cNvSpPr/>
          <p:nvPr/>
        </p:nvSpPr>
        <p:spPr>
          <a:xfrm>
            <a:off x="8520016" y="11602561"/>
            <a:ext cx="1310397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1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F018C783-E0E1-45FA-93A5-22270AFC750B}"/>
              </a:ext>
            </a:extLst>
          </p:cNvPr>
          <p:cNvSpPr/>
          <p:nvPr/>
        </p:nvSpPr>
        <p:spPr>
          <a:xfrm>
            <a:off x="9848724" y="11602560"/>
            <a:ext cx="1310397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1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AB0D1410-8488-B5D7-3B63-7720C1FD0949}"/>
              </a:ext>
            </a:extLst>
          </p:cNvPr>
          <p:cNvSpPr/>
          <p:nvPr/>
        </p:nvSpPr>
        <p:spPr>
          <a:xfrm>
            <a:off x="11177432" y="11602559"/>
            <a:ext cx="1310397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CC180F6A-46E1-4E4E-EDD4-DE563F362D78}"/>
              </a:ext>
            </a:extLst>
          </p:cNvPr>
          <p:cNvSpPr/>
          <p:nvPr/>
        </p:nvSpPr>
        <p:spPr>
          <a:xfrm>
            <a:off x="12487829" y="11602558"/>
            <a:ext cx="1310397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1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D637A5F9-29F9-E4A6-9F35-E6E8B8DD4450}"/>
              </a:ext>
            </a:extLst>
          </p:cNvPr>
          <p:cNvSpPr/>
          <p:nvPr/>
        </p:nvSpPr>
        <p:spPr>
          <a:xfrm>
            <a:off x="13816537" y="11614460"/>
            <a:ext cx="1310397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59737894-7CAC-C2C4-7777-34ECDCDCC496}"/>
              </a:ext>
            </a:extLst>
          </p:cNvPr>
          <p:cNvSpPr/>
          <p:nvPr/>
        </p:nvSpPr>
        <p:spPr>
          <a:xfrm>
            <a:off x="15189202" y="11614460"/>
            <a:ext cx="1310397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D0375030-BA7C-085B-28BB-84BD90F2B473}"/>
              </a:ext>
            </a:extLst>
          </p:cNvPr>
          <p:cNvSpPr/>
          <p:nvPr/>
        </p:nvSpPr>
        <p:spPr>
          <a:xfrm>
            <a:off x="4055760" y="174482"/>
            <a:ext cx="1310397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5</a:t>
            </a:r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ED95B4F3-FFA3-FA8C-2A11-05B5B6DC2F99}"/>
              </a:ext>
            </a:extLst>
          </p:cNvPr>
          <p:cNvSpPr/>
          <p:nvPr/>
        </p:nvSpPr>
        <p:spPr>
          <a:xfrm>
            <a:off x="2708969" y="2748786"/>
            <a:ext cx="1484280" cy="103290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BB7F7082-FF89-EC40-6330-F95A4658EB6C}"/>
              </a:ext>
            </a:extLst>
          </p:cNvPr>
          <p:cNvSpPr/>
          <p:nvPr/>
        </p:nvSpPr>
        <p:spPr>
          <a:xfrm>
            <a:off x="5707028" y="2748786"/>
            <a:ext cx="1484280" cy="103290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20C87B88-4E73-D3E0-9251-F7964D81A759}"/>
              </a:ext>
            </a:extLst>
          </p:cNvPr>
          <p:cNvCxnSpPr>
            <a:cxnSpLocks/>
            <a:stCxn id="35" idx="3"/>
            <a:endCxn id="41" idx="1"/>
          </p:cNvCxnSpPr>
          <p:nvPr/>
        </p:nvCxnSpPr>
        <p:spPr>
          <a:xfrm>
            <a:off x="4193249" y="3265239"/>
            <a:ext cx="1513779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DF899AC5-82BA-BA91-5AA7-0A7B7E39F6B4}"/>
              </a:ext>
            </a:extLst>
          </p:cNvPr>
          <p:cNvCxnSpPr>
            <a:cxnSpLocks/>
            <a:stCxn id="58" idx="0"/>
          </p:cNvCxnSpPr>
          <p:nvPr/>
        </p:nvCxnSpPr>
        <p:spPr>
          <a:xfrm flipV="1">
            <a:off x="3451109" y="3959772"/>
            <a:ext cx="0" cy="1046241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F6385D1E-BFE0-E980-970F-072DF8DBB4F2}"/>
              </a:ext>
            </a:extLst>
          </p:cNvPr>
          <p:cNvCxnSpPr>
            <a:cxnSpLocks/>
            <a:stCxn id="59" idx="0"/>
          </p:cNvCxnSpPr>
          <p:nvPr/>
        </p:nvCxnSpPr>
        <p:spPr>
          <a:xfrm flipV="1">
            <a:off x="6449168" y="3959772"/>
            <a:ext cx="0" cy="1031045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57" name="Rounded Rectangle 56">
            <a:extLst>
              <a:ext uri="{FF2B5EF4-FFF2-40B4-BE49-F238E27FC236}">
                <a16:creationId xmlns:a16="http://schemas.microsoft.com/office/drawing/2014/main" id="{A4C48632-34FE-51B9-DC8A-4024ECC14113}"/>
              </a:ext>
            </a:extLst>
          </p:cNvPr>
          <p:cNvSpPr/>
          <p:nvPr/>
        </p:nvSpPr>
        <p:spPr>
          <a:xfrm>
            <a:off x="3234726" y="11895394"/>
            <a:ext cx="2173242" cy="590233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63500" cap="flat">
            <a:solidFill>
              <a:schemeClr val="accent4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b="1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</a:rPr>
              <a:t>Frequency</a:t>
            </a:r>
          </a:p>
        </p:txBody>
      </p:sp>
      <p:sp>
        <p:nvSpPr>
          <p:cNvPr id="58" name="Rounded Rectangle 57">
            <a:extLst>
              <a:ext uri="{FF2B5EF4-FFF2-40B4-BE49-F238E27FC236}">
                <a16:creationId xmlns:a16="http://schemas.microsoft.com/office/drawing/2014/main" id="{0E752697-D9C9-7926-67DD-557EC440444E}"/>
              </a:ext>
            </a:extLst>
          </p:cNvPr>
          <p:cNvSpPr/>
          <p:nvPr/>
        </p:nvSpPr>
        <p:spPr>
          <a:xfrm>
            <a:off x="2708969" y="5006013"/>
            <a:ext cx="1484280" cy="590233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63500" cap="flat">
            <a:solidFill>
              <a:schemeClr val="accent4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first</a:t>
            </a:r>
            <a:endParaRPr lang="en-US" sz="28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</a:endParaRPr>
          </a:p>
        </p:txBody>
      </p:sp>
      <p:sp>
        <p:nvSpPr>
          <p:cNvPr id="59" name="Rounded Rectangle 58">
            <a:extLst>
              <a:ext uri="{FF2B5EF4-FFF2-40B4-BE49-F238E27FC236}">
                <a16:creationId xmlns:a16="http://schemas.microsoft.com/office/drawing/2014/main" id="{64D3B02B-C9B4-9A3B-1859-1EFCC6281729}"/>
              </a:ext>
            </a:extLst>
          </p:cNvPr>
          <p:cNvSpPr/>
          <p:nvPr/>
        </p:nvSpPr>
        <p:spPr>
          <a:xfrm>
            <a:off x="5707028" y="4990817"/>
            <a:ext cx="1484280" cy="590233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63500" cap="flat">
            <a:solidFill>
              <a:schemeClr val="accent4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last</a:t>
            </a:r>
            <a:endParaRPr lang="en-US" sz="28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DAD3E98-26D2-1172-B5A7-F31D1BE79BD6}"/>
              </a:ext>
            </a:extLst>
          </p:cNvPr>
          <p:cNvCxnSpPr>
            <a:cxnSpLocks/>
          </p:cNvCxnSpPr>
          <p:nvPr/>
        </p:nvCxnSpPr>
        <p:spPr>
          <a:xfrm>
            <a:off x="10183027" y="3228083"/>
            <a:ext cx="1484287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BA23F18-F080-17BC-3A95-747887CAEE61}"/>
              </a:ext>
            </a:extLst>
          </p:cNvPr>
          <p:cNvCxnSpPr>
            <a:cxnSpLocks/>
          </p:cNvCxnSpPr>
          <p:nvPr/>
        </p:nvCxnSpPr>
        <p:spPr>
          <a:xfrm>
            <a:off x="11649822" y="3156365"/>
            <a:ext cx="0" cy="767388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34107BE-B364-AEFC-2B26-2D59125914DC}"/>
              </a:ext>
            </a:extLst>
          </p:cNvPr>
          <p:cNvCxnSpPr>
            <a:cxnSpLocks/>
          </p:cNvCxnSpPr>
          <p:nvPr/>
        </p:nvCxnSpPr>
        <p:spPr>
          <a:xfrm flipH="1">
            <a:off x="11241927" y="3959772"/>
            <a:ext cx="850773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B7CA52B7-E66D-AD7C-43DE-6A3422D1E292}"/>
              </a:ext>
            </a:extLst>
          </p:cNvPr>
          <p:cNvCxnSpPr>
            <a:cxnSpLocks/>
          </p:cNvCxnSpPr>
          <p:nvPr/>
        </p:nvCxnSpPr>
        <p:spPr>
          <a:xfrm flipH="1">
            <a:off x="11362077" y="4124817"/>
            <a:ext cx="591671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D5B2E4E3-84D2-250D-B5AE-6C4ADA4860D4}"/>
              </a:ext>
            </a:extLst>
          </p:cNvPr>
          <p:cNvCxnSpPr>
            <a:cxnSpLocks/>
          </p:cNvCxnSpPr>
          <p:nvPr/>
        </p:nvCxnSpPr>
        <p:spPr>
          <a:xfrm flipH="1">
            <a:off x="11522618" y="4293165"/>
            <a:ext cx="233082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A0EF65C3-821D-3940-8E8D-4DEF3B0469CE}"/>
              </a:ext>
            </a:extLst>
          </p:cNvPr>
          <p:cNvSpPr/>
          <p:nvPr/>
        </p:nvSpPr>
        <p:spPr>
          <a:xfrm>
            <a:off x="8705087" y="2748786"/>
            <a:ext cx="1484280" cy="103290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1E298D2D-053B-6B13-6F1C-7D61B8831080}"/>
              </a:ext>
            </a:extLst>
          </p:cNvPr>
          <p:cNvCxnSpPr>
            <a:cxnSpLocks/>
          </p:cNvCxnSpPr>
          <p:nvPr/>
        </p:nvCxnSpPr>
        <p:spPr>
          <a:xfrm>
            <a:off x="7270174" y="3219831"/>
            <a:ext cx="1513779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18897530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5926F5-F392-FC2E-6126-E1A27ECE79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44015CEF-1FA1-3125-D468-D9C709E8297D}"/>
              </a:ext>
            </a:extLst>
          </p:cNvPr>
          <p:cNvSpPr>
            <a:spLocks noChangeAspect="1"/>
          </p:cNvSpPr>
          <p:nvPr/>
        </p:nvSpPr>
        <p:spPr>
          <a:xfrm>
            <a:off x="6108442" y="12487138"/>
            <a:ext cx="81914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5D828C20-1412-7A24-B455-9335CCE1575F}"/>
              </a:ext>
            </a:extLst>
          </p:cNvPr>
          <p:cNvSpPr>
            <a:spLocks noChangeAspect="1"/>
          </p:cNvSpPr>
          <p:nvPr/>
        </p:nvSpPr>
        <p:spPr>
          <a:xfrm>
            <a:off x="7446090" y="12487138"/>
            <a:ext cx="81914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6D360020-AE60-EA28-2C3F-68A2A1455A23}"/>
              </a:ext>
            </a:extLst>
          </p:cNvPr>
          <p:cNvSpPr>
            <a:spLocks noChangeAspect="1"/>
          </p:cNvSpPr>
          <p:nvPr/>
        </p:nvSpPr>
        <p:spPr>
          <a:xfrm>
            <a:off x="8783953" y="12487138"/>
            <a:ext cx="81914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2DC12288-8848-96AE-031A-D47082314727}"/>
              </a:ext>
            </a:extLst>
          </p:cNvPr>
          <p:cNvSpPr>
            <a:spLocks noChangeAspect="1"/>
          </p:cNvSpPr>
          <p:nvPr/>
        </p:nvSpPr>
        <p:spPr>
          <a:xfrm>
            <a:off x="10103506" y="12487138"/>
            <a:ext cx="81914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349C7FBB-BC82-16BF-BBF2-FEC24C4DFCC4}"/>
              </a:ext>
            </a:extLst>
          </p:cNvPr>
          <p:cNvSpPr>
            <a:spLocks noChangeAspect="1"/>
          </p:cNvSpPr>
          <p:nvPr/>
        </p:nvSpPr>
        <p:spPr>
          <a:xfrm>
            <a:off x="11450525" y="12487138"/>
            <a:ext cx="81914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770A037F-9001-CFCB-9C28-429A6FAE8704}"/>
              </a:ext>
            </a:extLst>
          </p:cNvPr>
          <p:cNvSpPr>
            <a:spLocks noChangeAspect="1"/>
          </p:cNvSpPr>
          <p:nvPr/>
        </p:nvSpPr>
        <p:spPr>
          <a:xfrm>
            <a:off x="12742611" y="12487138"/>
            <a:ext cx="81914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DB08665C-5226-863A-FA5A-C978324D756C}"/>
              </a:ext>
            </a:extLst>
          </p:cNvPr>
          <p:cNvSpPr>
            <a:spLocks noChangeAspect="1"/>
          </p:cNvSpPr>
          <p:nvPr/>
        </p:nvSpPr>
        <p:spPr>
          <a:xfrm>
            <a:off x="14062163" y="12485627"/>
            <a:ext cx="81914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6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81C37E64-915D-8DC8-AD8C-52234E2CB756}"/>
              </a:ext>
            </a:extLst>
          </p:cNvPr>
          <p:cNvSpPr>
            <a:spLocks noChangeAspect="1"/>
          </p:cNvSpPr>
          <p:nvPr/>
        </p:nvSpPr>
        <p:spPr>
          <a:xfrm>
            <a:off x="15437092" y="12479146"/>
            <a:ext cx="81914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" name="!!box">
            <a:extLst>
              <a:ext uri="{FF2B5EF4-FFF2-40B4-BE49-F238E27FC236}">
                <a16:creationId xmlns:a16="http://schemas.microsoft.com/office/drawing/2014/main" id="{11204B36-9D52-ECC5-C125-772D1B33C3AA}"/>
              </a:ext>
            </a:extLst>
          </p:cNvPr>
          <p:cNvSpPr/>
          <p:nvPr/>
        </p:nvSpPr>
        <p:spPr>
          <a:xfrm>
            <a:off x="791743" y="395820"/>
            <a:ext cx="2693582" cy="590233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Next Element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C850FA12-AE3D-5E01-777D-A676DFB0BADD}"/>
              </a:ext>
            </a:extLst>
          </p:cNvPr>
          <p:cNvSpPr/>
          <p:nvPr/>
        </p:nvSpPr>
        <p:spPr>
          <a:xfrm>
            <a:off x="5880911" y="11608510"/>
            <a:ext cx="1310397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0F52C232-2CBE-98E8-92DB-F1AFE2271C3C}"/>
              </a:ext>
            </a:extLst>
          </p:cNvPr>
          <p:cNvSpPr/>
          <p:nvPr/>
        </p:nvSpPr>
        <p:spPr>
          <a:xfrm>
            <a:off x="7191308" y="11614460"/>
            <a:ext cx="1310397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81D6CC0A-841A-C659-CECF-7C31A08929EC}"/>
              </a:ext>
            </a:extLst>
          </p:cNvPr>
          <p:cNvSpPr/>
          <p:nvPr/>
        </p:nvSpPr>
        <p:spPr>
          <a:xfrm>
            <a:off x="8520016" y="11602561"/>
            <a:ext cx="1310397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1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D8596A6F-E1D8-0FE4-ED9E-A4E7C0E347DB}"/>
              </a:ext>
            </a:extLst>
          </p:cNvPr>
          <p:cNvSpPr/>
          <p:nvPr/>
        </p:nvSpPr>
        <p:spPr>
          <a:xfrm>
            <a:off x="9848724" y="11602560"/>
            <a:ext cx="1310397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1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F72C853A-8E4F-4952-8A9C-9405010CF160}"/>
              </a:ext>
            </a:extLst>
          </p:cNvPr>
          <p:cNvSpPr/>
          <p:nvPr/>
        </p:nvSpPr>
        <p:spPr>
          <a:xfrm>
            <a:off x="11177432" y="11602559"/>
            <a:ext cx="1310397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38E92913-BFC0-3E5F-1C43-59FDB8181EC2}"/>
              </a:ext>
            </a:extLst>
          </p:cNvPr>
          <p:cNvSpPr/>
          <p:nvPr/>
        </p:nvSpPr>
        <p:spPr>
          <a:xfrm>
            <a:off x="12487829" y="11602558"/>
            <a:ext cx="1310397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1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5780C8C7-1593-3200-9D08-9B6AC2D4A77F}"/>
              </a:ext>
            </a:extLst>
          </p:cNvPr>
          <p:cNvSpPr/>
          <p:nvPr/>
        </p:nvSpPr>
        <p:spPr>
          <a:xfrm>
            <a:off x="13816537" y="11614460"/>
            <a:ext cx="1310397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7D8F60FA-E589-B9CE-9F8C-6C99D1BD1AA7}"/>
              </a:ext>
            </a:extLst>
          </p:cNvPr>
          <p:cNvSpPr/>
          <p:nvPr/>
        </p:nvSpPr>
        <p:spPr>
          <a:xfrm>
            <a:off x="15189202" y="11614460"/>
            <a:ext cx="1310397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FEDAC41D-49F4-C743-9384-20BA267A4E71}"/>
              </a:ext>
            </a:extLst>
          </p:cNvPr>
          <p:cNvSpPr/>
          <p:nvPr/>
        </p:nvSpPr>
        <p:spPr>
          <a:xfrm>
            <a:off x="4055760" y="174482"/>
            <a:ext cx="1310397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5</a:t>
            </a:r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D8838472-9B49-0F57-CC52-5EA479442D1F}"/>
              </a:ext>
            </a:extLst>
          </p:cNvPr>
          <p:cNvSpPr/>
          <p:nvPr/>
        </p:nvSpPr>
        <p:spPr>
          <a:xfrm>
            <a:off x="2708969" y="2748786"/>
            <a:ext cx="1484280" cy="103290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F46364F8-98C9-A857-E616-BBC9680379BD}"/>
              </a:ext>
            </a:extLst>
          </p:cNvPr>
          <p:cNvSpPr/>
          <p:nvPr/>
        </p:nvSpPr>
        <p:spPr>
          <a:xfrm>
            <a:off x="5707028" y="2748786"/>
            <a:ext cx="1484280" cy="103290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888485DF-AA01-0064-4271-467537220598}"/>
              </a:ext>
            </a:extLst>
          </p:cNvPr>
          <p:cNvCxnSpPr>
            <a:cxnSpLocks/>
            <a:stCxn id="35" idx="3"/>
            <a:endCxn id="41" idx="1"/>
          </p:cNvCxnSpPr>
          <p:nvPr/>
        </p:nvCxnSpPr>
        <p:spPr>
          <a:xfrm>
            <a:off x="4193249" y="3265239"/>
            <a:ext cx="1513779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8A37385D-824C-4F3A-7DCC-E10FB580AF66}"/>
              </a:ext>
            </a:extLst>
          </p:cNvPr>
          <p:cNvCxnSpPr>
            <a:cxnSpLocks/>
            <a:stCxn id="58" idx="0"/>
          </p:cNvCxnSpPr>
          <p:nvPr/>
        </p:nvCxnSpPr>
        <p:spPr>
          <a:xfrm flipV="1">
            <a:off x="3451109" y="3959772"/>
            <a:ext cx="0" cy="1046241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C5A573E0-F368-C935-71FD-8E5C924E6E13}"/>
              </a:ext>
            </a:extLst>
          </p:cNvPr>
          <p:cNvCxnSpPr>
            <a:cxnSpLocks/>
            <a:stCxn id="59" idx="0"/>
          </p:cNvCxnSpPr>
          <p:nvPr/>
        </p:nvCxnSpPr>
        <p:spPr>
          <a:xfrm flipV="1">
            <a:off x="9447227" y="3974968"/>
            <a:ext cx="0" cy="1031045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57" name="Rounded Rectangle 56">
            <a:extLst>
              <a:ext uri="{FF2B5EF4-FFF2-40B4-BE49-F238E27FC236}">
                <a16:creationId xmlns:a16="http://schemas.microsoft.com/office/drawing/2014/main" id="{AD18B56C-162A-6E50-FBFE-6F585D968AEE}"/>
              </a:ext>
            </a:extLst>
          </p:cNvPr>
          <p:cNvSpPr/>
          <p:nvPr/>
        </p:nvSpPr>
        <p:spPr>
          <a:xfrm>
            <a:off x="3234726" y="11895394"/>
            <a:ext cx="2173242" cy="590233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63500" cap="flat">
            <a:solidFill>
              <a:schemeClr val="accent4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b="1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</a:rPr>
              <a:t>Frequency</a:t>
            </a:r>
          </a:p>
        </p:txBody>
      </p:sp>
      <p:sp>
        <p:nvSpPr>
          <p:cNvPr id="58" name="Rounded Rectangle 57">
            <a:extLst>
              <a:ext uri="{FF2B5EF4-FFF2-40B4-BE49-F238E27FC236}">
                <a16:creationId xmlns:a16="http://schemas.microsoft.com/office/drawing/2014/main" id="{7EF8728D-B666-EBCE-198D-0450E99D8A36}"/>
              </a:ext>
            </a:extLst>
          </p:cNvPr>
          <p:cNvSpPr/>
          <p:nvPr/>
        </p:nvSpPr>
        <p:spPr>
          <a:xfrm>
            <a:off x="2708969" y="5006013"/>
            <a:ext cx="1484280" cy="590233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63500" cap="flat">
            <a:solidFill>
              <a:schemeClr val="accent4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first</a:t>
            </a:r>
            <a:endParaRPr lang="en-US" sz="28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</a:endParaRPr>
          </a:p>
        </p:txBody>
      </p:sp>
      <p:sp>
        <p:nvSpPr>
          <p:cNvPr id="59" name="Rounded Rectangle 58">
            <a:extLst>
              <a:ext uri="{FF2B5EF4-FFF2-40B4-BE49-F238E27FC236}">
                <a16:creationId xmlns:a16="http://schemas.microsoft.com/office/drawing/2014/main" id="{EF5488B8-5B78-6EA0-CFA5-46880C80FF99}"/>
              </a:ext>
            </a:extLst>
          </p:cNvPr>
          <p:cNvSpPr/>
          <p:nvPr/>
        </p:nvSpPr>
        <p:spPr>
          <a:xfrm>
            <a:off x="8705087" y="5006013"/>
            <a:ext cx="1484280" cy="590233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63500" cap="flat">
            <a:solidFill>
              <a:schemeClr val="accent4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last</a:t>
            </a:r>
            <a:endParaRPr lang="en-US" sz="28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C8F98538-416C-6604-F601-CC9041B545CD}"/>
              </a:ext>
            </a:extLst>
          </p:cNvPr>
          <p:cNvCxnSpPr>
            <a:cxnSpLocks/>
          </p:cNvCxnSpPr>
          <p:nvPr/>
        </p:nvCxnSpPr>
        <p:spPr>
          <a:xfrm>
            <a:off x="10183027" y="3228083"/>
            <a:ext cx="1484287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F431BC4-7FF1-7082-E9A5-3623525CEF41}"/>
              </a:ext>
            </a:extLst>
          </p:cNvPr>
          <p:cNvCxnSpPr>
            <a:cxnSpLocks/>
          </p:cNvCxnSpPr>
          <p:nvPr/>
        </p:nvCxnSpPr>
        <p:spPr>
          <a:xfrm>
            <a:off x="11649822" y="3156365"/>
            <a:ext cx="0" cy="767388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B1089154-0BF6-1705-DA0B-AA235A51F3E8}"/>
              </a:ext>
            </a:extLst>
          </p:cNvPr>
          <p:cNvCxnSpPr>
            <a:cxnSpLocks/>
          </p:cNvCxnSpPr>
          <p:nvPr/>
        </p:nvCxnSpPr>
        <p:spPr>
          <a:xfrm flipH="1">
            <a:off x="11241927" y="3959772"/>
            <a:ext cx="850773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1DD9A52B-23D9-0499-DBB8-84B962CB7AF2}"/>
              </a:ext>
            </a:extLst>
          </p:cNvPr>
          <p:cNvCxnSpPr>
            <a:cxnSpLocks/>
          </p:cNvCxnSpPr>
          <p:nvPr/>
        </p:nvCxnSpPr>
        <p:spPr>
          <a:xfrm flipH="1">
            <a:off x="11362077" y="4124817"/>
            <a:ext cx="591671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83CA80C2-2874-8637-4719-31C578313DB3}"/>
              </a:ext>
            </a:extLst>
          </p:cNvPr>
          <p:cNvCxnSpPr>
            <a:cxnSpLocks/>
          </p:cNvCxnSpPr>
          <p:nvPr/>
        </p:nvCxnSpPr>
        <p:spPr>
          <a:xfrm flipH="1">
            <a:off x="11522618" y="4293165"/>
            <a:ext cx="233082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CF455BCA-E855-7E70-7687-B010EBFA241F}"/>
              </a:ext>
            </a:extLst>
          </p:cNvPr>
          <p:cNvSpPr/>
          <p:nvPr/>
        </p:nvSpPr>
        <p:spPr>
          <a:xfrm>
            <a:off x="8705087" y="2748786"/>
            <a:ext cx="1484280" cy="103290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659C904D-9785-5A1D-F16E-3AE611B8BC98}"/>
              </a:ext>
            </a:extLst>
          </p:cNvPr>
          <p:cNvCxnSpPr>
            <a:cxnSpLocks/>
          </p:cNvCxnSpPr>
          <p:nvPr/>
        </p:nvCxnSpPr>
        <p:spPr>
          <a:xfrm>
            <a:off x="7270174" y="3219831"/>
            <a:ext cx="1513779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2046517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77E77C-AA85-4745-D75B-A8C354BF21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758F6192-0BEC-A73D-7099-0D50FFEEC04D}"/>
              </a:ext>
            </a:extLst>
          </p:cNvPr>
          <p:cNvSpPr>
            <a:spLocks noChangeAspect="1"/>
          </p:cNvSpPr>
          <p:nvPr/>
        </p:nvSpPr>
        <p:spPr>
          <a:xfrm>
            <a:off x="6108442" y="12487138"/>
            <a:ext cx="81914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74637BD1-E6EC-9514-F5A3-14F11A4DFB95}"/>
              </a:ext>
            </a:extLst>
          </p:cNvPr>
          <p:cNvSpPr>
            <a:spLocks noChangeAspect="1"/>
          </p:cNvSpPr>
          <p:nvPr/>
        </p:nvSpPr>
        <p:spPr>
          <a:xfrm>
            <a:off x="7446090" y="12487138"/>
            <a:ext cx="81914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29EBCA10-2299-E425-5D41-D6833D196CFD}"/>
              </a:ext>
            </a:extLst>
          </p:cNvPr>
          <p:cNvSpPr>
            <a:spLocks noChangeAspect="1"/>
          </p:cNvSpPr>
          <p:nvPr/>
        </p:nvSpPr>
        <p:spPr>
          <a:xfrm>
            <a:off x="8783953" y="12487138"/>
            <a:ext cx="81914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6305AF42-70FC-5277-9AB8-090B6F81D9F2}"/>
              </a:ext>
            </a:extLst>
          </p:cNvPr>
          <p:cNvSpPr>
            <a:spLocks noChangeAspect="1"/>
          </p:cNvSpPr>
          <p:nvPr/>
        </p:nvSpPr>
        <p:spPr>
          <a:xfrm>
            <a:off x="10103506" y="12487138"/>
            <a:ext cx="81914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B0D926E6-EDF1-EFD1-FDF3-73D13B38B07B}"/>
              </a:ext>
            </a:extLst>
          </p:cNvPr>
          <p:cNvSpPr>
            <a:spLocks noChangeAspect="1"/>
          </p:cNvSpPr>
          <p:nvPr/>
        </p:nvSpPr>
        <p:spPr>
          <a:xfrm>
            <a:off x="11450525" y="12487138"/>
            <a:ext cx="81914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9FCC533B-3295-6CCB-8568-8CA14CEDB402}"/>
              </a:ext>
            </a:extLst>
          </p:cNvPr>
          <p:cNvSpPr>
            <a:spLocks noChangeAspect="1"/>
          </p:cNvSpPr>
          <p:nvPr/>
        </p:nvSpPr>
        <p:spPr>
          <a:xfrm>
            <a:off x="12742611" y="12487138"/>
            <a:ext cx="81914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8691B0CA-E256-F1D2-AE94-41282FAA6FDF}"/>
              </a:ext>
            </a:extLst>
          </p:cNvPr>
          <p:cNvSpPr>
            <a:spLocks noChangeAspect="1"/>
          </p:cNvSpPr>
          <p:nvPr/>
        </p:nvSpPr>
        <p:spPr>
          <a:xfrm>
            <a:off x="14062163" y="12485627"/>
            <a:ext cx="81914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6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DC2E55BB-7469-FAE4-EFBF-15D1A5AB46EF}"/>
              </a:ext>
            </a:extLst>
          </p:cNvPr>
          <p:cNvSpPr>
            <a:spLocks noChangeAspect="1"/>
          </p:cNvSpPr>
          <p:nvPr/>
        </p:nvSpPr>
        <p:spPr>
          <a:xfrm>
            <a:off x="15437092" y="12479146"/>
            <a:ext cx="81914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" name="!!box">
            <a:extLst>
              <a:ext uri="{FF2B5EF4-FFF2-40B4-BE49-F238E27FC236}">
                <a16:creationId xmlns:a16="http://schemas.microsoft.com/office/drawing/2014/main" id="{132B8ED1-157A-7D30-C3DD-5DE18EB506F5}"/>
              </a:ext>
            </a:extLst>
          </p:cNvPr>
          <p:cNvSpPr/>
          <p:nvPr/>
        </p:nvSpPr>
        <p:spPr>
          <a:xfrm>
            <a:off x="791743" y="395820"/>
            <a:ext cx="2693582" cy="590233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Next Element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F275665F-2C6D-1159-8BE9-A63EDE51CF9D}"/>
              </a:ext>
            </a:extLst>
          </p:cNvPr>
          <p:cNvSpPr/>
          <p:nvPr/>
        </p:nvSpPr>
        <p:spPr>
          <a:xfrm>
            <a:off x="5880911" y="11608510"/>
            <a:ext cx="1310397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9CFE18CB-49F7-6702-2ABC-1D0176B079E7}"/>
              </a:ext>
            </a:extLst>
          </p:cNvPr>
          <p:cNvSpPr/>
          <p:nvPr/>
        </p:nvSpPr>
        <p:spPr>
          <a:xfrm>
            <a:off x="7191308" y="11614460"/>
            <a:ext cx="1310397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3D65FDB2-8464-64B8-FD49-4181BF75D668}"/>
              </a:ext>
            </a:extLst>
          </p:cNvPr>
          <p:cNvSpPr/>
          <p:nvPr/>
        </p:nvSpPr>
        <p:spPr>
          <a:xfrm>
            <a:off x="8520016" y="11602561"/>
            <a:ext cx="1310397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1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50C5F6A5-E47E-FFB3-5CBC-D2AE1EA83509}"/>
              </a:ext>
            </a:extLst>
          </p:cNvPr>
          <p:cNvSpPr/>
          <p:nvPr/>
        </p:nvSpPr>
        <p:spPr>
          <a:xfrm>
            <a:off x="9848724" y="11602560"/>
            <a:ext cx="1310397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1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341F903C-6121-4891-EBE7-45DC94F5A4A3}"/>
              </a:ext>
            </a:extLst>
          </p:cNvPr>
          <p:cNvSpPr/>
          <p:nvPr/>
        </p:nvSpPr>
        <p:spPr>
          <a:xfrm>
            <a:off x="11177432" y="11602559"/>
            <a:ext cx="1310397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252044A6-E526-91A1-CC2F-FBC9F219B38D}"/>
              </a:ext>
            </a:extLst>
          </p:cNvPr>
          <p:cNvSpPr/>
          <p:nvPr/>
        </p:nvSpPr>
        <p:spPr>
          <a:xfrm>
            <a:off x="12487829" y="11602558"/>
            <a:ext cx="1310397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1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966B50FD-E87C-426E-0A12-F00C8346779F}"/>
              </a:ext>
            </a:extLst>
          </p:cNvPr>
          <p:cNvSpPr/>
          <p:nvPr/>
        </p:nvSpPr>
        <p:spPr>
          <a:xfrm>
            <a:off x="13816537" y="11614460"/>
            <a:ext cx="1310397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F899B882-9A74-6242-B8A2-AD28E5269B1E}"/>
              </a:ext>
            </a:extLst>
          </p:cNvPr>
          <p:cNvSpPr/>
          <p:nvPr/>
        </p:nvSpPr>
        <p:spPr>
          <a:xfrm>
            <a:off x="15189202" y="11614460"/>
            <a:ext cx="1310397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81A79691-5A07-6464-EFCE-4C5A1BB10124}"/>
              </a:ext>
            </a:extLst>
          </p:cNvPr>
          <p:cNvSpPr/>
          <p:nvPr/>
        </p:nvSpPr>
        <p:spPr>
          <a:xfrm>
            <a:off x="4055760" y="174482"/>
            <a:ext cx="1310397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3</a:t>
            </a:r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B9F03EC8-4319-DD60-89BC-51F6B50C9D21}"/>
              </a:ext>
            </a:extLst>
          </p:cNvPr>
          <p:cNvSpPr/>
          <p:nvPr/>
        </p:nvSpPr>
        <p:spPr>
          <a:xfrm>
            <a:off x="2708969" y="2748786"/>
            <a:ext cx="1484280" cy="103290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0E9CCEA9-D938-4660-7F3E-4B6797234CE0}"/>
              </a:ext>
            </a:extLst>
          </p:cNvPr>
          <p:cNvSpPr/>
          <p:nvPr/>
        </p:nvSpPr>
        <p:spPr>
          <a:xfrm>
            <a:off x="5707028" y="2748786"/>
            <a:ext cx="1484280" cy="103290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8EBA3F55-3D99-E407-8163-7A6D92059373}"/>
              </a:ext>
            </a:extLst>
          </p:cNvPr>
          <p:cNvCxnSpPr>
            <a:cxnSpLocks/>
            <a:stCxn id="35" idx="3"/>
            <a:endCxn id="41" idx="1"/>
          </p:cNvCxnSpPr>
          <p:nvPr/>
        </p:nvCxnSpPr>
        <p:spPr>
          <a:xfrm>
            <a:off x="4193249" y="3265239"/>
            <a:ext cx="1513779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76565ADC-1AFB-AF31-002D-37CA3DE80A9B}"/>
              </a:ext>
            </a:extLst>
          </p:cNvPr>
          <p:cNvCxnSpPr>
            <a:cxnSpLocks/>
            <a:stCxn id="58" idx="0"/>
          </p:cNvCxnSpPr>
          <p:nvPr/>
        </p:nvCxnSpPr>
        <p:spPr>
          <a:xfrm flipV="1">
            <a:off x="3451109" y="3959772"/>
            <a:ext cx="0" cy="1046241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83FE28E8-2B2F-8726-9D8E-28E8EFD9704D}"/>
              </a:ext>
            </a:extLst>
          </p:cNvPr>
          <p:cNvCxnSpPr>
            <a:cxnSpLocks/>
            <a:stCxn id="59" idx="0"/>
          </p:cNvCxnSpPr>
          <p:nvPr/>
        </p:nvCxnSpPr>
        <p:spPr>
          <a:xfrm flipV="1">
            <a:off x="9447227" y="3974968"/>
            <a:ext cx="0" cy="1031045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57" name="Rounded Rectangle 56">
            <a:extLst>
              <a:ext uri="{FF2B5EF4-FFF2-40B4-BE49-F238E27FC236}">
                <a16:creationId xmlns:a16="http://schemas.microsoft.com/office/drawing/2014/main" id="{0DB7A9E5-EE2B-7922-1E40-9441DD24BD68}"/>
              </a:ext>
            </a:extLst>
          </p:cNvPr>
          <p:cNvSpPr/>
          <p:nvPr/>
        </p:nvSpPr>
        <p:spPr>
          <a:xfrm>
            <a:off x="3234726" y="11895394"/>
            <a:ext cx="2173242" cy="590233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63500" cap="flat">
            <a:solidFill>
              <a:schemeClr val="accent4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b="1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</a:rPr>
              <a:t>Frequency</a:t>
            </a:r>
          </a:p>
        </p:txBody>
      </p:sp>
      <p:sp>
        <p:nvSpPr>
          <p:cNvPr id="58" name="Rounded Rectangle 57">
            <a:extLst>
              <a:ext uri="{FF2B5EF4-FFF2-40B4-BE49-F238E27FC236}">
                <a16:creationId xmlns:a16="http://schemas.microsoft.com/office/drawing/2014/main" id="{5CAB1990-BC4B-CA6D-AD3D-4588D79B024F}"/>
              </a:ext>
            </a:extLst>
          </p:cNvPr>
          <p:cNvSpPr/>
          <p:nvPr/>
        </p:nvSpPr>
        <p:spPr>
          <a:xfrm>
            <a:off x="2708969" y="5006013"/>
            <a:ext cx="1484280" cy="590233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63500" cap="flat">
            <a:solidFill>
              <a:schemeClr val="accent4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first</a:t>
            </a:r>
            <a:endParaRPr lang="en-US" sz="28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</a:endParaRPr>
          </a:p>
        </p:txBody>
      </p:sp>
      <p:sp>
        <p:nvSpPr>
          <p:cNvPr id="59" name="Rounded Rectangle 58">
            <a:extLst>
              <a:ext uri="{FF2B5EF4-FFF2-40B4-BE49-F238E27FC236}">
                <a16:creationId xmlns:a16="http://schemas.microsoft.com/office/drawing/2014/main" id="{E7E5F5C2-2F48-4098-2386-8F45539A42D4}"/>
              </a:ext>
            </a:extLst>
          </p:cNvPr>
          <p:cNvSpPr/>
          <p:nvPr/>
        </p:nvSpPr>
        <p:spPr>
          <a:xfrm>
            <a:off x="8705087" y="5006013"/>
            <a:ext cx="1484280" cy="590233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63500" cap="flat">
            <a:solidFill>
              <a:schemeClr val="accent4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last</a:t>
            </a:r>
            <a:endParaRPr lang="en-US" sz="28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C5B59531-0F9F-ECDD-1008-FE4C65A354D7}"/>
              </a:ext>
            </a:extLst>
          </p:cNvPr>
          <p:cNvCxnSpPr>
            <a:cxnSpLocks/>
          </p:cNvCxnSpPr>
          <p:nvPr/>
        </p:nvCxnSpPr>
        <p:spPr>
          <a:xfrm>
            <a:off x="10183027" y="3228083"/>
            <a:ext cx="1484287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D6754420-080C-C643-E006-AED18F628D27}"/>
              </a:ext>
            </a:extLst>
          </p:cNvPr>
          <p:cNvCxnSpPr>
            <a:cxnSpLocks/>
          </p:cNvCxnSpPr>
          <p:nvPr/>
        </p:nvCxnSpPr>
        <p:spPr>
          <a:xfrm>
            <a:off x="11649822" y="3156365"/>
            <a:ext cx="0" cy="767388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A1895FF-0804-A193-6B1D-5318B6293DB2}"/>
              </a:ext>
            </a:extLst>
          </p:cNvPr>
          <p:cNvCxnSpPr>
            <a:cxnSpLocks/>
          </p:cNvCxnSpPr>
          <p:nvPr/>
        </p:nvCxnSpPr>
        <p:spPr>
          <a:xfrm flipH="1">
            <a:off x="11241927" y="3959772"/>
            <a:ext cx="850773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BA892CAF-6773-9C65-2C60-5B0645C4FF3B}"/>
              </a:ext>
            </a:extLst>
          </p:cNvPr>
          <p:cNvCxnSpPr>
            <a:cxnSpLocks/>
          </p:cNvCxnSpPr>
          <p:nvPr/>
        </p:nvCxnSpPr>
        <p:spPr>
          <a:xfrm flipH="1">
            <a:off x="11362077" y="4124817"/>
            <a:ext cx="591671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024E864F-94E6-5766-C59D-842AE98FD03E}"/>
              </a:ext>
            </a:extLst>
          </p:cNvPr>
          <p:cNvCxnSpPr>
            <a:cxnSpLocks/>
          </p:cNvCxnSpPr>
          <p:nvPr/>
        </p:nvCxnSpPr>
        <p:spPr>
          <a:xfrm flipH="1">
            <a:off x="11522618" y="4293165"/>
            <a:ext cx="233082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733C4FF7-805B-2511-0DF6-B4B655AF42A4}"/>
              </a:ext>
            </a:extLst>
          </p:cNvPr>
          <p:cNvSpPr/>
          <p:nvPr/>
        </p:nvSpPr>
        <p:spPr>
          <a:xfrm>
            <a:off x="8705087" y="2748786"/>
            <a:ext cx="1484280" cy="103290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CBB15657-80E0-3140-01E7-AC91918D2AF2}"/>
              </a:ext>
            </a:extLst>
          </p:cNvPr>
          <p:cNvCxnSpPr>
            <a:cxnSpLocks/>
          </p:cNvCxnSpPr>
          <p:nvPr/>
        </p:nvCxnSpPr>
        <p:spPr>
          <a:xfrm>
            <a:off x="7270174" y="3219831"/>
            <a:ext cx="1513779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7972527D-E377-356C-3FC8-B2D03B4931E2}"/>
              </a:ext>
            </a:extLst>
          </p:cNvPr>
          <p:cNvSpPr/>
          <p:nvPr/>
        </p:nvSpPr>
        <p:spPr>
          <a:xfrm>
            <a:off x="12716688" y="4121801"/>
            <a:ext cx="10298949" cy="176842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685800" indent="-685800" defTabSz="8255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Do not add 3 again </a:t>
            </a:r>
          </a:p>
          <a:p>
            <a:pPr marL="685800" indent="-685800" defTabSz="8255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Increment its frequency</a:t>
            </a:r>
          </a:p>
        </p:txBody>
      </p:sp>
    </p:spTree>
    <p:extLst>
      <p:ext uri="{BB962C8B-B14F-4D97-AF65-F5344CB8AC3E}">
        <p14:creationId xmlns:p14="http://schemas.microsoft.com/office/powerpoint/2010/main" val="34172994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B8CDB2-5AC8-00DB-A50F-137689F5BF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3DC2D7D8-0BF7-A007-E3C8-7BA4C6E5B8E0}"/>
              </a:ext>
            </a:extLst>
          </p:cNvPr>
          <p:cNvSpPr>
            <a:spLocks noChangeAspect="1"/>
          </p:cNvSpPr>
          <p:nvPr/>
        </p:nvSpPr>
        <p:spPr>
          <a:xfrm>
            <a:off x="6108442" y="12487138"/>
            <a:ext cx="81914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F1248141-6048-4BFA-24EA-3292E7D8C99A}"/>
              </a:ext>
            </a:extLst>
          </p:cNvPr>
          <p:cNvSpPr>
            <a:spLocks noChangeAspect="1"/>
          </p:cNvSpPr>
          <p:nvPr/>
        </p:nvSpPr>
        <p:spPr>
          <a:xfrm>
            <a:off x="7446090" y="12487138"/>
            <a:ext cx="81914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08087121-EA98-0CD7-8D13-D571EAD63194}"/>
              </a:ext>
            </a:extLst>
          </p:cNvPr>
          <p:cNvSpPr>
            <a:spLocks noChangeAspect="1"/>
          </p:cNvSpPr>
          <p:nvPr/>
        </p:nvSpPr>
        <p:spPr>
          <a:xfrm>
            <a:off x="8783953" y="12487138"/>
            <a:ext cx="81914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8C954CD3-7C64-E369-40B0-05407BB5D761}"/>
              </a:ext>
            </a:extLst>
          </p:cNvPr>
          <p:cNvSpPr>
            <a:spLocks noChangeAspect="1"/>
          </p:cNvSpPr>
          <p:nvPr/>
        </p:nvSpPr>
        <p:spPr>
          <a:xfrm>
            <a:off x="10103506" y="12487138"/>
            <a:ext cx="81914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4E908363-3C8F-9141-B86A-40ABAC635A90}"/>
              </a:ext>
            </a:extLst>
          </p:cNvPr>
          <p:cNvSpPr>
            <a:spLocks noChangeAspect="1"/>
          </p:cNvSpPr>
          <p:nvPr/>
        </p:nvSpPr>
        <p:spPr>
          <a:xfrm>
            <a:off x="11450525" y="12487138"/>
            <a:ext cx="81914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94261B2B-FAF8-CAD5-8B5D-DF1000E24688}"/>
              </a:ext>
            </a:extLst>
          </p:cNvPr>
          <p:cNvSpPr>
            <a:spLocks noChangeAspect="1"/>
          </p:cNvSpPr>
          <p:nvPr/>
        </p:nvSpPr>
        <p:spPr>
          <a:xfrm>
            <a:off x="12742611" y="12487138"/>
            <a:ext cx="81914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A711FCEE-86A1-E5AD-AC94-513223E63282}"/>
              </a:ext>
            </a:extLst>
          </p:cNvPr>
          <p:cNvSpPr>
            <a:spLocks noChangeAspect="1"/>
          </p:cNvSpPr>
          <p:nvPr/>
        </p:nvSpPr>
        <p:spPr>
          <a:xfrm>
            <a:off x="14062163" y="12485627"/>
            <a:ext cx="81914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6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65613FAD-5ED6-B731-2920-0B6783BEFF4C}"/>
              </a:ext>
            </a:extLst>
          </p:cNvPr>
          <p:cNvSpPr>
            <a:spLocks noChangeAspect="1"/>
          </p:cNvSpPr>
          <p:nvPr/>
        </p:nvSpPr>
        <p:spPr>
          <a:xfrm>
            <a:off x="15437092" y="12479146"/>
            <a:ext cx="81914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" name="!!box">
            <a:extLst>
              <a:ext uri="{FF2B5EF4-FFF2-40B4-BE49-F238E27FC236}">
                <a16:creationId xmlns:a16="http://schemas.microsoft.com/office/drawing/2014/main" id="{830D3C3C-454D-D92C-603D-599683CF9296}"/>
              </a:ext>
            </a:extLst>
          </p:cNvPr>
          <p:cNvSpPr/>
          <p:nvPr/>
        </p:nvSpPr>
        <p:spPr>
          <a:xfrm>
            <a:off x="791743" y="395820"/>
            <a:ext cx="2693582" cy="590233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Next Element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6D0726CA-AB94-7E12-B7E0-3995EDB66369}"/>
              </a:ext>
            </a:extLst>
          </p:cNvPr>
          <p:cNvSpPr/>
          <p:nvPr/>
        </p:nvSpPr>
        <p:spPr>
          <a:xfrm>
            <a:off x="5880911" y="11608510"/>
            <a:ext cx="1310397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B0BF9E7A-D0E9-326B-F9F1-BFD51EB9F3D3}"/>
              </a:ext>
            </a:extLst>
          </p:cNvPr>
          <p:cNvSpPr/>
          <p:nvPr/>
        </p:nvSpPr>
        <p:spPr>
          <a:xfrm>
            <a:off x="7191308" y="11614460"/>
            <a:ext cx="1310397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CDA1A39B-F3BB-4785-035A-1FFD5C678280}"/>
              </a:ext>
            </a:extLst>
          </p:cNvPr>
          <p:cNvSpPr/>
          <p:nvPr/>
        </p:nvSpPr>
        <p:spPr>
          <a:xfrm>
            <a:off x="8520016" y="11602561"/>
            <a:ext cx="1310397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1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0ACF87E9-665B-CF7B-D370-844F4B89AF8B}"/>
              </a:ext>
            </a:extLst>
          </p:cNvPr>
          <p:cNvSpPr/>
          <p:nvPr/>
        </p:nvSpPr>
        <p:spPr>
          <a:xfrm>
            <a:off x="9848724" y="11602560"/>
            <a:ext cx="1310397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2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B4A94CB8-6CEC-9CFE-5F3A-3916C4DAA859}"/>
              </a:ext>
            </a:extLst>
          </p:cNvPr>
          <p:cNvSpPr/>
          <p:nvPr/>
        </p:nvSpPr>
        <p:spPr>
          <a:xfrm>
            <a:off x="11177432" y="11602559"/>
            <a:ext cx="1310397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1A86012E-C7B4-23CB-FA5F-37A513A112BB}"/>
              </a:ext>
            </a:extLst>
          </p:cNvPr>
          <p:cNvSpPr/>
          <p:nvPr/>
        </p:nvSpPr>
        <p:spPr>
          <a:xfrm>
            <a:off x="12487829" y="11602558"/>
            <a:ext cx="1310397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1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5004E072-BFA1-6573-B1E4-A8BABFAD2371}"/>
              </a:ext>
            </a:extLst>
          </p:cNvPr>
          <p:cNvSpPr/>
          <p:nvPr/>
        </p:nvSpPr>
        <p:spPr>
          <a:xfrm>
            <a:off x="13816537" y="11614460"/>
            <a:ext cx="1310397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2DE61C67-FDF1-8383-8D5D-B0E9C02B0901}"/>
              </a:ext>
            </a:extLst>
          </p:cNvPr>
          <p:cNvSpPr/>
          <p:nvPr/>
        </p:nvSpPr>
        <p:spPr>
          <a:xfrm>
            <a:off x="15189202" y="11614460"/>
            <a:ext cx="1310397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311D0D17-5BC7-9A4D-48C7-C6EE5D4C819B}"/>
              </a:ext>
            </a:extLst>
          </p:cNvPr>
          <p:cNvSpPr/>
          <p:nvPr/>
        </p:nvSpPr>
        <p:spPr>
          <a:xfrm>
            <a:off x="4055760" y="174482"/>
            <a:ext cx="1310397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3</a:t>
            </a:r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E3DB0EAE-637B-6BAE-E208-785DCB7F98C6}"/>
              </a:ext>
            </a:extLst>
          </p:cNvPr>
          <p:cNvSpPr/>
          <p:nvPr/>
        </p:nvSpPr>
        <p:spPr>
          <a:xfrm>
            <a:off x="2708969" y="2748786"/>
            <a:ext cx="1484280" cy="103290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8122DA5E-18DE-4FD8-B326-19B0E3AEC3B1}"/>
              </a:ext>
            </a:extLst>
          </p:cNvPr>
          <p:cNvSpPr/>
          <p:nvPr/>
        </p:nvSpPr>
        <p:spPr>
          <a:xfrm>
            <a:off x="5707028" y="2748786"/>
            <a:ext cx="1484280" cy="103290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FC6C4B44-ABA5-0B11-5230-6495E4A83AF9}"/>
              </a:ext>
            </a:extLst>
          </p:cNvPr>
          <p:cNvCxnSpPr>
            <a:cxnSpLocks/>
            <a:stCxn id="35" idx="3"/>
            <a:endCxn id="41" idx="1"/>
          </p:cNvCxnSpPr>
          <p:nvPr/>
        </p:nvCxnSpPr>
        <p:spPr>
          <a:xfrm>
            <a:off x="4193249" y="3265239"/>
            <a:ext cx="1513779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D0E07670-B1F0-508E-2156-9E0B0FFA26FF}"/>
              </a:ext>
            </a:extLst>
          </p:cNvPr>
          <p:cNvCxnSpPr>
            <a:cxnSpLocks/>
            <a:stCxn id="58" idx="0"/>
          </p:cNvCxnSpPr>
          <p:nvPr/>
        </p:nvCxnSpPr>
        <p:spPr>
          <a:xfrm flipV="1">
            <a:off x="3451109" y="3959772"/>
            <a:ext cx="0" cy="1046241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0F2760DC-6951-5C0E-6CCF-0CAF9C3FF1FC}"/>
              </a:ext>
            </a:extLst>
          </p:cNvPr>
          <p:cNvCxnSpPr>
            <a:cxnSpLocks/>
            <a:stCxn id="59" idx="0"/>
          </p:cNvCxnSpPr>
          <p:nvPr/>
        </p:nvCxnSpPr>
        <p:spPr>
          <a:xfrm flipV="1">
            <a:off x="9447227" y="3974968"/>
            <a:ext cx="0" cy="1031045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57" name="Rounded Rectangle 56">
            <a:extLst>
              <a:ext uri="{FF2B5EF4-FFF2-40B4-BE49-F238E27FC236}">
                <a16:creationId xmlns:a16="http://schemas.microsoft.com/office/drawing/2014/main" id="{FAAF9127-4864-7CE9-7B59-F13DECEA6C79}"/>
              </a:ext>
            </a:extLst>
          </p:cNvPr>
          <p:cNvSpPr/>
          <p:nvPr/>
        </p:nvSpPr>
        <p:spPr>
          <a:xfrm>
            <a:off x="3234726" y="11895394"/>
            <a:ext cx="2173242" cy="590233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63500" cap="flat">
            <a:solidFill>
              <a:schemeClr val="accent4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b="1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</a:rPr>
              <a:t>Frequency</a:t>
            </a:r>
          </a:p>
        </p:txBody>
      </p:sp>
      <p:sp>
        <p:nvSpPr>
          <p:cNvPr id="58" name="Rounded Rectangle 57">
            <a:extLst>
              <a:ext uri="{FF2B5EF4-FFF2-40B4-BE49-F238E27FC236}">
                <a16:creationId xmlns:a16="http://schemas.microsoft.com/office/drawing/2014/main" id="{3C9A5FCD-56E3-B4ED-1503-B1E4DAD955B3}"/>
              </a:ext>
            </a:extLst>
          </p:cNvPr>
          <p:cNvSpPr/>
          <p:nvPr/>
        </p:nvSpPr>
        <p:spPr>
          <a:xfrm>
            <a:off x="2708969" y="5006013"/>
            <a:ext cx="1484280" cy="590233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63500" cap="flat">
            <a:solidFill>
              <a:schemeClr val="accent4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first</a:t>
            </a:r>
            <a:endParaRPr lang="en-US" sz="28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</a:endParaRPr>
          </a:p>
        </p:txBody>
      </p:sp>
      <p:sp>
        <p:nvSpPr>
          <p:cNvPr id="59" name="Rounded Rectangle 58">
            <a:extLst>
              <a:ext uri="{FF2B5EF4-FFF2-40B4-BE49-F238E27FC236}">
                <a16:creationId xmlns:a16="http://schemas.microsoft.com/office/drawing/2014/main" id="{5874B396-0E2C-B232-CF0D-1E450C765713}"/>
              </a:ext>
            </a:extLst>
          </p:cNvPr>
          <p:cNvSpPr/>
          <p:nvPr/>
        </p:nvSpPr>
        <p:spPr>
          <a:xfrm>
            <a:off x="8705087" y="5006013"/>
            <a:ext cx="1484280" cy="590233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63500" cap="flat">
            <a:solidFill>
              <a:schemeClr val="accent4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last</a:t>
            </a:r>
            <a:endParaRPr lang="en-US" sz="28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AB6D9A2-6A7E-0F6A-A41B-8E599FBFDDF8}"/>
              </a:ext>
            </a:extLst>
          </p:cNvPr>
          <p:cNvCxnSpPr>
            <a:cxnSpLocks/>
          </p:cNvCxnSpPr>
          <p:nvPr/>
        </p:nvCxnSpPr>
        <p:spPr>
          <a:xfrm>
            <a:off x="10183027" y="3228083"/>
            <a:ext cx="1484287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5D27266-E48D-5DCC-4D8E-89A103E251EA}"/>
              </a:ext>
            </a:extLst>
          </p:cNvPr>
          <p:cNvCxnSpPr>
            <a:cxnSpLocks/>
          </p:cNvCxnSpPr>
          <p:nvPr/>
        </p:nvCxnSpPr>
        <p:spPr>
          <a:xfrm>
            <a:off x="11649822" y="3156365"/>
            <a:ext cx="0" cy="767388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749BACB2-8BD8-84B9-BE42-47B5E9456361}"/>
              </a:ext>
            </a:extLst>
          </p:cNvPr>
          <p:cNvCxnSpPr>
            <a:cxnSpLocks/>
          </p:cNvCxnSpPr>
          <p:nvPr/>
        </p:nvCxnSpPr>
        <p:spPr>
          <a:xfrm flipH="1">
            <a:off x="11241927" y="3959772"/>
            <a:ext cx="850773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C3BF5724-E7A2-26C2-F604-17F7360A38CE}"/>
              </a:ext>
            </a:extLst>
          </p:cNvPr>
          <p:cNvCxnSpPr>
            <a:cxnSpLocks/>
          </p:cNvCxnSpPr>
          <p:nvPr/>
        </p:nvCxnSpPr>
        <p:spPr>
          <a:xfrm flipH="1">
            <a:off x="11362077" y="4124817"/>
            <a:ext cx="591671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45D7F197-A91E-6516-D6C1-CB7FAB8C54BF}"/>
              </a:ext>
            </a:extLst>
          </p:cNvPr>
          <p:cNvCxnSpPr>
            <a:cxnSpLocks/>
          </p:cNvCxnSpPr>
          <p:nvPr/>
        </p:nvCxnSpPr>
        <p:spPr>
          <a:xfrm flipH="1">
            <a:off x="11522618" y="4293165"/>
            <a:ext cx="233082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CA6BC029-26C8-896D-1090-8435E151D5BF}"/>
              </a:ext>
            </a:extLst>
          </p:cNvPr>
          <p:cNvSpPr/>
          <p:nvPr/>
        </p:nvSpPr>
        <p:spPr>
          <a:xfrm>
            <a:off x="8705087" y="2748786"/>
            <a:ext cx="1484280" cy="103290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CE56663C-870E-D377-9357-E147037740A5}"/>
              </a:ext>
            </a:extLst>
          </p:cNvPr>
          <p:cNvCxnSpPr>
            <a:cxnSpLocks/>
          </p:cNvCxnSpPr>
          <p:nvPr/>
        </p:nvCxnSpPr>
        <p:spPr>
          <a:xfrm>
            <a:off x="7270174" y="3219831"/>
            <a:ext cx="1513779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18576178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4BC86F-A74C-B4F3-5D56-F4A190251F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C0E847C1-6A6F-08BC-7230-55E9DC265B5E}"/>
              </a:ext>
            </a:extLst>
          </p:cNvPr>
          <p:cNvSpPr>
            <a:spLocks noChangeAspect="1"/>
          </p:cNvSpPr>
          <p:nvPr/>
        </p:nvSpPr>
        <p:spPr>
          <a:xfrm>
            <a:off x="6108442" y="12487138"/>
            <a:ext cx="81914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16C839B7-655E-8438-2F90-D586F3907905}"/>
              </a:ext>
            </a:extLst>
          </p:cNvPr>
          <p:cNvSpPr>
            <a:spLocks noChangeAspect="1"/>
          </p:cNvSpPr>
          <p:nvPr/>
        </p:nvSpPr>
        <p:spPr>
          <a:xfrm>
            <a:off x="7446090" y="12487138"/>
            <a:ext cx="81914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225722EF-714A-26D7-4436-E0C67EF82E77}"/>
              </a:ext>
            </a:extLst>
          </p:cNvPr>
          <p:cNvSpPr>
            <a:spLocks noChangeAspect="1"/>
          </p:cNvSpPr>
          <p:nvPr/>
        </p:nvSpPr>
        <p:spPr>
          <a:xfrm>
            <a:off x="8783953" y="12487138"/>
            <a:ext cx="81914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375FDFD1-3B38-97B5-699C-F13EE3A06649}"/>
              </a:ext>
            </a:extLst>
          </p:cNvPr>
          <p:cNvSpPr>
            <a:spLocks noChangeAspect="1"/>
          </p:cNvSpPr>
          <p:nvPr/>
        </p:nvSpPr>
        <p:spPr>
          <a:xfrm>
            <a:off x="10103506" y="12487138"/>
            <a:ext cx="81914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8197DE69-5298-8FA9-31AC-E912BD2CFC79}"/>
              </a:ext>
            </a:extLst>
          </p:cNvPr>
          <p:cNvSpPr>
            <a:spLocks noChangeAspect="1"/>
          </p:cNvSpPr>
          <p:nvPr/>
        </p:nvSpPr>
        <p:spPr>
          <a:xfrm>
            <a:off x="11450525" y="12487138"/>
            <a:ext cx="81914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E08305E3-3E61-6131-F115-F7673FFF08FE}"/>
              </a:ext>
            </a:extLst>
          </p:cNvPr>
          <p:cNvSpPr>
            <a:spLocks noChangeAspect="1"/>
          </p:cNvSpPr>
          <p:nvPr/>
        </p:nvSpPr>
        <p:spPr>
          <a:xfrm>
            <a:off x="12742611" y="12487138"/>
            <a:ext cx="81914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2B9C0A73-3606-74ED-9F34-9019DFF0A4A2}"/>
              </a:ext>
            </a:extLst>
          </p:cNvPr>
          <p:cNvSpPr>
            <a:spLocks noChangeAspect="1"/>
          </p:cNvSpPr>
          <p:nvPr/>
        </p:nvSpPr>
        <p:spPr>
          <a:xfrm>
            <a:off x="14062163" y="12485627"/>
            <a:ext cx="81914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6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878039FE-8235-0C74-CC7D-0B789D6A1FDE}"/>
              </a:ext>
            </a:extLst>
          </p:cNvPr>
          <p:cNvSpPr>
            <a:spLocks noChangeAspect="1"/>
          </p:cNvSpPr>
          <p:nvPr/>
        </p:nvSpPr>
        <p:spPr>
          <a:xfrm>
            <a:off x="15437092" y="12479146"/>
            <a:ext cx="81914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" name="!!box">
            <a:extLst>
              <a:ext uri="{FF2B5EF4-FFF2-40B4-BE49-F238E27FC236}">
                <a16:creationId xmlns:a16="http://schemas.microsoft.com/office/drawing/2014/main" id="{19D1A199-3A36-CB91-5C96-9353C2428002}"/>
              </a:ext>
            </a:extLst>
          </p:cNvPr>
          <p:cNvSpPr/>
          <p:nvPr/>
        </p:nvSpPr>
        <p:spPr>
          <a:xfrm>
            <a:off x="791743" y="395820"/>
            <a:ext cx="2693582" cy="590233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Next Element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63253F2C-3A24-3989-C94D-D1D57E97C8BB}"/>
              </a:ext>
            </a:extLst>
          </p:cNvPr>
          <p:cNvSpPr/>
          <p:nvPr/>
        </p:nvSpPr>
        <p:spPr>
          <a:xfrm>
            <a:off x="5880911" y="11608510"/>
            <a:ext cx="1310397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4CD97F6E-557B-04A5-112A-5EA3682BA294}"/>
              </a:ext>
            </a:extLst>
          </p:cNvPr>
          <p:cNvSpPr/>
          <p:nvPr/>
        </p:nvSpPr>
        <p:spPr>
          <a:xfrm>
            <a:off x="7191308" y="11614460"/>
            <a:ext cx="1310397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C4F6C9F-0626-1BA3-F11F-78F8A6CE80C0}"/>
              </a:ext>
            </a:extLst>
          </p:cNvPr>
          <p:cNvSpPr/>
          <p:nvPr/>
        </p:nvSpPr>
        <p:spPr>
          <a:xfrm>
            <a:off x="8520016" y="11602561"/>
            <a:ext cx="1310397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1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131D9960-B1B2-C21E-F637-D130ABAE4750}"/>
              </a:ext>
            </a:extLst>
          </p:cNvPr>
          <p:cNvSpPr/>
          <p:nvPr/>
        </p:nvSpPr>
        <p:spPr>
          <a:xfrm>
            <a:off x="9848724" y="11602560"/>
            <a:ext cx="1310397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2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720EE784-00A3-411A-9BF4-32C38058F5A2}"/>
              </a:ext>
            </a:extLst>
          </p:cNvPr>
          <p:cNvSpPr/>
          <p:nvPr/>
        </p:nvSpPr>
        <p:spPr>
          <a:xfrm>
            <a:off x="11177432" y="11602559"/>
            <a:ext cx="1310397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B987FDC8-969B-0E2D-1149-16B8CE3C1C8D}"/>
              </a:ext>
            </a:extLst>
          </p:cNvPr>
          <p:cNvSpPr/>
          <p:nvPr/>
        </p:nvSpPr>
        <p:spPr>
          <a:xfrm>
            <a:off x="12487829" y="11602558"/>
            <a:ext cx="1310397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1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23C04240-E3D0-3282-913A-BC72D81E79A5}"/>
              </a:ext>
            </a:extLst>
          </p:cNvPr>
          <p:cNvSpPr/>
          <p:nvPr/>
        </p:nvSpPr>
        <p:spPr>
          <a:xfrm>
            <a:off x="13816537" y="11614460"/>
            <a:ext cx="1310397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FE0D8ADA-EB58-836A-5522-5E544C6D30D0}"/>
              </a:ext>
            </a:extLst>
          </p:cNvPr>
          <p:cNvSpPr/>
          <p:nvPr/>
        </p:nvSpPr>
        <p:spPr>
          <a:xfrm>
            <a:off x="15189202" y="11614460"/>
            <a:ext cx="1310397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C744262E-E94A-6EF1-AE3B-9AC59EC4E2F7}"/>
              </a:ext>
            </a:extLst>
          </p:cNvPr>
          <p:cNvSpPr/>
          <p:nvPr/>
        </p:nvSpPr>
        <p:spPr>
          <a:xfrm>
            <a:off x="4055760" y="174482"/>
            <a:ext cx="1310397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2</a:t>
            </a:r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0A2E21A0-1D85-FFA0-1267-190D91AD28BE}"/>
              </a:ext>
            </a:extLst>
          </p:cNvPr>
          <p:cNvSpPr/>
          <p:nvPr/>
        </p:nvSpPr>
        <p:spPr>
          <a:xfrm>
            <a:off x="2708969" y="2748786"/>
            <a:ext cx="1484280" cy="103290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F4819D88-0C98-C4D6-69F8-49A042B7993D}"/>
              </a:ext>
            </a:extLst>
          </p:cNvPr>
          <p:cNvSpPr/>
          <p:nvPr/>
        </p:nvSpPr>
        <p:spPr>
          <a:xfrm>
            <a:off x="5707028" y="2748786"/>
            <a:ext cx="1484280" cy="103290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90E0CA02-3798-D0AB-E797-952DA3484F7A}"/>
              </a:ext>
            </a:extLst>
          </p:cNvPr>
          <p:cNvCxnSpPr>
            <a:cxnSpLocks/>
            <a:stCxn id="35" idx="3"/>
            <a:endCxn id="41" idx="1"/>
          </p:cNvCxnSpPr>
          <p:nvPr/>
        </p:nvCxnSpPr>
        <p:spPr>
          <a:xfrm>
            <a:off x="4193249" y="3265239"/>
            <a:ext cx="1513779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8F0DA53F-F8F1-D6CD-70A2-C6D91B67DE23}"/>
              </a:ext>
            </a:extLst>
          </p:cNvPr>
          <p:cNvCxnSpPr>
            <a:cxnSpLocks/>
            <a:stCxn id="58" idx="0"/>
          </p:cNvCxnSpPr>
          <p:nvPr/>
        </p:nvCxnSpPr>
        <p:spPr>
          <a:xfrm flipV="1">
            <a:off x="3451109" y="3959772"/>
            <a:ext cx="0" cy="1046241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475400F3-1070-4D4C-6117-D38087DA84D9}"/>
              </a:ext>
            </a:extLst>
          </p:cNvPr>
          <p:cNvCxnSpPr>
            <a:cxnSpLocks/>
            <a:stCxn id="59" idx="0"/>
          </p:cNvCxnSpPr>
          <p:nvPr/>
        </p:nvCxnSpPr>
        <p:spPr>
          <a:xfrm flipV="1">
            <a:off x="9447227" y="3974968"/>
            <a:ext cx="0" cy="1031045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57" name="Rounded Rectangle 56">
            <a:extLst>
              <a:ext uri="{FF2B5EF4-FFF2-40B4-BE49-F238E27FC236}">
                <a16:creationId xmlns:a16="http://schemas.microsoft.com/office/drawing/2014/main" id="{FBEAFB6F-A2B1-F50F-F624-1FA2CDA0C5A1}"/>
              </a:ext>
            </a:extLst>
          </p:cNvPr>
          <p:cNvSpPr/>
          <p:nvPr/>
        </p:nvSpPr>
        <p:spPr>
          <a:xfrm>
            <a:off x="3234726" y="11895394"/>
            <a:ext cx="2173242" cy="590233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63500" cap="flat">
            <a:solidFill>
              <a:schemeClr val="accent4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b="1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</a:rPr>
              <a:t>Frequency</a:t>
            </a:r>
          </a:p>
        </p:txBody>
      </p:sp>
      <p:sp>
        <p:nvSpPr>
          <p:cNvPr id="58" name="Rounded Rectangle 57">
            <a:extLst>
              <a:ext uri="{FF2B5EF4-FFF2-40B4-BE49-F238E27FC236}">
                <a16:creationId xmlns:a16="http://schemas.microsoft.com/office/drawing/2014/main" id="{F9EAA3DE-F45F-4BBD-85BF-BC02E970EC78}"/>
              </a:ext>
            </a:extLst>
          </p:cNvPr>
          <p:cNvSpPr/>
          <p:nvPr/>
        </p:nvSpPr>
        <p:spPr>
          <a:xfrm>
            <a:off x="2708969" y="5006013"/>
            <a:ext cx="1484280" cy="590233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63500" cap="flat">
            <a:solidFill>
              <a:schemeClr val="accent4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first</a:t>
            </a:r>
            <a:endParaRPr lang="en-US" sz="28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</a:endParaRPr>
          </a:p>
        </p:txBody>
      </p:sp>
      <p:sp>
        <p:nvSpPr>
          <p:cNvPr id="59" name="Rounded Rectangle 58">
            <a:extLst>
              <a:ext uri="{FF2B5EF4-FFF2-40B4-BE49-F238E27FC236}">
                <a16:creationId xmlns:a16="http://schemas.microsoft.com/office/drawing/2014/main" id="{97693E96-0D51-57C8-C0D6-21A2173AD8CC}"/>
              </a:ext>
            </a:extLst>
          </p:cNvPr>
          <p:cNvSpPr/>
          <p:nvPr/>
        </p:nvSpPr>
        <p:spPr>
          <a:xfrm>
            <a:off x="8705087" y="5006013"/>
            <a:ext cx="1484280" cy="590233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63500" cap="flat">
            <a:solidFill>
              <a:schemeClr val="accent4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last</a:t>
            </a:r>
            <a:endParaRPr lang="en-US" sz="28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8F62AFC-B7F9-4AAD-B70B-40E39378B6B3}"/>
              </a:ext>
            </a:extLst>
          </p:cNvPr>
          <p:cNvCxnSpPr>
            <a:cxnSpLocks/>
          </p:cNvCxnSpPr>
          <p:nvPr/>
        </p:nvCxnSpPr>
        <p:spPr>
          <a:xfrm>
            <a:off x="10183027" y="3228083"/>
            <a:ext cx="1484287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3B158E6-B1DA-EA37-8674-D4335861FBC5}"/>
              </a:ext>
            </a:extLst>
          </p:cNvPr>
          <p:cNvCxnSpPr>
            <a:cxnSpLocks/>
          </p:cNvCxnSpPr>
          <p:nvPr/>
        </p:nvCxnSpPr>
        <p:spPr>
          <a:xfrm>
            <a:off x="11649822" y="3156365"/>
            <a:ext cx="0" cy="767388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41ADF59-1AC1-1FAE-CEF4-06165009F4F0}"/>
              </a:ext>
            </a:extLst>
          </p:cNvPr>
          <p:cNvCxnSpPr>
            <a:cxnSpLocks/>
          </p:cNvCxnSpPr>
          <p:nvPr/>
        </p:nvCxnSpPr>
        <p:spPr>
          <a:xfrm flipH="1">
            <a:off x="11241927" y="3959772"/>
            <a:ext cx="850773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02D7879D-0B2D-09EE-F78F-593211D82122}"/>
              </a:ext>
            </a:extLst>
          </p:cNvPr>
          <p:cNvCxnSpPr>
            <a:cxnSpLocks/>
          </p:cNvCxnSpPr>
          <p:nvPr/>
        </p:nvCxnSpPr>
        <p:spPr>
          <a:xfrm flipH="1">
            <a:off x="11362077" y="4124817"/>
            <a:ext cx="591671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4B9DDCF7-E087-EBA9-7BE7-11A1747270C2}"/>
              </a:ext>
            </a:extLst>
          </p:cNvPr>
          <p:cNvCxnSpPr>
            <a:cxnSpLocks/>
          </p:cNvCxnSpPr>
          <p:nvPr/>
        </p:nvCxnSpPr>
        <p:spPr>
          <a:xfrm flipH="1">
            <a:off x="11522618" y="4293165"/>
            <a:ext cx="233082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6C339670-1977-7F5C-B9F3-E8B9BD4396C1}"/>
              </a:ext>
            </a:extLst>
          </p:cNvPr>
          <p:cNvSpPr/>
          <p:nvPr/>
        </p:nvSpPr>
        <p:spPr>
          <a:xfrm>
            <a:off x="8705087" y="2748786"/>
            <a:ext cx="1484280" cy="103290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4904DA51-B76D-5E8D-F171-FA68F18872DE}"/>
              </a:ext>
            </a:extLst>
          </p:cNvPr>
          <p:cNvCxnSpPr>
            <a:cxnSpLocks/>
          </p:cNvCxnSpPr>
          <p:nvPr/>
        </p:nvCxnSpPr>
        <p:spPr>
          <a:xfrm>
            <a:off x="7270174" y="3219831"/>
            <a:ext cx="1513779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10520599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E61E50-4214-CCA3-6B03-C27638FEE9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1CC5D248-1A84-5555-9920-79D79A64A7A8}"/>
              </a:ext>
            </a:extLst>
          </p:cNvPr>
          <p:cNvSpPr>
            <a:spLocks noChangeAspect="1"/>
          </p:cNvSpPr>
          <p:nvPr/>
        </p:nvSpPr>
        <p:spPr>
          <a:xfrm>
            <a:off x="6108442" y="12487138"/>
            <a:ext cx="81914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BA747689-014E-1E02-8F97-88D111043918}"/>
              </a:ext>
            </a:extLst>
          </p:cNvPr>
          <p:cNvSpPr>
            <a:spLocks noChangeAspect="1"/>
          </p:cNvSpPr>
          <p:nvPr/>
        </p:nvSpPr>
        <p:spPr>
          <a:xfrm>
            <a:off x="7446090" y="12487138"/>
            <a:ext cx="81914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E08A3A40-EEF0-61BB-86C1-80B934EFB328}"/>
              </a:ext>
            </a:extLst>
          </p:cNvPr>
          <p:cNvSpPr>
            <a:spLocks noChangeAspect="1"/>
          </p:cNvSpPr>
          <p:nvPr/>
        </p:nvSpPr>
        <p:spPr>
          <a:xfrm>
            <a:off x="8783953" y="12487138"/>
            <a:ext cx="81914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9789F615-95FD-0DBF-4AEE-5603F2F42EBA}"/>
              </a:ext>
            </a:extLst>
          </p:cNvPr>
          <p:cNvSpPr>
            <a:spLocks noChangeAspect="1"/>
          </p:cNvSpPr>
          <p:nvPr/>
        </p:nvSpPr>
        <p:spPr>
          <a:xfrm>
            <a:off x="10103506" y="12487138"/>
            <a:ext cx="81914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5A1B4373-B899-A2B9-8FF6-646B717B780F}"/>
              </a:ext>
            </a:extLst>
          </p:cNvPr>
          <p:cNvSpPr>
            <a:spLocks noChangeAspect="1"/>
          </p:cNvSpPr>
          <p:nvPr/>
        </p:nvSpPr>
        <p:spPr>
          <a:xfrm>
            <a:off x="11450525" y="12487138"/>
            <a:ext cx="81914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EA8C6246-983A-42C8-DFBB-BEE2CB7F735C}"/>
              </a:ext>
            </a:extLst>
          </p:cNvPr>
          <p:cNvSpPr>
            <a:spLocks noChangeAspect="1"/>
          </p:cNvSpPr>
          <p:nvPr/>
        </p:nvSpPr>
        <p:spPr>
          <a:xfrm>
            <a:off x="12742611" y="12487138"/>
            <a:ext cx="81914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4E761AFF-8B38-0BFB-84BE-46C3DC554FD7}"/>
              </a:ext>
            </a:extLst>
          </p:cNvPr>
          <p:cNvSpPr>
            <a:spLocks noChangeAspect="1"/>
          </p:cNvSpPr>
          <p:nvPr/>
        </p:nvSpPr>
        <p:spPr>
          <a:xfrm>
            <a:off x="14062163" y="12485627"/>
            <a:ext cx="81914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6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808AA409-7821-FE67-DF34-3098EDD67CA1}"/>
              </a:ext>
            </a:extLst>
          </p:cNvPr>
          <p:cNvSpPr>
            <a:spLocks noChangeAspect="1"/>
          </p:cNvSpPr>
          <p:nvPr/>
        </p:nvSpPr>
        <p:spPr>
          <a:xfrm>
            <a:off x="15437092" y="12479146"/>
            <a:ext cx="81914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" name="!!box">
            <a:extLst>
              <a:ext uri="{FF2B5EF4-FFF2-40B4-BE49-F238E27FC236}">
                <a16:creationId xmlns:a16="http://schemas.microsoft.com/office/drawing/2014/main" id="{E3ADE80E-F53C-759B-D79C-7E0E26D481A0}"/>
              </a:ext>
            </a:extLst>
          </p:cNvPr>
          <p:cNvSpPr/>
          <p:nvPr/>
        </p:nvSpPr>
        <p:spPr>
          <a:xfrm>
            <a:off x="791743" y="395820"/>
            <a:ext cx="2693582" cy="590233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Next Element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E99E6B71-2B9C-8973-B1CF-1E0CFDB9F6B6}"/>
              </a:ext>
            </a:extLst>
          </p:cNvPr>
          <p:cNvSpPr/>
          <p:nvPr/>
        </p:nvSpPr>
        <p:spPr>
          <a:xfrm>
            <a:off x="5880911" y="11608510"/>
            <a:ext cx="1310397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8B27B94C-18C8-3C5B-5EC9-46C6CE8EE102}"/>
              </a:ext>
            </a:extLst>
          </p:cNvPr>
          <p:cNvSpPr/>
          <p:nvPr/>
        </p:nvSpPr>
        <p:spPr>
          <a:xfrm>
            <a:off x="7191308" y="11614460"/>
            <a:ext cx="1310397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41188563-0D4B-5357-0147-D119937B3D61}"/>
              </a:ext>
            </a:extLst>
          </p:cNvPr>
          <p:cNvSpPr/>
          <p:nvPr/>
        </p:nvSpPr>
        <p:spPr>
          <a:xfrm>
            <a:off x="8520016" y="11602561"/>
            <a:ext cx="1310397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2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F191182F-B224-74CE-6928-2BAE67164A98}"/>
              </a:ext>
            </a:extLst>
          </p:cNvPr>
          <p:cNvSpPr/>
          <p:nvPr/>
        </p:nvSpPr>
        <p:spPr>
          <a:xfrm>
            <a:off x="9848724" y="11602560"/>
            <a:ext cx="1310397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2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BD43853D-BF94-B15B-FF28-8BDD6631BE37}"/>
              </a:ext>
            </a:extLst>
          </p:cNvPr>
          <p:cNvSpPr/>
          <p:nvPr/>
        </p:nvSpPr>
        <p:spPr>
          <a:xfrm>
            <a:off x="11177432" y="11602559"/>
            <a:ext cx="1310397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52A93503-33E4-FD04-2D3F-DACAC01C215E}"/>
              </a:ext>
            </a:extLst>
          </p:cNvPr>
          <p:cNvSpPr/>
          <p:nvPr/>
        </p:nvSpPr>
        <p:spPr>
          <a:xfrm>
            <a:off x="12487829" y="11602558"/>
            <a:ext cx="1310397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1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860A7E52-E0FE-29A0-03E8-4C83F3AA2516}"/>
              </a:ext>
            </a:extLst>
          </p:cNvPr>
          <p:cNvSpPr/>
          <p:nvPr/>
        </p:nvSpPr>
        <p:spPr>
          <a:xfrm>
            <a:off x="13816537" y="11614460"/>
            <a:ext cx="1310397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E642F01D-5D9E-210E-E4C5-2538C1BB6D77}"/>
              </a:ext>
            </a:extLst>
          </p:cNvPr>
          <p:cNvSpPr/>
          <p:nvPr/>
        </p:nvSpPr>
        <p:spPr>
          <a:xfrm>
            <a:off x="15189202" y="11614460"/>
            <a:ext cx="1310397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777BB512-3F08-C789-9F81-8C3F8BE9904E}"/>
              </a:ext>
            </a:extLst>
          </p:cNvPr>
          <p:cNvSpPr/>
          <p:nvPr/>
        </p:nvSpPr>
        <p:spPr>
          <a:xfrm>
            <a:off x="4055760" y="174482"/>
            <a:ext cx="1310397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2</a:t>
            </a:r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A3F6D2A6-84DA-BEB7-47A3-B71DE44E35B2}"/>
              </a:ext>
            </a:extLst>
          </p:cNvPr>
          <p:cNvSpPr/>
          <p:nvPr/>
        </p:nvSpPr>
        <p:spPr>
          <a:xfrm>
            <a:off x="2708969" y="2748786"/>
            <a:ext cx="1484280" cy="103290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EDF8E6E8-C527-94BD-5040-4CE588F68186}"/>
              </a:ext>
            </a:extLst>
          </p:cNvPr>
          <p:cNvSpPr/>
          <p:nvPr/>
        </p:nvSpPr>
        <p:spPr>
          <a:xfrm>
            <a:off x="5707028" y="2748786"/>
            <a:ext cx="1484280" cy="103290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038879F7-C31B-694E-8D73-780B197FDF3B}"/>
              </a:ext>
            </a:extLst>
          </p:cNvPr>
          <p:cNvCxnSpPr>
            <a:cxnSpLocks/>
            <a:stCxn id="35" idx="3"/>
            <a:endCxn id="41" idx="1"/>
          </p:cNvCxnSpPr>
          <p:nvPr/>
        </p:nvCxnSpPr>
        <p:spPr>
          <a:xfrm>
            <a:off x="4193249" y="3265239"/>
            <a:ext cx="1513779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3D13216C-3CBC-FDE1-9608-C96FCD004240}"/>
              </a:ext>
            </a:extLst>
          </p:cNvPr>
          <p:cNvCxnSpPr>
            <a:cxnSpLocks/>
            <a:stCxn id="58" idx="0"/>
          </p:cNvCxnSpPr>
          <p:nvPr/>
        </p:nvCxnSpPr>
        <p:spPr>
          <a:xfrm flipV="1">
            <a:off x="3451109" y="3959772"/>
            <a:ext cx="0" cy="1046241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50ACCAD7-CB45-2316-3FD5-83B655B56107}"/>
              </a:ext>
            </a:extLst>
          </p:cNvPr>
          <p:cNvCxnSpPr>
            <a:cxnSpLocks/>
            <a:stCxn id="59" idx="0"/>
          </p:cNvCxnSpPr>
          <p:nvPr/>
        </p:nvCxnSpPr>
        <p:spPr>
          <a:xfrm flipV="1">
            <a:off x="9447227" y="3974968"/>
            <a:ext cx="0" cy="1031045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57" name="Rounded Rectangle 56">
            <a:extLst>
              <a:ext uri="{FF2B5EF4-FFF2-40B4-BE49-F238E27FC236}">
                <a16:creationId xmlns:a16="http://schemas.microsoft.com/office/drawing/2014/main" id="{5D2F27F7-92CB-F77A-7565-306D8DC862CC}"/>
              </a:ext>
            </a:extLst>
          </p:cNvPr>
          <p:cNvSpPr/>
          <p:nvPr/>
        </p:nvSpPr>
        <p:spPr>
          <a:xfrm>
            <a:off x="3234726" y="11895394"/>
            <a:ext cx="2173242" cy="590233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63500" cap="flat">
            <a:solidFill>
              <a:schemeClr val="accent4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b="1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</a:rPr>
              <a:t>Frequency</a:t>
            </a:r>
          </a:p>
        </p:txBody>
      </p:sp>
      <p:sp>
        <p:nvSpPr>
          <p:cNvPr id="58" name="Rounded Rectangle 57">
            <a:extLst>
              <a:ext uri="{FF2B5EF4-FFF2-40B4-BE49-F238E27FC236}">
                <a16:creationId xmlns:a16="http://schemas.microsoft.com/office/drawing/2014/main" id="{01DB5E67-E620-3CA8-4021-C1591937212B}"/>
              </a:ext>
            </a:extLst>
          </p:cNvPr>
          <p:cNvSpPr/>
          <p:nvPr/>
        </p:nvSpPr>
        <p:spPr>
          <a:xfrm>
            <a:off x="2708969" y="5006013"/>
            <a:ext cx="1484280" cy="590233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63500" cap="flat">
            <a:solidFill>
              <a:schemeClr val="accent4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first</a:t>
            </a:r>
            <a:endParaRPr lang="en-US" sz="28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</a:endParaRPr>
          </a:p>
        </p:txBody>
      </p:sp>
      <p:sp>
        <p:nvSpPr>
          <p:cNvPr id="59" name="Rounded Rectangle 58">
            <a:extLst>
              <a:ext uri="{FF2B5EF4-FFF2-40B4-BE49-F238E27FC236}">
                <a16:creationId xmlns:a16="http://schemas.microsoft.com/office/drawing/2014/main" id="{1F972D61-0E82-CF8D-3050-0043522830E7}"/>
              </a:ext>
            </a:extLst>
          </p:cNvPr>
          <p:cNvSpPr/>
          <p:nvPr/>
        </p:nvSpPr>
        <p:spPr>
          <a:xfrm>
            <a:off x="8705087" y="5006013"/>
            <a:ext cx="1484280" cy="590233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63500" cap="flat">
            <a:solidFill>
              <a:schemeClr val="accent4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last</a:t>
            </a:r>
            <a:endParaRPr lang="en-US" sz="28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2D283E9-35C4-DC7E-4B02-15768EE97BD2}"/>
              </a:ext>
            </a:extLst>
          </p:cNvPr>
          <p:cNvCxnSpPr>
            <a:cxnSpLocks/>
          </p:cNvCxnSpPr>
          <p:nvPr/>
        </p:nvCxnSpPr>
        <p:spPr>
          <a:xfrm>
            <a:off x="10183027" y="3228083"/>
            <a:ext cx="1484287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9C45EA5-A4BC-C256-62BF-E9265BE759AE}"/>
              </a:ext>
            </a:extLst>
          </p:cNvPr>
          <p:cNvCxnSpPr>
            <a:cxnSpLocks/>
          </p:cNvCxnSpPr>
          <p:nvPr/>
        </p:nvCxnSpPr>
        <p:spPr>
          <a:xfrm>
            <a:off x="11649822" y="3156365"/>
            <a:ext cx="0" cy="767388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1126CD6B-9050-1CDF-B300-55CDAA086F99}"/>
              </a:ext>
            </a:extLst>
          </p:cNvPr>
          <p:cNvCxnSpPr>
            <a:cxnSpLocks/>
          </p:cNvCxnSpPr>
          <p:nvPr/>
        </p:nvCxnSpPr>
        <p:spPr>
          <a:xfrm flipH="1">
            <a:off x="11241927" y="3959772"/>
            <a:ext cx="850773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F743F14D-A49F-CD65-DD71-92CE7ED19D16}"/>
              </a:ext>
            </a:extLst>
          </p:cNvPr>
          <p:cNvCxnSpPr>
            <a:cxnSpLocks/>
          </p:cNvCxnSpPr>
          <p:nvPr/>
        </p:nvCxnSpPr>
        <p:spPr>
          <a:xfrm flipH="1">
            <a:off x="11362077" y="4124817"/>
            <a:ext cx="591671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0D20A235-2AB2-1042-AA85-2D7B70064709}"/>
              </a:ext>
            </a:extLst>
          </p:cNvPr>
          <p:cNvCxnSpPr>
            <a:cxnSpLocks/>
          </p:cNvCxnSpPr>
          <p:nvPr/>
        </p:nvCxnSpPr>
        <p:spPr>
          <a:xfrm flipH="1">
            <a:off x="11522618" y="4293165"/>
            <a:ext cx="233082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B7BDB02F-D305-7E4B-EED3-7991B55E573A}"/>
              </a:ext>
            </a:extLst>
          </p:cNvPr>
          <p:cNvSpPr/>
          <p:nvPr/>
        </p:nvSpPr>
        <p:spPr>
          <a:xfrm>
            <a:off x="8705087" y="2748786"/>
            <a:ext cx="1484280" cy="103290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26824C0A-28F7-5D42-F653-68196FD7AF3D}"/>
              </a:ext>
            </a:extLst>
          </p:cNvPr>
          <p:cNvCxnSpPr>
            <a:cxnSpLocks/>
          </p:cNvCxnSpPr>
          <p:nvPr/>
        </p:nvCxnSpPr>
        <p:spPr>
          <a:xfrm>
            <a:off x="7270174" y="3219831"/>
            <a:ext cx="1513779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33902092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352C2A-35B4-0087-2829-6884851704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4D2CFDE1-2E98-F01C-B70E-AD70349DCE45}"/>
              </a:ext>
            </a:extLst>
          </p:cNvPr>
          <p:cNvSpPr>
            <a:spLocks noChangeAspect="1"/>
          </p:cNvSpPr>
          <p:nvPr/>
        </p:nvSpPr>
        <p:spPr>
          <a:xfrm>
            <a:off x="6108442" y="12487138"/>
            <a:ext cx="81914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35F26101-3D96-E231-EFBB-97719E1C685C}"/>
              </a:ext>
            </a:extLst>
          </p:cNvPr>
          <p:cNvSpPr>
            <a:spLocks noChangeAspect="1"/>
          </p:cNvSpPr>
          <p:nvPr/>
        </p:nvSpPr>
        <p:spPr>
          <a:xfrm>
            <a:off x="7446090" y="12487138"/>
            <a:ext cx="81914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FC2BFC38-DEB1-F40A-6B15-644C4D07229D}"/>
              </a:ext>
            </a:extLst>
          </p:cNvPr>
          <p:cNvSpPr>
            <a:spLocks noChangeAspect="1"/>
          </p:cNvSpPr>
          <p:nvPr/>
        </p:nvSpPr>
        <p:spPr>
          <a:xfrm>
            <a:off x="8783953" y="12487138"/>
            <a:ext cx="81914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240FB0FF-439B-5AAC-ADA8-26B5EF944818}"/>
              </a:ext>
            </a:extLst>
          </p:cNvPr>
          <p:cNvSpPr>
            <a:spLocks noChangeAspect="1"/>
          </p:cNvSpPr>
          <p:nvPr/>
        </p:nvSpPr>
        <p:spPr>
          <a:xfrm>
            <a:off x="10103506" y="12487138"/>
            <a:ext cx="81914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28D15CD3-FFC8-4BBF-6145-5BC9FC11DA9C}"/>
              </a:ext>
            </a:extLst>
          </p:cNvPr>
          <p:cNvSpPr>
            <a:spLocks noChangeAspect="1"/>
          </p:cNvSpPr>
          <p:nvPr/>
        </p:nvSpPr>
        <p:spPr>
          <a:xfrm>
            <a:off x="11450525" y="12487138"/>
            <a:ext cx="81914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B7B5A252-F1C6-FA1D-A23A-8BA00BB91942}"/>
              </a:ext>
            </a:extLst>
          </p:cNvPr>
          <p:cNvSpPr>
            <a:spLocks noChangeAspect="1"/>
          </p:cNvSpPr>
          <p:nvPr/>
        </p:nvSpPr>
        <p:spPr>
          <a:xfrm>
            <a:off x="12742611" y="12487138"/>
            <a:ext cx="81914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91D1AB06-F8D1-A34C-BD13-626F1E149208}"/>
              </a:ext>
            </a:extLst>
          </p:cNvPr>
          <p:cNvSpPr>
            <a:spLocks noChangeAspect="1"/>
          </p:cNvSpPr>
          <p:nvPr/>
        </p:nvSpPr>
        <p:spPr>
          <a:xfrm>
            <a:off x="14062163" y="12485627"/>
            <a:ext cx="81914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6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958CCB01-5E26-2835-FB39-A2A41E0FEF0A}"/>
              </a:ext>
            </a:extLst>
          </p:cNvPr>
          <p:cNvSpPr>
            <a:spLocks noChangeAspect="1"/>
          </p:cNvSpPr>
          <p:nvPr/>
        </p:nvSpPr>
        <p:spPr>
          <a:xfrm>
            <a:off x="15437092" y="12479146"/>
            <a:ext cx="81914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" name="!!box">
            <a:extLst>
              <a:ext uri="{FF2B5EF4-FFF2-40B4-BE49-F238E27FC236}">
                <a16:creationId xmlns:a16="http://schemas.microsoft.com/office/drawing/2014/main" id="{FC87C777-916B-80B7-E22E-3B7EAB1A26D0}"/>
              </a:ext>
            </a:extLst>
          </p:cNvPr>
          <p:cNvSpPr/>
          <p:nvPr/>
        </p:nvSpPr>
        <p:spPr>
          <a:xfrm>
            <a:off x="791743" y="395820"/>
            <a:ext cx="2693582" cy="590233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Next Element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6B91B19D-76A9-EFA3-0710-B95E7FBC4383}"/>
              </a:ext>
            </a:extLst>
          </p:cNvPr>
          <p:cNvSpPr/>
          <p:nvPr/>
        </p:nvSpPr>
        <p:spPr>
          <a:xfrm>
            <a:off x="5880911" y="11608510"/>
            <a:ext cx="1310397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490D5442-AEA5-2F88-BD30-4CC8D9F70E1C}"/>
              </a:ext>
            </a:extLst>
          </p:cNvPr>
          <p:cNvSpPr/>
          <p:nvPr/>
        </p:nvSpPr>
        <p:spPr>
          <a:xfrm>
            <a:off x="7191308" y="11614460"/>
            <a:ext cx="1310397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ABA78A05-7A6D-99C5-0D15-D31358C40724}"/>
              </a:ext>
            </a:extLst>
          </p:cNvPr>
          <p:cNvSpPr/>
          <p:nvPr/>
        </p:nvSpPr>
        <p:spPr>
          <a:xfrm>
            <a:off x="8520016" y="11602561"/>
            <a:ext cx="1310397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2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DA1226EA-DA3C-F08E-DE7C-7F4EB0B37B79}"/>
              </a:ext>
            </a:extLst>
          </p:cNvPr>
          <p:cNvSpPr/>
          <p:nvPr/>
        </p:nvSpPr>
        <p:spPr>
          <a:xfrm>
            <a:off x="9848724" y="11602560"/>
            <a:ext cx="1310397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2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AB1A07E3-4F19-9A7E-96C5-AF2D3F2112E4}"/>
              </a:ext>
            </a:extLst>
          </p:cNvPr>
          <p:cNvSpPr/>
          <p:nvPr/>
        </p:nvSpPr>
        <p:spPr>
          <a:xfrm>
            <a:off x="11177432" y="11602559"/>
            <a:ext cx="1310397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2CA0BA3F-A735-C82A-D30F-F36D2DEE0E61}"/>
              </a:ext>
            </a:extLst>
          </p:cNvPr>
          <p:cNvSpPr/>
          <p:nvPr/>
        </p:nvSpPr>
        <p:spPr>
          <a:xfrm>
            <a:off x="12487829" y="11602558"/>
            <a:ext cx="1310397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1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7B3C5D8C-B0FA-3094-D16E-E27A7D6BF5BC}"/>
              </a:ext>
            </a:extLst>
          </p:cNvPr>
          <p:cNvSpPr/>
          <p:nvPr/>
        </p:nvSpPr>
        <p:spPr>
          <a:xfrm>
            <a:off x="13816537" y="11614460"/>
            <a:ext cx="1310397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EE7EF51A-0FDC-A168-EF20-C5E5E426361F}"/>
              </a:ext>
            </a:extLst>
          </p:cNvPr>
          <p:cNvSpPr/>
          <p:nvPr/>
        </p:nvSpPr>
        <p:spPr>
          <a:xfrm>
            <a:off x="15189202" y="11614460"/>
            <a:ext cx="1310397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7C0112AC-55E3-8E86-C5C5-CABBE875EE4C}"/>
              </a:ext>
            </a:extLst>
          </p:cNvPr>
          <p:cNvSpPr/>
          <p:nvPr/>
        </p:nvSpPr>
        <p:spPr>
          <a:xfrm>
            <a:off x="4055760" y="174482"/>
            <a:ext cx="1310397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2</a:t>
            </a:r>
          </a:p>
        </p:txBody>
      </p: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B01531AB-F1C1-9648-7764-2518C3FD7860}"/>
              </a:ext>
            </a:extLst>
          </p:cNvPr>
          <p:cNvSpPr/>
          <p:nvPr/>
        </p:nvSpPr>
        <p:spPr>
          <a:xfrm>
            <a:off x="5707028" y="2748786"/>
            <a:ext cx="1484280" cy="103290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E7A06928-31C1-C935-CCD4-C9FE5A07E787}"/>
              </a:ext>
            </a:extLst>
          </p:cNvPr>
          <p:cNvCxnSpPr>
            <a:cxnSpLocks/>
            <a:stCxn id="58" idx="0"/>
          </p:cNvCxnSpPr>
          <p:nvPr/>
        </p:nvCxnSpPr>
        <p:spPr>
          <a:xfrm flipV="1">
            <a:off x="6458222" y="3959772"/>
            <a:ext cx="0" cy="1046241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9A438F5F-9E9C-8D2B-A377-18B75A6C7767}"/>
              </a:ext>
            </a:extLst>
          </p:cNvPr>
          <p:cNvCxnSpPr>
            <a:cxnSpLocks/>
            <a:stCxn id="59" idx="0"/>
          </p:cNvCxnSpPr>
          <p:nvPr/>
        </p:nvCxnSpPr>
        <p:spPr>
          <a:xfrm flipV="1">
            <a:off x="9447227" y="3974968"/>
            <a:ext cx="0" cy="1031045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57" name="Rounded Rectangle 56">
            <a:extLst>
              <a:ext uri="{FF2B5EF4-FFF2-40B4-BE49-F238E27FC236}">
                <a16:creationId xmlns:a16="http://schemas.microsoft.com/office/drawing/2014/main" id="{FC7C2537-0176-C0EF-DC20-EA329861B616}"/>
              </a:ext>
            </a:extLst>
          </p:cNvPr>
          <p:cNvSpPr/>
          <p:nvPr/>
        </p:nvSpPr>
        <p:spPr>
          <a:xfrm>
            <a:off x="3234726" y="11895394"/>
            <a:ext cx="2173242" cy="590233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63500" cap="flat">
            <a:solidFill>
              <a:schemeClr val="accent4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b="1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</a:rPr>
              <a:t>Frequency</a:t>
            </a:r>
          </a:p>
        </p:txBody>
      </p:sp>
      <p:sp>
        <p:nvSpPr>
          <p:cNvPr id="58" name="Rounded Rectangle 57">
            <a:extLst>
              <a:ext uri="{FF2B5EF4-FFF2-40B4-BE49-F238E27FC236}">
                <a16:creationId xmlns:a16="http://schemas.microsoft.com/office/drawing/2014/main" id="{881B4A9A-C81F-6C4A-656D-0DAFE063D90B}"/>
              </a:ext>
            </a:extLst>
          </p:cNvPr>
          <p:cNvSpPr/>
          <p:nvPr/>
        </p:nvSpPr>
        <p:spPr>
          <a:xfrm>
            <a:off x="5716082" y="5006013"/>
            <a:ext cx="1484280" cy="590233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63500" cap="flat">
            <a:solidFill>
              <a:schemeClr val="accent4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first</a:t>
            </a:r>
            <a:endParaRPr lang="en-US" sz="28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</a:endParaRPr>
          </a:p>
        </p:txBody>
      </p:sp>
      <p:sp>
        <p:nvSpPr>
          <p:cNvPr id="59" name="Rounded Rectangle 58">
            <a:extLst>
              <a:ext uri="{FF2B5EF4-FFF2-40B4-BE49-F238E27FC236}">
                <a16:creationId xmlns:a16="http://schemas.microsoft.com/office/drawing/2014/main" id="{72E3C6CD-A59F-344C-822E-5DF8D5EB425D}"/>
              </a:ext>
            </a:extLst>
          </p:cNvPr>
          <p:cNvSpPr/>
          <p:nvPr/>
        </p:nvSpPr>
        <p:spPr>
          <a:xfrm>
            <a:off x="8705087" y="5006013"/>
            <a:ext cx="1484280" cy="590233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63500" cap="flat">
            <a:solidFill>
              <a:schemeClr val="accent4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last</a:t>
            </a:r>
            <a:endParaRPr lang="en-US" sz="28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A942B0A-8004-A835-F691-E811A7F4432F}"/>
              </a:ext>
            </a:extLst>
          </p:cNvPr>
          <p:cNvCxnSpPr>
            <a:cxnSpLocks/>
          </p:cNvCxnSpPr>
          <p:nvPr/>
        </p:nvCxnSpPr>
        <p:spPr>
          <a:xfrm>
            <a:off x="10183027" y="3228083"/>
            <a:ext cx="1484287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D4BDC5B6-AADB-28C9-0475-4D4AB47A83FD}"/>
              </a:ext>
            </a:extLst>
          </p:cNvPr>
          <p:cNvCxnSpPr>
            <a:cxnSpLocks/>
          </p:cNvCxnSpPr>
          <p:nvPr/>
        </p:nvCxnSpPr>
        <p:spPr>
          <a:xfrm>
            <a:off x="11649822" y="3156365"/>
            <a:ext cx="0" cy="767388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9D4180F-BBF5-115E-84AF-BCCB0ADBF1EE}"/>
              </a:ext>
            </a:extLst>
          </p:cNvPr>
          <p:cNvCxnSpPr>
            <a:cxnSpLocks/>
          </p:cNvCxnSpPr>
          <p:nvPr/>
        </p:nvCxnSpPr>
        <p:spPr>
          <a:xfrm flipH="1">
            <a:off x="11241927" y="3959772"/>
            <a:ext cx="850773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45312683-C76D-764A-F435-CD6999C3DC85}"/>
              </a:ext>
            </a:extLst>
          </p:cNvPr>
          <p:cNvCxnSpPr>
            <a:cxnSpLocks/>
          </p:cNvCxnSpPr>
          <p:nvPr/>
        </p:nvCxnSpPr>
        <p:spPr>
          <a:xfrm flipH="1">
            <a:off x="11362077" y="4124817"/>
            <a:ext cx="591671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A383061E-F579-F874-8FCA-67642A5673D1}"/>
              </a:ext>
            </a:extLst>
          </p:cNvPr>
          <p:cNvCxnSpPr>
            <a:cxnSpLocks/>
          </p:cNvCxnSpPr>
          <p:nvPr/>
        </p:nvCxnSpPr>
        <p:spPr>
          <a:xfrm flipH="1">
            <a:off x="11522618" y="4293165"/>
            <a:ext cx="233082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1E790C51-EABD-440E-7983-18A278173571}"/>
              </a:ext>
            </a:extLst>
          </p:cNvPr>
          <p:cNvSpPr/>
          <p:nvPr/>
        </p:nvSpPr>
        <p:spPr>
          <a:xfrm>
            <a:off x="8705087" y="2748786"/>
            <a:ext cx="1484280" cy="103290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C939A9F6-FE89-3959-ED62-765E215469DF}"/>
              </a:ext>
            </a:extLst>
          </p:cNvPr>
          <p:cNvCxnSpPr>
            <a:cxnSpLocks/>
          </p:cNvCxnSpPr>
          <p:nvPr/>
        </p:nvCxnSpPr>
        <p:spPr>
          <a:xfrm>
            <a:off x="7270174" y="3219831"/>
            <a:ext cx="1513779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26182484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FF43B3-196B-2B46-9944-5C8DD786F6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1E6E9726-B5DC-E377-18CB-88B825BA0019}"/>
              </a:ext>
            </a:extLst>
          </p:cNvPr>
          <p:cNvSpPr>
            <a:spLocks noChangeAspect="1"/>
          </p:cNvSpPr>
          <p:nvPr/>
        </p:nvSpPr>
        <p:spPr>
          <a:xfrm>
            <a:off x="6108442" y="12487138"/>
            <a:ext cx="81914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F11EE0B3-9BB2-E655-3EBA-BF54E5CC1A93}"/>
              </a:ext>
            </a:extLst>
          </p:cNvPr>
          <p:cNvSpPr>
            <a:spLocks noChangeAspect="1"/>
          </p:cNvSpPr>
          <p:nvPr/>
        </p:nvSpPr>
        <p:spPr>
          <a:xfrm>
            <a:off x="7446090" y="12487138"/>
            <a:ext cx="81914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5E2DFDA7-8315-121D-58CF-223A8FB898F8}"/>
              </a:ext>
            </a:extLst>
          </p:cNvPr>
          <p:cNvSpPr>
            <a:spLocks noChangeAspect="1"/>
          </p:cNvSpPr>
          <p:nvPr/>
        </p:nvSpPr>
        <p:spPr>
          <a:xfrm>
            <a:off x="8783953" y="12487138"/>
            <a:ext cx="81914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08306AEC-FCD2-D051-611F-5B2D7D35ABB6}"/>
              </a:ext>
            </a:extLst>
          </p:cNvPr>
          <p:cNvSpPr>
            <a:spLocks noChangeAspect="1"/>
          </p:cNvSpPr>
          <p:nvPr/>
        </p:nvSpPr>
        <p:spPr>
          <a:xfrm>
            <a:off x="10103506" y="12487138"/>
            <a:ext cx="81914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399E3A14-C75D-573E-0EC7-4DA0167F3620}"/>
              </a:ext>
            </a:extLst>
          </p:cNvPr>
          <p:cNvSpPr>
            <a:spLocks noChangeAspect="1"/>
          </p:cNvSpPr>
          <p:nvPr/>
        </p:nvSpPr>
        <p:spPr>
          <a:xfrm>
            <a:off x="11450525" y="12487138"/>
            <a:ext cx="81914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EE02ABD4-7003-1A13-32CB-58075635B9D1}"/>
              </a:ext>
            </a:extLst>
          </p:cNvPr>
          <p:cNvSpPr>
            <a:spLocks noChangeAspect="1"/>
          </p:cNvSpPr>
          <p:nvPr/>
        </p:nvSpPr>
        <p:spPr>
          <a:xfrm>
            <a:off x="12742611" y="12487138"/>
            <a:ext cx="81914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23EC3532-3514-701E-6005-D04CFA52C157}"/>
              </a:ext>
            </a:extLst>
          </p:cNvPr>
          <p:cNvSpPr>
            <a:spLocks noChangeAspect="1"/>
          </p:cNvSpPr>
          <p:nvPr/>
        </p:nvSpPr>
        <p:spPr>
          <a:xfrm>
            <a:off x="14062163" y="12485627"/>
            <a:ext cx="81914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6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C6BA6E48-ADA8-3E3D-F94D-914BA09F1793}"/>
              </a:ext>
            </a:extLst>
          </p:cNvPr>
          <p:cNvSpPr>
            <a:spLocks noChangeAspect="1"/>
          </p:cNvSpPr>
          <p:nvPr/>
        </p:nvSpPr>
        <p:spPr>
          <a:xfrm>
            <a:off x="15437092" y="12479146"/>
            <a:ext cx="81914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" name="!!box">
            <a:extLst>
              <a:ext uri="{FF2B5EF4-FFF2-40B4-BE49-F238E27FC236}">
                <a16:creationId xmlns:a16="http://schemas.microsoft.com/office/drawing/2014/main" id="{C60C937F-D8CF-A5A3-F745-2BC640E7C995}"/>
              </a:ext>
            </a:extLst>
          </p:cNvPr>
          <p:cNvSpPr/>
          <p:nvPr/>
        </p:nvSpPr>
        <p:spPr>
          <a:xfrm>
            <a:off x="791743" y="395820"/>
            <a:ext cx="2693582" cy="590233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Next Element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EEF66F03-15ED-FEEF-2294-B71A18134505}"/>
              </a:ext>
            </a:extLst>
          </p:cNvPr>
          <p:cNvSpPr/>
          <p:nvPr/>
        </p:nvSpPr>
        <p:spPr>
          <a:xfrm>
            <a:off x="5880911" y="11608510"/>
            <a:ext cx="1310397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C3753833-88D5-D9FE-9941-48B53195288A}"/>
              </a:ext>
            </a:extLst>
          </p:cNvPr>
          <p:cNvSpPr/>
          <p:nvPr/>
        </p:nvSpPr>
        <p:spPr>
          <a:xfrm>
            <a:off x="7191308" y="11614460"/>
            <a:ext cx="1310397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D2B6DB81-B540-A335-92AF-9407516062EA}"/>
              </a:ext>
            </a:extLst>
          </p:cNvPr>
          <p:cNvSpPr/>
          <p:nvPr/>
        </p:nvSpPr>
        <p:spPr>
          <a:xfrm>
            <a:off x="8520016" y="11602561"/>
            <a:ext cx="1310397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2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70C79DCC-6683-9F4F-B950-5F7E3856A616}"/>
              </a:ext>
            </a:extLst>
          </p:cNvPr>
          <p:cNvSpPr/>
          <p:nvPr/>
        </p:nvSpPr>
        <p:spPr>
          <a:xfrm>
            <a:off x="9848724" y="11602560"/>
            <a:ext cx="1310397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2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8C8CBAA0-4B40-E435-B283-4C620DD6B325}"/>
              </a:ext>
            </a:extLst>
          </p:cNvPr>
          <p:cNvSpPr/>
          <p:nvPr/>
        </p:nvSpPr>
        <p:spPr>
          <a:xfrm>
            <a:off x="11177432" y="11602559"/>
            <a:ext cx="1310397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69C54C9D-EEF0-D221-66F0-3D5930F7DDC4}"/>
              </a:ext>
            </a:extLst>
          </p:cNvPr>
          <p:cNvSpPr/>
          <p:nvPr/>
        </p:nvSpPr>
        <p:spPr>
          <a:xfrm>
            <a:off x="12487829" y="11602558"/>
            <a:ext cx="1310397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1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FCCB65FA-28D9-7E32-5ED2-8888889A5BB2}"/>
              </a:ext>
            </a:extLst>
          </p:cNvPr>
          <p:cNvSpPr/>
          <p:nvPr/>
        </p:nvSpPr>
        <p:spPr>
          <a:xfrm>
            <a:off x="13816537" y="11614460"/>
            <a:ext cx="1310397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B635F78E-F7BB-02DA-DC31-1ACA84AB63CF}"/>
              </a:ext>
            </a:extLst>
          </p:cNvPr>
          <p:cNvSpPr/>
          <p:nvPr/>
        </p:nvSpPr>
        <p:spPr>
          <a:xfrm>
            <a:off x="15189202" y="11614460"/>
            <a:ext cx="1310397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8DE53873-AD0F-42DE-9517-3AF89685C2CD}"/>
              </a:ext>
            </a:extLst>
          </p:cNvPr>
          <p:cNvSpPr/>
          <p:nvPr/>
        </p:nvSpPr>
        <p:spPr>
          <a:xfrm>
            <a:off x="4055760" y="174482"/>
            <a:ext cx="1310397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2</a:t>
            </a:r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11DB218F-DAB3-6FA7-D05F-7F76C2988356}"/>
              </a:ext>
            </a:extLst>
          </p:cNvPr>
          <p:cNvCxnSpPr>
            <a:cxnSpLocks/>
            <a:stCxn id="59" idx="0"/>
          </p:cNvCxnSpPr>
          <p:nvPr/>
        </p:nvCxnSpPr>
        <p:spPr>
          <a:xfrm flipV="1">
            <a:off x="9447227" y="3974968"/>
            <a:ext cx="0" cy="1031045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57" name="Rounded Rectangle 56">
            <a:extLst>
              <a:ext uri="{FF2B5EF4-FFF2-40B4-BE49-F238E27FC236}">
                <a16:creationId xmlns:a16="http://schemas.microsoft.com/office/drawing/2014/main" id="{66B7269A-66A0-8640-35CE-3C91D62AACA9}"/>
              </a:ext>
            </a:extLst>
          </p:cNvPr>
          <p:cNvSpPr/>
          <p:nvPr/>
        </p:nvSpPr>
        <p:spPr>
          <a:xfrm>
            <a:off x="3234726" y="11895394"/>
            <a:ext cx="2173242" cy="590233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63500" cap="flat">
            <a:solidFill>
              <a:schemeClr val="accent4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b="1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</a:rPr>
              <a:t>Frequency</a:t>
            </a:r>
          </a:p>
        </p:txBody>
      </p:sp>
      <p:sp>
        <p:nvSpPr>
          <p:cNvPr id="58" name="Rounded Rectangle 57">
            <a:extLst>
              <a:ext uri="{FF2B5EF4-FFF2-40B4-BE49-F238E27FC236}">
                <a16:creationId xmlns:a16="http://schemas.microsoft.com/office/drawing/2014/main" id="{AAFF9951-B2BB-BA70-59EC-D8ACF7E36995}"/>
              </a:ext>
            </a:extLst>
          </p:cNvPr>
          <p:cNvSpPr/>
          <p:nvPr/>
        </p:nvSpPr>
        <p:spPr>
          <a:xfrm>
            <a:off x="8698747" y="5916041"/>
            <a:ext cx="1484280" cy="590233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63500" cap="flat">
            <a:solidFill>
              <a:schemeClr val="accent4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first</a:t>
            </a:r>
            <a:endParaRPr lang="en-US" sz="28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</a:endParaRPr>
          </a:p>
        </p:txBody>
      </p:sp>
      <p:sp>
        <p:nvSpPr>
          <p:cNvPr id="59" name="Rounded Rectangle 58">
            <a:extLst>
              <a:ext uri="{FF2B5EF4-FFF2-40B4-BE49-F238E27FC236}">
                <a16:creationId xmlns:a16="http://schemas.microsoft.com/office/drawing/2014/main" id="{CA9F6EA1-1F52-1111-82E5-95B6FD588731}"/>
              </a:ext>
            </a:extLst>
          </p:cNvPr>
          <p:cNvSpPr/>
          <p:nvPr/>
        </p:nvSpPr>
        <p:spPr>
          <a:xfrm>
            <a:off x="8705087" y="5006013"/>
            <a:ext cx="1484280" cy="590233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63500" cap="flat">
            <a:solidFill>
              <a:schemeClr val="accent4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last</a:t>
            </a:r>
            <a:endParaRPr lang="en-US" sz="28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4884894-A322-F550-C49D-C5B50B9A1661}"/>
              </a:ext>
            </a:extLst>
          </p:cNvPr>
          <p:cNvCxnSpPr>
            <a:cxnSpLocks/>
          </p:cNvCxnSpPr>
          <p:nvPr/>
        </p:nvCxnSpPr>
        <p:spPr>
          <a:xfrm>
            <a:off x="10183027" y="3228083"/>
            <a:ext cx="1484287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1FD7FD4-A2C4-0361-E5FC-E45AA9369FB7}"/>
              </a:ext>
            </a:extLst>
          </p:cNvPr>
          <p:cNvCxnSpPr>
            <a:cxnSpLocks/>
          </p:cNvCxnSpPr>
          <p:nvPr/>
        </p:nvCxnSpPr>
        <p:spPr>
          <a:xfrm>
            <a:off x="11649822" y="3156365"/>
            <a:ext cx="0" cy="767388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F10B105-F257-B0B1-2DAA-243F4576C748}"/>
              </a:ext>
            </a:extLst>
          </p:cNvPr>
          <p:cNvCxnSpPr>
            <a:cxnSpLocks/>
          </p:cNvCxnSpPr>
          <p:nvPr/>
        </p:nvCxnSpPr>
        <p:spPr>
          <a:xfrm flipH="1">
            <a:off x="11241927" y="3959772"/>
            <a:ext cx="850773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1C7EFDF9-071D-7DEF-7A24-282328493B88}"/>
              </a:ext>
            </a:extLst>
          </p:cNvPr>
          <p:cNvCxnSpPr>
            <a:cxnSpLocks/>
          </p:cNvCxnSpPr>
          <p:nvPr/>
        </p:nvCxnSpPr>
        <p:spPr>
          <a:xfrm flipH="1">
            <a:off x="11362077" y="4124817"/>
            <a:ext cx="591671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142AEEC6-16C7-9DC9-80D0-7CF0F8C49413}"/>
              </a:ext>
            </a:extLst>
          </p:cNvPr>
          <p:cNvCxnSpPr>
            <a:cxnSpLocks/>
          </p:cNvCxnSpPr>
          <p:nvPr/>
        </p:nvCxnSpPr>
        <p:spPr>
          <a:xfrm flipH="1">
            <a:off x="11522618" y="4293165"/>
            <a:ext cx="233082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6626919A-40F0-6EF8-C23A-4D8221B0DA49}"/>
              </a:ext>
            </a:extLst>
          </p:cNvPr>
          <p:cNvSpPr/>
          <p:nvPr/>
        </p:nvSpPr>
        <p:spPr>
          <a:xfrm>
            <a:off x="8705087" y="2748786"/>
            <a:ext cx="1484280" cy="103290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14586081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box">
            <a:extLst>
              <a:ext uri="{FF2B5EF4-FFF2-40B4-BE49-F238E27FC236}">
                <a16:creationId xmlns:a16="http://schemas.microsoft.com/office/drawing/2014/main" id="{BF22C797-F1A3-3D19-0634-D2C29D9AB974}"/>
              </a:ext>
            </a:extLst>
          </p:cNvPr>
          <p:cNvSpPr/>
          <p:nvPr/>
        </p:nvSpPr>
        <p:spPr>
          <a:xfrm>
            <a:off x="810610" y="615619"/>
            <a:ext cx="8819773" cy="12071033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#include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&lt;</a:t>
            </a:r>
            <a:r>
              <a:rPr lang="en-IN" sz="2800" dirty="0" err="1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stdio.h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#include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&lt;</a:t>
            </a:r>
            <a:r>
              <a:rPr lang="en-IN" sz="2800" dirty="0" err="1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stdlib.h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 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next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first  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last  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  <a:endParaRPr lang="en-IN" sz="28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void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enqueue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//adds element to the end of the queue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//using last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endParaRPr lang="en-IN" sz="28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dequeue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//removes the element at the start of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//the queue using first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b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main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()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enqueue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(1) ; 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enqueue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(2) 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8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8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IN" sz="28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dequeue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() 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0;</a:t>
            </a:r>
            <a:b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  <a:endParaRPr lang="en-US" sz="28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698493A5-5345-E35E-F67B-E23B59EA7A20}"/>
              </a:ext>
            </a:extLst>
          </p:cNvPr>
          <p:cNvSpPr/>
          <p:nvPr/>
        </p:nvSpPr>
        <p:spPr>
          <a:xfrm>
            <a:off x="810610" y="10045844"/>
            <a:ext cx="8819772" cy="479484"/>
          </a:xfrm>
          <a:prstGeom prst="roundRect">
            <a:avLst/>
          </a:prstGeom>
          <a:solidFill>
            <a:schemeClr val="accent4">
              <a:lumMod val="60000"/>
              <a:lumOff val="40000"/>
              <a:alpha val="41668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" name="!!box3">
            <a:extLst>
              <a:ext uri="{FF2B5EF4-FFF2-40B4-BE49-F238E27FC236}">
                <a16:creationId xmlns:a16="http://schemas.microsoft.com/office/drawing/2014/main" id="{AFFD4CD1-3908-5A25-8EE0-589E6E4334CF}"/>
              </a:ext>
            </a:extLst>
          </p:cNvPr>
          <p:cNvSpPr/>
          <p:nvPr/>
        </p:nvSpPr>
        <p:spPr>
          <a:xfrm>
            <a:off x="11640969" y="10974729"/>
            <a:ext cx="2693582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 err="1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first:NULL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" name="!!box2">
            <a:extLst>
              <a:ext uri="{FF2B5EF4-FFF2-40B4-BE49-F238E27FC236}">
                <a16:creationId xmlns:a16="http://schemas.microsoft.com/office/drawing/2014/main" id="{A4C1D7AA-87E1-A5A3-5D14-04D87FC27379}"/>
              </a:ext>
            </a:extLst>
          </p:cNvPr>
          <p:cNvSpPr/>
          <p:nvPr/>
        </p:nvSpPr>
        <p:spPr>
          <a:xfrm>
            <a:off x="11640969" y="11827521"/>
            <a:ext cx="2693582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 err="1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last:NULL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17559251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D63ED4-A99C-60CF-7552-0398BAB262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box">
            <a:extLst>
              <a:ext uri="{FF2B5EF4-FFF2-40B4-BE49-F238E27FC236}">
                <a16:creationId xmlns:a16="http://schemas.microsoft.com/office/drawing/2014/main" id="{118B35B8-40EA-923C-99FE-DB6A9E9A3D93}"/>
              </a:ext>
            </a:extLst>
          </p:cNvPr>
          <p:cNvSpPr/>
          <p:nvPr/>
        </p:nvSpPr>
        <p:spPr>
          <a:xfrm>
            <a:off x="810610" y="615619"/>
            <a:ext cx="8819773" cy="12071033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#include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&lt;</a:t>
            </a:r>
            <a:r>
              <a:rPr lang="en-IN" sz="2800" dirty="0" err="1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stdio.h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#include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&lt;</a:t>
            </a:r>
            <a:r>
              <a:rPr lang="en-IN" sz="2800" dirty="0" err="1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stdlib.h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 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next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first  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last  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  <a:endParaRPr lang="en-IN" sz="28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void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enqueue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//adds element to the end of the queue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//using last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endParaRPr lang="en-IN" sz="28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dequeue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//removes the element at the start of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//the queue using first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b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main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()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enqueue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(1) ; 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enqueue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(2) 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8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8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IN" sz="28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dequeue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() 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0;</a:t>
            </a:r>
            <a:b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  <a:endParaRPr lang="en-US" sz="28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98A7A9F9-74C2-AF3F-C290-CC0864EFE0F0}"/>
              </a:ext>
            </a:extLst>
          </p:cNvPr>
          <p:cNvSpPr/>
          <p:nvPr/>
        </p:nvSpPr>
        <p:spPr>
          <a:xfrm>
            <a:off x="810611" y="10495245"/>
            <a:ext cx="8819772" cy="479484"/>
          </a:xfrm>
          <a:prstGeom prst="roundRect">
            <a:avLst/>
          </a:prstGeom>
          <a:solidFill>
            <a:schemeClr val="accent4">
              <a:lumMod val="60000"/>
              <a:lumOff val="40000"/>
              <a:alpha val="41668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" name="!!box3">
            <a:extLst>
              <a:ext uri="{FF2B5EF4-FFF2-40B4-BE49-F238E27FC236}">
                <a16:creationId xmlns:a16="http://schemas.microsoft.com/office/drawing/2014/main" id="{30B24A3A-CB36-AB3A-CDBA-BE1855DC9546}"/>
              </a:ext>
            </a:extLst>
          </p:cNvPr>
          <p:cNvSpPr/>
          <p:nvPr/>
        </p:nvSpPr>
        <p:spPr>
          <a:xfrm>
            <a:off x="15107266" y="8212074"/>
            <a:ext cx="2693582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first:100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" name="!!box2">
            <a:extLst>
              <a:ext uri="{FF2B5EF4-FFF2-40B4-BE49-F238E27FC236}">
                <a16:creationId xmlns:a16="http://schemas.microsoft.com/office/drawing/2014/main" id="{78785856-14D1-6497-0992-17B83F8C70E3}"/>
              </a:ext>
            </a:extLst>
          </p:cNvPr>
          <p:cNvSpPr/>
          <p:nvPr/>
        </p:nvSpPr>
        <p:spPr>
          <a:xfrm>
            <a:off x="15107266" y="9064866"/>
            <a:ext cx="2693582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last:100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AA587CED-BD15-754B-85BC-FEF4624B0929}"/>
              </a:ext>
            </a:extLst>
          </p:cNvPr>
          <p:cNvSpPr/>
          <p:nvPr/>
        </p:nvSpPr>
        <p:spPr>
          <a:xfrm>
            <a:off x="15107266" y="4519218"/>
            <a:ext cx="2693582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7" name="!!box4">
            <a:extLst>
              <a:ext uri="{FF2B5EF4-FFF2-40B4-BE49-F238E27FC236}">
                <a16:creationId xmlns:a16="http://schemas.microsoft.com/office/drawing/2014/main" id="{BF89A38B-6962-C014-E270-DBA00B7E4862}"/>
              </a:ext>
            </a:extLst>
          </p:cNvPr>
          <p:cNvSpPr/>
          <p:nvPr/>
        </p:nvSpPr>
        <p:spPr>
          <a:xfrm>
            <a:off x="15107266" y="5552125"/>
            <a:ext cx="2693582" cy="76049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8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NULL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02D3100-BB95-A9B1-9853-28E17AE94F20}"/>
              </a:ext>
            </a:extLst>
          </p:cNvPr>
          <p:cNvCxnSpPr>
            <a:cxnSpLocks/>
          </p:cNvCxnSpPr>
          <p:nvPr/>
        </p:nvCxnSpPr>
        <p:spPr>
          <a:xfrm>
            <a:off x="17800848" y="5932371"/>
            <a:ext cx="1484287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6D3039F-10E7-89EE-1954-2720D4AC5CC1}"/>
              </a:ext>
            </a:extLst>
          </p:cNvPr>
          <p:cNvCxnSpPr>
            <a:cxnSpLocks/>
          </p:cNvCxnSpPr>
          <p:nvPr/>
        </p:nvCxnSpPr>
        <p:spPr>
          <a:xfrm>
            <a:off x="19267643" y="5860653"/>
            <a:ext cx="0" cy="767388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80D81EF-3B57-0949-33FD-B8104E801B3F}"/>
              </a:ext>
            </a:extLst>
          </p:cNvPr>
          <p:cNvCxnSpPr>
            <a:cxnSpLocks/>
          </p:cNvCxnSpPr>
          <p:nvPr/>
        </p:nvCxnSpPr>
        <p:spPr>
          <a:xfrm flipH="1">
            <a:off x="18859748" y="6664060"/>
            <a:ext cx="850773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ECDA476-590C-C804-B882-517389056FA6}"/>
              </a:ext>
            </a:extLst>
          </p:cNvPr>
          <p:cNvCxnSpPr>
            <a:cxnSpLocks/>
          </p:cNvCxnSpPr>
          <p:nvPr/>
        </p:nvCxnSpPr>
        <p:spPr>
          <a:xfrm flipH="1">
            <a:off x="18979898" y="6829105"/>
            <a:ext cx="591671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C011DA6-A9D0-E5F5-C591-E223ABD46526}"/>
              </a:ext>
            </a:extLst>
          </p:cNvPr>
          <p:cNvCxnSpPr>
            <a:cxnSpLocks/>
          </p:cNvCxnSpPr>
          <p:nvPr/>
        </p:nvCxnSpPr>
        <p:spPr>
          <a:xfrm flipH="1">
            <a:off x="19140439" y="6997453"/>
            <a:ext cx="233082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079165D7-A016-AD37-FC6A-9A1484DDFE34}"/>
              </a:ext>
            </a:extLst>
          </p:cNvPr>
          <p:cNvCxnSpPr>
            <a:cxnSpLocks/>
          </p:cNvCxnSpPr>
          <p:nvPr/>
        </p:nvCxnSpPr>
        <p:spPr>
          <a:xfrm flipV="1">
            <a:off x="16477648" y="6478622"/>
            <a:ext cx="0" cy="1425032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3686615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C1EE9C-C1CE-41B8-B2B6-9872E2B015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box">
            <a:extLst>
              <a:ext uri="{FF2B5EF4-FFF2-40B4-BE49-F238E27FC236}">
                <a16:creationId xmlns:a16="http://schemas.microsoft.com/office/drawing/2014/main" id="{6BD9A665-B9D0-E063-9462-2E8A0F6B2F00}"/>
              </a:ext>
            </a:extLst>
          </p:cNvPr>
          <p:cNvSpPr/>
          <p:nvPr/>
        </p:nvSpPr>
        <p:spPr>
          <a:xfrm>
            <a:off x="810610" y="615619"/>
            <a:ext cx="8819773" cy="12071033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#include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&lt;</a:t>
            </a:r>
            <a:r>
              <a:rPr lang="en-IN" sz="2800" dirty="0" err="1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stdio.h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#include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&lt;</a:t>
            </a:r>
            <a:r>
              <a:rPr lang="en-IN" sz="2800" dirty="0" err="1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stdlib.h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 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next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first  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last  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  <a:endParaRPr lang="en-IN" sz="28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void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enqueue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//adds element to the end of the queue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//using last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endParaRPr lang="en-IN" sz="28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dequeue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//removes the element at the start of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//the queue using first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b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main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()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enqueue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(1) ; 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enqueue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(2) 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8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8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IN" sz="28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dequeue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() 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0;</a:t>
            </a:r>
            <a:b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  <a:endParaRPr lang="en-US" sz="28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2DFC6DC2-0386-D991-3130-D3A6EB0FDE47}"/>
              </a:ext>
            </a:extLst>
          </p:cNvPr>
          <p:cNvSpPr/>
          <p:nvPr/>
        </p:nvSpPr>
        <p:spPr>
          <a:xfrm>
            <a:off x="810610" y="10884351"/>
            <a:ext cx="8819772" cy="479484"/>
          </a:xfrm>
          <a:prstGeom prst="roundRect">
            <a:avLst/>
          </a:prstGeom>
          <a:solidFill>
            <a:schemeClr val="accent4">
              <a:lumMod val="60000"/>
              <a:lumOff val="40000"/>
              <a:alpha val="41668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" name="!!box3">
            <a:extLst>
              <a:ext uri="{FF2B5EF4-FFF2-40B4-BE49-F238E27FC236}">
                <a16:creationId xmlns:a16="http://schemas.microsoft.com/office/drawing/2014/main" id="{A9C058A3-AB62-A6E2-B408-21C76B220279}"/>
              </a:ext>
            </a:extLst>
          </p:cNvPr>
          <p:cNvSpPr/>
          <p:nvPr/>
        </p:nvSpPr>
        <p:spPr>
          <a:xfrm>
            <a:off x="13239555" y="8212074"/>
            <a:ext cx="2693582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first:100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" name="!!box2">
            <a:extLst>
              <a:ext uri="{FF2B5EF4-FFF2-40B4-BE49-F238E27FC236}">
                <a16:creationId xmlns:a16="http://schemas.microsoft.com/office/drawing/2014/main" id="{7CDFE924-888D-A06C-21AD-18C87C02AE8A}"/>
              </a:ext>
            </a:extLst>
          </p:cNvPr>
          <p:cNvSpPr/>
          <p:nvPr/>
        </p:nvSpPr>
        <p:spPr>
          <a:xfrm>
            <a:off x="18998330" y="8163876"/>
            <a:ext cx="2693582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last:200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50B9E1B5-50C0-30C0-E0B5-0C6A71C1FAF7}"/>
              </a:ext>
            </a:extLst>
          </p:cNvPr>
          <p:cNvSpPr/>
          <p:nvPr/>
        </p:nvSpPr>
        <p:spPr>
          <a:xfrm>
            <a:off x="13239555" y="4519218"/>
            <a:ext cx="2693582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7" name="!!box4">
            <a:extLst>
              <a:ext uri="{FF2B5EF4-FFF2-40B4-BE49-F238E27FC236}">
                <a16:creationId xmlns:a16="http://schemas.microsoft.com/office/drawing/2014/main" id="{A9AA3BEB-DE1E-1FFD-9BA6-C3B056129E5A}"/>
              </a:ext>
            </a:extLst>
          </p:cNvPr>
          <p:cNvSpPr/>
          <p:nvPr/>
        </p:nvSpPr>
        <p:spPr>
          <a:xfrm>
            <a:off x="13239555" y="5552125"/>
            <a:ext cx="2693582" cy="76049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8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200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C89D3421-B23F-22AA-B025-16DE1FF799E4}"/>
              </a:ext>
            </a:extLst>
          </p:cNvPr>
          <p:cNvCxnSpPr>
            <a:cxnSpLocks/>
          </p:cNvCxnSpPr>
          <p:nvPr/>
        </p:nvCxnSpPr>
        <p:spPr>
          <a:xfrm>
            <a:off x="21691912" y="5892764"/>
            <a:ext cx="1484287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F1E1B88-9AEC-AECB-1C95-FCA2D5467B0D}"/>
              </a:ext>
            </a:extLst>
          </p:cNvPr>
          <p:cNvCxnSpPr>
            <a:cxnSpLocks/>
          </p:cNvCxnSpPr>
          <p:nvPr/>
        </p:nvCxnSpPr>
        <p:spPr>
          <a:xfrm>
            <a:off x="23158707" y="5821046"/>
            <a:ext cx="0" cy="767388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46F27C0-E41B-3AA4-70C9-92CCCDACF5AC}"/>
              </a:ext>
            </a:extLst>
          </p:cNvPr>
          <p:cNvCxnSpPr>
            <a:cxnSpLocks/>
          </p:cNvCxnSpPr>
          <p:nvPr/>
        </p:nvCxnSpPr>
        <p:spPr>
          <a:xfrm flipH="1">
            <a:off x="22750812" y="6624453"/>
            <a:ext cx="850773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1BC7D22-55B8-92E2-DEB1-0992CD496A71}"/>
              </a:ext>
            </a:extLst>
          </p:cNvPr>
          <p:cNvCxnSpPr>
            <a:cxnSpLocks/>
          </p:cNvCxnSpPr>
          <p:nvPr/>
        </p:nvCxnSpPr>
        <p:spPr>
          <a:xfrm flipH="1">
            <a:off x="22870962" y="6789498"/>
            <a:ext cx="591671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D84FB3E-0DAA-AB53-2213-93D766C626BB}"/>
              </a:ext>
            </a:extLst>
          </p:cNvPr>
          <p:cNvCxnSpPr>
            <a:cxnSpLocks/>
          </p:cNvCxnSpPr>
          <p:nvPr/>
        </p:nvCxnSpPr>
        <p:spPr>
          <a:xfrm flipH="1">
            <a:off x="23031503" y="6957846"/>
            <a:ext cx="233082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31839CD0-EC50-2F22-CE29-8C254320E94A}"/>
              </a:ext>
            </a:extLst>
          </p:cNvPr>
          <p:cNvCxnSpPr>
            <a:cxnSpLocks/>
          </p:cNvCxnSpPr>
          <p:nvPr/>
        </p:nvCxnSpPr>
        <p:spPr>
          <a:xfrm flipV="1">
            <a:off x="14609937" y="6478622"/>
            <a:ext cx="0" cy="1425032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FB7FBDB4-7B6D-ED07-D7DB-6C34C3BCA2A0}"/>
              </a:ext>
            </a:extLst>
          </p:cNvPr>
          <p:cNvSpPr/>
          <p:nvPr/>
        </p:nvSpPr>
        <p:spPr>
          <a:xfrm>
            <a:off x="18979846" y="4519218"/>
            <a:ext cx="2693582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A2116A22-49AF-4B49-69AE-F6C93D8426E4}"/>
              </a:ext>
            </a:extLst>
          </p:cNvPr>
          <p:cNvSpPr/>
          <p:nvPr/>
        </p:nvSpPr>
        <p:spPr>
          <a:xfrm>
            <a:off x="18979846" y="5552125"/>
            <a:ext cx="2693582" cy="76049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8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NULL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E3755962-4821-1EEF-C877-7282EFE87CAE}"/>
              </a:ext>
            </a:extLst>
          </p:cNvPr>
          <p:cNvCxnSpPr>
            <a:cxnSpLocks/>
            <a:stCxn id="6" idx="3"/>
            <a:endCxn id="14" idx="1"/>
          </p:cNvCxnSpPr>
          <p:nvPr/>
        </p:nvCxnSpPr>
        <p:spPr>
          <a:xfrm>
            <a:off x="15933137" y="5035672"/>
            <a:ext cx="3046709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DA113758-9436-AB7D-EE55-AEA426B649B2}"/>
              </a:ext>
            </a:extLst>
          </p:cNvPr>
          <p:cNvCxnSpPr>
            <a:cxnSpLocks/>
          </p:cNvCxnSpPr>
          <p:nvPr/>
        </p:nvCxnSpPr>
        <p:spPr>
          <a:xfrm flipV="1">
            <a:off x="20282505" y="6478622"/>
            <a:ext cx="0" cy="1425032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19167931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5D5E48-1C0F-C6E1-4CFC-5E84990403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box">
            <a:extLst>
              <a:ext uri="{FF2B5EF4-FFF2-40B4-BE49-F238E27FC236}">
                <a16:creationId xmlns:a16="http://schemas.microsoft.com/office/drawing/2014/main" id="{5D9F2999-3CF5-C8D6-8E2E-4EFCAF7A8456}"/>
              </a:ext>
            </a:extLst>
          </p:cNvPr>
          <p:cNvSpPr/>
          <p:nvPr/>
        </p:nvSpPr>
        <p:spPr>
          <a:xfrm>
            <a:off x="810610" y="615619"/>
            <a:ext cx="8819773" cy="12071033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#include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&lt;</a:t>
            </a:r>
            <a:r>
              <a:rPr lang="en-IN" sz="2800" dirty="0" err="1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stdio.h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#include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&lt;</a:t>
            </a:r>
            <a:r>
              <a:rPr lang="en-IN" sz="2800" dirty="0" err="1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stdlib.h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 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next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first  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last  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  <a:endParaRPr lang="en-IN" sz="28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void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enqueue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//adds element to the end of the queue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//using last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endParaRPr lang="en-IN" sz="28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dequeue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//removes the element at the start of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//the queue using first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b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main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()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enqueue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(1) ; 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enqueue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(2) 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8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8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IN" sz="28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dequeue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() 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0;</a:t>
            </a:r>
            <a:b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  <a:endParaRPr lang="en-US" sz="28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DDEB3673-171C-413E-80C3-DFE170F2615A}"/>
              </a:ext>
            </a:extLst>
          </p:cNvPr>
          <p:cNvSpPr/>
          <p:nvPr/>
        </p:nvSpPr>
        <p:spPr>
          <a:xfrm>
            <a:off x="810610" y="11312368"/>
            <a:ext cx="8819772" cy="479484"/>
          </a:xfrm>
          <a:prstGeom prst="roundRect">
            <a:avLst/>
          </a:prstGeom>
          <a:solidFill>
            <a:schemeClr val="accent4">
              <a:lumMod val="60000"/>
              <a:lumOff val="40000"/>
              <a:alpha val="41668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" name="!!box3">
            <a:extLst>
              <a:ext uri="{FF2B5EF4-FFF2-40B4-BE49-F238E27FC236}">
                <a16:creationId xmlns:a16="http://schemas.microsoft.com/office/drawing/2014/main" id="{E9AD2256-25B7-79DD-22D1-89663A501746}"/>
              </a:ext>
            </a:extLst>
          </p:cNvPr>
          <p:cNvSpPr/>
          <p:nvPr/>
        </p:nvSpPr>
        <p:spPr>
          <a:xfrm>
            <a:off x="18979846" y="9108243"/>
            <a:ext cx="2693582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first:200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" name="!!box2">
            <a:extLst>
              <a:ext uri="{FF2B5EF4-FFF2-40B4-BE49-F238E27FC236}">
                <a16:creationId xmlns:a16="http://schemas.microsoft.com/office/drawing/2014/main" id="{C589E4D2-F688-8DDF-E763-2EE38A30B0B1}"/>
              </a:ext>
            </a:extLst>
          </p:cNvPr>
          <p:cNvSpPr/>
          <p:nvPr/>
        </p:nvSpPr>
        <p:spPr>
          <a:xfrm>
            <a:off x="18998330" y="8163876"/>
            <a:ext cx="2693582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last:200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2387F228-D9C5-3559-51F4-4D475DDCFAC6}"/>
              </a:ext>
            </a:extLst>
          </p:cNvPr>
          <p:cNvCxnSpPr>
            <a:cxnSpLocks/>
          </p:cNvCxnSpPr>
          <p:nvPr/>
        </p:nvCxnSpPr>
        <p:spPr>
          <a:xfrm>
            <a:off x="21691912" y="5892764"/>
            <a:ext cx="1484287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ECEFC13-16F6-449B-5019-445A536F9988}"/>
              </a:ext>
            </a:extLst>
          </p:cNvPr>
          <p:cNvCxnSpPr>
            <a:cxnSpLocks/>
          </p:cNvCxnSpPr>
          <p:nvPr/>
        </p:nvCxnSpPr>
        <p:spPr>
          <a:xfrm>
            <a:off x="23158707" y="5821046"/>
            <a:ext cx="0" cy="767388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FB9977F-B7F1-B20B-CA39-BD21A039544B}"/>
              </a:ext>
            </a:extLst>
          </p:cNvPr>
          <p:cNvCxnSpPr>
            <a:cxnSpLocks/>
          </p:cNvCxnSpPr>
          <p:nvPr/>
        </p:nvCxnSpPr>
        <p:spPr>
          <a:xfrm flipH="1">
            <a:off x="22750812" y="6624453"/>
            <a:ext cx="850773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0F10740-2B95-BD18-8884-ED7E19FF6EF8}"/>
              </a:ext>
            </a:extLst>
          </p:cNvPr>
          <p:cNvCxnSpPr>
            <a:cxnSpLocks/>
          </p:cNvCxnSpPr>
          <p:nvPr/>
        </p:nvCxnSpPr>
        <p:spPr>
          <a:xfrm flipH="1">
            <a:off x="22870962" y="6789498"/>
            <a:ext cx="591671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CD57C0E-2B33-F356-4419-A7AE98B59CCE}"/>
              </a:ext>
            </a:extLst>
          </p:cNvPr>
          <p:cNvCxnSpPr>
            <a:cxnSpLocks/>
          </p:cNvCxnSpPr>
          <p:nvPr/>
        </p:nvCxnSpPr>
        <p:spPr>
          <a:xfrm flipH="1">
            <a:off x="23031503" y="6957846"/>
            <a:ext cx="233082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92B2E517-ED96-F569-00A2-E1C812F673BE}"/>
              </a:ext>
            </a:extLst>
          </p:cNvPr>
          <p:cNvSpPr/>
          <p:nvPr/>
        </p:nvSpPr>
        <p:spPr>
          <a:xfrm>
            <a:off x="18979846" y="4519218"/>
            <a:ext cx="2693582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EC414E76-7D51-92B0-3892-B60D3F251181}"/>
              </a:ext>
            </a:extLst>
          </p:cNvPr>
          <p:cNvSpPr/>
          <p:nvPr/>
        </p:nvSpPr>
        <p:spPr>
          <a:xfrm>
            <a:off x="18979846" y="5552125"/>
            <a:ext cx="2693582" cy="76049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8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NULL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653B3627-60B3-7214-78D5-497513E26846}"/>
              </a:ext>
            </a:extLst>
          </p:cNvPr>
          <p:cNvCxnSpPr>
            <a:cxnSpLocks/>
          </p:cNvCxnSpPr>
          <p:nvPr/>
        </p:nvCxnSpPr>
        <p:spPr>
          <a:xfrm flipV="1">
            <a:off x="20282505" y="6478622"/>
            <a:ext cx="0" cy="1425032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8346236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AC11FF-10BB-B1E7-948A-5590869A45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box">
            <a:extLst>
              <a:ext uri="{FF2B5EF4-FFF2-40B4-BE49-F238E27FC236}">
                <a16:creationId xmlns:a16="http://schemas.microsoft.com/office/drawing/2014/main" id="{69F0463C-F6D3-C5AE-C165-D66EDA4CE003}"/>
              </a:ext>
            </a:extLst>
          </p:cNvPr>
          <p:cNvSpPr/>
          <p:nvPr/>
        </p:nvSpPr>
        <p:spPr>
          <a:xfrm>
            <a:off x="15285368" y="3102401"/>
            <a:ext cx="8819773" cy="6651466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#include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&lt;</a:t>
            </a:r>
            <a:r>
              <a:rPr lang="en-IN" sz="2400" dirty="0" err="1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stdio.h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#include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&lt;</a:t>
            </a:r>
            <a:r>
              <a:rPr lang="en-IN" sz="2400" dirty="0" err="1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stdlib.h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 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next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first  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last  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  <a:endParaRPr lang="en-IN" sz="24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endParaRPr lang="en-IN" sz="24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b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main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()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enqueue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(1) ; 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enqueue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(2) 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dequeue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() 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0;</a:t>
            </a:r>
            <a:b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  <a:endParaRPr lang="en-US" sz="24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6" name="!!box1">
            <a:extLst>
              <a:ext uri="{FF2B5EF4-FFF2-40B4-BE49-F238E27FC236}">
                <a16:creationId xmlns:a16="http://schemas.microsoft.com/office/drawing/2014/main" id="{FDA0C847-3D6E-D9CA-4EA2-C714EB45C518}"/>
              </a:ext>
            </a:extLst>
          </p:cNvPr>
          <p:cNvSpPr/>
          <p:nvPr/>
        </p:nvSpPr>
        <p:spPr>
          <a:xfrm>
            <a:off x="625784" y="59073"/>
            <a:ext cx="8819773" cy="6610604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void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enqueue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malloc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400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sizeof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exit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(1);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next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last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{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first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p;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last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p 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{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last-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next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last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</p:txBody>
      </p:sp>
      <p:sp>
        <p:nvSpPr>
          <p:cNvPr id="7" name="!!box2">
            <a:extLst>
              <a:ext uri="{FF2B5EF4-FFF2-40B4-BE49-F238E27FC236}">
                <a16:creationId xmlns:a16="http://schemas.microsoft.com/office/drawing/2014/main" id="{1BB8C569-FED5-49A5-2ED1-10DA611A6D83}"/>
              </a:ext>
            </a:extLst>
          </p:cNvPr>
          <p:cNvSpPr/>
          <p:nvPr/>
        </p:nvSpPr>
        <p:spPr>
          <a:xfrm>
            <a:off x="625785" y="7046323"/>
            <a:ext cx="8819773" cy="6651466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dequeue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first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exit(1);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first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(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first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last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first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last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 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first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first-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next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free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  <a:endParaRPr lang="en-US" sz="24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83037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2CCDE7-C8A6-4FC1-D20E-F0D56ED438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box">
            <a:extLst>
              <a:ext uri="{FF2B5EF4-FFF2-40B4-BE49-F238E27FC236}">
                <a16:creationId xmlns:a16="http://schemas.microsoft.com/office/drawing/2014/main" id="{5311F2CE-5881-99B2-8DFA-8E6CDE496C16}"/>
              </a:ext>
            </a:extLst>
          </p:cNvPr>
          <p:cNvSpPr/>
          <p:nvPr/>
        </p:nvSpPr>
        <p:spPr>
          <a:xfrm>
            <a:off x="1112168" y="3080560"/>
            <a:ext cx="8819773" cy="7060089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#include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&lt;</a:t>
            </a:r>
            <a:r>
              <a:rPr lang="en-IN" sz="2400" dirty="0" err="1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stdio.h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#include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&lt;</a:t>
            </a:r>
            <a:r>
              <a:rPr lang="en-IN" sz="2400" dirty="0" err="1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stdlib.h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 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next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first  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last  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  <a:endParaRPr lang="en-IN" sz="24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endParaRPr lang="en-IN" sz="24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b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main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()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enqueue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(1) ; 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enqueue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(2) 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dequeue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() 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dequeue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() 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0;</a:t>
            </a:r>
            <a:b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  <a:endParaRPr lang="en-US" sz="24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6" name="!!box1">
            <a:extLst>
              <a:ext uri="{FF2B5EF4-FFF2-40B4-BE49-F238E27FC236}">
                <a16:creationId xmlns:a16="http://schemas.microsoft.com/office/drawing/2014/main" id="{0A29F413-6CD1-9F66-83D5-05CBAFB1FDBA}"/>
              </a:ext>
            </a:extLst>
          </p:cNvPr>
          <p:cNvSpPr/>
          <p:nvPr/>
        </p:nvSpPr>
        <p:spPr>
          <a:xfrm>
            <a:off x="-10575616" y="0"/>
            <a:ext cx="8819773" cy="6610604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void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enqueue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malloc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400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sizeof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exit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(1);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next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last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{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first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p;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last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p 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{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last-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next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last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</p:txBody>
      </p:sp>
      <p:sp>
        <p:nvSpPr>
          <p:cNvPr id="7" name="!!box2">
            <a:extLst>
              <a:ext uri="{FF2B5EF4-FFF2-40B4-BE49-F238E27FC236}">
                <a16:creationId xmlns:a16="http://schemas.microsoft.com/office/drawing/2014/main" id="{4C4B7AC4-40DA-D5EC-800F-8116D9C18153}"/>
              </a:ext>
            </a:extLst>
          </p:cNvPr>
          <p:cNvSpPr/>
          <p:nvPr/>
        </p:nvSpPr>
        <p:spPr>
          <a:xfrm>
            <a:off x="-10575617" y="6858000"/>
            <a:ext cx="8819773" cy="6651466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dequeue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first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exit(1);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first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(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first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last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first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last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 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first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first-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next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free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  <a:endParaRPr lang="en-US" sz="24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3E57BFFF-43B7-29ED-438B-39445A635AB7}"/>
              </a:ext>
            </a:extLst>
          </p:cNvPr>
          <p:cNvSpPr/>
          <p:nvPr/>
        </p:nvSpPr>
        <p:spPr>
          <a:xfrm>
            <a:off x="1112169" y="7494030"/>
            <a:ext cx="8819772" cy="479484"/>
          </a:xfrm>
          <a:prstGeom prst="roundRect">
            <a:avLst/>
          </a:prstGeom>
          <a:solidFill>
            <a:schemeClr val="accent4">
              <a:lumMod val="60000"/>
              <a:lumOff val="40000"/>
              <a:alpha val="41668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" name="!!box3">
            <a:extLst>
              <a:ext uri="{FF2B5EF4-FFF2-40B4-BE49-F238E27FC236}">
                <a16:creationId xmlns:a16="http://schemas.microsoft.com/office/drawing/2014/main" id="{893D16F5-AD5D-FFD8-D892-9754E7AC83DE}"/>
              </a:ext>
            </a:extLst>
          </p:cNvPr>
          <p:cNvSpPr/>
          <p:nvPr/>
        </p:nvSpPr>
        <p:spPr>
          <a:xfrm>
            <a:off x="11640969" y="10974729"/>
            <a:ext cx="2693582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 err="1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first:NULL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" name="!!box2">
            <a:extLst>
              <a:ext uri="{FF2B5EF4-FFF2-40B4-BE49-F238E27FC236}">
                <a16:creationId xmlns:a16="http://schemas.microsoft.com/office/drawing/2014/main" id="{F128E3C4-2727-080B-C38C-4302F42240F7}"/>
              </a:ext>
            </a:extLst>
          </p:cNvPr>
          <p:cNvSpPr/>
          <p:nvPr/>
        </p:nvSpPr>
        <p:spPr>
          <a:xfrm>
            <a:off x="11640969" y="11827521"/>
            <a:ext cx="2693582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 err="1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last:NULL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37233959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C505E6-A2A7-FFC5-5691-5FD8FA62D7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box">
            <a:extLst>
              <a:ext uri="{FF2B5EF4-FFF2-40B4-BE49-F238E27FC236}">
                <a16:creationId xmlns:a16="http://schemas.microsoft.com/office/drawing/2014/main" id="{3F7030A8-F4A4-FE4E-887D-C916CCE8FAE9}"/>
              </a:ext>
            </a:extLst>
          </p:cNvPr>
          <p:cNvSpPr/>
          <p:nvPr/>
        </p:nvSpPr>
        <p:spPr>
          <a:xfrm>
            <a:off x="-10575617" y="-4411621"/>
            <a:ext cx="8819773" cy="7060089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#include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&lt;</a:t>
            </a:r>
            <a:r>
              <a:rPr lang="en-IN" sz="2400" dirty="0" err="1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stdio.h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#include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&lt;</a:t>
            </a:r>
            <a:r>
              <a:rPr lang="en-IN" sz="2400" dirty="0" err="1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stdlib.h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 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next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first  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last  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  <a:endParaRPr lang="en-IN" sz="24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endParaRPr lang="en-IN" sz="24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b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main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()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enqueue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(1) ; 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enqueue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(2) 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dequeue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() 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dequeue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() 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0;</a:t>
            </a:r>
            <a:b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  <a:endParaRPr lang="en-US" sz="24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6" name="!!box1">
            <a:extLst>
              <a:ext uri="{FF2B5EF4-FFF2-40B4-BE49-F238E27FC236}">
                <a16:creationId xmlns:a16="http://schemas.microsoft.com/office/drawing/2014/main" id="{31BDFD41-7F9A-7D0D-5B36-AE9EDC25DA81}"/>
              </a:ext>
            </a:extLst>
          </p:cNvPr>
          <p:cNvSpPr/>
          <p:nvPr/>
        </p:nvSpPr>
        <p:spPr>
          <a:xfrm>
            <a:off x="633158" y="619432"/>
            <a:ext cx="8819773" cy="6610604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void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enqueue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malloc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400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sizeof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exit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(1);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next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last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{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first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p;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last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p 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{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last-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next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last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</p:txBody>
      </p:sp>
      <p:sp>
        <p:nvSpPr>
          <p:cNvPr id="7" name="!!box2">
            <a:extLst>
              <a:ext uri="{FF2B5EF4-FFF2-40B4-BE49-F238E27FC236}">
                <a16:creationId xmlns:a16="http://schemas.microsoft.com/office/drawing/2014/main" id="{D1447EAA-EAEC-599A-FB10-24971364BA1F}"/>
              </a:ext>
            </a:extLst>
          </p:cNvPr>
          <p:cNvSpPr/>
          <p:nvPr/>
        </p:nvSpPr>
        <p:spPr>
          <a:xfrm>
            <a:off x="-10575617" y="6858000"/>
            <a:ext cx="8819773" cy="6651466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dequeue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first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exit(1);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first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(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first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last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first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last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 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first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first-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next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free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  <a:endParaRPr lang="en-US" sz="24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5B47A89F-0F5E-9B19-7EAD-2336AA8D9AE1}"/>
              </a:ext>
            </a:extLst>
          </p:cNvPr>
          <p:cNvSpPr/>
          <p:nvPr/>
        </p:nvSpPr>
        <p:spPr>
          <a:xfrm>
            <a:off x="633159" y="1683166"/>
            <a:ext cx="8819772" cy="479484"/>
          </a:xfrm>
          <a:prstGeom prst="roundRect">
            <a:avLst/>
          </a:prstGeom>
          <a:solidFill>
            <a:schemeClr val="accent4">
              <a:lumMod val="60000"/>
              <a:lumOff val="40000"/>
              <a:alpha val="41668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" name="!!box3">
            <a:extLst>
              <a:ext uri="{FF2B5EF4-FFF2-40B4-BE49-F238E27FC236}">
                <a16:creationId xmlns:a16="http://schemas.microsoft.com/office/drawing/2014/main" id="{A8E6E14C-36A4-E3EA-9269-28719073CFD3}"/>
              </a:ext>
            </a:extLst>
          </p:cNvPr>
          <p:cNvSpPr/>
          <p:nvPr/>
        </p:nvSpPr>
        <p:spPr>
          <a:xfrm>
            <a:off x="11640969" y="10974729"/>
            <a:ext cx="2693582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 err="1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first:NULL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" name="!!box2">
            <a:extLst>
              <a:ext uri="{FF2B5EF4-FFF2-40B4-BE49-F238E27FC236}">
                <a16:creationId xmlns:a16="http://schemas.microsoft.com/office/drawing/2014/main" id="{97D00817-9F7D-0E47-5F9A-BB531AAC13F3}"/>
              </a:ext>
            </a:extLst>
          </p:cNvPr>
          <p:cNvSpPr/>
          <p:nvPr/>
        </p:nvSpPr>
        <p:spPr>
          <a:xfrm>
            <a:off x="11640969" y="11827521"/>
            <a:ext cx="2693582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 err="1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last:NULL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18667089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9375B5-0255-A349-5938-799D4094D4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box">
            <a:extLst>
              <a:ext uri="{FF2B5EF4-FFF2-40B4-BE49-F238E27FC236}">
                <a16:creationId xmlns:a16="http://schemas.microsoft.com/office/drawing/2014/main" id="{367D079C-CD26-FC7A-14C4-81A0A5B87BF3}"/>
              </a:ext>
            </a:extLst>
          </p:cNvPr>
          <p:cNvSpPr/>
          <p:nvPr/>
        </p:nvSpPr>
        <p:spPr>
          <a:xfrm>
            <a:off x="-10575617" y="-4411621"/>
            <a:ext cx="8819773" cy="7060089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#include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&lt;</a:t>
            </a:r>
            <a:r>
              <a:rPr lang="en-IN" sz="2400" dirty="0" err="1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stdio.h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#include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&lt;</a:t>
            </a:r>
            <a:r>
              <a:rPr lang="en-IN" sz="2400" dirty="0" err="1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stdlib.h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 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next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first  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last  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  <a:endParaRPr lang="en-IN" sz="24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endParaRPr lang="en-IN" sz="24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b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main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()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enqueue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(1) ; 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enqueue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(2) 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dequeue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() 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dequeue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() 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0;</a:t>
            </a:r>
            <a:b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  <a:endParaRPr lang="en-US" sz="24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6" name="!!box1">
            <a:extLst>
              <a:ext uri="{FF2B5EF4-FFF2-40B4-BE49-F238E27FC236}">
                <a16:creationId xmlns:a16="http://schemas.microsoft.com/office/drawing/2014/main" id="{D42E757C-0981-6009-53CA-A5A5751710B9}"/>
              </a:ext>
            </a:extLst>
          </p:cNvPr>
          <p:cNvSpPr/>
          <p:nvPr/>
        </p:nvSpPr>
        <p:spPr>
          <a:xfrm>
            <a:off x="633158" y="619432"/>
            <a:ext cx="8819773" cy="6610604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void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enqueue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malloc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400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sizeof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exit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(1);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next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last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{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first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p;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last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p 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{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last-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next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last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</p:txBody>
      </p:sp>
      <p:sp>
        <p:nvSpPr>
          <p:cNvPr id="7" name="!!box2">
            <a:extLst>
              <a:ext uri="{FF2B5EF4-FFF2-40B4-BE49-F238E27FC236}">
                <a16:creationId xmlns:a16="http://schemas.microsoft.com/office/drawing/2014/main" id="{96547C04-ED86-D42B-50F0-2F2FA1F58426}"/>
              </a:ext>
            </a:extLst>
          </p:cNvPr>
          <p:cNvSpPr/>
          <p:nvPr/>
        </p:nvSpPr>
        <p:spPr>
          <a:xfrm>
            <a:off x="-10575617" y="6858000"/>
            <a:ext cx="8819773" cy="6651466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dequeue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first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exit(1);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first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(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first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last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first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last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 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first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first-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next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free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  <a:endParaRPr lang="en-US" sz="24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E2E67C78-E137-EDBC-8A33-1C3BA0FE613D}"/>
              </a:ext>
            </a:extLst>
          </p:cNvPr>
          <p:cNvSpPr/>
          <p:nvPr/>
        </p:nvSpPr>
        <p:spPr>
          <a:xfrm>
            <a:off x="633159" y="1994451"/>
            <a:ext cx="8819772" cy="479484"/>
          </a:xfrm>
          <a:prstGeom prst="roundRect">
            <a:avLst/>
          </a:prstGeom>
          <a:solidFill>
            <a:schemeClr val="accent4">
              <a:lumMod val="60000"/>
              <a:lumOff val="40000"/>
              <a:alpha val="41668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" name="!!box3">
            <a:extLst>
              <a:ext uri="{FF2B5EF4-FFF2-40B4-BE49-F238E27FC236}">
                <a16:creationId xmlns:a16="http://schemas.microsoft.com/office/drawing/2014/main" id="{4B94E9D9-8BFD-300F-37E6-B84DCC4FAD46}"/>
              </a:ext>
            </a:extLst>
          </p:cNvPr>
          <p:cNvSpPr/>
          <p:nvPr/>
        </p:nvSpPr>
        <p:spPr>
          <a:xfrm>
            <a:off x="11640969" y="10974729"/>
            <a:ext cx="2693582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 err="1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first:NULL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" name="!!box2">
            <a:extLst>
              <a:ext uri="{FF2B5EF4-FFF2-40B4-BE49-F238E27FC236}">
                <a16:creationId xmlns:a16="http://schemas.microsoft.com/office/drawing/2014/main" id="{26D1BF93-D9F7-1428-1E81-9DACD31C3168}"/>
              </a:ext>
            </a:extLst>
          </p:cNvPr>
          <p:cNvSpPr/>
          <p:nvPr/>
        </p:nvSpPr>
        <p:spPr>
          <a:xfrm>
            <a:off x="11640969" y="11827521"/>
            <a:ext cx="2693582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 err="1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last:NULL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C89A3F13-DAD4-8083-2CE4-5B539A7BBD98}"/>
              </a:ext>
            </a:extLst>
          </p:cNvPr>
          <p:cNvSpPr/>
          <p:nvPr/>
        </p:nvSpPr>
        <p:spPr>
          <a:xfrm>
            <a:off x="19484713" y="5997823"/>
            <a:ext cx="2693582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C3B11049-616F-2D32-5D61-00E2F81D6790}"/>
              </a:ext>
            </a:extLst>
          </p:cNvPr>
          <p:cNvSpPr/>
          <p:nvPr/>
        </p:nvSpPr>
        <p:spPr>
          <a:xfrm>
            <a:off x="19484713" y="7030730"/>
            <a:ext cx="2693582" cy="76049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529EF2C-9395-C465-5571-281215A7241F}"/>
              </a:ext>
            </a:extLst>
          </p:cNvPr>
          <p:cNvCxnSpPr>
            <a:cxnSpLocks/>
          </p:cNvCxnSpPr>
          <p:nvPr/>
        </p:nvCxnSpPr>
        <p:spPr>
          <a:xfrm>
            <a:off x="16885996" y="6595677"/>
            <a:ext cx="1938952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1" name="!!box5">
            <a:extLst>
              <a:ext uri="{FF2B5EF4-FFF2-40B4-BE49-F238E27FC236}">
                <a16:creationId xmlns:a16="http://schemas.microsoft.com/office/drawing/2014/main" id="{3B2CA050-502A-0774-C0DA-4A807FA8E281}"/>
              </a:ext>
            </a:extLst>
          </p:cNvPr>
          <p:cNvSpPr/>
          <p:nvPr/>
        </p:nvSpPr>
        <p:spPr>
          <a:xfrm>
            <a:off x="14931071" y="6267768"/>
            <a:ext cx="1703935" cy="590232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p:100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8730791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D57812-4093-ABB2-8E67-2B132DBD8E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box">
            <a:extLst>
              <a:ext uri="{FF2B5EF4-FFF2-40B4-BE49-F238E27FC236}">
                <a16:creationId xmlns:a16="http://schemas.microsoft.com/office/drawing/2014/main" id="{638D923E-F510-EADB-1E75-40CB0D02C314}"/>
              </a:ext>
            </a:extLst>
          </p:cNvPr>
          <p:cNvSpPr/>
          <p:nvPr/>
        </p:nvSpPr>
        <p:spPr>
          <a:xfrm>
            <a:off x="-10575617" y="-4411621"/>
            <a:ext cx="8819773" cy="7060089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#include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&lt;</a:t>
            </a:r>
            <a:r>
              <a:rPr lang="en-IN" sz="2400" dirty="0" err="1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stdio.h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#include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&lt;</a:t>
            </a:r>
            <a:r>
              <a:rPr lang="en-IN" sz="2400" dirty="0" err="1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stdlib.h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 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next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first  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last  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  <a:endParaRPr lang="en-IN" sz="24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endParaRPr lang="en-IN" sz="24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b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main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()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enqueue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(1) ; 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enqueue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(2) 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dequeue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() 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dequeue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() 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0;</a:t>
            </a:r>
            <a:b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  <a:endParaRPr lang="en-US" sz="24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6" name="!!box1">
            <a:extLst>
              <a:ext uri="{FF2B5EF4-FFF2-40B4-BE49-F238E27FC236}">
                <a16:creationId xmlns:a16="http://schemas.microsoft.com/office/drawing/2014/main" id="{874DC178-F4A9-C869-5908-0B9BF5247F31}"/>
              </a:ext>
            </a:extLst>
          </p:cNvPr>
          <p:cNvSpPr/>
          <p:nvPr/>
        </p:nvSpPr>
        <p:spPr>
          <a:xfrm>
            <a:off x="633158" y="619432"/>
            <a:ext cx="8819773" cy="6610604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void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enqueue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malloc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400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sizeof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exit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(1);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next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last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{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first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p;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last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p 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{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last-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next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last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</p:txBody>
      </p:sp>
      <p:sp>
        <p:nvSpPr>
          <p:cNvPr id="7" name="!!box2">
            <a:extLst>
              <a:ext uri="{FF2B5EF4-FFF2-40B4-BE49-F238E27FC236}">
                <a16:creationId xmlns:a16="http://schemas.microsoft.com/office/drawing/2014/main" id="{59AD02C3-C2EE-ABA5-65A3-9C4F17D6D653}"/>
              </a:ext>
            </a:extLst>
          </p:cNvPr>
          <p:cNvSpPr/>
          <p:nvPr/>
        </p:nvSpPr>
        <p:spPr>
          <a:xfrm>
            <a:off x="-10575617" y="6858000"/>
            <a:ext cx="8819773" cy="6651466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dequeue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first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exit(1);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first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(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first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last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first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last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 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first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first-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next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free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  <a:endParaRPr lang="en-US" sz="24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9AB590F2-96C4-0DA9-00B8-6513E2C475CC}"/>
              </a:ext>
            </a:extLst>
          </p:cNvPr>
          <p:cNvSpPr/>
          <p:nvPr/>
        </p:nvSpPr>
        <p:spPr>
          <a:xfrm>
            <a:off x="633159" y="2781472"/>
            <a:ext cx="8819772" cy="479484"/>
          </a:xfrm>
          <a:prstGeom prst="roundRect">
            <a:avLst/>
          </a:prstGeom>
          <a:solidFill>
            <a:schemeClr val="accent4">
              <a:lumMod val="60000"/>
              <a:lumOff val="40000"/>
              <a:alpha val="41668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" name="!!box3">
            <a:extLst>
              <a:ext uri="{FF2B5EF4-FFF2-40B4-BE49-F238E27FC236}">
                <a16:creationId xmlns:a16="http://schemas.microsoft.com/office/drawing/2014/main" id="{D4F34C92-8ADD-C009-66DE-FD5261894CF8}"/>
              </a:ext>
            </a:extLst>
          </p:cNvPr>
          <p:cNvSpPr/>
          <p:nvPr/>
        </p:nvSpPr>
        <p:spPr>
          <a:xfrm>
            <a:off x="11640969" y="10974729"/>
            <a:ext cx="2693582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 err="1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first:NULL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" name="!!box2">
            <a:extLst>
              <a:ext uri="{FF2B5EF4-FFF2-40B4-BE49-F238E27FC236}">
                <a16:creationId xmlns:a16="http://schemas.microsoft.com/office/drawing/2014/main" id="{4AD5C00E-B411-C575-3688-361662387432}"/>
              </a:ext>
            </a:extLst>
          </p:cNvPr>
          <p:cNvSpPr/>
          <p:nvPr/>
        </p:nvSpPr>
        <p:spPr>
          <a:xfrm>
            <a:off x="11640969" y="11827521"/>
            <a:ext cx="2693582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 err="1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last:NULL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C225DCDD-08DE-B122-58F2-31988FD35362}"/>
              </a:ext>
            </a:extLst>
          </p:cNvPr>
          <p:cNvSpPr/>
          <p:nvPr/>
        </p:nvSpPr>
        <p:spPr>
          <a:xfrm>
            <a:off x="19484713" y="5997823"/>
            <a:ext cx="2693582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72EA10D8-A364-8DA3-BFBF-55072D4AC4A6}"/>
              </a:ext>
            </a:extLst>
          </p:cNvPr>
          <p:cNvSpPr/>
          <p:nvPr/>
        </p:nvSpPr>
        <p:spPr>
          <a:xfrm>
            <a:off x="19484713" y="7030730"/>
            <a:ext cx="2693582" cy="76049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5C6C64FC-DA8D-AB5B-71A8-2BE021BDDFA0}"/>
              </a:ext>
            </a:extLst>
          </p:cNvPr>
          <p:cNvCxnSpPr>
            <a:cxnSpLocks/>
          </p:cNvCxnSpPr>
          <p:nvPr/>
        </p:nvCxnSpPr>
        <p:spPr>
          <a:xfrm>
            <a:off x="16885996" y="6595677"/>
            <a:ext cx="1938952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3" name="!!box5">
            <a:extLst>
              <a:ext uri="{FF2B5EF4-FFF2-40B4-BE49-F238E27FC236}">
                <a16:creationId xmlns:a16="http://schemas.microsoft.com/office/drawing/2014/main" id="{06F9DDEC-4DFA-CF2A-2BCD-9C566BE7C00A}"/>
              </a:ext>
            </a:extLst>
          </p:cNvPr>
          <p:cNvSpPr/>
          <p:nvPr/>
        </p:nvSpPr>
        <p:spPr>
          <a:xfrm>
            <a:off x="14931071" y="6267768"/>
            <a:ext cx="1703935" cy="590232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p:100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8703840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E22D2A-3002-79BA-C0AF-7839A3F95C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box">
            <a:extLst>
              <a:ext uri="{FF2B5EF4-FFF2-40B4-BE49-F238E27FC236}">
                <a16:creationId xmlns:a16="http://schemas.microsoft.com/office/drawing/2014/main" id="{B1EB0E74-861C-AD18-85ED-F44830F6999E}"/>
              </a:ext>
            </a:extLst>
          </p:cNvPr>
          <p:cNvSpPr/>
          <p:nvPr/>
        </p:nvSpPr>
        <p:spPr>
          <a:xfrm>
            <a:off x="-10575617" y="-4411621"/>
            <a:ext cx="8819773" cy="7060089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#include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&lt;</a:t>
            </a:r>
            <a:r>
              <a:rPr lang="en-IN" sz="2400" dirty="0" err="1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stdio.h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#include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&lt;</a:t>
            </a:r>
            <a:r>
              <a:rPr lang="en-IN" sz="2400" dirty="0" err="1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stdlib.h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 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next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first  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last  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  <a:endParaRPr lang="en-IN" sz="24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endParaRPr lang="en-IN" sz="24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b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main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()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enqueue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(1) ; 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enqueue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(2) 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dequeue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() 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dequeue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() 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0;</a:t>
            </a:r>
            <a:b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  <a:endParaRPr lang="en-US" sz="24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6" name="!!box1">
            <a:extLst>
              <a:ext uri="{FF2B5EF4-FFF2-40B4-BE49-F238E27FC236}">
                <a16:creationId xmlns:a16="http://schemas.microsoft.com/office/drawing/2014/main" id="{48267BE8-BD7A-4F3C-8230-6FEFB3747F79}"/>
              </a:ext>
            </a:extLst>
          </p:cNvPr>
          <p:cNvSpPr/>
          <p:nvPr/>
        </p:nvSpPr>
        <p:spPr>
          <a:xfrm>
            <a:off x="633158" y="619432"/>
            <a:ext cx="8819773" cy="6610604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void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enqueue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malloc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400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sizeof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exit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(1);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next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last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{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first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p;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last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p 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{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last-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next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last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</p:txBody>
      </p:sp>
      <p:sp>
        <p:nvSpPr>
          <p:cNvPr id="7" name="!!box2">
            <a:extLst>
              <a:ext uri="{FF2B5EF4-FFF2-40B4-BE49-F238E27FC236}">
                <a16:creationId xmlns:a16="http://schemas.microsoft.com/office/drawing/2014/main" id="{02222409-3B5F-92BD-7F61-4A96F9BC610A}"/>
              </a:ext>
            </a:extLst>
          </p:cNvPr>
          <p:cNvSpPr/>
          <p:nvPr/>
        </p:nvSpPr>
        <p:spPr>
          <a:xfrm>
            <a:off x="-10575617" y="6858000"/>
            <a:ext cx="8819773" cy="6651466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dequeue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first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exit(1);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first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(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first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last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first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last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 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first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first-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next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free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  <a:endParaRPr lang="en-US" sz="24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50741165-ADA2-DB23-E1C9-CE59BAF971C7}"/>
              </a:ext>
            </a:extLst>
          </p:cNvPr>
          <p:cNvSpPr/>
          <p:nvPr/>
        </p:nvSpPr>
        <p:spPr>
          <a:xfrm>
            <a:off x="633159" y="3078034"/>
            <a:ext cx="8819772" cy="479484"/>
          </a:xfrm>
          <a:prstGeom prst="roundRect">
            <a:avLst/>
          </a:prstGeom>
          <a:solidFill>
            <a:schemeClr val="accent4">
              <a:lumMod val="60000"/>
              <a:lumOff val="40000"/>
              <a:alpha val="41668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" name="!!box3">
            <a:extLst>
              <a:ext uri="{FF2B5EF4-FFF2-40B4-BE49-F238E27FC236}">
                <a16:creationId xmlns:a16="http://schemas.microsoft.com/office/drawing/2014/main" id="{FB50D197-859B-82DB-A64B-820C98E467A4}"/>
              </a:ext>
            </a:extLst>
          </p:cNvPr>
          <p:cNvSpPr/>
          <p:nvPr/>
        </p:nvSpPr>
        <p:spPr>
          <a:xfrm>
            <a:off x="11640969" y="10974729"/>
            <a:ext cx="2693582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 err="1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first:NULL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" name="!!box2">
            <a:extLst>
              <a:ext uri="{FF2B5EF4-FFF2-40B4-BE49-F238E27FC236}">
                <a16:creationId xmlns:a16="http://schemas.microsoft.com/office/drawing/2014/main" id="{13C34EB8-4CB6-A051-BBC6-9769C85FBEE4}"/>
              </a:ext>
            </a:extLst>
          </p:cNvPr>
          <p:cNvSpPr/>
          <p:nvPr/>
        </p:nvSpPr>
        <p:spPr>
          <a:xfrm>
            <a:off x="11640969" y="11827521"/>
            <a:ext cx="2693582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 err="1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last:NULL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7BC61036-72A5-74AA-EE70-580D26F4FA37}"/>
              </a:ext>
            </a:extLst>
          </p:cNvPr>
          <p:cNvSpPr/>
          <p:nvPr/>
        </p:nvSpPr>
        <p:spPr>
          <a:xfrm>
            <a:off x="19484713" y="5997823"/>
            <a:ext cx="2693582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CB0CC819-D884-9EE9-E355-F3BA42544445}"/>
              </a:ext>
            </a:extLst>
          </p:cNvPr>
          <p:cNvSpPr/>
          <p:nvPr/>
        </p:nvSpPr>
        <p:spPr>
          <a:xfrm>
            <a:off x="19484713" y="7030730"/>
            <a:ext cx="2693582" cy="76049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7AD04E5-D1F9-EF99-67A1-F0182171101E}"/>
              </a:ext>
            </a:extLst>
          </p:cNvPr>
          <p:cNvCxnSpPr>
            <a:cxnSpLocks/>
          </p:cNvCxnSpPr>
          <p:nvPr/>
        </p:nvCxnSpPr>
        <p:spPr>
          <a:xfrm>
            <a:off x="16885996" y="6595677"/>
            <a:ext cx="1938952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1" name="!!box5">
            <a:extLst>
              <a:ext uri="{FF2B5EF4-FFF2-40B4-BE49-F238E27FC236}">
                <a16:creationId xmlns:a16="http://schemas.microsoft.com/office/drawing/2014/main" id="{7C2D61C3-79B4-81A7-EDE8-8CFA13B8908A}"/>
              </a:ext>
            </a:extLst>
          </p:cNvPr>
          <p:cNvSpPr/>
          <p:nvPr/>
        </p:nvSpPr>
        <p:spPr>
          <a:xfrm>
            <a:off x="14931071" y="6267768"/>
            <a:ext cx="1703935" cy="590232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p:100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23884027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A2BA53-404B-8DA4-83A7-52FEEB74C9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box">
            <a:extLst>
              <a:ext uri="{FF2B5EF4-FFF2-40B4-BE49-F238E27FC236}">
                <a16:creationId xmlns:a16="http://schemas.microsoft.com/office/drawing/2014/main" id="{76CA11FD-43CC-8BB7-3076-7CAFB05065C1}"/>
              </a:ext>
            </a:extLst>
          </p:cNvPr>
          <p:cNvSpPr/>
          <p:nvPr/>
        </p:nvSpPr>
        <p:spPr>
          <a:xfrm>
            <a:off x="-10575617" y="-4411621"/>
            <a:ext cx="8819773" cy="7060089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#include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&lt;</a:t>
            </a:r>
            <a:r>
              <a:rPr lang="en-IN" sz="2400" dirty="0" err="1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stdio.h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#include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&lt;</a:t>
            </a:r>
            <a:r>
              <a:rPr lang="en-IN" sz="2400" dirty="0" err="1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stdlib.h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 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next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first  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last  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  <a:endParaRPr lang="en-IN" sz="24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endParaRPr lang="en-IN" sz="24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b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main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()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enqueue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(1) ; 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enqueue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(2) 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dequeue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() 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dequeue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() 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0;</a:t>
            </a:r>
            <a:b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  <a:endParaRPr lang="en-US" sz="24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6" name="!!box1">
            <a:extLst>
              <a:ext uri="{FF2B5EF4-FFF2-40B4-BE49-F238E27FC236}">
                <a16:creationId xmlns:a16="http://schemas.microsoft.com/office/drawing/2014/main" id="{9BD9E8C6-A5A7-7589-8C47-4D4FA7149061}"/>
              </a:ext>
            </a:extLst>
          </p:cNvPr>
          <p:cNvSpPr/>
          <p:nvPr/>
        </p:nvSpPr>
        <p:spPr>
          <a:xfrm>
            <a:off x="633158" y="619432"/>
            <a:ext cx="8819773" cy="6610604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void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enqueue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malloc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400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sizeof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exit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(1);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next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last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{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first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p;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last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p 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{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last-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next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last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</p:txBody>
      </p:sp>
      <p:sp>
        <p:nvSpPr>
          <p:cNvPr id="7" name="!!box2">
            <a:extLst>
              <a:ext uri="{FF2B5EF4-FFF2-40B4-BE49-F238E27FC236}">
                <a16:creationId xmlns:a16="http://schemas.microsoft.com/office/drawing/2014/main" id="{8FD3B8D3-04B4-1166-DB59-4228A35513E7}"/>
              </a:ext>
            </a:extLst>
          </p:cNvPr>
          <p:cNvSpPr/>
          <p:nvPr/>
        </p:nvSpPr>
        <p:spPr>
          <a:xfrm>
            <a:off x="-10575617" y="6858000"/>
            <a:ext cx="8819773" cy="6651466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dequeue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first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exit(1);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first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(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first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last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first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last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 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first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first-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next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free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  <a:endParaRPr lang="en-US" sz="24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B67CA7DE-11F9-80CB-A97D-08F5320C2920}"/>
              </a:ext>
            </a:extLst>
          </p:cNvPr>
          <p:cNvSpPr/>
          <p:nvPr/>
        </p:nvSpPr>
        <p:spPr>
          <a:xfrm>
            <a:off x="633159" y="3445250"/>
            <a:ext cx="8819772" cy="479484"/>
          </a:xfrm>
          <a:prstGeom prst="roundRect">
            <a:avLst/>
          </a:prstGeom>
          <a:solidFill>
            <a:schemeClr val="accent4">
              <a:lumMod val="60000"/>
              <a:lumOff val="40000"/>
              <a:alpha val="41668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" name="!!box3">
            <a:extLst>
              <a:ext uri="{FF2B5EF4-FFF2-40B4-BE49-F238E27FC236}">
                <a16:creationId xmlns:a16="http://schemas.microsoft.com/office/drawing/2014/main" id="{8352B74B-A3CE-26C4-CB10-0F165AF761E0}"/>
              </a:ext>
            </a:extLst>
          </p:cNvPr>
          <p:cNvSpPr/>
          <p:nvPr/>
        </p:nvSpPr>
        <p:spPr>
          <a:xfrm>
            <a:off x="11640969" y="10974729"/>
            <a:ext cx="2693582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 err="1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first:NULL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" name="!!box2">
            <a:extLst>
              <a:ext uri="{FF2B5EF4-FFF2-40B4-BE49-F238E27FC236}">
                <a16:creationId xmlns:a16="http://schemas.microsoft.com/office/drawing/2014/main" id="{A734E162-34B5-399B-BE16-690D55CD8DF7}"/>
              </a:ext>
            </a:extLst>
          </p:cNvPr>
          <p:cNvSpPr/>
          <p:nvPr/>
        </p:nvSpPr>
        <p:spPr>
          <a:xfrm>
            <a:off x="11640969" y="11827521"/>
            <a:ext cx="2693582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 err="1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last:NULL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2E15D799-EF7A-BFDF-A98D-32B44C2A8F6F}"/>
              </a:ext>
            </a:extLst>
          </p:cNvPr>
          <p:cNvSpPr/>
          <p:nvPr/>
        </p:nvSpPr>
        <p:spPr>
          <a:xfrm>
            <a:off x="19484713" y="5997823"/>
            <a:ext cx="2693582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C3C419BC-0792-D7E1-9B34-E7818ECE9E86}"/>
              </a:ext>
            </a:extLst>
          </p:cNvPr>
          <p:cNvSpPr/>
          <p:nvPr/>
        </p:nvSpPr>
        <p:spPr>
          <a:xfrm>
            <a:off x="19484713" y="7030730"/>
            <a:ext cx="2693582" cy="76049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8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NULL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DA94F73-C6B2-919E-E052-90A73CAF3A83}"/>
              </a:ext>
            </a:extLst>
          </p:cNvPr>
          <p:cNvCxnSpPr>
            <a:cxnSpLocks/>
          </p:cNvCxnSpPr>
          <p:nvPr/>
        </p:nvCxnSpPr>
        <p:spPr>
          <a:xfrm>
            <a:off x="22178295" y="7410976"/>
            <a:ext cx="1484287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8C47A36-67E9-9E4E-964E-8066D61B38BD}"/>
              </a:ext>
            </a:extLst>
          </p:cNvPr>
          <p:cNvCxnSpPr>
            <a:cxnSpLocks/>
          </p:cNvCxnSpPr>
          <p:nvPr/>
        </p:nvCxnSpPr>
        <p:spPr>
          <a:xfrm>
            <a:off x="23645090" y="7339258"/>
            <a:ext cx="0" cy="767388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2A4946D-ABE1-7E84-B95F-AA937B182F55}"/>
              </a:ext>
            </a:extLst>
          </p:cNvPr>
          <p:cNvCxnSpPr>
            <a:cxnSpLocks/>
          </p:cNvCxnSpPr>
          <p:nvPr/>
        </p:nvCxnSpPr>
        <p:spPr>
          <a:xfrm flipH="1">
            <a:off x="23237195" y="8142665"/>
            <a:ext cx="850773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BD5747D6-CC9B-5C65-F5BA-844421A39064}"/>
              </a:ext>
            </a:extLst>
          </p:cNvPr>
          <p:cNvCxnSpPr>
            <a:cxnSpLocks/>
          </p:cNvCxnSpPr>
          <p:nvPr/>
        </p:nvCxnSpPr>
        <p:spPr>
          <a:xfrm flipH="1">
            <a:off x="23357345" y="8307710"/>
            <a:ext cx="591671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E6D5F737-2495-A599-2920-2DFDFACC2CE7}"/>
              </a:ext>
            </a:extLst>
          </p:cNvPr>
          <p:cNvCxnSpPr>
            <a:cxnSpLocks/>
          </p:cNvCxnSpPr>
          <p:nvPr/>
        </p:nvCxnSpPr>
        <p:spPr>
          <a:xfrm flipH="1">
            <a:off x="23517886" y="8476058"/>
            <a:ext cx="233082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48D7D469-76B4-5DBE-F1F0-F9C837A533B6}"/>
              </a:ext>
            </a:extLst>
          </p:cNvPr>
          <p:cNvCxnSpPr>
            <a:cxnSpLocks/>
          </p:cNvCxnSpPr>
          <p:nvPr/>
        </p:nvCxnSpPr>
        <p:spPr>
          <a:xfrm>
            <a:off x="16885996" y="6595677"/>
            <a:ext cx="1938952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6" name="!!box5">
            <a:extLst>
              <a:ext uri="{FF2B5EF4-FFF2-40B4-BE49-F238E27FC236}">
                <a16:creationId xmlns:a16="http://schemas.microsoft.com/office/drawing/2014/main" id="{1F5AA1F1-19F5-DD62-9C82-4EBE3EEB119C}"/>
              </a:ext>
            </a:extLst>
          </p:cNvPr>
          <p:cNvSpPr/>
          <p:nvPr/>
        </p:nvSpPr>
        <p:spPr>
          <a:xfrm>
            <a:off x="14931071" y="6267768"/>
            <a:ext cx="1703935" cy="590232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p:100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22927357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68A090-92AB-3DB9-A41A-8532C2E1BE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box">
            <a:extLst>
              <a:ext uri="{FF2B5EF4-FFF2-40B4-BE49-F238E27FC236}">
                <a16:creationId xmlns:a16="http://schemas.microsoft.com/office/drawing/2014/main" id="{46EB5A11-5B7A-5A8D-1BA1-8F166D97D667}"/>
              </a:ext>
            </a:extLst>
          </p:cNvPr>
          <p:cNvSpPr/>
          <p:nvPr/>
        </p:nvSpPr>
        <p:spPr>
          <a:xfrm>
            <a:off x="-10575617" y="-4411621"/>
            <a:ext cx="8819773" cy="7060089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#include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&lt;</a:t>
            </a:r>
            <a:r>
              <a:rPr lang="en-IN" sz="2400" dirty="0" err="1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stdio.h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#include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&lt;</a:t>
            </a:r>
            <a:r>
              <a:rPr lang="en-IN" sz="2400" dirty="0" err="1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stdlib.h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 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next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first  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last  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  <a:endParaRPr lang="en-IN" sz="24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endParaRPr lang="en-IN" sz="24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b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main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()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enqueue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(1) ; 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enqueue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(2) 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dequeue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() 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dequeue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() 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0;</a:t>
            </a:r>
            <a:b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  <a:endParaRPr lang="en-US" sz="24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6" name="!!box1">
            <a:extLst>
              <a:ext uri="{FF2B5EF4-FFF2-40B4-BE49-F238E27FC236}">
                <a16:creationId xmlns:a16="http://schemas.microsoft.com/office/drawing/2014/main" id="{46126883-E04F-03F0-8EE6-56662F6B7F5D}"/>
              </a:ext>
            </a:extLst>
          </p:cNvPr>
          <p:cNvSpPr/>
          <p:nvPr/>
        </p:nvSpPr>
        <p:spPr>
          <a:xfrm>
            <a:off x="633158" y="619432"/>
            <a:ext cx="8819773" cy="6610604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void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enqueue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malloc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400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sizeof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exit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(1);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next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last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{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first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p;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last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p 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{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last-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next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last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</p:txBody>
      </p:sp>
      <p:sp>
        <p:nvSpPr>
          <p:cNvPr id="7" name="!!box2">
            <a:extLst>
              <a:ext uri="{FF2B5EF4-FFF2-40B4-BE49-F238E27FC236}">
                <a16:creationId xmlns:a16="http://schemas.microsoft.com/office/drawing/2014/main" id="{C24DC552-83AF-59B8-E721-82349057ED57}"/>
              </a:ext>
            </a:extLst>
          </p:cNvPr>
          <p:cNvSpPr/>
          <p:nvPr/>
        </p:nvSpPr>
        <p:spPr>
          <a:xfrm>
            <a:off x="-10575617" y="6858000"/>
            <a:ext cx="8819773" cy="6651466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dequeue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first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exit(1);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first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(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first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last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first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last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 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first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first-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next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free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  <a:endParaRPr lang="en-US" sz="24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D0BE2D7E-CC17-6A60-7DD8-80D5CCF87F68}"/>
              </a:ext>
            </a:extLst>
          </p:cNvPr>
          <p:cNvSpPr/>
          <p:nvPr/>
        </p:nvSpPr>
        <p:spPr>
          <a:xfrm>
            <a:off x="633159" y="4236082"/>
            <a:ext cx="8819772" cy="479484"/>
          </a:xfrm>
          <a:prstGeom prst="roundRect">
            <a:avLst/>
          </a:prstGeom>
          <a:solidFill>
            <a:schemeClr val="accent4">
              <a:lumMod val="60000"/>
              <a:lumOff val="40000"/>
              <a:alpha val="41668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" name="!!box3">
            <a:extLst>
              <a:ext uri="{FF2B5EF4-FFF2-40B4-BE49-F238E27FC236}">
                <a16:creationId xmlns:a16="http://schemas.microsoft.com/office/drawing/2014/main" id="{D2AB6407-1FB0-5E1A-E48F-261C57359258}"/>
              </a:ext>
            </a:extLst>
          </p:cNvPr>
          <p:cNvSpPr/>
          <p:nvPr/>
        </p:nvSpPr>
        <p:spPr>
          <a:xfrm>
            <a:off x="19518025" y="9837907"/>
            <a:ext cx="2693582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first:100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" name="!!box2">
            <a:extLst>
              <a:ext uri="{FF2B5EF4-FFF2-40B4-BE49-F238E27FC236}">
                <a16:creationId xmlns:a16="http://schemas.microsoft.com/office/drawing/2014/main" id="{43546C59-6207-5E8A-D3D6-932AEBF8611F}"/>
              </a:ext>
            </a:extLst>
          </p:cNvPr>
          <p:cNvSpPr/>
          <p:nvPr/>
        </p:nvSpPr>
        <p:spPr>
          <a:xfrm>
            <a:off x="19518025" y="10690699"/>
            <a:ext cx="2693582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last:100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A6CD652F-CEF1-6720-E8D9-D36AF67FC847}"/>
              </a:ext>
            </a:extLst>
          </p:cNvPr>
          <p:cNvSpPr/>
          <p:nvPr/>
        </p:nvSpPr>
        <p:spPr>
          <a:xfrm>
            <a:off x="19484713" y="5997823"/>
            <a:ext cx="2693582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F20E047B-542A-6C35-B511-DED47C170B3A}"/>
              </a:ext>
            </a:extLst>
          </p:cNvPr>
          <p:cNvSpPr/>
          <p:nvPr/>
        </p:nvSpPr>
        <p:spPr>
          <a:xfrm>
            <a:off x="19484713" y="7030730"/>
            <a:ext cx="2693582" cy="76049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8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NULL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E9A5282-0613-0144-77DC-3020041D8269}"/>
              </a:ext>
            </a:extLst>
          </p:cNvPr>
          <p:cNvCxnSpPr>
            <a:cxnSpLocks/>
          </p:cNvCxnSpPr>
          <p:nvPr/>
        </p:nvCxnSpPr>
        <p:spPr>
          <a:xfrm>
            <a:off x="22178295" y="7410976"/>
            <a:ext cx="1484287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92074E0-22CE-6242-FF6A-7F2EE6F528B9}"/>
              </a:ext>
            </a:extLst>
          </p:cNvPr>
          <p:cNvCxnSpPr>
            <a:cxnSpLocks/>
          </p:cNvCxnSpPr>
          <p:nvPr/>
        </p:nvCxnSpPr>
        <p:spPr>
          <a:xfrm>
            <a:off x="23645090" y="7339258"/>
            <a:ext cx="0" cy="767388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32F65BD-6C24-23E3-3BC2-1F685920ACA3}"/>
              </a:ext>
            </a:extLst>
          </p:cNvPr>
          <p:cNvCxnSpPr>
            <a:cxnSpLocks/>
          </p:cNvCxnSpPr>
          <p:nvPr/>
        </p:nvCxnSpPr>
        <p:spPr>
          <a:xfrm flipH="1">
            <a:off x="23237195" y="8142665"/>
            <a:ext cx="850773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B09A82A-7600-586D-96F7-2C0596FC184D}"/>
              </a:ext>
            </a:extLst>
          </p:cNvPr>
          <p:cNvCxnSpPr>
            <a:cxnSpLocks/>
          </p:cNvCxnSpPr>
          <p:nvPr/>
        </p:nvCxnSpPr>
        <p:spPr>
          <a:xfrm flipH="1">
            <a:off x="23357345" y="8307710"/>
            <a:ext cx="591671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5323966-5D11-548D-7D87-84EFF339930D}"/>
              </a:ext>
            </a:extLst>
          </p:cNvPr>
          <p:cNvCxnSpPr>
            <a:cxnSpLocks/>
          </p:cNvCxnSpPr>
          <p:nvPr/>
        </p:nvCxnSpPr>
        <p:spPr>
          <a:xfrm flipH="1">
            <a:off x="23517886" y="8476058"/>
            <a:ext cx="233082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A531A3D3-C166-9E6A-E547-68EBB0064636}"/>
              </a:ext>
            </a:extLst>
          </p:cNvPr>
          <p:cNvCxnSpPr>
            <a:cxnSpLocks/>
          </p:cNvCxnSpPr>
          <p:nvPr/>
        </p:nvCxnSpPr>
        <p:spPr>
          <a:xfrm flipV="1">
            <a:off x="20864816" y="7853238"/>
            <a:ext cx="0" cy="1688107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06291AD1-BBD6-EA0C-5126-53219740B02D}"/>
              </a:ext>
            </a:extLst>
          </p:cNvPr>
          <p:cNvCxnSpPr>
            <a:cxnSpLocks/>
          </p:cNvCxnSpPr>
          <p:nvPr/>
        </p:nvCxnSpPr>
        <p:spPr>
          <a:xfrm>
            <a:off x="16885996" y="6595677"/>
            <a:ext cx="1938952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8" name="!!box5">
            <a:extLst>
              <a:ext uri="{FF2B5EF4-FFF2-40B4-BE49-F238E27FC236}">
                <a16:creationId xmlns:a16="http://schemas.microsoft.com/office/drawing/2014/main" id="{2922DA8A-0EA3-206E-71E1-7281BBABAADA}"/>
              </a:ext>
            </a:extLst>
          </p:cNvPr>
          <p:cNvSpPr/>
          <p:nvPr/>
        </p:nvSpPr>
        <p:spPr>
          <a:xfrm>
            <a:off x="14931071" y="6267768"/>
            <a:ext cx="1703935" cy="590232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p:100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27479805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75A88B-DFC3-89C7-9B09-404D38242B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box">
            <a:extLst>
              <a:ext uri="{FF2B5EF4-FFF2-40B4-BE49-F238E27FC236}">
                <a16:creationId xmlns:a16="http://schemas.microsoft.com/office/drawing/2014/main" id="{7A9981D2-CDE7-EFE1-9237-EBFA467CD5A5}"/>
              </a:ext>
            </a:extLst>
          </p:cNvPr>
          <p:cNvSpPr/>
          <p:nvPr/>
        </p:nvSpPr>
        <p:spPr>
          <a:xfrm>
            <a:off x="615668" y="2984231"/>
            <a:ext cx="8819773" cy="7060089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#include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&lt;</a:t>
            </a:r>
            <a:r>
              <a:rPr lang="en-IN" sz="2400" dirty="0" err="1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stdio.h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#include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&lt;</a:t>
            </a:r>
            <a:r>
              <a:rPr lang="en-IN" sz="2400" dirty="0" err="1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stdlib.h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 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next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first  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last  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  <a:endParaRPr lang="en-IN" sz="24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endParaRPr lang="en-IN" sz="24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b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main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()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enqueue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(1) ; 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enqueue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(2) 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dequeue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() 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dequeue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() 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0;</a:t>
            </a:r>
            <a:b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  <a:endParaRPr lang="en-US" sz="24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6" name="!!box1">
            <a:extLst>
              <a:ext uri="{FF2B5EF4-FFF2-40B4-BE49-F238E27FC236}">
                <a16:creationId xmlns:a16="http://schemas.microsoft.com/office/drawing/2014/main" id="{3DDA3942-2B7C-50C4-0EFC-404EB04633C7}"/>
              </a:ext>
            </a:extLst>
          </p:cNvPr>
          <p:cNvSpPr/>
          <p:nvPr/>
        </p:nvSpPr>
        <p:spPr>
          <a:xfrm>
            <a:off x="-10966887" y="2086687"/>
            <a:ext cx="8819773" cy="6610604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void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enqueue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malloc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400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sizeof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exit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(1);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next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last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{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first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p;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last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p 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{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last-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next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last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</p:txBody>
      </p:sp>
      <p:sp>
        <p:nvSpPr>
          <p:cNvPr id="7" name="!!box2">
            <a:extLst>
              <a:ext uri="{FF2B5EF4-FFF2-40B4-BE49-F238E27FC236}">
                <a16:creationId xmlns:a16="http://schemas.microsoft.com/office/drawing/2014/main" id="{9F4F1DD4-8673-12AC-3A0F-CA8FB0E67B6F}"/>
              </a:ext>
            </a:extLst>
          </p:cNvPr>
          <p:cNvSpPr/>
          <p:nvPr/>
        </p:nvSpPr>
        <p:spPr>
          <a:xfrm>
            <a:off x="-10575617" y="6858000"/>
            <a:ext cx="8819773" cy="6651466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dequeue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first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exit(1);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first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(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first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last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first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last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 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first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first-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next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free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  <a:endParaRPr lang="en-US" sz="24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9C153FD7-5D01-973B-AB7D-34E5AD9786DB}"/>
              </a:ext>
            </a:extLst>
          </p:cNvPr>
          <p:cNvSpPr/>
          <p:nvPr/>
        </p:nvSpPr>
        <p:spPr>
          <a:xfrm>
            <a:off x="615668" y="7722952"/>
            <a:ext cx="8819772" cy="479484"/>
          </a:xfrm>
          <a:prstGeom prst="roundRect">
            <a:avLst/>
          </a:prstGeom>
          <a:solidFill>
            <a:schemeClr val="accent4">
              <a:lumMod val="60000"/>
              <a:lumOff val="40000"/>
              <a:alpha val="41668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6" name="!!box3">
            <a:extLst>
              <a:ext uri="{FF2B5EF4-FFF2-40B4-BE49-F238E27FC236}">
                <a16:creationId xmlns:a16="http://schemas.microsoft.com/office/drawing/2014/main" id="{1488E756-259A-2242-3ADD-64A4DAE998A0}"/>
              </a:ext>
            </a:extLst>
          </p:cNvPr>
          <p:cNvSpPr/>
          <p:nvPr/>
        </p:nvSpPr>
        <p:spPr>
          <a:xfrm>
            <a:off x="19518025" y="9837907"/>
            <a:ext cx="2693582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first:100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7" name="!!box2">
            <a:extLst>
              <a:ext uri="{FF2B5EF4-FFF2-40B4-BE49-F238E27FC236}">
                <a16:creationId xmlns:a16="http://schemas.microsoft.com/office/drawing/2014/main" id="{9AC74400-F248-9905-58DF-DA6BB8E26198}"/>
              </a:ext>
            </a:extLst>
          </p:cNvPr>
          <p:cNvSpPr/>
          <p:nvPr/>
        </p:nvSpPr>
        <p:spPr>
          <a:xfrm>
            <a:off x="19518025" y="10690699"/>
            <a:ext cx="2693582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last:100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DAF560F5-F28A-BDCA-490D-A7A262C35D92}"/>
              </a:ext>
            </a:extLst>
          </p:cNvPr>
          <p:cNvSpPr/>
          <p:nvPr/>
        </p:nvSpPr>
        <p:spPr>
          <a:xfrm>
            <a:off x="19484713" y="5997823"/>
            <a:ext cx="2693582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2376F07F-C88C-E6C4-A62E-5D92C6377371}"/>
              </a:ext>
            </a:extLst>
          </p:cNvPr>
          <p:cNvSpPr/>
          <p:nvPr/>
        </p:nvSpPr>
        <p:spPr>
          <a:xfrm>
            <a:off x="19484713" y="7030730"/>
            <a:ext cx="2693582" cy="76049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8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NULL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194F8F93-29E7-F7B2-3458-5CA7F1AF1E8B}"/>
              </a:ext>
            </a:extLst>
          </p:cNvPr>
          <p:cNvCxnSpPr>
            <a:cxnSpLocks/>
          </p:cNvCxnSpPr>
          <p:nvPr/>
        </p:nvCxnSpPr>
        <p:spPr>
          <a:xfrm>
            <a:off x="22178295" y="7410976"/>
            <a:ext cx="1484287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2C8DD1AE-1AED-9C84-9D1E-DAB3EAAD7194}"/>
              </a:ext>
            </a:extLst>
          </p:cNvPr>
          <p:cNvCxnSpPr>
            <a:cxnSpLocks/>
          </p:cNvCxnSpPr>
          <p:nvPr/>
        </p:nvCxnSpPr>
        <p:spPr>
          <a:xfrm>
            <a:off x="23645090" y="7339258"/>
            <a:ext cx="0" cy="767388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365AEDC9-3683-00FD-0A4C-D8E2D2CEAE16}"/>
              </a:ext>
            </a:extLst>
          </p:cNvPr>
          <p:cNvCxnSpPr>
            <a:cxnSpLocks/>
          </p:cNvCxnSpPr>
          <p:nvPr/>
        </p:nvCxnSpPr>
        <p:spPr>
          <a:xfrm flipH="1">
            <a:off x="23237195" y="8142665"/>
            <a:ext cx="850773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6D41F36C-4B1C-9B6E-23C4-CA5804A6EA23}"/>
              </a:ext>
            </a:extLst>
          </p:cNvPr>
          <p:cNvCxnSpPr>
            <a:cxnSpLocks/>
          </p:cNvCxnSpPr>
          <p:nvPr/>
        </p:nvCxnSpPr>
        <p:spPr>
          <a:xfrm flipH="1">
            <a:off x="23357345" y="8307710"/>
            <a:ext cx="591671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C3E490AA-B63F-3045-5A55-1BD9F33658EE}"/>
              </a:ext>
            </a:extLst>
          </p:cNvPr>
          <p:cNvCxnSpPr>
            <a:cxnSpLocks/>
          </p:cNvCxnSpPr>
          <p:nvPr/>
        </p:nvCxnSpPr>
        <p:spPr>
          <a:xfrm flipH="1">
            <a:off x="23517886" y="8476058"/>
            <a:ext cx="233082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2E704631-6675-DF08-B73C-A232468C7086}"/>
              </a:ext>
            </a:extLst>
          </p:cNvPr>
          <p:cNvCxnSpPr>
            <a:cxnSpLocks/>
          </p:cNvCxnSpPr>
          <p:nvPr/>
        </p:nvCxnSpPr>
        <p:spPr>
          <a:xfrm flipV="1">
            <a:off x="20864816" y="7853238"/>
            <a:ext cx="0" cy="1688107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37542305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BE22DE-2041-EF1B-63E1-FDB7D076C8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box">
            <a:extLst>
              <a:ext uri="{FF2B5EF4-FFF2-40B4-BE49-F238E27FC236}">
                <a16:creationId xmlns:a16="http://schemas.microsoft.com/office/drawing/2014/main" id="{DAE6F85B-5EB7-F065-0DE5-4DAB50AD652D}"/>
              </a:ext>
            </a:extLst>
          </p:cNvPr>
          <p:cNvSpPr/>
          <p:nvPr/>
        </p:nvSpPr>
        <p:spPr>
          <a:xfrm>
            <a:off x="-9937002" y="-1859618"/>
            <a:ext cx="8819773" cy="7060089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#include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&lt;</a:t>
            </a:r>
            <a:r>
              <a:rPr lang="en-IN" sz="2400" dirty="0" err="1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stdio.h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#include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&lt;</a:t>
            </a:r>
            <a:r>
              <a:rPr lang="en-IN" sz="2400" dirty="0" err="1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stdlib.h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 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next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first  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last  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  <a:endParaRPr lang="en-IN" sz="24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endParaRPr lang="en-IN" sz="24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b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main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()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enqueue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(1) ; 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enqueue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(2) 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dequeue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() 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dequeue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() 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0;</a:t>
            </a:r>
            <a:b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  <a:endParaRPr lang="en-US" sz="24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6" name="!!box1">
            <a:extLst>
              <a:ext uri="{FF2B5EF4-FFF2-40B4-BE49-F238E27FC236}">
                <a16:creationId xmlns:a16="http://schemas.microsoft.com/office/drawing/2014/main" id="{B1298481-48E2-DC1F-84F8-599A2521E152}"/>
              </a:ext>
            </a:extLst>
          </p:cNvPr>
          <p:cNvSpPr/>
          <p:nvPr/>
        </p:nvSpPr>
        <p:spPr>
          <a:xfrm>
            <a:off x="598177" y="2086687"/>
            <a:ext cx="8819773" cy="6610604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void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enqueue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malloc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400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sizeof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exit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(1);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next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last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{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first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p;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last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p 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{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last-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next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last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</p:txBody>
      </p:sp>
      <p:sp>
        <p:nvSpPr>
          <p:cNvPr id="7" name="!!box2">
            <a:extLst>
              <a:ext uri="{FF2B5EF4-FFF2-40B4-BE49-F238E27FC236}">
                <a16:creationId xmlns:a16="http://schemas.microsoft.com/office/drawing/2014/main" id="{33F90E73-2D83-82D3-1380-12124EC216F1}"/>
              </a:ext>
            </a:extLst>
          </p:cNvPr>
          <p:cNvSpPr/>
          <p:nvPr/>
        </p:nvSpPr>
        <p:spPr>
          <a:xfrm>
            <a:off x="-10575617" y="6858000"/>
            <a:ext cx="8819773" cy="6651466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dequeue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first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exit(1);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first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(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first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last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first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last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 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first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first-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next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free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  <a:endParaRPr lang="en-US" sz="24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DF29AC7A-7B62-BC2F-C571-6EA9B5799C47}"/>
              </a:ext>
            </a:extLst>
          </p:cNvPr>
          <p:cNvSpPr/>
          <p:nvPr/>
        </p:nvSpPr>
        <p:spPr>
          <a:xfrm>
            <a:off x="623594" y="3175665"/>
            <a:ext cx="8819772" cy="479484"/>
          </a:xfrm>
          <a:prstGeom prst="roundRect">
            <a:avLst/>
          </a:prstGeom>
          <a:solidFill>
            <a:schemeClr val="accent4">
              <a:lumMod val="60000"/>
              <a:lumOff val="40000"/>
              <a:alpha val="41668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" name="!!box3">
            <a:extLst>
              <a:ext uri="{FF2B5EF4-FFF2-40B4-BE49-F238E27FC236}">
                <a16:creationId xmlns:a16="http://schemas.microsoft.com/office/drawing/2014/main" id="{FD853275-B2C2-870F-5A08-E3BB92E54325}"/>
              </a:ext>
            </a:extLst>
          </p:cNvPr>
          <p:cNvSpPr/>
          <p:nvPr/>
        </p:nvSpPr>
        <p:spPr>
          <a:xfrm>
            <a:off x="12548814" y="8199166"/>
            <a:ext cx="2693582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first:100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" name="!!box2">
            <a:extLst>
              <a:ext uri="{FF2B5EF4-FFF2-40B4-BE49-F238E27FC236}">
                <a16:creationId xmlns:a16="http://schemas.microsoft.com/office/drawing/2014/main" id="{BCB26E4B-A819-14B5-B293-73728EA10BB7}"/>
              </a:ext>
            </a:extLst>
          </p:cNvPr>
          <p:cNvSpPr/>
          <p:nvPr/>
        </p:nvSpPr>
        <p:spPr>
          <a:xfrm>
            <a:off x="12548814" y="9051958"/>
            <a:ext cx="2693582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last:100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0B3D0395-C0B1-175B-E32E-9D1CAD015BA3}"/>
              </a:ext>
            </a:extLst>
          </p:cNvPr>
          <p:cNvSpPr/>
          <p:nvPr/>
        </p:nvSpPr>
        <p:spPr>
          <a:xfrm>
            <a:off x="12515502" y="4359082"/>
            <a:ext cx="2693582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6AA137C2-5078-AEDF-914C-2D12F789AA41}"/>
              </a:ext>
            </a:extLst>
          </p:cNvPr>
          <p:cNvSpPr/>
          <p:nvPr/>
        </p:nvSpPr>
        <p:spPr>
          <a:xfrm>
            <a:off x="12515502" y="5391989"/>
            <a:ext cx="2693582" cy="76049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8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NULL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2E2D4BA-A1F6-78AC-E29C-F0F51889F6A4}"/>
              </a:ext>
            </a:extLst>
          </p:cNvPr>
          <p:cNvCxnSpPr>
            <a:cxnSpLocks/>
          </p:cNvCxnSpPr>
          <p:nvPr/>
        </p:nvCxnSpPr>
        <p:spPr>
          <a:xfrm>
            <a:off x="15209084" y="5772235"/>
            <a:ext cx="1484287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F2FD21D-1A1F-2CBF-F878-031F6ABEEAB3}"/>
              </a:ext>
            </a:extLst>
          </p:cNvPr>
          <p:cNvCxnSpPr>
            <a:cxnSpLocks/>
          </p:cNvCxnSpPr>
          <p:nvPr/>
        </p:nvCxnSpPr>
        <p:spPr>
          <a:xfrm>
            <a:off x="16675879" y="5700517"/>
            <a:ext cx="0" cy="767388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DE495881-AD66-0E26-D465-EABBD83E9DA8}"/>
              </a:ext>
            </a:extLst>
          </p:cNvPr>
          <p:cNvCxnSpPr>
            <a:cxnSpLocks/>
          </p:cNvCxnSpPr>
          <p:nvPr/>
        </p:nvCxnSpPr>
        <p:spPr>
          <a:xfrm flipH="1">
            <a:off x="16267984" y="6503924"/>
            <a:ext cx="850773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8AE6CD62-42C0-D765-7189-A0807A024E99}"/>
              </a:ext>
            </a:extLst>
          </p:cNvPr>
          <p:cNvCxnSpPr>
            <a:cxnSpLocks/>
          </p:cNvCxnSpPr>
          <p:nvPr/>
        </p:nvCxnSpPr>
        <p:spPr>
          <a:xfrm flipH="1">
            <a:off x="16388134" y="6668969"/>
            <a:ext cx="591671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E310ADDC-5F4D-C14E-3B31-FD5D986B0555}"/>
              </a:ext>
            </a:extLst>
          </p:cNvPr>
          <p:cNvCxnSpPr>
            <a:cxnSpLocks/>
          </p:cNvCxnSpPr>
          <p:nvPr/>
        </p:nvCxnSpPr>
        <p:spPr>
          <a:xfrm flipH="1">
            <a:off x="16548675" y="6837317"/>
            <a:ext cx="233082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E06A1D13-BA25-5B96-9E34-06321AB76C0B}"/>
              </a:ext>
            </a:extLst>
          </p:cNvPr>
          <p:cNvCxnSpPr>
            <a:cxnSpLocks/>
          </p:cNvCxnSpPr>
          <p:nvPr/>
        </p:nvCxnSpPr>
        <p:spPr>
          <a:xfrm flipV="1">
            <a:off x="13895605" y="6214497"/>
            <a:ext cx="0" cy="1688107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24134339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3957AF-4377-A207-037B-93696FC3BA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box">
            <a:extLst>
              <a:ext uri="{FF2B5EF4-FFF2-40B4-BE49-F238E27FC236}">
                <a16:creationId xmlns:a16="http://schemas.microsoft.com/office/drawing/2014/main" id="{6317F1B3-CD5C-544D-AE28-A62938E94948}"/>
              </a:ext>
            </a:extLst>
          </p:cNvPr>
          <p:cNvSpPr/>
          <p:nvPr/>
        </p:nvSpPr>
        <p:spPr>
          <a:xfrm>
            <a:off x="-9937002" y="-1859618"/>
            <a:ext cx="8819773" cy="7060089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#include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&lt;</a:t>
            </a:r>
            <a:r>
              <a:rPr lang="en-IN" sz="2400" dirty="0" err="1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stdio.h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#include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&lt;</a:t>
            </a:r>
            <a:r>
              <a:rPr lang="en-IN" sz="2400" dirty="0" err="1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stdlib.h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 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next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first  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last  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  <a:endParaRPr lang="en-IN" sz="24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endParaRPr lang="en-IN" sz="24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b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main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()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enqueue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(1) ; 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enqueue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(2) 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dequeue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() 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dequeue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() 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0;</a:t>
            </a:r>
            <a:b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  <a:endParaRPr lang="en-US" sz="24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6" name="!!box1">
            <a:extLst>
              <a:ext uri="{FF2B5EF4-FFF2-40B4-BE49-F238E27FC236}">
                <a16:creationId xmlns:a16="http://schemas.microsoft.com/office/drawing/2014/main" id="{255BBB79-A3D3-F054-5F08-98952C52BC00}"/>
              </a:ext>
            </a:extLst>
          </p:cNvPr>
          <p:cNvSpPr/>
          <p:nvPr/>
        </p:nvSpPr>
        <p:spPr>
          <a:xfrm>
            <a:off x="598177" y="2086687"/>
            <a:ext cx="8819773" cy="6610604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void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enqueue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malloc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400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sizeof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exit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(1);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next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last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{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first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p;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last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p 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{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last-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next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last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</p:txBody>
      </p:sp>
      <p:sp>
        <p:nvSpPr>
          <p:cNvPr id="7" name="!!box2">
            <a:extLst>
              <a:ext uri="{FF2B5EF4-FFF2-40B4-BE49-F238E27FC236}">
                <a16:creationId xmlns:a16="http://schemas.microsoft.com/office/drawing/2014/main" id="{56120B0A-59A2-9B37-8293-30D9D490B8BD}"/>
              </a:ext>
            </a:extLst>
          </p:cNvPr>
          <p:cNvSpPr/>
          <p:nvPr/>
        </p:nvSpPr>
        <p:spPr>
          <a:xfrm>
            <a:off x="-10575617" y="6858000"/>
            <a:ext cx="8819773" cy="6651466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dequeue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first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exit(1);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first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(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first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last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first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last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 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first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first-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next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free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  <a:endParaRPr lang="en-US" sz="24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B10FF811-B47C-BC17-7844-860EC4DBC6E0}"/>
              </a:ext>
            </a:extLst>
          </p:cNvPr>
          <p:cNvSpPr/>
          <p:nvPr/>
        </p:nvSpPr>
        <p:spPr>
          <a:xfrm>
            <a:off x="598178" y="3496941"/>
            <a:ext cx="8819772" cy="479484"/>
          </a:xfrm>
          <a:prstGeom prst="roundRect">
            <a:avLst/>
          </a:prstGeom>
          <a:solidFill>
            <a:schemeClr val="accent4">
              <a:lumMod val="60000"/>
              <a:lumOff val="40000"/>
              <a:alpha val="41668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" name="!!box3">
            <a:extLst>
              <a:ext uri="{FF2B5EF4-FFF2-40B4-BE49-F238E27FC236}">
                <a16:creationId xmlns:a16="http://schemas.microsoft.com/office/drawing/2014/main" id="{7DF066F7-192A-3E61-09E5-53EF4BBAE00A}"/>
              </a:ext>
            </a:extLst>
          </p:cNvPr>
          <p:cNvSpPr/>
          <p:nvPr/>
        </p:nvSpPr>
        <p:spPr>
          <a:xfrm>
            <a:off x="12548814" y="8199166"/>
            <a:ext cx="2693582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first:100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" name="!!box2">
            <a:extLst>
              <a:ext uri="{FF2B5EF4-FFF2-40B4-BE49-F238E27FC236}">
                <a16:creationId xmlns:a16="http://schemas.microsoft.com/office/drawing/2014/main" id="{48D8097E-E2A9-F8C3-A37D-53A7AB4B21C1}"/>
              </a:ext>
            </a:extLst>
          </p:cNvPr>
          <p:cNvSpPr/>
          <p:nvPr/>
        </p:nvSpPr>
        <p:spPr>
          <a:xfrm>
            <a:off x="12548814" y="9051958"/>
            <a:ext cx="2693582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last:100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7AE0AC7A-86D0-293C-735F-C20F58500F08}"/>
              </a:ext>
            </a:extLst>
          </p:cNvPr>
          <p:cNvSpPr/>
          <p:nvPr/>
        </p:nvSpPr>
        <p:spPr>
          <a:xfrm>
            <a:off x="12515502" y="4359082"/>
            <a:ext cx="2693582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1BBB4F3D-9994-DCEE-79D0-318D7701F3AB}"/>
              </a:ext>
            </a:extLst>
          </p:cNvPr>
          <p:cNvSpPr/>
          <p:nvPr/>
        </p:nvSpPr>
        <p:spPr>
          <a:xfrm>
            <a:off x="12515502" y="5391989"/>
            <a:ext cx="2693582" cy="76049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8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NULL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84347BA-63DC-8A1B-1198-8DF4B7A2744A}"/>
              </a:ext>
            </a:extLst>
          </p:cNvPr>
          <p:cNvCxnSpPr>
            <a:cxnSpLocks/>
          </p:cNvCxnSpPr>
          <p:nvPr/>
        </p:nvCxnSpPr>
        <p:spPr>
          <a:xfrm>
            <a:off x="15209084" y="5772235"/>
            <a:ext cx="1484287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C1E5D67A-F181-2D75-EDC6-C2F8F0D03F7F}"/>
              </a:ext>
            </a:extLst>
          </p:cNvPr>
          <p:cNvCxnSpPr>
            <a:cxnSpLocks/>
          </p:cNvCxnSpPr>
          <p:nvPr/>
        </p:nvCxnSpPr>
        <p:spPr>
          <a:xfrm>
            <a:off x="16675879" y="5700517"/>
            <a:ext cx="0" cy="767388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184F166-91A6-0337-2947-B72C12C92D75}"/>
              </a:ext>
            </a:extLst>
          </p:cNvPr>
          <p:cNvCxnSpPr>
            <a:cxnSpLocks/>
          </p:cNvCxnSpPr>
          <p:nvPr/>
        </p:nvCxnSpPr>
        <p:spPr>
          <a:xfrm flipH="1">
            <a:off x="16267984" y="6503924"/>
            <a:ext cx="850773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D1D7DBB-6AA4-0BF3-9EB0-087397DB4D4B}"/>
              </a:ext>
            </a:extLst>
          </p:cNvPr>
          <p:cNvCxnSpPr>
            <a:cxnSpLocks/>
          </p:cNvCxnSpPr>
          <p:nvPr/>
        </p:nvCxnSpPr>
        <p:spPr>
          <a:xfrm flipH="1">
            <a:off x="16388134" y="6668969"/>
            <a:ext cx="591671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A86259D5-2CB9-C1C1-A7C0-23CBC32894DB}"/>
              </a:ext>
            </a:extLst>
          </p:cNvPr>
          <p:cNvCxnSpPr>
            <a:cxnSpLocks/>
          </p:cNvCxnSpPr>
          <p:nvPr/>
        </p:nvCxnSpPr>
        <p:spPr>
          <a:xfrm flipH="1">
            <a:off x="16548675" y="6837317"/>
            <a:ext cx="233082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9119C310-5147-76E9-5F56-41D19D45EBA2}"/>
              </a:ext>
            </a:extLst>
          </p:cNvPr>
          <p:cNvCxnSpPr>
            <a:cxnSpLocks/>
          </p:cNvCxnSpPr>
          <p:nvPr/>
        </p:nvCxnSpPr>
        <p:spPr>
          <a:xfrm flipV="1">
            <a:off x="13895605" y="6214497"/>
            <a:ext cx="0" cy="1688107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E6755D5-C7B4-8622-10BB-E2A15BA09F8D}"/>
              </a:ext>
            </a:extLst>
          </p:cNvPr>
          <p:cNvCxnSpPr>
            <a:cxnSpLocks/>
          </p:cNvCxnSpPr>
          <p:nvPr/>
        </p:nvCxnSpPr>
        <p:spPr>
          <a:xfrm>
            <a:off x="19258494" y="2160867"/>
            <a:ext cx="0" cy="1815558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7" name="!!box5">
            <a:extLst>
              <a:ext uri="{FF2B5EF4-FFF2-40B4-BE49-F238E27FC236}">
                <a16:creationId xmlns:a16="http://schemas.microsoft.com/office/drawing/2014/main" id="{A8522882-C16E-96B1-CA55-22B4F9E3D773}"/>
              </a:ext>
            </a:extLst>
          </p:cNvPr>
          <p:cNvSpPr/>
          <p:nvPr/>
        </p:nvSpPr>
        <p:spPr>
          <a:xfrm>
            <a:off x="18465104" y="1205617"/>
            <a:ext cx="1703935" cy="590232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p:200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65A675DA-1AE0-B492-7A74-4231C40D1C23}"/>
              </a:ext>
            </a:extLst>
          </p:cNvPr>
          <p:cNvSpPr/>
          <p:nvPr/>
        </p:nvSpPr>
        <p:spPr>
          <a:xfrm>
            <a:off x="17902666" y="4359082"/>
            <a:ext cx="2693582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E33687E8-05CC-4352-C80A-76BAD9F65FA3}"/>
              </a:ext>
            </a:extLst>
          </p:cNvPr>
          <p:cNvSpPr/>
          <p:nvPr/>
        </p:nvSpPr>
        <p:spPr>
          <a:xfrm>
            <a:off x="17902666" y="5391989"/>
            <a:ext cx="2693582" cy="76049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24568809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12BAE3-2F35-A96B-3A44-A8C7BEB3E9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box">
            <a:extLst>
              <a:ext uri="{FF2B5EF4-FFF2-40B4-BE49-F238E27FC236}">
                <a16:creationId xmlns:a16="http://schemas.microsoft.com/office/drawing/2014/main" id="{E9126837-FEC8-D473-F978-BBC79CB2FB5F}"/>
              </a:ext>
            </a:extLst>
          </p:cNvPr>
          <p:cNvSpPr/>
          <p:nvPr/>
        </p:nvSpPr>
        <p:spPr>
          <a:xfrm>
            <a:off x="-9937002" y="-1859618"/>
            <a:ext cx="8819773" cy="7060089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#include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&lt;</a:t>
            </a:r>
            <a:r>
              <a:rPr lang="en-IN" sz="2400" dirty="0" err="1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stdio.h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#include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&lt;</a:t>
            </a:r>
            <a:r>
              <a:rPr lang="en-IN" sz="2400" dirty="0" err="1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stdlib.h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 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next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first  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last  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  <a:endParaRPr lang="en-IN" sz="24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endParaRPr lang="en-IN" sz="24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b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main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()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enqueue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(1) ; 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enqueue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(2) 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dequeue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() 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dequeue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() 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0;</a:t>
            </a:r>
            <a:b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  <a:endParaRPr lang="en-US" sz="24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6" name="!!box1">
            <a:extLst>
              <a:ext uri="{FF2B5EF4-FFF2-40B4-BE49-F238E27FC236}">
                <a16:creationId xmlns:a16="http://schemas.microsoft.com/office/drawing/2014/main" id="{9A0F36C7-F638-C369-67E6-9C0ACE78DB35}"/>
              </a:ext>
            </a:extLst>
          </p:cNvPr>
          <p:cNvSpPr/>
          <p:nvPr/>
        </p:nvSpPr>
        <p:spPr>
          <a:xfrm>
            <a:off x="598177" y="2086687"/>
            <a:ext cx="8819773" cy="6610604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void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enqueue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malloc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400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sizeof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exit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(1);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next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last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{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first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p;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last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p 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{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last-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next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last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</p:txBody>
      </p:sp>
      <p:sp>
        <p:nvSpPr>
          <p:cNvPr id="7" name="!!box2">
            <a:extLst>
              <a:ext uri="{FF2B5EF4-FFF2-40B4-BE49-F238E27FC236}">
                <a16:creationId xmlns:a16="http://schemas.microsoft.com/office/drawing/2014/main" id="{F210D791-7558-F74A-11C3-59BD504E377E}"/>
              </a:ext>
            </a:extLst>
          </p:cNvPr>
          <p:cNvSpPr/>
          <p:nvPr/>
        </p:nvSpPr>
        <p:spPr>
          <a:xfrm>
            <a:off x="-10575617" y="6858000"/>
            <a:ext cx="8819773" cy="6651466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dequeue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first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exit(1);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first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(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first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last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first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last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 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first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first-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next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free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  <a:endParaRPr lang="en-US" sz="24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2C56F71B-DDFF-B0F0-7DC1-415FBBAAD478}"/>
              </a:ext>
            </a:extLst>
          </p:cNvPr>
          <p:cNvSpPr/>
          <p:nvPr/>
        </p:nvSpPr>
        <p:spPr>
          <a:xfrm>
            <a:off x="598178" y="4262100"/>
            <a:ext cx="8819772" cy="479484"/>
          </a:xfrm>
          <a:prstGeom prst="roundRect">
            <a:avLst/>
          </a:prstGeom>
          <a:solidFill>
            <a:schemeClr val="accent4">
              <a:lumMod val="60000"/>
              <a:lumOff val="40000"/>
              <a:alpha val="41668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" name="!!box3">
            <a:extLst>
              <a:ext uri="{FF2B5EF4-FFF2-40B4-BE49-F238E27FC236}">
                <a16:creationId xmlns:a16="http://schemas.microsoft.com/office/drawing/2014/main" id="{8A658957-3875-E997-9B73-58D840624AA4}"/>
              </a:ext>
            </a:extLst>
          </p:cNvPr>
          <p:cNvSpPr/>
          <p:nvPr/>
        </p:nvSpPr>
        <p:spPr>
          <a:xfrm>
            <a:off x="12548814" y="8199166"/>
            <a:ext cx="2693582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first:100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" name="!!box2">
            <a:extLst>
              <a:ext uri="{FF2B5EF4-FFF2-40B4-BE49-F238E27FC236}">
                <a16:creationId xmlns:a16="http://schemas.microsoft.com/office/drawing/2014/main" id="{121AD7B5-946A-6A6B-5D91-32645A5EA28C}"/>
              </a:ext>
            </a:extLst>
          </p:cNvPr>
          <p:cNvSpPr/>
          <p:nvPr/>
        </p:nvSpPr>
        <p:spPr>
          <a:xfrm>
            <a:off x="12548814" y="9051958"/>
            <a:ext cx="2693582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last:100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11E09BB1-CB0A-5B96-1B44-9AAA90A1CF20}"/>
              </a:ext>
            </a:extLst>
          </p:cNvPr>
          <p:cNvSpPr/>
          <p:nvPr/>
        </p:nvSpPr>
        <p:spPr>
          <a:xfrm>
            <a:off x="12515502" y="4359082"/>
            <a:ext cx="2693582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2E8451F7-1E02-8FBD-E42B-3604B7D7975A}"/>
              </a:ext>
            </a:extLst>
          </p:cNvPr>
          <p:cNvSpPr/>
          <p:nvPr/>
        </p:nvSpPr>
        <p:spPr>
          <a:xfrm>
            <a:off x="12515502" y="5391989"/>
            <a:ext cx="2693582" cy="76049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8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NULL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CB2B8CB-3FE3-7575-14F2-C894E343DF4B}"/>
              </a:ext>
            </a:extLst>
          </p:cNvPr>
          <p:cNvCxnSpPr>
            <a:cxnSpLocks/>
          </p:cNvCxnSpPr>
          <p:nvPr/>
        </p:nvCxnSpPr>
        <p:spPr>
          <a:xfrm>
            <a:off x="15209084" y="5772235"/>
            <a:ext cx="1484287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1BDE019-54E5-9A84-6846-96B258AF8F1E}"/>
              </a:ext>
            </a:extLst>
          </p:cNvPr>
          <p:cNvCxnSpPr>
            <a:cxnSpLocks/>
          </p:cNvCxnSpPr>
          <p:nvPr/>
        </p:nvCxnSpPr>
        <p:spPr>
          <a:xfrm>
            <a:off x="16675879" y="5700517"/>
            <a:ext cx="0" cy="767388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DE8B7037-58D2-D994-9E76-7351F700724B}"/>
              </a:ext>
            </a:extLst>
          </p:cNvPr>
          <p:cNvCxnSpPr>
            <a:cxnSpLocks/>
          </p:cNvCxnSpPr>
          <p:nvPr/>
        </p:nvCxnSpPr>
        <p:spPr>
          <a:xfrm flipH="1">
            <a:off x="16267984" y="6503924"/>
            <a:ext cx="850773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C27337C0-881A-285C-DC5D-53D24EBC2FFE}"/>
              </a:ext>
            </a:extLst>
          </p:cNvPr>
          <p:cNvCxnSpPr>
            <a:cxnSpLocks/>
          </p:cNvCxnSpPr>
          <p:nvPr/>
        </p:nvCxnSpPr>
        <p:spPr>
          <a:xfrm flipH="1">
            <a:off x="16388134" y="6668969"/>
            <a:ext cx="591671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1F2A61A-F69C-A25B-10DF-8E2D1FA9085C}"/>
              </a:ext>
            </a:extLst>
          </p:cNvPr>
          <p:cNvCxnSpPr>
            <a:cxnSpLocks/>
          </p:cNvCxnSpPr>
          <p:nvPr/>
        </p:nvCxnSpPr>
        <p:spPr>
          <a:xfrm flipH="1">
            <a:off x="16548675" y="6837317"/>
            <a:ext cx="233082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6FAC867B-8134-9BE0-3CF8-4A9CAD4B1C26}"/>
              </a:ext>
            </a:extLst>
          </p:cNvPr>
          <p:cNvCxnSpPr>
            <a:cxnSpLocks/>
          </p:cNvCxnSpPr>
          <p:nvPr/>
        </p:nvCxnSpPr>
        <p:spPr>
          <a:xfrm flipV="1">
            <a:off x="13895605" y="6214497"/>
            <a:ext cx="0" cy="1688107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EB38EE3-1A9B-FBEC-6B53-97AA8CB0005B}"/>
              </a:ext>
            </a:extLst>
          </p:cNvPr>
          <p:cNvCxnSpPr>
            <a:cxnSpLocks/>
          </p:cNvCxnSpPr>
          <p:nvPr/>
        </p:nvCxnSpPr>
        <p:spPr>
          <a:xfrm>
            <a:off x="19258494" y="2160867"/>
            <a:ext cx="0" cy="1815558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7" name="!!box5">
            <a:extLst>
              <a:ext uri="{FF2B5EF4-FFF2-40B4-BE49-F238E27FC236}">
                <a16:creationId xmlns:a16="http://schemas.microsoft.com/office/drawing/2014/main" id="{D58B4A47-17BE-54BA-3980-D5C89E75E607}"/>
              </a:ext>
            </a:extLst>
          </p:cNvPr>
          <p:cNvSpPr/>
          <p:nvPr/>
        </p:nvSpPr>
        <p:spPr>
          <a:xfrm>
            <a:off x="18465104" y="1205617"/>
            <a:ext cx="1703935" cy="590232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p:200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BB4528FB-CADD-2AFE-2A80-BB18F2E0F0EB}"/>
              </a:ext>
            </a:extLst>
          </p:cNvPr>
          <p:cNvSpPr/>
          <p:nvPr/>
        </p:nvSpPr>
        <p:spPr>
          <a:xfrm>
            <a:off x="17902666" y="4359082"/>
            <a:ext cx="2693582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CEBE6A26-1E0A-A909-8BCD-229265DB76FC}"/>
              </a:ext>
            </a:extLst>
          </p:cNvPr>
          <p:cNvSpPr/>
          <p:nvPr/>
        </p:nvSpPr>
        <p:spPr>
          <a:xfrm>
            <a:off x="17902666" y="5391989"/>
            <a:ext cx="2693582" cy="76049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1543581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000FC0-5FDF-C185-136A-37CC476306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box">
            <a:extLst>
              <a:ext uri="{FF2B5EF4-FFF2-40B4-BE49-F238E27FC236}">
                <a16:creationId xmlns:a16="http://schemas.microsoft.com/office/drawing/2014/main" id="{FDBCAEE4-B17C-35BC-9433-9621CF82F9C9}"/>
              </a:ext>
            </a:extLst>
          </p:cNvPr>
          <p:cNvSpPr/>
          <p:nvPr/>
        </p:nvSpPr>
        <p:spPr>
          <a:xfrm>
            <a:off x="-9937002" y="-1859618"/>
            <a:ext cx="8819773" cy="7060089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#include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&lt;</a:t>
            </a:r>
            <a:r>
              <a:rPr lang="en-IN" sz="2400" dirty="0" err="1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stdio.h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#include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&lt;</a:t>
            </a:r>
            <a:r>
              <a:rPr lang="en-IN" sz="2400" dirty="0" err="1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stdlib.h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 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next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first  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last  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  <a:endParaRPr lang="en-IN" sz="24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endParaRPr lang="en-IN" sz="24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b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main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()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enqueue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(1) ; 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enqueue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(2) 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dequeue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() 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dequeue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() 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0;</a:t>
            </a:r>
            <a:b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  <a:endParaRPr lang="en-US" sz="24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6" name="!!box1">
            <a:extLst>
              <a:ext uri="{FF2B5EF4-FFF2-40B4-BE49-F238E27FC236}">
                <a16:creationId xmlns:a16="http://schemas.microsoft.com/office/drawing/2014/main" id="{B6DB98CA-C3C8-4359-96FC-D2BE6A86C651}"/>
              </a:ext>
            </a:extLst>
          </p:cNvPr>
          <p:cNvSpPr/>
          <p:nvPr/>
        </p:nvSpPr>
        <p:spPr>
          <a:xfrm>
            <a:off x="598177" y="2086687"/>
            <a:ext cx="8819773" cy="6610604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void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enqueue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malloc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400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sizeof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exit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(1);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next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last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{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first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p;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last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p 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{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last-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next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last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</p:txBody>
      </p:sp>
      <p:sp>
        <p:nvSpPr>
          <p:cNvPr id="7" name="!!box2">
            <a:extLst>
              <a:ext uri="{FF2B5EF4-FFF2-40B4-BE49-F238E27FC236}">
                <a16:creationId xmlns:a16="http://schemas.microsoft.com/office/drawing/2014/main" id="{B4B2E464-EBF9-ADA8-DBEF-B7F2C1AC583E}"/>
              </a:ext>
            </a:extLst>
          </p:cNvPr>
          <p:cNvSpPr/>
          <p:nvPr/>
        </p:nvSpPr>
        <p:spPr>
          <a:xfrm>
            <a:off x="-10575617" y="6858000"/>
            <a:ext cx="8819773" cy="6651466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dequeue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first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exit(1);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first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(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first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last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first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last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 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first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first-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next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free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  <a:endParaRPr lang="en-US" sz="24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21861794-0883-8F85-6013-A7526557E882}"/>
              </a:ext>
            </a:extLst>
          </p:cNvPr>
          <p:cNvSpPr/>
          <p:nvPr/>
        </p:nvSpPr>
        <p:spPr>
          <a:xfrm>
            <a:off x="598178" y="4960729"/>
            <a:ext cx="8819772" cy="479484"/>
          </a:xfrm>
          <a:prstGeom prst="roundRect">
            <a:avLst/>
          </a:prstGeom>
          <a:solidFill>
            <a:schemeClr val="accent4">
              <a:lumMod val="60000"/>
              <a:lumOff val="40000"/>
              <a:alpha val="41668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" name="!!box3">
            <a:extLst>
              <a:ext uri="{FF2B5EF4-FFF2-40B4-BE49-F238E27FC236}">
                <a16:creationId xmlns:a16="http://schemas.microsoft.com/office/drawing/2014/main" id="{765908EF-F166-6940-42EE-2C87E9E7C80A}"/>
              </a:ext>
            </a:extLst>
          </p:cNvPr>
          <p:cNvSpPr/>
          <p:nvPr/>
        </p:nvSpPr>
        <p:spPr>
          <a:xfrm>
            <a:off x="12548814" y="8199166"/>
            <a:ext cx="2693582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first:100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" name="!!box2">
            <a:extLst>
              <a:ext uri="{FF2B5EF4-FFF2-40B4-BE49-F238E27FC236}">
                <a16:creationId xmlns:a16="http://schemas.microsoft.com/office/drawing/2014/main" id="{C672438C-0025-1CFC-72D7-E50F2E0E5B79}"/>
              </a:ext>
            </a:extLst>
          </p:cNvPr>
          <p:cNvSpPr/>
          <p:nvPr/>
        </p:nvSpPr>
        <p:spPr>
          <a:xfrm>
            <a:off x="12548814" y="9051958"/>
            <a:ext cx="2693582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last:100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474985BF-C97D-F220-E420-F143AE0B2E68}"/>
              </a:ext>
            </a:extLst>
          </p:cNvPr>
          <p:cNvSpPr/>
          <p:nvPr/>
        </p:nvSpPr>
        <p:spPr>
          <a:xfrm>
            <a:off x="12515502" y="4359082"/>
            <a:ext cx="2693582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BE32F69E-B64C-5459-3F81-B4B29B147077}"/>
              </a:ext>
            </a:extLst>
          </p:cNvPr>
          <p:cNvSpPr/>
          <p:nvPr/>
        </p:nvSpPr>
        <p:spPr>
          <a:xfrm>
            <a:off x="12515502" y="5391989"/>
            <a:ext cx="2693582" cy="76049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8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NULL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9FBF36D-BE03-EE1E-8589-2A348E7A8F32}"/>
              </a:ext>
            </a:extLst>
          </p:cNvPr>
          <p:cNvCxnSpPr>
            <a:cxnSpLocks/>
          </p:cNvCxnSpPr>
          <p:nvPr/>
        </p:nvCxnSpPr>
        <p:spPr>
          <a:xfrm>
            <a:off x="15209084" y="5772235"/>
            <a:ext cx="1484287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D961182-A9C2-9BB1-9372-9F003BD8220C}"/>
              </a:ext>
            </a:extLst>
          </p:cNvPr>
          <p:cNvCxnSpPr>
            <a:cxnSpLocks/>
          </p:cNvCxnSpPr>
          <p:nvPr/>
        </p:nvCxnSpPr>
        <p:spPr>
          <a:xfrm>
            <a:off x="16675879" y="5700517"/>
            <a:ext cx="0" cy="767388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678E3E5-AD02-EE11-D0E3-0B40285B79AD}"/>
              </a:ext>
            </a:extLst>
          </p:cNvPr>
          <p:cNvCxnSpPr>
            <a:cxnSpLocks/>
          </p:cNvCxnSpPr>
          <p:nvPr/>
        </p:nvCxnSpPr>
        <p:spPr>
          <a:xfrm flipH="1">
            <a:off x="16267984" y="6503924"/>
            <a:ext cx="850773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10F9C02-4080-946D-A46E-CA13A695DEFD}"/>
              </a:ext>
            </a:extLst>
          </p:cNvPr>
          <p:cNvCxnSpPr>
            <a:cxnSpLocks/>
          </p:cNvCxnSpPr>
          <p:nvPr/>
        </p:nvCxnSpPr>
        <p:spPr>
          <a:xfrm flipH="1">
            <a:off x="16388134" y="6668969"/>
            <a:ext cx="591671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61210BE-230A-A73D-FE1E-9C814132B20D}"/>
              </a:ext>
            </a:extLst>
          </p:cNvPr>
          <p:cNvCxnSpPr>
            <a:cxnSpLocks/>
          </p:cNvCxnSpPr>
          <p:nvPr/>
        </p:nvCxnSpPr>
        <p:spPr>
          <a:xfrm flipH="1">
            <a:off x="16548675" y="6837317"/>
            <a:ext cx="233082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890AE6FC-1395-BE48-E684-07D75C73BB8E}"/>
              </a:ext>
            </a:extLst>
          </p:cNvPr>
          <p:cNvCxnSpPr>
            <a:cxnSpLocks/>
          </p:cNvCxnSpPr>
          <p:nvPr/>
        </p:nvCxnSpPr>
        <p:spPr>
          <a:xfrm flipV="1">
            <a:off x="13895605" y="6214497"/>
            <a:ext cx="0" cy="1688107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EDE8140-2FBC-06DA-E5F7-411D72D0A341}"/>
              </a:ext>
            </a:extLst>
          </p:cNvPr>
          <p:cNvCxnSpPr>
            <a:cxnSpLocks/>
          </p:cNvCxnSpPr>
          <p:nvPr/>
        </p:nvCxnSpPr>
        <p:spPr>
          <a:xfrm>
            <a:off x="19258494" y="2160867"/>
            <a:ext cx="0" cy="1815558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7" name="!!box5">
            <a:extLst>
              <a:ext uri="{FF2B5EF4-FFF2-40B4-BE49-F238E27FC236}">
                <a16:creationId xmlns:a16="http://schemas.microsoft.com/office/drawing/2014/main" id="{27F10861-D925-F2C0-3540-A3E5C6160B75}"/>
              </a:ext>
            </a:extLst>
          </p:cNvPr>
          <p:cNvSpPr/>
          <p:nvPr/>
        </p:nvSpPr>
        <p:spPr>
          <a:xfrm>
            <a:off x="18465104" y="1205617"/>
            <a:ext cx="1703935" cy="590232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p:200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3415EF89-1E89-6A7F-D5EF-C7D95D49A787}"/>
              </a:ext>
            </a:extLst>
          </p:cNvPr>
          <p:cNvSpPr/>
          <p:nvPr/>
        </p:nvSpPr>
        <p:spPr>
          <a:xfrm>
            <a:off x="17902666" y="4359082"/>
            <a:ext cx="2693582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E7473D83-EEE1-4FE2-D28E-777453EE967F}"/>
              </a:ext>
            </a:extLst>
          </p:cNvPr>
          <p:cNvSpPr/>
          <p:nvPr/>
        </p:nvSpPr>
        <p:spPr>
          <a:xfrm>
            <a:off x="17902666" y="5391989"/>
            <a:ext cx="2693582" cy="76049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8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NULL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B2F33CB5-18AD-82E1-A418-3784817D4187}"/>
              </a:ext>
            </a:extLst>
          </p:cNvPr>
          <p:cNvCxnSpPr>
            <a:cxnSpLocks/>
          </p:cNvCxnSpPr>
          <p:nvPr/>
        </p:nvCxnSpPr>
        <p:spPr>
          <a:xfrm>
            <a:off x="20596248" y="5700517"/>
            <a:ext cx="1484287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9440BCD7-1322-9849-DDC0-AA3119B807EF}"/>
              </a:ext>
            </a:extLst>
          </p:cNvPr>
          <p:cNvCxnSpPr>
            <a:cxnSpLocks/>
          </p:cNvCxnSpPr>
          <p:nvPr/>
        </p:nvCxnSpPr>
        <p:spPr>
          <a:xfrm>
            <a:off x="22063043" y="5628799"/>
            <a:ext cx="0" cy="767388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3CD70757-107F-FE69-381E-94E377A442AA}"/>
              </a:ext>
            </a:extLst>
          </p:cNvPr>
          <p:cNvCxnSpPr>
            <a:cxnSpLocks/>
          </p:cNvCxnSpPr>
          <p:nvPr/>
        </p:nvCxnSpPr>
        <p:spPr>
          <a:xfrm flipH="1">
            <a:off x="21655148" y="6432206"/>
            <a:ext cx="850773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4DB43918-7C52-A3B5-EDBD-59AC45086B58}"/>
              </a:ext>
            </a:extLst>
          </p:cNvPr>
          <p:cNvCxnSpPr>
            <a:cxnSpLocks/>
          </p:cNvCxnSpPr>
          <p:nvPr/>
        </p:nvCxnSpPr>
        <p:spPr>
          <a:xfrm flipH="1">
            <a:off x="21775298" y="6597251"/>
            <a:ext cx="591671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D46F5C35-7DF4-BD9B-A945-84369B30EDE9}"/>
              </a:ext>
            </a:extLst>
          </p:cNvPr>
          <p:cNvCxnSpPr>
            <a:cxnSpLocks/>
          </p:cNvCxnSpPr>
          <p:nvPr/>
        </p:nvCxnSpPr>
        <p:spPr>
          <a:xfrm flipH="1">
            <a:off x="21935839" y="6765599"/>
            <a:ext cx="233082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30616665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62D24B-6F70-177F-D9C1-A450246ABD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box">
            <a:extLst>
              <a:ext uri="{FF2B5EF4-FFF2-40B4-BE49-F238E27FC236}">
                <a16:creationId xmlns:a16="http://schemas.microsoft.com/office/drawing/2014/main" id="{027CFBA6-DB3D-13AF-6D76-30ACABEC4378}"/>
              </a:ext>
            </a:extLst>
          </p:cNvPr>
          <p:cNvSpPr/>
          <p:nvPr/>
        </p:nvSpPr>
        <p:spPr>
          <a:xfrm>
            <a:off x="-9937002" y="-1859618"/>
            <a:ext cx="8819773" cy="7060089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#include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&lt;</a:t>
            </a:r>
            <a:r>
              <a:rPr lang="en-IN" sz="2400" dirty="0" err="1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stdio.h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#include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&lt;</a:t>
            </a:r>
            <a:r>
              <a:rPr lang="en-IN" sz="2400" dirty="0" err="1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stdlib.h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 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next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first  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last  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  <a:endParaRPr lang="en-IN" sz="24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endParaRPr lang="en-IN" sz="24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b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main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()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enqueue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(1) ; 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enqueue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(2) 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dequeue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() 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dequeue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() 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0;</a:t>
            </a:r>
            <a:b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  <a:endParaRPr lang="en-US" sz="24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6" name="!!box1">
            <a:extLst>
              <a:ext uri="{FF2B5EF4-FFF2-40B4-BE49-F238E27FC236}">
                <a16:creationId xmlns:a16="http://schemas.microsoft.com/office/drawing/2014/main" id="{2581BE5A-253D-8AC1-75D6-775D890C51A6}"/>
              </a:ext>
            </a:extLst>
          </p:cNvPr>
          <p:cNvSpPr/>
          <p:nvPr/>
        </p:nvSpPr>
        <p:spPr>
          <a:xfrm>
            <a:off x="598177" y="2086687"/>
            <a:ext cx="8819773" cy="6610604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void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enqueue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malloc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400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sizeof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exit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(1);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next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last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{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first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p;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last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p 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{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last-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next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last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</p:txBody>
      </p:sp>
      <p:sp>
        <p:nvSpPr>
          <p:cNvPr id="7" name="!!box2">
            <a:extLst>
              <a:ext uri="{FF2B5EF4-FFF2-40B4-BE49-F238E27FC236}">
                <a16:creationId xmlns:a16="http://schemas.microsoft.com/office/drawing/2014/main" id="{AA268D59-E878-E96B-E451-C9597DDE26C2}"/>
              </a:ext>
            </a:extLst>
          </p:cNvPr>
          <p:cNvSpPr/>
          <p:nvPr/>
        </p:nvSpPr>
        <p:spPr>
          <a:xfrm>
            <a:off x="-10575617" y="6858000"/>
            <a:ext cx="8819773" cy="6651466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dequeue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first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exit(1);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first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(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first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last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first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last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 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first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first-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next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free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  <a:endParaRPr lang="en-US" sz="24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7433AC80-C946-0492-BEDC-54D54BC2BAB8}"/>
              </a:ext>
            </a:extLst>
          </p:cNvPr>
          <p:cNvSpPr/>
          <p:nvPr/>
        </p:nvSpPr>
        <p:spPr>
          <a:xfrm>
            <a:off x="598177" y="6779997"/>
            <a:ext cx="8819772" cy="479484"/>
          </a:xfrm>
          <a:prstGeom prst="roundRect">
            <a:avLst/>
          </a:prstGeom>
          <a:solidFill>
            <a:schemeClr val="accent4">
              <a:lumMod val="60000"/>
              <a:lumOff val="40000"/>
              <a:alpha val="41668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" name="!!box3">
            <a:extLst>
              <a:ext uri="{FF2B5EF4-FFF2-40B4-BE49-F238E27FC236}">
                <a16:creationId xmlns:a16="http://schemas.microsoft.com/office/drawing/2014/main" id="{BBD0E9E5-0DC8-172F-F8DF-735EF0845E3B}"/>
              </a:ext>
            </a:extLst>
          </p:cNvPr>
          <p:cNvSpPr/>
          <p:nvPr/>
        </p:nvSpPr>
        <p:spPr>
          <a:xfrm>
            <a:off x="12548814" y="8199166"/>
            <a:ext cx="2693582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first:100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" name="!!box2">
            <a:extLst>
              <a:ext uri="{FF2B5EF4-FFF2-40B4-BE49-F238E27FC236}">
                <a16:creationId xmlns:a16="http://schemas.microsoft.com/office/drawing/2014/main" id="{3A73D454-2D6D-D014-3721-B5FCD4A261D8}"/>
              </a:ext>
            </a:extLst>
          </p:cNvPr>
          <p:cNvSpPr/>
          <p:nvPr/>
        </p:nvSpPr>
        <p:spPr>
          <a:xfrm>
            <a:off x="12548814" y="9051958"/>
            <a:ext cx="2693582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last:100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409E167C-D6A5-6F6F-55A6-3CB26DAD181B}"/>
              </a:ext>
            </a:extLst>
          </p:cNvPr>
          <p:cNvSpPr/>
          <p:nvPr/>
        </p:nvSpPr>
        <p:spPr>
          <a:xfrm>
            <a:off x="12515502" y="4359082"/>
            <a:ext cx="2693582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0B32E87A-3FAC-0F60-771E-7832A2DDF4AC}"/>
              </a:ext>
            </a:extLst>
          </p:cNvPr>
          <p:cNvSpPr/>
          <p:nvPr/>
        </p:nvSpPr>
        <p:spPr>
          <a:xfrm>
            <a:off x="12515502" y="5391989"/>
            <a:ext cx="2693582" cy="76049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8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NULL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42D4CB7-C260-4AF3-26FE-CE28FF612604}"/>
              </a:ext>
            </a:extLst>
          </p:cNvPr>
          <p:cNvCxnSpPr>
            <a:cxnSpLocks/>
          </p:cNvCxnSpPr>
          <p:nvPr/>
        </p:nvCxnSpPr>
        <p:spPr>
          <a:xfrm>
            <a:off x="15209084" y="5772235"/>
            <a:ext cx="1484287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EE406B7-51F0-C62B-573C-895BC2EEA41C}"/>
              </a:ext>
            </a:extLst>
          </p:cNvPr>
          <p:cNvCxnSpPr>
            <a:cxnSpLocks/>
          </p:cNvCxnSpPr>
          <p:nvPr/>
        </p:nvCxnSpPr>
        <p:spPr>
          <a:xfrm>
            <a:off x="16675879" y="5700517"/>
            <a:ext cx="0" cy="767388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40B8C24-BEDD-50BB-F5B3-659151F03A1E}"/>
              </a:ext>
            </a:extLst>
          </p:cNvPr>
          <p:cNvCxnSpPr>
            <a:cxnSpLocks/>
          </p:cNvCxnSpPr>
          <p:nvPr/>
        </p:nvCxnSpPr>
        <p:spPr>
          <a:xfrm flipH="1">
            <a:off x="16267984" y="6503924"/>
            <a:ext cx="850773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3F9DCD18-B172-EA56-0D6C-E1B0A426F52E}"/>
              </a:ext>
            </a:extLst>
          </p:cNvPr>
          <p:cNvCxnSpPr>
            <a:cxnSpLocks/>
          </p:cNvCxnSpPr>
          <p:nvPr/>
        </p:nvCxnSpPr>
        <p:spPr>
          <a:xfrm flipH="1">
            <a:off x="16388134" y="6668969"/>
            <a:ext cx="591671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8CEA4D4-C841-3737-2C4E-B369EFC5AE7C}"/>
              </a:ext>
            </a:extLst>
          </p:cNvPr>
          <p:cNvCxnSpPr>
            <a:cxnSpLocks/>
          </p:cNvCxnSpPr>
          <p:nvPr/>
        </p:nvCxnSpPr>
        <p:spPr>
          <a:xfrm flipH="1">
            <a:off x="16548675" y="6837317"/>
            <a:ext cx="233082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93501B76-8B09-08D6-8AE3-272BF8CA6731}"/>
              </a:ext>
            </a:extLst>
          </p:cNvPr>
          <p:cNvCxnSpPr>
            <a:cxnSpLocks/>
          </p:cNvCxnSpPr>
          <p:nvPr/>
        </p:nvCxnSpPr>
        <p:spPr>
          <a:xfrm flipV="1">
            <a:off x="13895605" y="6214497"/>
            <a:ext cx="0" cy="1688107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ECD5907D-B6DC-EEB5-FC25-C000BB049949}"/>
              </a:ext>
            </a:extLst>
          </p:cNvPr>
          <p:cNvCxnSpPr>
            <a:cxnSpLocks/>
          </p:cNvCxnSpPr>
          <p:nvPr/>
        </p:nvCxnSpPr>
        <p:spPr>
          <a:xfrm>
            <a:off x="19258494" y="2160867"/>
            <a:ext cx="0" cy="1815558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7" name="!!box5">
            <a:extLst>
              <a:ext uri="{FF2B5EF4-FFF2-40B4-BE49-F238E27FC236}">
                <a16:creationId xmlns:a16="http://schemas.microsoft.com/office/drawing/2014/main" id="{A98577DB-C4B2-C5FE-D2BB-062CBD2D92BF}"/>
              </a:ext>
            </a:extLst>
          </p:cNvPr>
          <p:cNvSpPr/>
          <p:nvPr/>
        </p:nvSpPr>
        <p:spPr>
          <a:xfrm>
            <a:off x="18465104" y="1205617"/>
            <a:ext cx="1703935" cy="590232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p:200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6943D8BA-3A81-89D9-A6F5-631A9028AAE5}"/>
              </a:ext>
            </a:extLst>
          </p:cNvPr>
          <p:cNvSpPr/>
          <p:nvPr/>
        </p:nvSpPr>
        <p:spPr>
          <a:xfrm>
            <a:off x="17902666" y="4359082"/>
            <a:ext cx="2693582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5C512CFF-CD47-68E6-1706-897A47C00077}"/>
              </a:ext>
            </a:extLst>
          </p:cNvPr>
          <p:cNvSpPr/>
          <p:nvPr/>
        </p:nvSpPr>
        <p:spPr>
          <a:xfrm>
            <a:off x="17902666" y="5391989"/>
            <a:ext cx="2693582" cy="76049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8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NULL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7D3B51DD-854B-DDB9-2D06-744FB7D2F6D1}"/>
              </a:ext>
            </a:extLst>
          </p:cNvPr>
          <p:cNvCxnSpPr>
            <a:cxnSpLocks/>
          </p:cNvCxnSpPr>
          <p:nvPr/>
        </p:nvCxnSpPr>
        <p:spPr>
          <a:xfrm>
            <a:off x="20596248" y="5700517"/>
            <a:ext cx="1484287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DC1C5530-CC76-FE8B-F846-BEF3FEB14D57}"/>
              </a:ext>
            </a:extLst>
          </p:cNvPr>
          <p:cNvCxnSpPr>
            <a:cxnSpLocks/>
          </p:cNvCxnSpPr>
          <p:nvPr/>
        </p:nvCxnSpPr>
        <p:spPr>
          <a:xfrm>
            <a:off x="22063043" y="5628799"/>
            <a:ext cx="0" cy="767388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51E60EC5-7395-9CD1-3C0B-13658364D427}"/>
              </a:ext>
            </a:extLst>
          </p:cNvPr>
          <p:cNvCxnSpPr>
            <a:cxnSpLocks/>
          </p:cNvCxnSpPr>
          <p:nvPr/>
        </p:nvCxnSpPr>
        <p:spPr>
          <a:xfrm flipH="1">
            <a:off x="21655148" y="6432206"/>
            <a:ext cx="850773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83BBC5B4-CC9F-3A54-53A7-D22D415A2F18}"/>
              </a:ext>
            </a:extLst>
          </p:cNvPr>
          <p:cNvCxnSpPr>
            <a:cxnSpLocks/>
          </p:cNvCxnSpPr>
          <p:nvPr/>
        </p:nvCxnSpPr>
        <p:spPr>
          <a:xfrm flipH="1">
            <a:off x="21775298" y="6597251"/>
            <a:ext cx="591671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EE223A9F-214D-C7C2-7C11-505E66E09FB2}"/>
              </a:ext>
            </a:extLst>
          </p:cNvPr>
          <p:cNvCxnSpPr>
            <a:cxnSpLocks/>
          </p:cNvCxnSpPr>
          <p:nvPr/>
        </p:nvCxnSpPr>
        <p:spPr>
          <a:xfrm flipH="1">
            <a:off x="21935839" y="6765599"/>
            <a:ext cx="233082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13163249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F1F846-AFD5-0523-3DB9-B44E702B0C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box">
            <a:extLst>
              <a:ext uri="{FF2B5EF4-FFF2-40B4-BE49-F238E27FC236}">
                <a16:creationId xmlns:a16="http://schemas.microsoft.com/office/drawing/2014/main" id="{3059F493-3A60-1077-75B8-55BA4A52EBED}"/>
              </a:ext>
            </a:extLst>
          </p:cNvPr>
          <p:cNvSpPr/>
          <p:nvPr/>
        </p:nvSpPr>
        <p:spPr>
          <a:xfrm>
            <a:off x="-9937002" y="-1859618"/>
            <a:ext cx="8819773" cy="7060089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#include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&lt;</a:t>
            </a:r>
            <a:r>
              <a:rPr lang="en-IN" sz="2400" dirty="0" err="1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stdio.h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#include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&lt;</a:t>
            </a:r>
            <a:r>
              <a:rPr lang="en-IN" sz="2400" dirty="0" err="1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stdlib.h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 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next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first  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last  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  <a:endParaRPr lang="en-IN" sz="24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endParaRPr lang="en-IN" sz="24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b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main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()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enqueue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(1) ; 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enqueue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(2) 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dequeue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() 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dequeue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() 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0;</a:t>
            </a:r>
            <a:b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  <a:endParaRPr lang="en-US" sz="24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6" name="!!box1">
            <a:extLst>
              <a:ext uri="{FF2B5EF4-FFF2-40B4-BE49-F238E27FC236}">
                <a16:creationId xmlns:a16="http://schemas.microsoft.com/office/drawing/2014/main" id="{F53F4903-B95A-CF15-9720-D2F0F9EE39CC}"/>
              </a:ext>
            </a:extLst>
          </p:cNvPr>
          <p:cNvSpPr/>
          <p:nvPr/>
        </p:nvSpPr>
        <p:spPr>
          <a:xfrm>
            <a:off x="598177" y="2086687"/>
            <a:ext cx="8819773" cy="6610604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void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enqueue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malloc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400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sizeof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exit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(1);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next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last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{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first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p;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last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p 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{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last-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next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last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</p:txBody>
      </p:sp>
      <p:sp>
        <p:nvSpPr>
          <p:cNvPr id="7" name="!!box2">
            <a:extLst>
              <a:ext uri="{FF2B5EF4-FFF2-40B4-BE49-F238E27FC236}">
                <a16:creationId xmlns:a16="http://schemas.microsoft.com/office/drawing/2014/main" id="{4D63B212-A4E0-4B9C-8A83-5A85A02886EB}"/>
              </a:ext>
            </a:extLst>
          </p:cNvPr>
          <p:cNvSpPr/>
          <p:nvPr/>
        </p:nvSpPr>
        <p:spPr>
          <a:xfrm>
            <a:off x="-10575617" y="6858000"/>
            <a:ext cx="8819773" cy="6651466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dequeue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first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exit(1);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first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(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first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last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first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last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 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first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first-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next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free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  <a:endParaRPr lang="en-US" sz="24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13294522-2956-7463-A9A6-F99E678B573E}"/>
              </a:ext>
            </a:extLst>
          </p:cNvPr>
          <p:cNvSpPr/>
          <p:nvPr/>
        </p:nvSpPr>
        <p:spPr>
          <a:xfrm>
            <a:off x="598178" y="7167038"/>
            <a:ext cx="8819772" cy="479484"/>
          </a:xfrm>
          <a:prstGeom prst="roundRect">
            <a:avLst/>
          </a:prstGeom>
          <a:solidFill>
            <a:schemeClr val="accent4">
              <a:lumMod val="60000"/>
              <a:lumOff val="40000"/>
              <a:alpha val="41668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" name="!!box3">
            <a:extLst>
              <a:ext uri="{FF2B5EF4-FFF2-40B4-BE49-F238E27FC236}">
                <a16:creationId xmlns:a16="http://schemas.microsoft.com/office/drawing/2014/main" id="{5A155B28-BE07-BA2E-49EC-1C2E376C05C7}"/>
              </a:ext>
            </a:extLst>
          </p:cNvPr>
          <p:cNvSpPr/>
          <p:nvPr/>
        </p:nvSpPr>
        <p:spPr>
          <a:xfrm>
            <a:off x="12548814" y="8199166"/>
            <a:ext cx="2693582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first:100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" name="!!box2">
            <a:extLst>
              <a:ext uri="{FF2B5EF4-FFF2-40B4-BE49-F238E27FC236}">
                <a16:creationId xmlns:a16="http://schemas.microsoft.com/office/drawing/2014/main" id="{A1686A91-B8EF-C005-28B8-A314BDA807CC}"/>
              </a:ext>
            </a:extLst>
          </p:cNvPr>
          <p:cNvSpPr/>
          <p:nvPr/>
        </p:nvSpPr>
        <p:spPr>
          <a:xfrm>
            <a:off x="12548814" y="9051958"/>
            <a:ext cx="2693582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last:100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2759B05D-6AC0-826C-2FF3-094DB85BD450}"/>
              </a:ext>
            </a:extLst>
          </p:cNvPr>
          <p:cNvSpPr/>
          <p:nvPr/>
        </p:nvSpPr>
        <p:spPr>
          <a:xfrm>
            <a:off x="12515502" y="4359082"/>
            <a:ext cx="2693582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51245D9A-B68A-1D3F-67EC-7A8D7E0F2D0E}"/>
              </a:ext>
            </a:extLst>
          </p:cNvPr>
          <p:cNvSpPr/>
          <p:nvPr/>
        </p:nvSpPr>
        <p:spPr>
          <a:xfrm>
            <a:off x="12515502" y="5391989"/>
            <a:ext cx="2693582" cy="76049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8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200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8B147021-0856-78AC-2BEC-2F646FE97FE7}"/>
              </a:ext>
            </a:extLst>
          </p:cNvPr>
          <p:cNvCxnSpPr>
            <a:cxnSpLocks/>
          </p:cNvCxnSpPr>
          <p:nvPr/>
        </p:nvCxnSpPr>
        <p:spPr>
          <a:xfrm flipV="1">
            <a:off x="13895605" y="6214497"/>
            <a:ext cx="0" cy="1688107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BCA274C1-F506-F0AD-3D3E-344D29D07663}"/>
              </a:ext>
            </a:extLst>
          </p:cNvPr>
          <p:cNvCxnSpPr>
            <a:cxnSpLocks/>
          </p:cNvCxnSpPr>
          <p:nvPr/>
        </p:nvCxnSpPr>
        <p:spPr>
          <a:xfrm>
            <a:off x="19258494" y="2160867"/>
            <a:ext cx="0" cy="1815558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7" name="!!box5">
            <a:extLst>
              <a:ext uri="{FF2B5EF4-FFF2-40B4-BE49-F238E27FC236}">
                <a16:creationId xmlns:a16="http://schemas.microsoft.com/office/drawing/2014/main" id="{BEA2F962-B1FF-672E-0D53-E2CA29E2B5E1}"/>
              </a:ext>
            </a:extLst>
          </p:cNvPr>
          <p:cNvSpPr/>
          <p:nvPr/>
        </p:nvSpPr>
        <p:spPr>
          <a:xfrm>
            <a:off x="18465104" y="1205617"/>
            <a:ext cx="1703935" cy="590232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p:200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F123BD14-4C84-5BCE-2018-CABFC40CA846}"/>
              </a:ext>
            </a:extLst>
          </p:cNvPr>
          <p:cNvSpPr/>
          <p:nvPr/>
        </p:nvSpPr>
        <p:spPr>
          <a:xfrm>
            <a:off x="17902666" y="4359082"/>
            <a:ext cx="2693582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251F7456-6793-8773-0D10-62035B9C7951}"/>
              </a:ext>
            </a:extLst>
          </p:cNvPr>
          <p:cNvSpPr/>
          <p:nvPr/>
        </p:nvSpPr>
        <p:spPr>
          <a:xfrm>
            <a:off x="17902666" y="5391989"/>
            <a:ext cx="2693582" cy="76049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8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NULL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887E7DE0-798C-4C55-F67E-873C99B1D698}"/>
              </a:ext>
            </a:extLst>
          </p:cNvPr>
          <p:cNvCxnSpPr>
            <a:cxnSpLocks/>
            <a:stCxn id="8" idx="3"/>
            <a:endCxn id="19" idx="1"/>
          </p:cNvCxnSpPr>
          <p:nvPr/>
        </p:nvCxnSpPr>
        <p:spPr>
          <a:xfrm>
            <a:off x="15209084" y="4875536"/>
            <a:ext cx="2693582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BAB3E1DD-6A43-6B24-146E-0FC010E890F3}"/>
              </a:ext>
            </a:extLst>
          </p:cNvPr>
          <p:cNvCxnSpPr>
            <a:cxnSpLocks/>
          </p:cNvCxnSpPr>
          <p:nvPr/>
        </p:nvCxnSpPr>
        <p:spPr>
          <a:xfrm>
            <a:off x="20596248" y="5700517"/>
            <a:ext cx="1484287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92551D37-75A8-C21B-FAC2-72E0E8A387CD}"/>
              </a:ext>
            </a:extLst>
          </p:cNvPr>
          <p:cNvCxnSpPr>
            <a:cxnSpLocks/>
          </p:cNvCxnSpPr>
          <p:nvPr/>
        </p:nvCxnSpPr>
        <p:spPr>
          <a:xfrm>
            <a:off x="22063043" y="5628799"/>
            <a:ext cx="0" cy="767388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7725A8AF-5CB4-FCD9-4869-11B74B1BFAF3}"/>
              </a:ext>
            </a:extLst>
          </p:cNvPr>
          <p:cNvCxnSpPr>
            <a:cxnSpLocks/>
          </p:cNvCxnSpPr>
          <p:nvPr/>
        </p:nvCxnSpPr>
        <p:spPr>
          <a:xfrm flipH="1">
            <a:off x="21655148" y="6432206"/>
            <a:ext cx="850773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DE136AB6-A0B2-9B61-1FBB-57ADA733DC69}"/>
              </a:ext>
            </a:extLst>
          </p:cNvPr>
          <p:cNvCxnSpPr>
            <a:cxnSpLocks/>
          </p:cNvCxnSpPr>
          <p:nvPr/>
        </p:nvCxnSpPr>
        <p:spPr>
          <a:xfrm flipH="1">
            <a:off x="21775298" y="6597251"/>
            <a:ext cx="591671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31294AA4-E107-25CB-450C-83FF56865EFA}"/>
              </a:ext>
            </a:extLst>
          </p:cNvPr>
          <p:cNvCxnSpPr>
            <a:cxnSpLocks/>
          </p:cNvCxnSpPr>
          <p:nvPr/>
        </p:nvCxnSpPr>
        <p:spPr>
          <a:xfrm flipH="1">
            <a:off x="21935839" y="6765599"/>
            <a:ext cx="233082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42233813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8C430D-3AEC-F443-E474-F4E809A66B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box">
            <a:extLst>
              <a:ext uri="{FF2B5EF4-FFF2-40B4-BE49-F238E27FC236}">
                <a16:creationId xmlns:a16="http://schemas.microsoft.com/office/drawing/2014/main" id="{E443EC91-6214-70A1-A8BA-249E837A8FCC}"/>
              </a:ext>
            </a:extLst>
          </p:cNvPr>
          <p:cNvSpPr/>
          <p:nvPr/>
        </p:nvSpPr>
        <p:spPr>
          <a:xfrm>
            <a:off x="-9937002" y="-1859618"/>
            <a:ext cx="8819773" cy="7060089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#include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&lt;</a:t>
            </a:r>
            <a:r>
              <a:rPr lang="en-IN" sz="2400" dirty="0" err="1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stdio.h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#include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&lt;</a:t>
            </a:r>
            <a:r>
              <a:rPr lang="en-IN" sz="2400" dirty="0" err="1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stdlib.h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 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next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first  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last  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  <a:endParaRPr lang="en-IN" sz="24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endParaRPr lang="en-IN" sz="24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b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main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()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enqueue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(1) ; 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enqueue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(2) 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dequeue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() 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dequeue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() 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0;</a:t>
            </a:r>
            <a:b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  <a:endParaRPr lang="en-US" sz="24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6" name="!!box1">
            <a:extLst>
              <a:ext uri="{FF2B5EF4-FFF2-40B4-BE49-F238E27FC236}">
                <a16:creationId xmlns:a16="http://schemas.microsoft.com/office/drawing/2014/main" id="{D5D84363-DBAD-BD86-B62E-D9E4BD94613B}"/>
              </a:ext>
            </a:extLst>
          </p:cNvPr>
          <p:cNvSpPr/>
          <p:nvPr/>
        </p:nvSpPr>
        <p:spPr>
          <a:xfrm>
            <a:off x="598177" y="2086687"/>
            <a:ext cx="8819773" cy="6610604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void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enqueue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malloc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400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sizeof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exit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(1);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next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last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{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first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p;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last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p 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{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last-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next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last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</p:txBody>
      </p:sp>
      <p:sp>
        <p:nvSpPr>
          <p:cNvPr id="7" name="!!box2">
            <a:extLst>
              <a:ext uri="{FF2B5EF4-FFF2-40B4-BE49-F238E27FC236}">
                <a16:creationId xmlns:a16="http://schemas.microsoft.com/office/drawing/2014/main" id="{3E442B26-5B66-E3E4-AFD1-3AC33EC0CA04}"/>
              </a:ext>
            </a:extLst>
          </p:cNvPr>
          <p:cNvSpPr/>
          <p:nvPr/>
        </p:nvSpPr>
        <p:spPr>
          <a:xfrm>
            <a:off x="-10575617" y="6858000"/>
            <a:ext cx="8819773" cy="6651466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dequeue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first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exit(1);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first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(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first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last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first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last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 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first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first-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next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free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  <a:endParaRPr lang="en-US" sz="24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FA4792BF-391B-D443-8C46-8D8D9731A881}"/>
              </a:ext>
            </a:extLst>
          </p:cNvPr>
          <p:cNvSpPr/>
          <p:nvPr/>
        </p:nvSpPr>
        <p:spPr>
          <a:xfrm>
            <a:off x="598178" y="7167038"/>
            <a:ext cx="8819772" cy="479484"/>
          </a:xfrm>
          <a:prstGeom prst="roundRect">
            <a:avLst/>
          </a:prstGeom>
          <a:solidFill>
            <a:schemeClr val="accent4">
              <a:lumMod val="60000"/>
              <a:lumOff val="40000"/>
              <a:alpha val="41668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" name="!!box3">
            <a:extLst>
              <a:ext uri="{FF2B5EF4-FFF2-40B4-BE49-F238E27FC236}">
                <a16:creationId xmlns:a16="http://schemas.microsoft.com/office/drawing/2014/main" id="{4C1476B1-1ACF-1A9D-E145-DEBB72C20F87}"/>
              </a:ext>
            </a:extLst>
          </p:cNvPr>
          <p:cNvSpPr/>
          <p:nvPr/>
        </p:nvSpPr>
        <p:spPr>
          <a:xfrm>
            <a:off x="12548814" y="8199166"/>
            <a:ext cx="2693582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first:100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" name="!!box2">
            <a:extLst>
              <a:ext uri="{FF2B5EF4-FFF2-40B4-BE49-F238E27FC236}">
                <a16:creationId xmlns:a16="http://schemas.microsoft.com/office/drawing/2014/main" id="{994524B8-2F2A-01CE-E250-24CC9A7CBF2C}"/>
              </a:ext>
            </a:extLst>
          </p:cNvPr>
          <p:cNvSpPr/>
          <p:nvPr/>
        </p:nvSpPr>
        <p:spPr>
          <a:xfrm>
            <a:off x="17902666" y="8199165"/>
            <a:ext cx="2693582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last:200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51114C8A-E2FA-636A-5349-096209883A95}"/>
              </a:ext>
            </a:extLst>
          </p:cNvPr>
          <p:cNvSpPr/>
          <p:nvPr/>
        </p:nvSpPr>
        <p:spPr>
          <a:xfrm>
            <a:off x="12515502" y="4359082"/>
            <a:ext cx="2693582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A90C0BAA-F7E4-E336-6028-1750CD0DE248}"/>
              </a:ext>
            </a:extLst>
          </p:cNvPr>
          <p:cNvSpPr/>
          <p:nvPr/>
        </p:nvSpPr>
        <p:spPr>
          <a:xfrm>
            <a:off x="12515502" y="5391989"/>
            <a:ext cx="2693582" cy="76049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8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200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8E5A5C1B-E9F9-A58C-D776-C054397A1655}"/>
              </a:ext>
            </a:extLst>
          </p:cNvPr>
          <p:cNvCxnSpPr>
            <a:cxnSpLocks/>
          </p:cNvCxnSpPr>
          <p:nvPr/>
        </p:nvCxnSpPr>
        <p:spPr>
          <a:xfrm flipV="1">
            <a:off x="13895605" y="6214497"/>
            <a:ext cx="0" cy="1688107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48616FFD-2BBB-0757-D122-BF60F4A69C5B}"/>
              </a:ext>
            </a:extLst>
          </p:cNvPr>
          <p:cNvCxnSpPr>
            <a:cxnSpLocks/>
          </p:cNvCxnSpPr>
          <p:nvPr/>
        </p:nvCxnSpPr>
        <p:spPr>
          <a:xfrm>
            <a:off x="19258494" y="2160867"/>
            <a:ext cx="0" cy="1815558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7" name="!!box5">
            <a:extLst>
              <a:ext uri="{FF2B5EF4-FFF2-40B4-BE49-F238E27FC236}">
                <a16:creationId xmlns:a16="http://schemas.microsoft.com/office/drawing/2014/main" id="{D56D04DD-CB29-33C8-3A2D-632081BE7001}"/>
              </a:ext>
            </a:extLst>
          </p:cNvPr>
          <p:cNvSpPr/>
          <p:nvPr/>
        </p:nvSpPr>
        <p:spPr>
          <a:xfrm>
            <a:off x="18465104" y="1205617"/>
            <a:ext cx="1703935" cy="590232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p:200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3FF0D356-6DA0-1364-1454-F1BA50452C0F}"/>
              </a:ext>
            </a:extLst>
          </p:cNvPr>
          <p:cNvSpPr/>
          <p:nvPr/>
        </p:nvSpPr>
        <p:spPr>
          <a:xfrm>
            <a:off x="17902666" y="4359082"/>
            <a:ext cx="2693582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F520CD7F-E62A-CEF9-E85C-9003C3846EE4}"/>
              </a:ext>
            </a:extLst>
          </p:cNvPr>
          <p:cNvSpPr/>
          <p:nvPr/>
        </p:nvSpPr>
        <p:spPr>
          <a:xfrm>
            <a:off x="17902666" y="5391989"/>
            <a:ext cx="2693582" cy="76049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8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NULL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66A9375E-1B37-993F-377C-E543F97181A2}"/>
              </a:ext>
            </a:extLst>
          </p:cNvPr>
          <p:cNvCxnSpPr>
            <a:cxnSpLocks/>
            <a:stCxn id="8" idx="3"/>
            <a:endCxn id="19" idx="1"/>
          </p:cNvCxnSpPr>
          <p:nvPr/>
        </p:nvCxnSpPr>
        <p:spPr>
          <a:xfrm>
            <a:off x="15209084" y="4875536"/>
            <a:ext cx="2693582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4393606-A92F-DC63-0B37-8E6A6FE3A52A}"/>
              </a:ext>
            </a:extLst>
          </p:cNvPr>
          <p:cNvCxnSpPr>
            <a:cxnSpLocks/>
          </p:cNvCxnSpPr>
          <p:nvPr/>
        </p:nvCxnSpPr>
        <p:spPr>
          <a:xfrm flipV="1">
            <a:off x="19249457" y="6322984"/>
            <a:ext cx="0" cy="1688107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439BB7F-03E3-9C85-8B80-EEA19A923A06}"/>
              </a:ext>
            </a:extLst>
          </p:cNvPr>
          <p:cNvCxnSpPr>
            <a:cxnSpLocks/>
          </p:cNvCxnSpPr>
          <p:nvPr/>
        </p:nvCxnSpPr>
        <p:spPr>
          <a:xfrm>
            <a:off x="20596248" y="5700517"/>
            <a:ext cx="1484287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B3BDBCF-C99D-D488-8388-6F488236DA03}"/>
              </a:ext>
            </a:extLst>
          </p:cNvPr>
          <p:cNvCxnSpPr>
            <a:cxnSpLocks/>
          </p:cNvCxnSpPr>
          <p:nvPr/>
        </p:nvCxnSpPr>
        <p:spPr>
          <a:xfrm>
            <a:off x="22063043" y="5628799"/>
            <a:ext cx="0" cy="767388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E9D63222-BC8F-677E-3BA5-E9484E4A4804}"/>
              </a:ext>
            </a:extLst>
          </p:cNvPr>
          <p:cNvCxnSpPr>
            <a:cxnSpLocks/>
          </p:cNvCxnSpPr>
          <p:nvPr/>
        </p:nvCxnSpPr>
        <p:spPr>
          <a:xfrm flipH="1">
            <a:off x="21655148" y="6432206"/>
            <a:ext cx="850773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B85538C-48AE-0BAD-9E91-B96AC7E023C9}"/>
              </a:ext>
            </a:extLst>
          </p:cNvPr>
          <p:cNvCxnSpPr>
            <a:cxnSpLocks/>
          </p:cNvCxnSpPr>
          <p:nvPr/>
        </p:nvCxnSpPr>
        <p:spPr>
          <a:xfrm flipH="1">
            <a:off x="21775298" y="6597251"/>
            <a:ext cx="591671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9B231F46-5027-348B-CD71-86C0C03962F5}"/>
              </a:ext>
            </a:extLst>
          </p:cNvPr>
          <p:cNvCxnSpPr>
            <a:cxnSpLocks/>
          </p:cNvCxnSpPr>
          <p:nvPr/>
        </p:nvCxnSpPr>
        <p:spPr>
          <a:xfrm flipH="1">
            <a:off x="21935839" y="6765599"/>
            <a:ext cx="233082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28683054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01DA17-D1FB-7347-D5DB-AF5605A015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box">
            <a:extLst>
              <a:ext uri="{FF2B5EF4-FFF2-40B4-BE49-F238E27FC236}">
                <a16:creationId xmlns:a16="http://schemas.microsoft.com/office/drawing/2014/main" id="{5FDBE997-7956-5249-3010-AEE0031B6BD2}"/>
              </a:ext>
            </a:extLst>
          </p:cNvPr>
          <p:cNvSpPr/>
          <p:nvPr/>
        </p:nvSpPr>
        <p:spPr>
          <a:xfrm>
            <a:off x="436648" y="1434192"/>
            <a:ext cx="8819773" cy="7060089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#include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&lt;</a:t>
            </a:r>
            <a:r>
              <a:rPr lang="en-IN" sz="2400" dirty="0" err="1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stdio.h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#include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&lt;</a:t>
            </a:r>
            <a:r>
              <a:rPr lang="en-IN" sz="2400" dirty="0" err="1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stdlib.h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 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next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first  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last  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  <a:endParaRPr lang="en-IN" sz="24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endParaRPr lang="en-IN" sz="24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b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main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()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enqueue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(1) ; 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enqueue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(2) 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dequeue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() 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dequeue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() 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0;</a:t>
            </a:r>
            <a:b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  <a:endParaRPr lang="en-US" sz="24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6" name="!!box1">
            <a:extLst>
              <a:ext uri="{FF2B5EF4-FFF2-40B4-BE49-F238E27FC236}">
                <a16:creationId xmlns:a16="http://schemas.microsoft.com/office/drawing/2014/main" id="{7BE28795-92B8-46D5-76ED-A4A61836D82D}"/>
              </a:ext>
            </a:extLst>
          </p:cNvPr>
          <p:cNvSpPr/>
          <p:nvPr/>
        </p:nvSpPr>
        <p:spPr>
          <a:xfrm>
            <a:off x="-10575618" y="15166995"/>
            <a:ext cx="8819773" cy="6610604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void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enqueue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malloc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400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sizeof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exit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(1);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next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last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{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first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p;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last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p 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{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last-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next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last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</p:txBody>
      </p:sp>
      <p:sp>
        <p:nvSpPr>
          <p:cNvPr id="7" name="!!box2">
            <a:extLst>
              <a:ext uri="{FF2B5EF4-FFF2-40B4-BE49-F238E27FC236}">
                <a16:creationId xmlns:a16="http://schemas.microsoft.com/office/drawing/2014/main" id="{4DFB89C0-2104-C681-0EC5-ADE93A9A53C7}"/>
              </a:ext>
            </a:extLst>
          </p:cNvPr>
          <p:cNvSpPr/>
          <p:nvPr/>
        </p:nvSpPr>
        <p:spPr>
          <a:xfrm>
            <a:off x="-10575617" y="6858000"/>
            <a:ext cx="8819773" cy="6651466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dequeue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first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exit(1);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first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(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first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last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first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last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 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first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first-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next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free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  <a:endParaRPr lang="en-US" sz="24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12BC7345-EC3D-045B-A3D0-EC1305593301}"/>
              </a:ext>
            </a:extLst>
          </p:cNvPr>
          <p:cNvSpPr/>
          <p:nvPr/>
        </p:nvSpPr>
        <p:spPr>
          <a:xfrm>
            <a:off x="436649" y="6618258"/>
            <a:ext cx="8819772" cy="479484"/>
          </a:xfrm>
          <a:prstGeom prst="roundRect">
            <a:avLst/>
          </a:prstGeom>
          <a:solidFill>
            <a:schemeClr val="accent4">
              <a:lumMod val="60000"/>
              <a:lumOff val="40000"/>
              <a:alpha val="41668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" name="!!box3">
            <a:extLst>
              <a:ext uri="{FF2B5EF4-FFF2-40B4-BE49-F238E27FC236}">
                <a16:creationId xmlns:a16="http://schemas.microsoft.com/office/drawing/2014/main" id="{E1E6847F-A8CD-83F3-2BF9-47F026943EF4}"/>
              </a:ext>
            </a:extLst>
          </p:cNvPr>
          <p:cNvSpPr/>
          <p:nvPr/>
        </p:nvSpPr>
        <p:spPr>
          <a:xfrm>
            <a:off x="12548814" y="8199166"/>
            <a:ext cx="2693582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first:100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" name="!!box2">
            <a:extLst>
              <a:ext uri="{FF2B5EF4-FFF2-40B4-BE49-F238E27FC236}">
                <a16:creationId xmlns:a16="http://schemas.microsoft.com/office/drawing/2014/main" id="{C6B93735-F8F9-C050-D9C8-C6A7ECB8E377}"/>
              </a:ext>
            </a:extLst>
          </p:cNvPr>
          <p:cNvSpPr/>
          <p:nvPr/>
        </p:nvSpPr>
        <p:spPr>
          <a:xfrm>
            <a:off x="17902666" y="8199165"/>
            <a:ext cx="2693582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last:200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E9B883CB-FD90-3B8F-77DC-95E5C5095D1D}"/>
              </a:ext>
            </a:extLst>
          </p:cNvPr>
          <p:cNvSpPr/>
          <p:nvPr/>
        </p:nvSpPr>
        <p:spPr>
          <a:xfrm>
            <a:off x="12515502" y="4359082"/>
            <a:ext cx="2693582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64CD2A5D-CF08-678E-BEA2-41A7EA76048A}"/>
              </a:ext>
            </a:extLst>
          </p:cNvPr>
          <p:cNvSpPr/>
          <p:nvPr/>
        </p:nvSpPr>
        <p:spPr>
          <a:xfrm>
            <a:off x="12515502" y="5391989"/>
            <a:ext cx="2693582" cy="76049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8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200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DB59073F-B5A9-8C97-32C1-233F54BCA23F}"/>
              </a:ext>
            </a:extLst>
          </p:cNvPr>
          <p:cNvCxnSpPr>
            <a:cxnSpLocks/>
          </p:cNvCxnSpPr>
          <p:nvPr/>
        </p:nvCxnSpPr>
        <p:spPr>
          <a:xfrm flipV="1">
            <a:off x="13895605" y="6214497"/>
            <a:ext cx="0" cy="1688107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4512EC05-FB7E-1EEE-C0CC-75AB4255B043}"/>
              </a:ext>
            </a:extLst>
          </p:cNvPr>
          <p:cNvSpPr/>
          <p:nvPr/>
        </p:nvSpPr>
        <p:spPr>
          <a:xfrm>
            <a:off x="17902666" y="4359082"/>
            <a:ext cx="2693582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2F8418F0-190A-1878-513B-4C6E76BE1FB8}"/>
              </a:ext>
            </a:extLst>
          </p:cNvPr>
          <p:cNvSpPr/>
          <p:nvPr/>
        </p:nvSpPr>
        <p:spPr>
          <a:xfrm>
            <a:off x="17902666" y="5391989"/>
            <a:ext cx="2693582" cy="76049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8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NULL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99D3C7AD-F73B-1259-B4DC-010924838B4E}"/>
              </a:ext>
            </a:extLst>
          </p:cNvPr>
          <p:cNvCxnSpPr>
            <a:cxnSpLocks/>
            <a:stCxn id="8" idx="3"/>
            <a:endCxn id="19" idx="1"/>
          </p:cNvCxnSpPr>
          <p:nvPr/>
        </p:nvCxnSpPr>
        <p:spPr>
          <a:xfrm>
            <a:off x="15209084" y="4875536"/>
            <a:ext cx="2693582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4F0145D-7B42-1B8E-1933-08D0CFC1BF7C}"/>
              </a:ext>
            </a:extLst>
          </p:cNvPr>
          <p:cNvCxnSpPr>
            <a:cxnSpLocks/>
          </p:cNvCxnSpPr>
          <p:nvPr/>
        </p:nvCxnSpPr>
        <p:spPr>
          <a:xfrm flipV="1">
            <a:off x="19249457" y="6322984"/>
            <a:ext cx="0" cy="1688107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D92B271-38D0-E9B9-34F1-599D807737FD}"/>
              </a:ext>
            </a:extLst>
          </p:cNvPr>
          <p:cNvCxnSpPr>
            <a:cxnSpLocks/>
          </p:cNvCxnSpPr>
          <p:nvPr/>
        </p:nvCxnSpPr>
        <p:spPr>
          <a:xfrm>
            <a:off x="20596248" y="5700517"/>
            <a:ext cx="1484287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38523685-562E-00C1-97CA-3147E9FB8620}"/>
              </a:ext>
            </a:extLst>
          </p:cNvPr>
          <p:cNvCxnSpPr>
            <a:cxnSpLocks/>
          </p:cNvCxnSpPr>
          <p:nvPr/>
        </p:nvCxnSpPr>
        <p:spPr>
          <a:xfrm>
            <a:off x="22063043" y="5628799"/>
            <a:ext cx="0" cy="767388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8A8576DD-E4A9-38A8-FC3A-E35C8ABDF591}"/>
              </a:ext>
            </a:extLst>
          </p:cNvPr>
          <p:cNvCxnSpPr>
            <a:cxnSpLocks/>
          </p:cNvCxnSpPr>
          <p:nvPr/>
        </p:nvCxnSpPr>
        <p:spPr>
          <a:xfrm flipH="1">
            <a:off x="21655148" y="6432206"/>
            <a:ext cx="850773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5CEAA43-D3E9-EA9C-F47B-73090A85522D}"/>
              </a:ext>
            </a:extLst>
          </p:cNvPr>
          <p:cNvCxnSpPr>
            <a:cxnSpLocks/>
          </p:cNvCxnSpPr>
          <p:nvPr/>
        </p:nvCxnSpPr>
        <p:spPr>
          <a:xfrm flipH="1">
            <a:off x="21775298" y="6597251"/>
            <a:ext cx="591671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1C0B3D80-A07F-7316-575E-DCAC3DCED9EE}"/>
              </a:ext>
            </a:extLst>
          </p:cNvPr>
          <p:cNvCxnSpPr>
            <a:cxnSpLocks/>
          </p:cNvCxnSpPr>
          <p:nvPr/>
        </p:nvCxnSpPr>
        <p:spPr>
          <a:xfrm flipH="1">
            <a:off x="21935839" y="6765599"/>
            <a:ext cx="233082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32214504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8A6936-BD4B-5485-BEDF-5F2A68D063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box">
            <a:extLst>
              <a:ext uri="{FF2B5EF4-FFF2-40B4-BE49-F238E27FC236}">
                <a16:creationId xmlns:a16="http://schemas.microsoft.com/office/drawing/2014/main" id="{BB56A8AB-B039-342B-3B08-71BFABAD69A8}"/>
              </a:ext>
            </a:extLst>
          </p:cNvPr>
          <p:cNvSpPr/>
          <p:nvPr/>
        </p:nvSpPr>
        <p:spPr>
          <a:xfrm>
            <a:off x="-10575619" y="-1668100"/>
            <a:ext cx="8819773" cy="7060089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#include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&lt;</a:t>
            </a:r>
            <a:r>
              <a:rPr lang="en-IN" sz="2400" dirty="0" err="1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stdio.h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#include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&lt;</a:t>
            </a:r>
            <a:r>
              <a:rPr lang="en-IN" sz="2400" dirty="0" err="1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stdlib.h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 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next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first  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last  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  <a:endParaRPr lang="en-IN" sz="24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endParaRPr lang="en-IN" sz="24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b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main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()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enqueue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(1) ; 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enqueue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(2) 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dequeue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() 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dequeue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() 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0;</a:t>
            </a:r>
            <a:b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  <a:endParaRPr lang="en-US" sz="24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6" name="!!box1">
            <a:extLst>
              <a:ext uri="{FF2B5EF4-FFF2-40B4-BE49-F238E27FC236}">
                <a16:creationId xmlns:a16="http://schemas.microsoft.com/office/drawing/2014/main" id="{22F02CBF-9111-8AB9-E5AB-57A03BB664E0}"/>
              </a:ext>
            </a:extLst>
          </p:cNvPr>
          <p:cNvSpPr/>
          <p:nvPr/>
        </p:nvSpPr>
        <p:spPr>
          <a:xfrm>
            <a:off x="-10575618" y="15166995"/>
            <a:ext cx="8819773" cy="6610604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void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enqueue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malloc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400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sizeof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exit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(1);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next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last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{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first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p;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last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p 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{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last-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next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last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</p:txBody>
      </p:sp>
      <p:sp>
        <p:nvSpPr>
          <p:cNvPr id="7" name="!!box2">
            <a:extLst>
              <a:ext uri="{FF2B5EF4-FFF2-40B4-BE49-F238E27FC236}">
                <a16:creationId xmlns:a16="http://schemas.microsoft.com/office/drawing/2014/main" id="{49B9236B-6328-990B-CC5D-0BE08EC46D37}"/>
              </a:ext>
            </a:extLst>
          </p:cNvPr>
          <p:cNvSpPr/>
          <p:nvPr/>
        </p:nvSpPr>
        <p:spPr>
          <a:xfrm>
            <a:off x="436649" y="1547699"/>
            <a:ext cx="8819773" cy="6651466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dequeue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first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exit(1);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first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(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first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last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first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last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 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first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first-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next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free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  <a:endParaRPr lang="en-US" sz="24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2BE9CB63-66A1-672F-A58B-8C2E745D2461}"/>
              </a:ext>
            </a:extLst>
          </p:cNvPr>
          <p:cNvSpPr/>
          <p:nvPr/>
        </p:nvSpPr>
        <p:spPr>
          <a:xfrm>
            <a:off x="436650" y="2586585"/>
            <a:ext cx="8819772" cy="479484"/>
          </a:xfrm>
          <a:prstGeom prst="roundRect">
            <a:avLst/>
          </a:prstGeom>
          <a:solidFill>
            <a:schemeClr val="accent4">
              <a:lumMod val="60000"/>
              <a:lumOff val="40000"/>
              <a:alpha val="41668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" name="!!box3">
            <a:extLst>
              <a:ext uri="{FF2B5EF4-FFF2-40B4-BE49-F238E27FC236}">
                <a16:creationId xmlns:a16="http://schemas.microsoft.com/office/drawing/2014/main" id="{EF603C5C-9863-53AC-B6C4-08925D5EB1D0}"/>
              </a:ext>
            </a:extLst>
          </p:cNvPr>
          <p:cNvSpPr/>
          <p:nvPr/>
        </p:nvSpPr>
        <p:spPr>
          <a:xfrm>
            <a:off x="12548814" y="8199166"/>
            <a:ext cx="2693582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first:100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" name="!!box2">
            <a:extLst>
              <a:ext uri="{FF2B5EF4-FFF2-40B4-BE49-F238E27FC236}">
                <a16:creationId xmlns:a16="http://schemas.microsoft.com/office/drawing/2014/main" id="{BA543D84-0343-68AA-228A-84C7F95AD522}"/>
              </a:ext>
            </a:extLst>
          </p:cNvPr>
          <p:cNvSpPr/>
          <p:nvPr/>
        </p:nvSpPr>
        <p:spPr>
          <a:xfrm>
            <a:off x="17902666" y="8199165"/>
            <a:ext cx="2693582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last:200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2421FF21-4393-D66C-CC3B-825EDDB21C35}"/>
              </a:ext>
            </a:extLst>
          </p:cNvPr>
          <p:cNvSpPr/>
          <p:nvPr/>
        </p:nvSpPr>
        <p:spPr>
          <a:xfrm>
            <a:off x="12515502" y="4359082"/>
            <a:ext cx="2693582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BE37665B-1D68-FED0-62EE-81B49BC98E15}"/>
              </a:ext>
            </a:extLst>
          </p:cNvPr>
          <p:cNvSpPr/>
          <p:nvPr/>
        </p:nvSpPr>
        <p:spPr>
          <a:xfrm>
            <a:off x="12515502" y="5391989"/>
            <a:ext cx="2693582" cy="76049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8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200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A7EED53-3FA0-6AAE-C6D9-2C65BDC3DCC9}"/>
              </a:ext>
            </a:extLst>
          </p:cNvPr>
          <p:cNvCxnSpPr>
            <a:cxnSpLocks/>
          </p:cNvCxnSpPr>
          <p:nvPr/>
        </p:nvCxnSpPr>
        <p:spPr>
          <a:xfrm flipV="1">
            <a:off x="13895605" y="6214497"/>
            <a:ext cx="0" cy="1688107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87E0D66F-4ECB-762E-5D64-058430C80C8C}"/>
              </a:ext>
            </a:extLst>
          </p:cNvPr>
          <p:cNvSpPr/>
          <p:nvPr/>
        </p:nvSpPr>
        <p:spPr>
          <a:xfrm>
            <a:off x="17902666" y="4359082"/>
            <a:ext cx="2693582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F18E9F54-91EE-2939-F055-EF79EB5FB00C}"/>
              </a:ext>
            </a:extLst>
          </p:cNvPr>
          <p:cNvSpPr/>
          <p:nvPr/>
        </p:nvSpPr>
        <p:spPr>
          <a:xfrm>
            <a:off x="17902666" y="5391989"/>
            <a:ext cx="2693582" cy="76049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8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NULL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AFCF152F-2AD6-670B-DDF2-12FD1AFA451C}"/>
              </a:ext>
            </a:extLst>
          </p:cNvPr>
          <p:cNvCxnSpPr>
            <a:cxnSpLocks/>
            <a:stCxn id="8" idx="3"/>
            <a:endCxn id="19" idx="1"/>
          </p:cNvCxnSpPr>
          <p:nvPr/>
        </p:nvCxnSpPr>
        <p:spPr>
          <a:xfrm>
            <a:off x="15209084" y="4875536"/>
            <a:ext cx="2693582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A5FB0A3-3A6C-5F7D-CA0E-008266160C46}"/>
              </a:ext>
            </a:extLst>
          </p:cNvPr>
          <p:cNvCxnSpPr>
            <a:cxnSpLocks/>
          </p:cNvCxnSpPr>
          <p:nvPr/>
        </p:nvCxnSpPr>
        <p:spPr>
          <a:xfrm flipV="1">
            <a:off x="19249457" y="6322984"/>
            <a:ext cx="0" cy="1688107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4E3FB08-9B84-389F-6220-2C36ADC4B88B}"/>
              </a:ext>
            </a:extLst>
          </p:cNvPr>
          <p:cNvCxnSpPr>
            <a:cxnSpLocks/>
          </p:cNvCxnSpPr>
          <p:nvPr/>
        </p:nvCxnSpPr>
        <p:spPr>
          <a:xfrm>
            <a:off x="20596248" y="5700517"/>
            <a:ext cx="1484287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C6C30516-87C4-A526-3AE7-216E9B5513D6}"/>
              </a:ext>
            </a:extLst>
          </p:cNvPr>
          <p:cNvCxnSpPr>
            <a:cxnSpLocks/>
          </p:cNvCxnSpPr>
          <p:nvPr/>
        </p:nvCxnSpPr>
        <p:spPr>
          <a:xfrm>
            <a:off x="22063043" y="5628799"/>
            <a:ext cx="0" cy="767388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37A135B-DF4D-C239-1C53-59672AEF6696}"/>
              </a:ext>
            </a:extLst>
          </p:cNvPr>
          <p:cNvCxnSpPr>
            <a:cxnSpLocks/>
          </p:cNvCxnSpPr>
          <p:nvPr/>
        </p:nvCxnSpPr>
        <p:spPr>
          <a:xfrm flipH="1">
            <a:off x="21655148" y="6432206"/>
            <a:ext cx="850773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9CC13D3-AC04-E038-4D26-81EE1A1839C0}"/>
              </a:ext>
            </a:extLst>
          </p:cNvPr>
          <p:cNvCxnSpPr>
            <a:cxnSpLocks/>
          </p:cNvCxnSpPr>
          <p:nvPr/>
        </p:nvCxnSpPr>
        <p:spPr>
          <a:xfrm flipH="1">
            <a:off x="21775298" y="6597251"/>
            <a:ext cx="591671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9F1320C2-5E32-C44D-4579-09077BA1BA2C}"/>
              </a:ext>
            </a:extLst>
          </p:cNvPr>
          <p:cNvCxnSpPr>
            <a:cxnSpLocks/>
          </p:cNvCxnSpPr>
          <p:nvPr/>
        </p:nvCxnSpPr>
        <p:spPr>
          <a:xfrm flipH="1">
            <a:off x="21935839" y="6765599"/>
            <a:ext cx="233082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19439610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D973D9-AEEB-B63D-8D94-3D8BD5EFE5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!!box2">
            <a:extLst>
              <a:ext uri="{FF2B5EF4-FFF2-40B4-BE49-F238E27FC236}">
                <a16:creationId xmlns:a16="http://schemas.microsoft.com/office/drawing/2014/main" id="{E8618B41-65B2-9723-CCE2-AC5E42063231}"/>
              </a:ext>
            </a:extLst>
          </p:cNvPr>
          <p:cNvSpPr/>
          <p:nvPr/>
        </p:nvSpPr>
        <p:spPr>
          <a:xfrm>
            <a:off x="436649" y="1547699"/>
            <a:ext cx="8819773" cy="6651466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dequeue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first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exit(1);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first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(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first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last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first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last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 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first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first-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next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free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  <a:endParaRPr lang="en-US" sz="24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5A83A80E-8CCE-B894-9624-A459B814A289}"/>
              </a:ext>
            </a:extLst>
          </p:cNvPr>
          <p:cNvSpPr/>
          <p:nvPr/>
        </p:nvSpPr>
        <p:spPr>
          <a:xfrm>
            <a:off x="436650" y="3362439"/>
            <a:ext cx="8819772" cy="479484"/>
          </a:xfrm>
          <a:prstGeom prst="roundRect">
            <a:avLst/>
          </a:prstGeom>
          <a:solidFill>
            <a:schemeClr val="accent4">
              <a:lumMod val="60000"/>
              <a:lumOff val="40000"/>
              <a:alpha val="41668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" name="!!box">
            <a:extLst>
              <a:ext uri="{FF2B5EF4-FFF2-40B4-BE49-F238E27FC236}">
                <a16:creationId xmlns:a16="http://schemas.microsoft.com/office/drawing/2014/main" id="{DC1C6C6A-F907-A5EF-5CBC-6FEDD16F00AA}"/>
              </a:ext>
            </a:extLst>
          </p:cNvPr>
          <p:cNvSpPr/>
          <p:nvPr/>
        </p:nvSpPr>
        <p:spPr>
          <a:xfrm>
            <a:off x="-10575619" y="-1668100"/>
            <a:ext cx="8819773" cy="7060089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#include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&lt;</a:t>
            </a:r>
            <a:r>
              <a:rPr lang="en-IN" sz="2400" dirty="0" err="1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stdio.h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#include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&lt;</a:t>
            </a:r>
            <a:r>
              <a:rPr lang="en-IN" sz="2400" dirty="0" err="1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stdlib.h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 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next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first  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last  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  <a:endParaRPr lang="en-IN" sz="24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endParaRPr lang="en-IN" sz="24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b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main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()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enqueue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(1) ; 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enqueue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(2) 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dequeue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() 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dequeue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() 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0;</a:t>
            </a:r>
            <a:b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  <a:endParaRPr lang="en-US" sz="24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6" name="!!box1">
            <a:extLst>
              <a:ext uri="{FF2B5EF4-FFF2-40B4-BE49-F238E27FC236}">
                <a16:creationId xmlns:a16="http://schemas.microsoft.com/office/drawing/2014/main" id="{B735B6E3-5A78-5E57-0302-37C857E0808B}"/>
              </a:ext>
            </a:extLst>
          </p:cNvPr>
          <p:cNvSpPr/>
          <p:nvPr/>
        </p:nvSpPr>
        <p:spPr>
          <a:xfrm>
            <a:off x="-10575618" y="15166995"/>
            <a:ext cx="8819773" cy="6610604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void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enqueue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malloc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400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sizeof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exit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(1);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next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last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{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first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p;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last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p 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{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last-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next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last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</p:txBody>
      </p:sp>
      <p:sp>
        <p:nvSpPr>
          <p:cNvPr id="4" name="!!box3">
            <a:extLst>
              <a:ext uri="{FF2B5EF4-FFF2-40B4-BE49-F238E27FC236}">
                <a16:creationId xmlns:a16="http://schemas.microsoft.com/office/drawing/2014/main" id="{EFADFA6B-9140-651C-9A32-0116FA404F32}"/>
              </a:ext>
            </a:extLst>
          </p:cNvPr>
          <p:cNvSpPr/>
          <p:nvPr/>
        </p:nvSpPr>
        <p:spPr>
          <a:xfrm>
            <a:off x="12548814" y="8199166"/>
            <a:ext cx="2693582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first:100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" name="!!box2">
            <a:extLst>
              <a:ext uri="{FF2B5EF4-FFF2-40B4-BE49-F238E27FC236}">
                <a16:creationId xmlns:a16="http://schemas.microsoft.com/office/drawing/2014/main" id="{FCAFD100-68F2-3A28-3565-F274DC66ED8B}"/>
              </a:ext>
            </a:extLst>
          </p:cNvPr>
          <p:cNvSpPr/>
          <p:nvPr/>
        </p:nvSpPr>
        <p:spPr>
          <a:xfrm>
            <a:off x="17902666" y="8199165"/>
            <a:ext cx="2693582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last:200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6E31C6C4-2AD5-DAAA-C113-9EF6ED6D97D7}"/>
              </a:ext>
            </a:extLst>
          </p:cNvPr>
          <p:cNvSpPr/>
          <p:nvPr/>
        </p:nvSpPr>
        <p:spPr>
          <a:xfrm>
            <a:off x="12515502" y="4359082"/>
            <a:ext cx="2693582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0A53D298-B5AC-0FAE-EC75-23735D060029}"/>
              </a:ext>
            </a:extLst>
          </p:cNvPr>
          <p:cNvSpPr/>
          <p:nvPr/>
        </p:nvSpPr>
        <p:spPr>
          <a:xfrm>
            <a:off x="12515502" y="5391989"/>
            <a:ext cx="2693582" cy="76049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8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200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B7289B3A-134E-A316-F3DF-A6EF58069B6D}"/>
              </a:ext>
            </a:extLst>
          </p:cNvPr>
          <p:cNvCxnSpPr>
            <a:cxnSpLocks/>
          </p:cNvCxnSpPr>
          <p:nvPr/>
        </p:nvCxnSpPr>
        <p:spPr>
          <a:xfrm flipV="1">
            <a:off x="13895605" y="6214497"/>
            <a:ext cx="0" cy="1688107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A9B88086-BC8A-F5A0-4A32-629780ABB747}"/>
              </a:ext>
            </a:extLst>
          </p:cNvPr>
          <p:cNvSpPr/>
          <p:nvPr/>
        </p:nvSpPr>
        <p:spPr>
          <a:xfrm>
            <a:off x="17902666" y="4359082"/>
            <a:ext cx="2693582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A0A67C89-45F0-332A-16C7-CB931EBBA0A2}"/>
              </a:ext>
            </a:extLst>
          </p:cNvPr>
          <p:cNvSpPr/>
          <p:nvPr/>
        </p:nvSpPr>
        <p:spPr>
          <a:xfrm>
            <a:off x="17902666" y="5391989"/>
            <a:ext cx="2693582" cy="76049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8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NULL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38B67FC1-AF2A-EFA8-A9EE-CEE64CF772E2}"/>
              </a:ext>
            </a:extLst>
          </p:cNvPr>
          <p:cNvCxnSpPr>
            <a:cxnSpLocks/>
            <a:stCxn id="8" idx="3"/>
            <a:endCxn id="19" idx="1"/>
          </p:cNvCxnSpPr>
          <p:nvPr/>
        </p:nvCxnSpPr>
        <p:spPr>
          <a:xfrm>
            <a:off x="15209084" y="4875536"/>
            <a:ext cx="2693582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907A307-E306-541A-D149-6B073B9E4F47}"/>
              </a:ext>
            </a:extLst>
          </p:cNvPr>
          <p:cNvCxnSpPr>
            <a:cxnSpLocks/>
          </p:cNvCxnSpPr>
          <p:nvPr/>
        </p:nvCxnSpPr>
        <p:spPr>
          <a:xfrm flipV="1">
            <a:off x="19249457" y="6322984"/>
            <a:ext cx="0" cy="1688107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2" name="!!box5">
            <a:extLst>
              <a:ext uri="{FF2B5EF4-FFF2-40B4-BE49-F238E27FC236}">
                <a16:creationId xmlns:a16="http://schemas.microsoft.com/office/drawing/2014/main" id="{C2179CB3-7548-20C4-AB30-6335B9401EFA}"/>
              </a:ext>
            </a:extLst>
          </p:cNvPr>
          <p:cNvSpPr/>
          <p:nvPr/>
        </p:nvSpPr>
        <p:spPr>
          <a:xfrm>
            <a:off x="13043637" y="9085961"/>
            <a:ext cx="1703935" cy="590232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p:100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475BE3D-1A32-AB93-F3DB-864226CCA6EF}"/>
              </a:ext>
            </a:extLst>
          </p:cNvPr>
          <p:cNvCxnSpPr>
            <a:cxnSpLocks/>
          </p:cNvCxnSpPr>
          <p:nvPr/>
        </p:nvCxnSpPr>
        <p:spPr>
          <a:xfrm>
            <a:off x="20596248" y="5700517"/>
            <a:ext cx="1484287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1063086-ABCF-72D5-C54E-4F4BDCB0D846}"/>
              </a:ext>
            </a:extLst>
          </p:cNvPr>
          <p:cNvCxnSpPr>
            <a:cxnSpLocks/>
          </p:cNvCxnSpPr>
          <p:nvPr/>
        </p:nvCxnSpPr>
        <p:spPr>
          <a:xfrm>
            <a:off x="22063043" y="5628799"/>
            <a:ext cx="0" cy="767388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0D792C54-6535-4F83-E4AB-27220ECE9CDD}"/>
              </a:ext>
            </a:extLst>
          </p:cNvPr>
          <p:cNvCxnSpPr>
            <a:cxnSpLocks/>
          </p:cNvCxnSpPr>
          <p:nvPr/>
        </p:nvCxnSpPr>
        <p:spPr>
          <a:xfrm flipH="1">
            <a:off x="21655148" y="6432206"/>
            <a:ext cx="850773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EF63BBF-EA0B-AE26-571B-31DB52B5651D}"/>
              </a:ext>
            </a:extLst>
          </p:cNvPr>
          <p:cNvCxnSpPr>
            <a:cxnSpLocks/>
          </p:cNvCxnSpPr>
          <p:nvPr/>
        </p:nvCxnSpPr>
        <p:spPr>
          <a:xfrm flipH="1">
            <a:off x="21775298" y="6597251"/>
            <a:ext cx="591671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AC899D87-6090-10A3-1B31-403D4EDA9ABE}"/>
              </a:ext>
            </a:extLst>
          </p:cNvPr>
          <p:cNvCxnSpPr>
            <a:cxnSpLocks/>
          </p:cNvCxnSpPr>
          <p:nvPr/>
        </p:nvCxnSpPr>
        <p:spPr>
          <a:xfrm flipH="1">
            <a:off x="21935839" y="6765599"/>
            <a:ext cx="233082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28126230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56D8E5-39AC-E4F9-2E87-2D36617EC4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box">
            <a:extLst>
              <a:ext uri="{FF2B5EF4-FFF2-40B4-BE49-F238E27FC236}">
                <a16:creationId xmlns:a16="http://schemas.microsoft.com/office/drawing/2014/main" id="{05D0781C-F99C-842F-BDFD-D23C8AD9AD55}"/>
              </a:ext>
            </a:extLst>
          </p:cNvPr>
          <p:cNvSpPr/>
          <p:nvPr/>
        </p:nvSpPr>
        <p:spPr>
          <a:xfrm>
            <a:off x="-10575619" y="-1668100"/>
            <a:ext cx="8819773" cy="7060089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#include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&lt;</a:t>
            </a:r>
            <a:r>
              <a:rPr lang="en-IN" sz="2400" dirty="0" err="1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stdio.h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#include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&lt;</a:t>
            </a:r>
            <a:r>
              <a:rPr lang="en-IN" sz="2400" dirty="0" err="1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stdlib.h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 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next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first  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last  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  <a:endParaRPr lang="en-IN" sz="24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endParaRPr lang="en-IN" sz="24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b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main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()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enqueue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(1) ; 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enqueue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(2) 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dequeue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() 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dequeue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() 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0;</a:t>
            </a:r>
            <a:b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  <a:endParaRPr lang="en-US" sz="24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6" name="!!box1">
            <a:extLst>
              <a:ext uri="{FF2B5EF4-FFF2-40B4-BE49-F238E27FC236}">
                <a16:creationId xmlns:a16="http://schemas.microsoft.com/office/drawing/2014/main" id="{2A510FFE-FF2F-5FCE-0D50-A1BB96BB6C07}"/>
              </a:ext>
            </a:extLst>
          </p:cNvPr>
          <p:cNvSpPr/>
          <p:nvPr/>
        </p:nvSpPr>
        <p:spPr>
          <a:xfrm>
            <a:off x="-10575618" y="15166995"/>
            <a:ext cx="8819773" cy="6610604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void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enqueue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malloc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400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sizeof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exit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(1);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next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last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{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first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p;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last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p 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{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last-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next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last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</p:txBody>
      </p:sp>
      <p:sp>
        <p:nvSpPr>
          <p:cNvPr id="7" name="!!box2">
            <a:extLst>
              <a:ext uri="{FF2B5EF4-FFF2-40B4-BE49-F238E27FC236}">
                <a16:creationId xmlns:a16="http://schemas.microsoft.com/office/drawing/2014/main" id="{D99C0C8B-72D7-4DAA-53FC-3579E9BE412C}"/>
              </a:ext>
            </a:extLst>
          </p:cNvPr>
          <p:cNvSpPr/>
          <p:nvPr/>
        </p:nvSpPr>
        <p:spPr>
          <a:xfrm>
            <a:off x="436649" y="1547699"/>
            <a:ext cx="8819773" cy="6651466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dequeue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first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exit(1);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first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(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first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last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first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last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 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first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first-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next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free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  <a:endParaRPr lang="en-US" sz="24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538E050C-13DE-A844-B50C-42DE943B3D0F}"/>
              </a:ext>
            </a:extLst>
          </p:cNvPr>
          <p:cNvSpPr/>
          <p:nvPr/>
        </p:nvSpPr>
        <p:spPr>
          <a:xfrm>
            <a:off x="436650" y="3731716"/>
            <a:ext cx="8819772" cy="479484"/>
          </a:xfrm>
          <a:prstGeom prst="roundRect">
            <a:avLst/>
          </a:prstGeom>
          <a:solidFill>
            <a:schemeClr val="accent4">
              <a:lumMod val="60000"/>
              <a:lumOff val="40000"/>
              <a:alpha val="41668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" name="!!box3">
            <a:extLst>
              <a:ext uri="{FF2B5EF4-FFF2-40B4-BE49-F238E27FC236}">
                <a16:creationId xmlns:a16="http://schemas.microsoft.com/office/drawing/2014/main" id="{55F59C5D-6890-A1E9-0859-910E0492B26C}"/>
              </a:ext>
            </a:extLst>
          </p:cNvPr>
          <p:cNvSpPr/>
          <p:nvPr/>
        </p:nvSpPr>
        <p:spPr>
          <a:xfrm>
            <a:off x="12548814" y="8199166"/>
            <a:ext cx="2693582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first:100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" name="!!box2">
            <a:extLst>
              <a:ext uri="{FF2B5EF4-FFF2-40B4-BE49-F238E27FC236}">
                <a16:creationId xmlns:a16="http://schemas.microsoft.com/office/drawing/2014/main" id="{455DF05C-3412-EA51-F2FC-48E61D312705}"/>
              </a:ext>
            </a:extLst>
          </p:cNvPr>
          <p:cNvSpPr/>
          <p:nvPr/>
        </p:nvSpPr>
        <p:spPr>
          <a:xfrm>
            <a:off x="17902666" y="8199165"/>
            <a:ext cx="2693582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last:200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5FDB0BD3-8EE4-92C3-34A5-898E1BA8AF9F}"/>
              </a:ext>
            </a:extLst>
          </p:cNvPr>
          <p:cNvSpPr/>
          <p:nvPr/>
        </p:nvSpPr>
        <p:spPr>
          <a:xfrm>
            <a:off x="12515502" y="4359082"/>
            <a:ext cx="2693582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D5BB073A-CD7F-FBA8-CABB-E4F05A8AC1AF}"/>
              </a:ext>
            </a:extLst>
          </p:cNvPr>
          <p:cNvSpPr/>
          <p:nvPr/>
        </p:nvSpPr>
        <p:spPr>
          <a:xfrm>
            <a:off x="12515502" y="5391989"/>
            <a:ext cx="2693582" cy="76049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8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200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4200E70D-62CC-E1A0-0DCF-D634E32E5B52}"/>
              </a:ext>
            </a:extLst>
          </p:cNvPr>
          <p:cNvCxnSpPr>
            <a:cxnSpLocks/>
          </p:cNvCxnSpPr>
          <p:nvPr/>
        </p:nvCxnSpPr>
        <p:spPr>
          <a:xfrm flipV="1">
            <a:off x="13895605" y="6214497"/>
            <a:ext cx="0" cy="1688107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7995A377-CC88-DF33-3CDD-30F48CDF4368}"/>
              </a:ext>
            </a:extLst>
          </p:cNvPr>
          <p:cNvSpPr/>
          <p:nvPr/>
        </p:nvSpPr>
        <p:spPr>
          <a:xfrm>
            <a:off x="17902666" y="4359082"/>
            <a:ext cx="2693582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DA5F0865-67DC-9027-956D-0F434E6D8D20}"/>
              </a:ext>
            </a:extLst>
          </p:cNvPr>
          <p:cNvSpPr/>
          <p:nvPr/>
        </p:nvSpPr>
        <p:spPr>
          <a:xfrm>
            <a:off x="17902666" y="5391989"/>
            <a:ext cx="2693582" cy="76049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8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NULL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6F40AA1F-7D20-6B35-B3AC-148C8244A342}"/>
              </a:ext>
            </a:extLst>
          </p:cNvPr>
          <p:cNvCxnSpPr>
            <a:cxnSpLocks/>
            <a:stCxn id="8" idx="3"/>
            <a:endCxn id="19" idx="1"/>
          </p:cNvCxnSpPr>
          <p:nvPr/>
        </p:nvCxnSpPr>
        <p:spPr>
          <a:xfrm>
            <a:off x="15209084" y="4875536"/>
            <a:ext cx="2693582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86EDF4F-83A8-4AC4-DD8C-67A569FDDFDD}"/>
              </a:ext>
            </a:extLst>
          </p:cNvPr>
          <p:cNvCxnSpPr>
            <a:cxnSpLocks/>
          </p:cNvCxnSpPr>
          <p:nvPr/>
        </p:nvCxnSpPr>
        <p:spPr>
          <a:xfrm flipV="1">
            <a:off x="19249457" y="6322984"/>
            <a:ext cx="0" cy="1688107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2" name="!!box5">
            <a:extLst>
              <a:ext uri="{FF2B5EF4-FFF2-40B4-BE49-F238E27FC236}">
                <a16:creationId xmlns:a16="http://schemas.microsoft.com/office/drawing/2014/main" id="{F1CFE0DE-7C45-682B-82A4-8795743B05ED}"/>
              </a:ext>
            </a:extLst>
          </p:cNvPr>
          <p:cNvSpPr/>
          <p:nvPr/>
        </p:nvSpPr>
        <p:spPr>
          <a:xfrm>
            <a:off x="13043637" y="9085961"/>
            <a:ext cx="1703935" cy="590232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p:100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C809379B-82BD-CF89-FD6A-73D9C91D34C4}"/>
              </a:ext>
            </a:extLst>
          </p:cNvPr>
          <p:cNvCxnSpPr>
            <a:cxnSpLocks/>
          </p:cNvCxnSpPr>
          <p:nvPr/>
        </p:nvCxnSpPr>
        <p:spPr>
          <a:xfrm>
            <a:off x="20596248" y="5700517"/>
            <a:ext cx="1484287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B7E7B7D-137E-24C4-7217-362E84537E91}"/>
              </a:ext>
            </a:extLst>
          </p:cNvPr>
          <p:cNvCxnSpPr>
            <a:cxnSpLocks/>
          </p:cNvCxnSpPr>
          <p:nvPr/>
        </p:nvCxnSpPr>
        <p:spPr>
          <a:xfrm>
            <a:off x="22063043" y="5628799"/>
            <a:ext cx="0" cy="767388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8A685E03-4682-AC3C-AAE4-84449605129D}"/>
              </a:ext>
            </a:extLst>
          </p:cNvPr>
          <p:cNvCxnSpPr>
            <a:cxnSpLocks/>
          </p:cNvCxnSpPr>
          <p:nvPr/>
        </p:nvCxnSpPr>
        <p:spPr>
          <a:xfrm flipH="1">
            <a:off x="21655148" y="6432206"/>
            <a:ext cx="850773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F22484F-416F-2BC6-0DA4-0B9D231DB586}"/>
              </a:ext>
            </a:extLst>
          </p:cNvPr>
          <p:cNvCxnSpPr>
            <a:cxnSpLocks/>
          </p:cNvCxnSpPr>
          <p:nvPr/>
        </p:nvCxnSpPr>
        <p:spPr>
          <a:xfrm flipH="1">
            <a:off x="21775298" y="6597251"/>
            <a:ext cx="591671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BD3BD1C-98E4-C91F-699E-6D3E2BA94664}"/>
              </a:ext>
            </a:extLst>
          </p:cNvPr>
          <p:cNvCxnSpPr>
            <a:cxnSpLocks/>
          </p:cNvCxnSpPr>
          <p:nvPr/>
        </p:nvCxnSpPr>
        <p:spPr>
          <a:xfrm flipH="1">
            <a:off x="21935839" y="6765599"/>
            <a:ext cx="233082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37123742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8374FA-8B28-BB88-8FC4-B87584B0CB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box">
            <a:extLst>
              <a:ext uri="{FF2B5EF4-FFF2-40B4-BE49-F238E27FC236}">
                <a16:creationId xmlns:a16="http://schemas.microsoft.com/office/drawing/2014/main" id="{50509BC3-9C5D-1A78-1352-7CCC08AC17E1}"/>
              </a:ext>
            </a:extLst>
          </p:cNvPr>
          <p:cNvSpPr/>
          <p:nvPr/>
        </p:nvSpPr>
        <p:spPr>
          <a:xfrm>
            <a:off x="-10575619" y="-1668100"/>
            <a:ext cx="8819773" cy="7060089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#include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&lt;</a:t>
            </a:r>
            <a:r>
              <a:rPr lang="en-IN" sz="2400" dirty="0" err="1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stdio.h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#include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&lt;</a:t>
            </a:r>
            <a:r>
              <a:rPr lang="en-IN" sz="2400" dirty="0" err="1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stdlib.h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 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next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first  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last  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  <a:endParaRPr lang="en-IN" sz="24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endParaRPr lang="en-IN" sz="24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b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main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()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enqueue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(1) ; 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enqueue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(2) 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dequeue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() 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dequeue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() 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0;</a:t>
            </a:r>
            <a:b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  <a:endParaRPr lang="en-US" sz="24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6" name="!!box1">
            <a:extLst>
              <a:ext uri="{FF2B5EF4-FFF2-40B4-BE49-F238E27FC236}">
                <a16:creationId xmlns:a16="http://schemas.microsoft.com/office/drawing/2014/main" id="{B15E6B26-8FA8-DE1C-B19C-CE084FF0E138}"/>
              </a:ext>
            </a:extLst>
          </p:cNvPr>
          <p:cNvSpPr/>
          <p:nvPr/>
        </p:nvSpPr>
        <p:spPr>
          <a:xfrm>
            <a:off x="-10575618" y="15166995"/>
            <a:ext cx="8819773" cy="6610604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void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enqueue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malloc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400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sizeof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exit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(1);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next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last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{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first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p;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last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p 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{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last-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next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last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</p:txBody>
      </p:sp>
      <p:sp>
        <p:nvSpPr>
          <p:cNvPr id="7" name="!!box2">
            <a:extLst>
              <a:ext uri="{FF2B5EF4-FFF2-40B4-BE49-F238E27FC236}">
                <a16:creationId xmlns:a16="http://schemas.microsoft.com/office/drawing/2014/main" id="{F80FCF27-1F52-4156-359F-20B28B31AEC3}"/>
              </a:ext>
            </a:extLst>
          </p:cNvPr>
          <p:cNvSpPr/>
          <p:nvPr/>
        </p:nvSpPr>
        <p:spPr>
          <a:xfrm>
            <a:off x="436649" y="1547699"/>
            <a:ext cx="8819773" cy="6651466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dequeue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first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exit(1);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first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(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first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last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first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last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 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first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first-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next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free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  <a:endParaRPr lang="en-US" sz="24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91936E03-F319-3E77-4B6C-BA0C6ECF88E0}"/>
              </a:ext>
            </a:extLst>
          </p:cNvPr>
          <p:cNvSpPr/>
          <p:nvPr/>
        </p:nvSpPr>
        <p:spPr>
          <a:xfrm>
            <a:off x="436650" y="4119340"/>
            <a:ext cx="8819772" cy="479484"/>
          </a:xfrm>
          <a:prstGeom prst="roundRect">
            <a:avLst/>
          </a:prstGeom>
          <a:solidFill>
            <a:schemeClr val="accent4">
              <a:lumMod val="60000"/>
              <a:lumOff val="40000"/>
              <a:alpha val="41668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" name="!!box3">
            <a:extLst>
              <a:ext uri="{FF2B5EF4-FFF2-40B4-BE49-F238E27FC236}">
                <a16:creationId xmlns:a16="http://schemas.microsoft.com/office/drawing/2014/main" id="{4E6426E8-9B1E-9545-1E46-3884E7353E1C}"/>
              </a:ext>
            </a:extLst>
          </p:cNvPr>
          <p:cNvSpPr/>
          <p:nvPr/>
        </p:nvSpPr>
        <p:spPr>
          <a:xfrm>
            <a:off x="12548814" y="8199166"/>
            <a:ext cx="2693582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first:100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" name="!!box2">
            <a:extLst>
              <a:ext uri="{FF2B5EF4-FFF2-40B4-BE49-F238E27FC236}">
                <a16:creationId xmlns:a16="http://schemas.microsoft.com/office/drawing/2014/main" id="{388CFF92-B0BB-BCE4-19A8-EAEF98FB8554}"/>
              </a:ext>
            </a:extLst>
          </p:cNvPr>
          <p:cNvSpPr/>
          <p:nvPr/>
        </p:nvSpPr>
        <p:spPr>
          <a:xfrm>
            <a:off x="17902666" y="8199165"/>
            <a:ext cx="2693582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last:200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C9D407A6-33D4-A315-E200-E51D4D45CC7D}"/>
              </a:ext>
            </a:extLst>
          </p:cNvPr>
          <p:cNvSpPr/>
          <p:nvPr/>
        </p:nvSpPr>
        <p:spPr>
          <a:xfrm>
            <a:off x="12515502" y="4359082"/>
            <a:ext cx="2693582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A395833C-4E21-F33D-609B-7A938C2A592A}"/>
              </a:ext>
            </a:extLst>
          </p:cNvPr>
          <p:cNvSpPr/>
          <p:nvPr/>
        </p:nvSpPr>
        <p:spPr>
          <a:xfrm>
            <a:off x="12515502" y="5391989"/>
            <a:ext cx="2693582" cy="76049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8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200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C92E8EAE-44EF-D434-0FF8-917D1A0B5032}"/>
              </a:ext>
            </a:extLst>
          </p:cNvPr>
          <p:cNvCxnSpPr>
            <a:cxnSpLocks/>
          </p:cNvCxnSpPr>
          <p:nvPr/>
        </p:nvCxnSpPr>
        <p:spPr>
          <a:xfrm flipV="1">
            <a:off x="13895605" y="6214497"/>
            <a:ext cx="0" cy="1688107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96DC1B93-3D15-A838-3210-DFB68D5A149D}"/>
              </a:ext>
            </a:extLst>
          </p:cNvPr>
          <p:cNvSpPr/>
          <p:nvPr/>
        </p:nvSpPr>
        <p:spPr>
          <a:xfrm>
            <a:off x="17902666" y="4359082"/>
            <a:ext cx="2693582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80A84ECD-1179-ACA0-0959-88188BECCF94}"/>
              </a:ext>
            </a:extLst>
          </p:cNvPr>
          <p:cNvSpPr/>
          <p:nvPr/>
        </p:nvSpPr>
        <p:spPr>
          <a:xfrm>
            <a:off x="17902666" y="5391989"/>
            <a:ext cx="2693582" cy="76049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8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NULL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A0EBAF53-7B54-9FFB-F5AC-D5A456F74911}"/>
              </a:ext>
            </a:extLst>
          </p:cNvPr>
          <p:cNvCxnSpPr>
            <a:cxnSpLocks/>
            <a:stCxn id="8" idx="3"/>
            <a:endCxn id="19" idx="1"/>
          </p:cNvCxnSpPr>
          <p:nvPr/>
        </p:nvCxnSpPr>
        <p:spPr>
          <a:xfrm>
            <a:off x="15209084" y="4875536"/>
            <a:ext cx="2693582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839F1F4-B225-37A4-5122-2E3BC3BE7C12}"/>
              </a:ext>
            </a:extLst>
          </p:cNvPr>
          <p:cNvCxnSpPr>
            <a:cxnSpLocks/>
          </p:cNvCxnSpPr>
          <p:nvPr/>
        </p:nvCxnSpPr>
        <p:spPr>
          <a:xfrm flipV="1">
            <a:off x="19249457" y="6322984"/>
            <a:ext cx="0" cy="1688107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2" name="!!box5">
            <a:extLst>
              <a:ext uri="{FF2B5EF4-FFF2-40B4-BE49-F238E27FC236}">
                <a16:creationId xmlns:a16="http://schemas.microsoft.com/office/drawing/2014/main" id="{1B46129F-1490-E2A0-0F8C-535B4230827D}"/>
              </a:ext>
            </a:extLst>
          </p:cNvPr>
          <p:cNvSpPr/>
          <p:nvPr/>
        </p:nvSpPr>
        <p:spPr>
          <a:xfrm>
            <a:off x="13043637" y="9085961"/>
            <a:ext cx="1703935" cy="590232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p:100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04CB591-1139-18C7-2477-3F5E7B12E669}"/>
              </a:ext>
            </a:extLst>
          </p:cNvPr>
          <p:cNvCxnSpPr>
            <a:cxnSpLocks/>
          </p:cNvCxnSpPr>
          <p:nvPr/>
        </p:nvCxnSpPr>
        <p:spPr>
          <a:xfrm>
            <a:off x="20596248" y="5700517"/>
            <a:ext cx="1484287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A15E232-1988-7875-8018-5BCEF0B816E1}"/>
              </a:ext>
            </a:extLst>
          </p:cNvPr>
          <p:cNvCxnSpPr>
            <a:cxnSpLocks/>
          </p:cNvCxnSpPr>
          <p:nvPr/>
        </p:nvCxnSpPr>
        <p:spPr>
          <a:xfrm>
            <a:off x="22063043" y="5628799"/>
            <a:ext cx="0" cy="767388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8F78199E-7CE3-2E7B-ACE8-C50986A16454}"/>
              </a:ext>
            </a:extLst>
          </p:cNvPr>
          <p:cNvCxnSpPr>
            <a:cxnSpLocks/>
          </p:cNvCxnSpPr>
          <p:nvPr/>
        </p:nvCxnSpPr>
        <p:spPr>
          <a:xfrm flipH="1">
            <a:off x="21655148" y="6432206"/>
            <a:ext cx="850773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EB24C374-29CB-E97A-D3BE-36B94690CD96}"/>
              </a:ext>
            </a:extLst>
          </p:cNvPr>
          <p:cNvCxnSpPr>
            <a:cxnSpLocks/>
          </p:cNvCxnSpPr>
          <p:nvPr/>
        </p:nvCxnSpPr>
        <p:spPr>
          <a:xfrm flipH="1">
            <a:off x="21775298" y="6597251"/>
            <a:ext cx="591671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361A3CA-016F-2808-BA82-0D814790F8CE}"/>
              </a:ext>
            </a:extLst>
          </p:cNvPr>
          <p:cNvCxnSpPr>
            <a:cxnSpLocks/>
          </p:cNvCxnSpPr>
          <p:nvPr/>
        </p:nvCxnSpPr>
        <p:spPr>
          <a:xfrm flipH="1">
            <a:off x="21935839" y="6765599"/>
            <a:ext cx="233082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41790813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9A41ED-BCC5-2875-2596-34C581802E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box">
            <a:extLst>
              <a:ext uri="{FF2B5EF4-FFF2-40B4-BE49-F238E27FC236}">
                <a16:creationId xmlns:a16="http://schemas.microsoft.com/office/drawing/2014/main" id="{429F85E2-6717-D221-5ADA-603684653FC3}"/>
              </a:ext>
            </a:extLst>
          </p:cNvPr>
          <p:cNvSpPr/>
          <p:nvPr/>
        </p:nvSpPr>
        <p:spPr>
          <a:xfrm>
            <a:off x="-10575619" y="-1668100"/>
            <a:ext cx="8819773" cy="7060089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#include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&lt;</a:t>
            </a:r>
            <a:r>
              <a:rPr lang="en-IN" sz="2400" dirty="0" err="1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stdio.h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#include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&lt;</a:t>
            </a:r>
            <a:r>
              <a:rPr lang="en-IN" sz="2400" dirty="0" err="1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stdlib.h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 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next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first  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last  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  <a:endParaRPr lang="en-IN" sz="24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endParaRPr lang="en-IN" sz="24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b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main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()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enqueue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(1) ; 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enqueue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(2) 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dequeue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() 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dequeue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() 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0;</a:t>
            </a:r>
            <a:b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  <a:endParaRPr lang="en-US" sz="24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6" name="!!box1">
            <a:extLst>
              <a:ext uri="{FF2B5EF4-FFF2-40B4-BE49-F238E27FC236}">
                <a16:creationId xmlns:a16="http://schemas.microsoft.com/office/drawing/2014/main" id="{EC6B67DE-F9DE-5677-D925-0D38530DD518}"/>
              </a:ext>
            </a:extLst>
          </p:cNvPr>
          <p:cNvSpPr/>
          <p:nvPr/>
        </p:nvSpPr>
        <p:spPr>
          <a:xfrm>
            <a:off x="-10575618" y="15166995"/>
            <a:ext cx="8819773" cy="6610604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void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enqueue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malloc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400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sizeof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exit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(1);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next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last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{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first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p;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last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p 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{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last-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next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last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</p:txBody>
      </p:sp>
      <p:sp>
        <p:nvSpPr>
          <p:cNvPr id="7" name="!!box2">
            <a:extLst>
              <a:ext uri="{FF2B5EF4-FFF2-40B4-BE49-F238E27FC236}">
                <a16:creationId xmlns:a16="http://schemas.microsoft.com/office/drawing/2014/main" id="{7016BF73-4BC4-8E39-38CA-8CC425F1BB90}"/>
              </a:ext>
            </a:extLst>
          </p:cNvPr>
          <p:cNvSpPr/>
          <p:nvPr/>
        </p:nvSpPr>
        <p:spPr>
          <a:xfrm>
            <a:off x="436649" y="1547699"/>
            <a:ext cx="8819773" cy="6651466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dequeue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first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exit(1);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first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(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first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last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first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last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 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first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first-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next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free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  <a:endParaRPr lang="en-US" sz="24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25F2E7C4-8557-0E51-D6FE-604A84FF7386}"/>
              </a:ext>
            </a:extLst>
          </p:cNvPr>
          <p:cNvSpPr/>
          <p:nvPr/>
        </p:nvSpPr>
        <p:spPr>
          <a:xfrm>
            <a:off x="436650" y="6322984"/>
            <a:ext cx="8819772" cy="479484"/>
          </a:xfrm>
          <a:prstGeom prst="roundRect">
            <a:avLst/>
          </a:prstGeom>
          <a:solidFill>
            <a:schemeClr val="accent4">
              <a:lumMod val="60000"/>
              <a:lumOff val="40000"/>
              <a:alpha val="41668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" name="!!box3">
            <a:extLst>
              <a:ext uri="{FF2B5EF4-FFF2-40B4-BE49-F238E27FC236}">
                <a16:creationId xmlns:a16="http://schemas.microsoft.com/office/drawing/2014/main" id="{C6A27992-7F57-4877-3C81-520D55A5A4E3}"/>
              </a:ext>
            </a:extLst>
          </p:cNvPr>
          <p:cNvSpPr/>
          <p:nvPr/>
        </p:nvSpPr>
        <p:spPr>
          <a:xfrm>
            <a:off x="12548814" y="8199166"/>
            <a:ext cx="2693582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first:100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" name="!!box2">
            <a:extLst>
              <a:ext uri="{FF2B5EF4-FFF2-40B4-BE49-F238E27FC236}">
                <a16:creationId xmlns:a16="http://schemas.microsoft.com/office/drawing/2014/main" id="{AA7834DF-83F8-0DE1-33EF-29094BA20EB3}"/>
              </a:ext>
            </a:extLst>
          </p:cNvPr>
          <p:cNvSpPr/>
          <p:nvPr/>
        </p:nvSpPr>
        <p:spPr>
          <a:xfrm>
            <a:off x="17902666" y="8199165"/>
            <a:ext cx="2693582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last:200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F29A2503-FC90-BE76-0159-0A152CB89B17}"/>
              </a:ext>
            </a:extLst>
          </p:cNvPr>
          <p:cNvSpPr/>
          <p:nvPr/>
        </p:nvSpPr>
        <p:spPr>
          <a:xfrm>
            <a:off x="12515502" y="4359082"/>
            <a:ext cx="2693582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CAF3C9E1-30B4-9D60-FB5A-17B34D1E75DA}"/>
              </a:ext>
            </a:extLst>
          </p:cNvPr>
          <p:cNvSpPr/>
          <p:nvPr/>
        </p:nvSpPr>
        <p:spPr>
          <a:xfrm>
            <a:off x="12515502" y="5391989"/>
            <a:ext cx="2693582" cy="76049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8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200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DC895847-9732-5C48-91C8-26AAB036FEA2}"/>
              </a:ext>
            </a:extLst>
          </p:cNvPr>
          <p:cNvCxnSpPr>
            <a:cxnSpLocks/>
          </p:cNvCxnSpPr>
          <p:nvPr/>
        </p:nvCxnSpPr>
        <p:spPr>
          <a:xfrm flipV="1">
            <a:off x="13895605" y="6214497"/>
            <a:ext cx="0" cy="1688107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69EB17AF-1478-FE67-91DD-A63EB98ADA51}"/>
              </a:ext>
            </a:extLst>
          </p:cNvPr>
          <p:cNvSpPr/>
          <p:nvPr/>
        </p:nvSpPr>
        <p:spPr>
          <a:xfrm>
            <a:off x="17902666" y="4359082"/>
            <a:ext cx="2693582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F6B26D97-DE59-D5D4-FCF3-10A4548E5071}"/>
              </a:ext>
            </a:extLst>
          </p:cNvPr>
          <p:cNvSpPr/>
          <p:nvPr/>
        </p:nvSpPr>
        <p:spPr>
          <a:xfrm>
            <a:off x="17902666" y="5391989"/>
            <a:ext cx="2693582" cy="76049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8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NULL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C44CEE2B-345E-860E-A6C3-4FC1651D6C34}"/>
              </a:ext>
            </a:extLst>
          </p:cNvPr>
          <p:cNvCxnSpPr>
            <a:cxnSpLocks/>
            <a:stCxn id="8" idx="3"/>
            <a:endCxn id="19" idx="1"/>
          </p:cNvCxnSpPr>
          <p:nvPr/>
        </p:nvCxnSpPr>
        <p:spPr>
          <a:xfrm>
            <a:off x="15209084" y="4875536"/>
            <a:ext cx="2693582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EE76148-1987-A6C9-DE97-E1D6B3D2D6D8}"/>
              </a:ext>
            </a:extLst>
          </p:cNvPr>
          <p:cNvCxnSpPr>
            <a:cxnSpLocks/>
          </p:cNvCxnSpPr>
          <p:nvPr/>
        </p:nvCxnSpPr>
        <p:spPr>
          <a:xfrm flipV="1">
            <a:off x="19249457" y="6322984"/>
            <a:ext cx="0" cy="1688107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2" name="!!box5">
            <a:extLst>
              <a:ext uri="{FF2B5EF4-FFF2-40B4-BE49-F238E27FC236}">
                <a16:creationId xmlns:a16="http://schemas.microsoft.com/office/drawing/2014/main" id="{3516210E-32A0-219D-9ECB-5AED154E0FD9}"/>
              </a:ext>
            </a:extLst>
          </p:cNvPr>
          <p:cNvSpPr/>
          <p:nvPr/>
        </p:nvSpPr>
        <p:spPr>
          <a:xfrm>
            <a:off x="13043637" y="9085961"/>
            <a:ext cx="1703935" cy="590232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p:100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F3D60F4-7362-8001-0042-E45C30457DB1}"/>
              </a:ext>
            </a:extLst>
          </p:cNvPr>
          <p:cNvCxnSpPr>
            <a:cxnSpLocks/>
          </p:cNvCxnSpPr>
          <p:nvPr/>
        </p:nvCxnSpPr>
        <p:spPr>
          <a:xfrm>
            <a:off x="20596248" y="5700517"/>
            <a:ext cx="1484287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7770DA11-46F8-8444-8C6F-1F9927C96A18}"/>
              </a:ext>
            </a:extLst>
          </p:cNvPr>
          <p:cNvCxnSpPr>
            <a:cxnSpLocks/>
          </p:cNvCxnSpPr>
          <p:nvPr/>
        </p:nvCxnSpPr>
        <p:spPr>
          <a:xfrm>
            <a:off x="22063043" y="5628799"/>
            <a:ext cx="0" cy="767388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F033A27-1426-D27B-E811-2056E1D1952D}"/>
              </a:ext>
            </a:extLst>
          </p:cNvPr>
          <p:cNvCxnSpPr>
            <a:cxnSpLocks/>
          </p:cNvCxnSpPr>
          <p:nvPr/>
        </p:nvCxnSpPr>
        <p:spPr>
          <a:xfrm flipH="1">
            <a:off x="21655148" y="6432206"/>
            <a:ext cx="850773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B57C8340-4A74-1633-8A12-FC7CB5BC7D72}"/>
              </a:ext>
            </a:extLst>
          </p:cNvPr>
          <p:cNvCxnSpPr>
            <a:cxnSpLocks/>
          </p:cNvCxnSpPr>
          <p:nvPr/>
        </p:nvCxnSpPr>
        <p:spPr>
          <a:xfrm flipH="1">
            <a:off x="21775298" y="6597251"/>
            <a:ext cx="591671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59A0B989-0F6A-5A54-EE99-1382BE29AA9B}"/>
              </a:ext>
            </a:extLst>
          </p:cNvPr>
          <p:cNvCxnSpPr>
            <a:cxnSpLocks/>
          </p:cNvCxnSpPr>
          <p:nvPr/>
        </p:nvCxnSpPr>
        <p:spPr>
          <a:xfrm flipH="1">
            <a:off x="21935839" y="6765599"/>
            <a:ext cx="233082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4537774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8FD5F6-5390-6412-A7F9-5940F9E6C5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box">
            <a:extLst>
              <a:ext uri="{FF2B5EF4-FFF2-40B4-BE49-F238E27FC236}">
                <a16:creationId xmlns:a16="http://schemas.microsoft.com/office/drawing/2014/main" id="{816B5531-0417-7A4C-7BA9-68B858DE213E}"/>
              </a:ext>
            </a:extLst>
          </p:cNvPr>
          <p:cNvSpPr/>
          <p:nvPr/>
        </p:nvSpPr>
        <p:spPr>
          <a:xfrm>
            <a:off x="-10575619" y="-1668100"/>
            <a:ext cx="8819773" cy="7060089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#include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&lt;</a:t>
            </a:r>
            <a:r>
              <a:rPr lang="en-IN" sz="2400" dirty="0" err="1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stdio.h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#include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&lt;</a:t>
            </a:r>
            <a:r>
              <a:rPr lang="en-IN" sz="2400" dirty="0" err="1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stdlib.h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 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next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first  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last  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  <a:endParaRPr lang="en-IN" sz="24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endParaRPr lang="en-IN" sz="24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b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main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()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enqueue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(1) ; 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enqueue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(2) 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dequeue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() 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dequeue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() 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0;</a:t>
            </a:r>
            <a:b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  <a:endParaRPr lang="en-US" sz="24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6" name="!!box1">
            <a:extLst>
              <a:ext uri="{FF2B5EF4-FFF2-40B4-BE49-F238E27FC236}">
                <a16:creationId xmlns:a16="http://schemas.microsoft.com/office/drawing/2014/main" id="{1643C3CD-3042-458C-73C1-22BAB49458F0}"/>
              </a:ext>
            </a:extLst>
          </p:cNvPr>
          <p:cNvSpPr/>
          <p:nvPr/>
        </p:nvSpPr>
        <p:spPr>
          <a:xfrm>
            <a:off x="-10575618" y="15166995"/>
            <a:ext cx="8819773" cy="6610604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void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enqueue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malloc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400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sizeof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exit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(1);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next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last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{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first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p;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last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p 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{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last-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next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last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</p:txBody>
      </p:sp>
      <p:sp>
        <p:nvSpPr>
          <p:cNvPr id="7" name="!!box2">
            <a:extLst>
              <a:ext uri="{FF2B5EF4-FFF2-40B4-BE49-F238E27FC236}">
                <a16:creationId xmlns:a16="http://schemas.microsoft.com/office/drawing/2014/main" id="{BEF5A94F-9202-3C2E-F2CE-116D04881931}"/>
              </a:ext>
            </a:extLst>
          </p:cNvPr>
          <p:cNvSpPr/>
          <p:nvPr/>
        </p:nvSpPr>
        <p:spPr>
          <a:xfrm>
            <a:off x="436649" y="1547699"/>
            <a:ext cx="8819773" cy="6651466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dequeue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first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exit(1);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first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(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first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last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first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last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 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first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first-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next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free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  <a:endParaRPr lang="en-US" sz="24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C78DCF71-A1C6-C237-BA25-C6B6A6DD3641}"/>
              </a:ext>
            </a:extLst>
          </p:cNvPr>
          <p:cNvSpPr/>
          <p:nvPr/>
        </p:nvSpPr>
        <p:spPr>
          <a:xfrm>
            <a:off x="436649" y="6687553"/>
            <a:ext cx="8819772" cy="479484"/>
          </a:xfrm>
          <a:prstGeom prst="roundRect">
            <a:avLst/>
          </a:prstGeom>
          <a:solidFill>
            <a:schemeClr val="accent4">
              <a:lumMod val="60000"/>
              <a:lumOff val="40000"/>
              <a:alpha val="41668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" name="!!box3">
            <a:extLst>
              <a:ext uri="{FF2B5EF4-FFF2-40B4-BE49-F238E27FC236}">
                <a16:creationId xmlns:a16="http://schemas.microsoft.com/office/drawing/2014/main" id="{F5A82EFC-06FB-1AE2-BABE-4627A0BF97F1}"/>
              </a:ext>
            </a:extLst>
          </p:cNvPr>
          <p:cNvSpPr/>
          <p:nvPr/>
        </p:nvSpPr>
        <p:spPr>
          <a:xfrm>
            <a:off x="17902666" y="8977472"/>
            <a:ext cx="2693582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first:200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" name="!!box2">
            <a:extLst>
              <a:ext uri="{FF2B5EF4-FFF2-40B4-BE49-F238E27FC236}">
                <a16:creationId xmlns:a16="http://schemas.microsoft.com/office/drawing/2014/main" id="{17EE1E61-87B6-9E25-AF56-34C8012BFED9}"/>
              </a:ext>
            </a:extLst>
          </p:cNvPr>
          <p:cNvSpPr/>
          <p:nvPr/>
        </p:nvSpPr>
        <p:spPr>
          <a:xfrm>
            <a:off x="17902666" y="8199165"/>
            <a:ext cx="2693582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last:200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F428282C-AD78-C0FD-2981-AD828CEA5178}"/>
              </a:ext>
            </a:extLst>
          </p:cNvPr>
          <p:cNvSpPr/>
          <p:nvPr/>
        </p:nvSpPr>
        <p:spPr>
          <a:xfrm>
            <a:off x="12515502" y="4359082"/>
            <a:ext cx="2693582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AD552D22-7EF0-F0C4-6227-D5C6C1149022}"/>
              </a:ext>
            </a:extLst>
          </p:cNvPr>
          <p:cNvSpPr/>
          <p:nvPr/>
        </p:nvSpPr>
        <p:spPr>
          <a:xfrm>
            <a:off x="12515502" y="5391989"/>
            <a:ext cx="2693582" cy="76049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8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200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1C5EF081-C0FF-1034-28C1-05A4236D2944}"/>
              </a:ext>
            </a:extLst>
          </p:cNvPr>
          <p:cNvCxnSpPr>
            <a:cxnSpLocks/>
          </p:cNvCxnSpPr>
          <p:nvPr/>
        </p:nvCxnSpPr>
        <p:spPr>
          <a:xfrm flipV="1">
            <a:off x="13895605" y="6214497"/>
            <a:ext cx="0" cy="1688107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4DD6E1C1-5781-16A3-711A-75B58C3AB1FF}"/>
              </a:ext>
            </a:extLst>
          </p:cNvPr>
          <p:cNvSpPr/>
          <p:nvPr/>
        </p:nvSpPr>
        <p:spPr>
          <a:xfrm>
            <a:off x="17902666" y="4359082"/>
            <a:ext cx="2693582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AE701D17-38D3-68A4-067E-1201385BD6EC}"/>
              </a:ext>
            </a:extLst>
          </p:cNvPr>
          <p:cNvSpPr/>
          <p:nvPr/>
        </p:nvSpPr>
        <p:spPr>
          <a:xfrm>
            <a:off x="17902666" y="5391989"/>
            <a:ext cx="2693582" cy="76049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8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NULL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EB807C25-B9B2-1B12-BE16-E31ECDC0FEBD}"/>
              </a:ext>
            </a:extLst>
          </p:cNvPr>
          <p:cNvCxnSpPr>
            <a:cxnSpLocks/>
            <a:stCxn id="8" idx="3"/>
            <a:endCxn id="19" idx="1"/>
          </p:cNvCxnSpPr>
          <p:nvPr/>
        </p:nvCxnSpPr>
        <p:spPr>
          <a:xfrm>
            <a:off x="15209084" y="4875536"/>
            <a:ext cx="2693582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F482EF4-F8C3-C3FC-7F8D-92DE8A4FC465}"/>
              </a:ext>
            </a:extLst>
          </p:cNvPr>
          <p:cNvCxnSpPr>
            <a:cxnSpLocks/>
          </p:cNvCxnSpPr>
          <p:nvPr/>
        </p:nvCxnSpPr>
        <p:spPr>
          <a:xfrm flipV="1">
            <a:off x="19249457" y="6322984"/>
            <a:ext cx="0" cy="1688107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2" name="!!box5">
            <a:extLst>
              <a:ext uri="{FF2B5EF4-FFF2-40B4-BE49-F238E27FC236}">
                <a16:creationId xmlns:a16="http://schemas.microsoft.com/office/drawing/2014/main" id="{418D93AA-8879-B0C6-4F25-F4B487B6DF58}"/>
              </a:ext>
            </a:extLst>
          </p:cNvPr>
          <p:cNvSpPr/>
          <p:nvPr/>
        </p:nvSpPr>
        <p:spPr>
          <a:xfrm>
            <a:off x="13043637" y="8037153"/>
            <a:ext cx="1703935" cy="590232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p:100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CD08978-B149-F855-7AD4-69FFC6A1A563}"/>
              </a:ext>
            </a:extLst>
          </p:cNvPr>
          <p:cNvCxnSpPr>
            <a:cxnSpLocks/>
          </p:cNvCxnSpPr>
          <p:nvPr/>
        </p:nvCxnSpPr>
        <p:spPr>
          <a:xfrm>
            <a:off x="20596248" y="5700517"/>
            <a:ext cx="1484287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ED850A1-E8BC-3C26-B65A-A05A84F4481F}"/>
              </a:ext>
            </a:extLst>
          </p:cNvPr>
          <p:cNvCxnSpPr>
            <a:cxnSpLocks/>
          </p:cNvCxnSpPr>
          <p:nvPr/>
        </p:nvCxnSpPr>
        <p:spPr>
          <a:xfrm>
            <a:off x="22063043" y="5628799"/>
            <a:ext cx="0" cy="767388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E7243B73-5B8C-93F2-30A1-080E9C62BFA3}"/>
              </a:ext>
            </a:extLst>
          </p:cNvPr>
          <p:cNvCxnSpPr>
            <a:cxnSpLocks/>
          </p:cNvCxnSpPr>
          <p:nvPr/>
        </p:nvCxnSpPr>
        <p:spPr>
          <a:xfrm flipH="1">
            <a:off x="21655148" y="6432206"/>
            <a:ext cx="850773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0AFBE226-BDFA-CC31-2072-E70CE97D039A}"/>
              </a:ext>
            </a:extLst>
          </p:cNvPr>
          <p:cNvCxnSpPr>
            <a:cxnSpLocks/>
          </p:cNvCxnSpPr>
          <p:nvPr/>
        </p:nvCxnSpPr>
        <p:spPr>
          <a:xfrm flipH="1">
            <a:off x="21775298" y="6597251"/>
            <a:ext cx="591671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8E03678-5621-98B6-0C0D-47A5912DEA9B}"/>
              </a:ext>
            </a:extLst>
          </p:cNvPr>
          <p:cNvCxnSpPr>
            <a:cxnSpLocks/>
          </p:cNvCxnSpPr>
          <p:nvPr/>
        </p:nvCxnSpPr>
        <p:spPr>
          <a:xfrm flipH="1">
            <a:off x="21935839" y="6765599"/>
            <a:ext cx="233082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37174820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425A25-0538-CD07-4FD0-FA535B73D4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box">
            <a:extLst>
              <a:ext uri="{FF2B5EF4-FFF2-40B4-BE49-F238E27FC236}">
                <a16:creationId xmlns:a16="http://schemas.microsoft.com/office/drawing/2014/main" id="{F6A05AA8-6238-DBA6-0803-0E36C7C6633F}"/>
              </a:ext>
            </a:extLst>
          </p:cNvPr>
          <p:cNvSpPr/>
          <p:nvPr/>
        </p:nvSpPr>
        <p:spPr>
          <a:xfrm>
            <a:off x="-10575619" y="-1668100"/>
            <a:ext cx="8819773" cy="7060089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#include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&lt;</a:t>
            </a:r>
            <a:r>
              <a:rPr lang="en-IN" sz="2400" dirty="0" err="1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stdio.h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#include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&lt;</a:t>
            </a:r>
            <a:r>
              <a:rPr lang="en-IN" sz="2400" dirty="0" err="1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stdlib.h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 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next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first  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last  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  <a:endParaRPr lang="en-IN" sz="24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endParaRPr lang="en-IN" sz="24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b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main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()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enqueue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(1) ; 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enqueue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(2) 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dequeue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() 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dequeue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() 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0;</a:t>
            </a:r>
            <a:b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  <a:endParaRPr lang="en-US" sz="24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6" name="!!box1">
            <a:extLst>
              <a:ext uri="{FF2B5EF4-FFF2-40B4-BE49-F238E27FC236}">
                <a16:creationId xmlns:a16="http://schemas.microsoft.com/office/drawing/2014/main" id="{45EFC8EF-00D2-0802-FAF7-211055C5193A}"/>
              </a:ext>
            </a:extLst>
          </p:cNvPr>
          <p:cNvSpPr/>
          <p:nvPr/>
        </p:nvSpPr>
        <p:spPr>
          <a:xfrm>
            <a:off x="-10575618" y="15166995"/>
            <a:ext cx="8819773" cy="6610604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void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enqueue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malloc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400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sizeof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exit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(1);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next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last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{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first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p;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last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p 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{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last-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next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last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</p:txBody>
      </p:sp>
      <p:sp>
        <p:nvSpPr>
          <p:cNvPr id="7" name="!!box2">
            <a:extLst>
              <a:ext uri="{FF2B5EF4-FFF2-40B4-BE49-F238E27FC236}">
                <a16:creationId xmlns:a16="http://schemas.microsoft.com/office/drawing/2014/main" id="{31C91897-14B3-93AF-30E2-F7A90A67F8FC}"/>
              </a:ext>
            </a:extLst>
          </p:cNvPr>
          <p:cNvSpPr/>
          <p:nvPr/>
        </p:nvSpPr>
        <p:spPr>
          <a:xfrm>
            <a:off x="436649" y="1547699"/>
            <a:ext cx="8819773" cy="6651466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dequeue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first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exit(1);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first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(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first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last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first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last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 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first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first-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next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free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  <a:endParaRPr lang="en-US" sz="24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91594924-1BAC-CF8A-05DC-4BB82B2824DC}"/>
              </a:ext>
            </a:extLst>
          </p:cNvPr>
          <p:cNvSpPr/>
          <p:nvPr/>
        </p:nvSpPr>
        <p:spPr>
          <a:xfrm>
            <a:off x="436649" y="7058550"/>
            <a:ext cx="8819772" cy="479484"/>
          </a:xfrm>
          <a:prstGeom prst="roundRect">
            <a:avLst/>
          </a:prstGeom>
          <a:solidFill>
            <a:schemeClr val="accent4">
              <a:lumMod val="60000"/>
              <a:lumOff val="40000"/>
              <a:alpha val="41668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" name="!!box3">
            <a:extLst>
              <a:ext uri="{FF2B5EF4-FFF2-40B4-BE49-F238E27FC236}">
                <a16:creationId xmlns:a16="http://schemas.microsoft.com/office/drawing/2014/main" id="{E38D4C55-65B2-DE36-57D7-F311823781E9}"/>
              </a:ext>
            </a:extLst>
          </p:cNvPr>
          <p:cNvSpPr/>
          <p:nvPr/>
        </p:nvSpPr>
        <p:spPr>
          <a:xfrm>
            <a:off x="17902666" y="8977472"/>
            <a:ext cx="2693582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first:200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" name="!!box2">
            <a:extLst>
              <a:ext uri="{FF2B5EF4-FFF2-40B4-BE49-F238E27FC236}">
                <a16:creationId xmlns:a16="http://schemas.microsoft.com/office/drawing/2014/main" id="{2B54F48B-0B70-7064-D4BD-34B7D60CA491}"/>
              </a:ext>
            </a:extLst>
          </p:cNvPr>
          <p:cNvSpPr/>
          <p:nvPr/>
        </p:nvSpPr>
        <p:spPr>
          <a:xfrm>
            <a:off x="17902666" y="8199165"/>
            <a:ext cx="2693582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last:200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C2000C86-0278-C344-41E3-B36E1FD7D47A}"/>
              </a:ext>
            </a:extLst>
          </p:cNvPr>
          <p:cNvSpPr/>
          <p:nvPr/>
        </p:nvSpPr>
        <p:spPr>
          <a:xfrm>
            <a:off x="17902666" y="4359082"/>
            <a:ext cx="2693582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EE6067E2-1EAB-470C-D18A-5694AEA8C06B}"/>
              </a:ext>
            </a:extLst>
          </p:cNvPr>
          <p:cNvSpPr/>
          <p:nvPr/>
        </p:nvSpPr>
        <p:spPr>
          <a:xfrm>
            <a:off x="17902666" y="5391989"/>
            <a:ext cx="2693582" cy="76049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8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NULL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B708B5E-12DA-2337-93CA-C5940502C7B4}"/>
              </a:ext>
            </a:extLst>
          </p:cNvPr>
          <p:cNvCxnSpPr>
            <a:cxnSpLocks/>
          </p:cNvCxnSpPr>
          <p:nvPr/>
        </p:nvCxnSpPr>
        <p:spPr>
          <a:xfrm flipV="1">
            <a:off x="19249457" y="6322984"/>
            <a:ext cx="0" cy="1688107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2" name="!!box5">
            <a:extLst>
              <a:ext uri="{FF2B5EF4-FFF2-40B4-BE49-F238E27FC236}">
                <a16:creationId xmlns:a16="http://schemas.microsoft.com/office/drawing/2014/main" id="{E92BCCA3-424C-2807-0FB8-AC4F54729103}"/>
              </a:ext>
            </a:extLst>
          </p:cNvPr>
          <p:cNvSpPr/>
          <p:nvPr/>
        </p:nvSpPr>
        <p:spPr>
          <a:xfrm>
            <a:off x="13043637" y="8037153"/>
            <a:ext cx="1703935" cy="590232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p:100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A299D8D-D078-398F-0F99-839615F3A90A}"/>
              </a:ext>
            </a:extLst>
          </p:cNvPr>
          <p:cNvCxnSpPr>
            <a:cxnSpLocks/>
          </p:cNvCxnSpPr>
          <p:nvPr/>
        </p:nvCxnSpPr>
        <p:spPr>
          <a:xfrm>
            <a:off x="20596248" y="5700517"/>
            <a:ext cx="1484287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C92B4100-ABBA-2697-5843-AF4B9C028441}"/>
              </a:ext>
            </a:extLst>
          </p:cNvPr>
          <p:cNvCxnSpPr>
            <a:cxnSpLocks/>
          </p:cNvCxnSpPr>
          <p:nvPr/>
        </p:nvCxnSpPr>
        <p:spPr>
          <a:xfrm>
            <a:off x="22063043" y="5628799"/>
            <a:ext cx="0" cy="767388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FDC7745-C717-6039-DE5D-3D88F68D9402}"/>
              </a:ext>
            </a:extLst>
          </p:cNvPr>
          <p:cNvCxnSpPr>
            <a:cxnSpLocks/>
          </p:cNvCxnSpPr>
          <p:nvPr/>
        </p:nvCxnSpPr>
        <p:spPr>
          <a:xfrm flipH="1">
            <a:off x="21655148" y="6432206"/>
            <a:ext cx="850773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F2CF48A6-F006-75CA-A292-3E4E124CCD95}"/>
              </a:ext>
            </a:extLst>
          </p:cNvPr>
          <p:cNvCxnSpPr>
            <a:cxnSpLocks/>
          </p:cNvCxnSpPr>
          <p:nvPr/>
        </p:nvCxnSpPr>
        <p:spPr>
          <a:xfrm flipH="1">
            <a:off x="21775298" y="6597251"/>
            <a:ext cx="591671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5714E9D2-EB60-FA33-88C4-9060588BF66D}"/>
              </a:ext>
            </a:extLst>
          </p:cNvPr>
          <p:cNvCxnSpPr>
            <a:cxnSpLocks/>
          </p:cNvCxnSpPr>
          <p:nvPr/>
        </p:nvCxnSpPr>
        <p:spPr>
          <a:xfrm flipH="1">
            <a:off x="21935839" y="6765599"/>
            <a:ext cx="233082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42660453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F07A71-81C2-847F-7EF5-92A6146007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box">
            <a:extLst>
              <a:ext uri="{FF2B5EF4-FFF2-40B4-BE49-F238E27FC236}">
                <a16:creationId xmlns:a16="http://schemas.microsoft.com/office/drawing/2014/main" id="{DBEF99C6-6213-FBA9-44BE-A020859AE145}"/>
              </a:ext>
            </a:extLst>
          </p:cNvPr>
          <p:cNvSpPr/>
          <p:nvPr/>
        </p:nvSpPr>
        <p:spPr>
          <a:xfrm>
            <a:off x="436649" y="1434192"/>
            <a:ext cx="8819773" cy="7060089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#include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&lt;</a:t>
            </a:r>
            <a:r>
              <a:rPr lang="en-IN" sz="2400" dirty="0" err="1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stdio.h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#include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&lt;</a:t>
            </a:r>
            <a:r>
              <a:rPr lang="en-IN" sz="2400" dirty="0" err="1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stdlib.h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 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next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first  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last  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  <a:endParaRPr lang="en-IN" sz="24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endParaRPr lang="en-IN" sz="24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b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main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()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enqueue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(1) ; 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enqueue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(2) 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dequeue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() 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dequeue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() 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0;</a:t>
            </a:r>
            <a:b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  <a:endParaRPr lang="en-US" sz="24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6" name="!!box1">
            <a:extLst>
              <a:ext uri="{FF2B5EF4-FFF2-40B4-BE49-F238E27FC236}">
                <a16:creationId xmlns:a16="http://schemas.microsoft.com/office/drawing/2014/main" id="{70F6EA7E-8D34-6BC8-0DC1-4AEAB6075ADB}"/>
              </a:ext>
            </a:extLst>
          </p:cNvPr>
          <p:cNvSpPr/>
          <p:nvPr/>
        </p:nvSpPr>
        <p:spPr>
          <a:xfrm>
            <a:off x="-10575618" y="15166995"/>
            <a:ext cx="8819773" cy="6610604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void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enqueue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malloc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400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sizeof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exit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(1);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next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last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{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first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p;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last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p 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{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last-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next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last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</p:txBody>
      </p:sp>
      <p:sp>
        <p:nvSpPr>
          <p:cNvPr id="7" name="!!box2">
            <a:extLst>
              <a:ext uri="{FF2B5EF4-FFF2-40B4-BE49-F238E27FC236}">
                <a16:creationId xmlns:a16="http://schemas.microsoft.com/office/drawing/2014/main" id="{1C531BF5-0CE8-2F67-F251-6AAD9A7C2912}"/>
              </a:ext>
            </a:extLst>
          </p:cNvPr>
          <p:cNvSpPr/>
          <p:nvPr/>
        </p:nvSpPr>
        <p:spPr>
          <a:xfrm>
            <a:off x="-10575619" y="6777449"/>
            <a:ext cx="8819773" cy="6651466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dequeue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first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exit(1);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first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(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first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last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first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last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 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first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first-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next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free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  <a:endParaRPr lang="en-US" sz="24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261B0003-BAC7-90F2-412F-7EFCF4FB28C9}"/>
              </a:ext>
            </a:extLst>
          </p:cNvPr>
          <p:cNvSpPr/>
          <p:nvPr/>
        </p:nvSpPr>
        <p:spPr>
          <a:xfrm>
            <a:off x="436650" y="6927295"/>
            <a:ext cx="8819772" cy="479484"/>
          </a:xfrm>
          <a:prstGeom prst="roundRect">
            <a:avLst/>
          </a:prstGeom>
          <a:solidFill>
            <a:schemeClr val="accent4">
              <a:lumMod val="60000"/>
              <a:lumOff val="40000"/>
              <a:alpha val="41668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" name="!!box3">
            <a:extLst>
              <a:ext uri="{FF2B5EF4-FFF2-40B4-BE49-F238E27FC236}">
                <a16:creationId xmlns:a16="http://schemas.microsoft.com/office/drawing/2014/main" id="{991F1577-4953-0AC5-FDB8-5FC41DFFAEB1}"/>
              </a:ext>
            </a:extLst>
          </p:cNvPr>
          <p:cNvSpPr/>
          <p:nvPr/>
        </p:nvSpPr>
        <p:spPr>
          <a:xfrm>
            <a:off x="17902666" y="8977472"/>
            <a:ext cx="2693582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first:200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" name="!!box2">
            <a:extLst>
              <a:ext uri="{FF2B5EF4-FFF2-40B4-BE49-F238E27FC236}">
                <a16:creationId xmlns:a16="http://schemas.microsoft.com/office/drawing/2014/main" id="{838468D9-F080-562A-B138-A767BBB128BF}"/>
              </a:ext>
            </a:extLst>
          </p:cNvPr>
          <p:cNvSpPr/>
          <p:nvPr/>
        </p:nvSpPr>
        <p:spPr>
          <a:xfrm>
            <a:off x="17902666" y="8199165"/>
            <a:ext cx="2693582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last:200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FBA98322-DC11-661F-58E9-0B0D7C206794}"/>
              </a:ext>
            </a:extLst>
          </p:cNvPr>
          <p:cNvSpPr/>
          <p:nvPr/>
        </p:nvSpPr>
        <p:spPr>
          <a:xfrm>
            <a:off x="17902666" y="4359082"/>
            <a:ext cx="2693582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3B32487A-D19B-F349-3A60-CACF10347EE0}"/>
              </a:ext>
            </a:extLst>
          </p:cNvPr>
          <p:cNvSpPr/>
          <p:nvPr/>
        </p:nvSpPr>
        <p:spPr>
          <a:xfrm>
            <a:off x="17902666" y="5391989"/>
            <a:ext cx="2693582" cy="76049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8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NULL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5A3F7C0-027A-3BB3-77FB-6D379D084BF8}"/>
              </a:ext>
            </a:extLst>
          </p:cNvPr>
          <p:cNvCxnSpPr>
            <a:cxnSpLocks/>
          </p:cNvCxnSpPr>
          <p:nvPr/>
        </p:nvCxnSpPr>
        <p:spPr>
          <a:xfrm flipV="1">
            <a:off x="19249457" y="6322984"/>
            <a:ext cx="0" cy="1688107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3E80697-AA51-8B99-4C62-1FA7A3D68EC8}"/>
              </a:ext>
            </a:extLst>
          </p:cNvPr>
          <p:cNvCxnSpPr>
            <a:cxnSpLocks/>
          </p:cNvCxnSpPr>
          <p:nvPr/>
        </p:nvCxnSpPr>
        <p:spPr>
          <a:xfrm>
            <a:off x="20596248" y="5700517"/>
            <a:ext cx="1484287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1FC46914-E40A-6B83-D635-5318D43BA2D7}"/>
              </a:ext>
            </a:extLst>
          </p:cNvPr>
          <p:cNvCxnSpPr>
            <a:cxnSpLocks/>
          </p:cNvCxnSpPr>
          <p:nvPr/>
        </p:nvCxnSpPr>
        <p:spPr>
          <a:xfrm>
            <a:off x="22063043" y="5628799"/>
            <a:ext cx="0" cy="767388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A825CC5-886C-DBAC-9054-9A39EAD155D5}"/>
              </a:ext>
            </a:extLst>
          </p:cNvPr>
          <p:cNvCxnSpPr>
            <a:cxnSpLocks/>
          </p:cNvCxnSpPr>
          <p:nvPr/>
        </p:nvCxnSpPr>
        <p:spPr>
          <a:xfrm flipH="1">
            <a:off x="21655148" y="6432206"/>
            <a:ext cx="850773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0BE61559-8158-E1C5-C327-2A010C5849BD}"/>
              </a:ext>
            </a:extLst>
          </p:cNvPr>
          <p:cNvCxnSpPr>
            <a:cxnSpLocks/>
          </p:cNvCxnSpPr>
          <p:nvPr/>
        </p:nvCxnSpPr>
        <p:spPr>
          <a:xfrm flipH="1">
            <a:off x="21775298" y="6597251"/>
            <a:ext cx="591671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8145B0B5-8331-D837-2FA1-19249C134976}"/>
              </a:ext>
            </a:extLst>
          </p:cNvPr>
          <p:cNvCxnSpPr>
            <a:cxnSpLocks/>
          </p:cNvCxnSpPr>
          <p:nvPr/>
        </p:nvCxnSpPr>
        <p:spPr>
          <a:xfrm flipH="1">
            <a:off x="21935839" y="6765599"/>
            <a:ext cx="233082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2222221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A9D08B-3524-5B34-CB11-C357C1C4CC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box">
            <a:extLst>
              <a:ext uri="{FF2B5EF4-FFF2-40B4-BE49-F238E27FC236}">
                <a16:creationId xmlns:a16="http://schemas.microsoft.com/office/drawing/2014/main" id="{242DA00C-B3B2-B361-0610-1B331CFB7ECC}"/>
              </a:ext>
            </a:extLst>
          </p:cNvPr>
          <p:cNvSpPr/>
          <p:nvPr/>
        </p:nvSpPr>
        <p:spPr>
          <a:xfrm>
            <a:off x="-10320998" y="-737105"/>
            <a:ext cx="8819773" cy="7060089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#include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&lt;</a:t>
            </a:r>
            <a:r>
              <a:rPr lang="en-IN" sz="2400" dirty="0" err="1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stdio.h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#include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&lt;</a:t>
            </a:r>
            <a:r>
              <a:rPr lang="en-IN" sz="2400" dirty="0" err="1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stdlib.h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 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next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first  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last  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  <a:endParaRPr lang="en-IN" sz="24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endParaRPr lang="en-IN" sz="24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b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main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()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enqueue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(1) ; 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enqueue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(2) 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dequeue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() 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dequeue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() 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0;</a:t>
            </a:r>
            <a:b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  <a:endParaRPr lang="en-US" sz="24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6" name="!!box1">
            <a:extLst>
              <a:ext uri="{FF2B5EF4-FFF2-40B4-BE49-F238E27FC236}">
                <a16:creationId xmlns:a16="http://schemas.microsoft.com/office/drawing/2014/main" id="{3477AAE7-65C8-17B1-4731-82993B994E80}"/>
              </a:ext>
            </a:extLst>
          </p:cNvPr>
          <p:cNvSpPr/>
          <p:nvPr/>
        </p:nvSpPr>
        <p:spPr>
          <a:xfrm>
            <a:off x="-10575618" y="15166995"/>
            <a:ext cx="8819773" cy="6610604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void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enqueue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malloc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400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sizeof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exit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(1);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next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last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{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first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p;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last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p 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{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last-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next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last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</p:txBody>
      </p:sp>
      <p:sp>
        <p:nvSpPr>
          <p:cNvPr id="7" name="!!box2">
            <a:extLst>
              <a:ext uri="{FF2B5EF4-FFF2-40B4-BE49-F238E27FC236}">
                <a16:creationId xmlns:a16="http://schemas.microsoft.com/office/drawing/2014/main" id="{1E2EF94C-8AF2-7A2D-AFB4-FCD97F0A3D93}"/>
              </a:ext>
            </a:extLst>
          </p:cNvPr>
          <p:cNvSpPr/>
          <p:nvPr/>
        </p:nvSpPr>
        <p:spPr>
          <a:xfrm>
            <a:off x="436649" y="1719241"/>
            <a:ext cx="8819773" cy="6651466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dequeue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first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exit(1);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first;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(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first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last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first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last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 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first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first-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next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free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  <a:endParaRPr lang="en-US" sz="24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6A68E097-D668-B38F-0B42-210DC9BD03EB}"/>
              </a:ext>
            </a:extLst>
          </p:cNvPr>
          <p:cNvSpPr/>
          <p:nvPr/>
        </p:nvSpPr>
        <p:spPr>
          <a:xfrm>
            <a:off x="480745" y="2792939"/>
            <a:ext cx="8819772" cy="479484"/>
          </a:xfrm>
          <a:prstGeom prst="roundRect">
            <a:avLst/>
          </a:prstGeom>
          <a:solidFill>
            <a:schemeClr val="accent4">
              <a:lumMod val="60000"/>
              <a:lumOff val="40000"/>
              <a:alpha val="41668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" name="!!box3">
            <a:extLst>
              <a:ext uri="{FF2B5EF4-FFF2-40B4-BE49-F238E27FC236}">
                <a16:creationId xmlns:a16="http://schemas.microsoft.com/office/drawing/2014/main" id="{FDCD88AA-2A81-7CFF-7A35-A5270CD90BF2}"/>
              </a:ext>
            </a:extLst>
          </p:cNvPr>
          <p:cNvSpPr/>
          <p:nvPr/>
        </p:nvSpPr>
        <p:spPr>
          <a:xfrm>
            <a:off x="17902666" y="8977472"/>
            <a:ext cx="2693582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first:200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" name="!!box2">
            <a:extLst>
              <a:ext uri="{FF2B5EF4-FFF2-40B4-BE49-F238E27FC236}">
                <a16:creationId xmlns:a16="http://schemas.microsoft.com/office/drawing/2014/main" id="{90DD48D6-B172-1E8A-D821-7C59F5A01265}"/>
              </a:ext>
            </a:extLst>
          </p:cNvPr>
          <p:cNvSpPr/>
          <p:nvPr/>
        </p:nvSpPr>
        <p:spPr>
          <a:xfrm>
            <a:off x="17902666" y="8199165"/>
            <a:ext cx="2693582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last:200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2783B770-8A84-B5D7-271C-8ED4E3E08A3E}"/>
              </a:ext>
            </a:extLst>
          </p:cNvPr>
          <p:cNvSpPr/>
          <p:nvPr/>
        </p:nvSpPr>
        <p:spPr>
          <a:xfrm>
            <a:off x="17902666" y="4359082"/>
            <a:ext cx="2693582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6F4E3D55-21D5-6FE0-77BF-E58A0D7826F5}"/>
              </a:ext>
            </a:extLst>
          </p:cNvPr>
          <p:cNvSpPr/>
          <p:nvPr/>
        </p:nvSpPr>
        <p:spPr>
          <a:xfrm>
            <a:off x="17902666" y="5391989"/>
            <a:ext cx="2693582" cy="76049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8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NULL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7605871-69D9-2688-C829-469F1144DDC6}"/>
              </a:ext>
            </a:extLst>
          </p:cNvPr>
          <p:cNvCxnSpPr>
            <a:cxnSpLocks/>
          </p:cNvCxnSpPr>
          <p:nvPr/>
        </p:nvCxnSpPr>
        <p:spPr>
          <a:xfrm flipV="1">
            <a:off x="19249457" y="6322984"/>
            <a:ext cx="0" cy="1688107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4499FBD-19D1-F97D-8E3F-D35223F2DA8A}"/>
              </a:ext>
            </a:extLst>
          </p:cNvPr>
          <p:cNvCxnSpPr>
            <a:cxnSpLocks/>
          </p:cNvCxnSpPr>
          <p:nvPr/>
        </p:nvCxnSpPr>
        <p:spPr>
          <a:xfrm>
            <a:off x="20596248" y="5700517"/>
            <a:ext cx="1484287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21BC835-ADA9-6032-F25E-7D6EBF409DE6}"/>
              </a:ext>
            </a:extLst>
          </p:cNvPr>
          <p:cNvCxnSpPr>
            <a:cxnSpLocks/>
          </p:cNvCxnSpPr>
          <p:nvPr/>
        </p:nvCxnSpPr>
        <p:spPr>
          <a:xfrm>
            <a:off x="22063043" y="5628799"/>
            <a:ext cx="0" cy="767388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30AD688-B799-8FA5-46C2-961180B81EFD}"/>
              </a:ext>
            </a:extLst>
          </p:cNvPr>
          <p:cNvCxnSpPr>
            <a:cxnSpLocks/>
          </p:cNvCxnSpPr>
          <p:nvPr/>
        </p:nvCxnSpPr>
        <p:spPr>
          <a:xfrm flipH="1">
            <a:off x="21655148" y="6432206"/>
            <a:ext cx="850773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803FD96B-321C-18D4-6017-240E558D6D44}"/>
              </a:ext>
            </a:extLst>
          </p:cNvPr>
          <p:cNvCxnSpPr>
            <a:cxnSpLocks/>
          </p:cNvCxnSpPr>
          <p:nvPr/>
        </p:nvCxnSpPr>
        <p:spPr>
          <a:xfrm flipH="1">
            <a:off x="21775298" y="6597251"/>
            <a:ext cx="591671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BB6C28C-D8A0-AAEC-6E9B-948817C7B4F0}"/>
              </a:ext>
            </a:extLst>
          </p:cNvPr>
          <p:cNvCxnSpPr>
            <a:cxnSpLocks/>
          </p:cNvCxnSpPr>
          <p:nvPr/>
        </p:nvCxnSpPr>
        <p:spPr>
          <a:xfrm flipH="1">
            <a:off x="21935839" y="6765599"/>
            <a:ext cx="233082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11802937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C86D3A-BFF6-6248-ECA9-038A181386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box">
            <a:extLst>
              <a:ext uri="{FF2B5EF4-FFF2-40B4-BE49-F238E27FC236}">
                <a16:creationId xmlns:a16="http://schemas.microsoft.com/office/drawing/2014/main" id="{3BFDFC38-CE01-2BC7-A9B7-ACB6575ED4FB}"/>
              </a:ext>
            </a:extLst>
          </p:cNvPr>
          <p:cNvSpPr/>
          <p:nvPr/>
        </p:nvSpPr>
        <p:spPr>
          <a:xfrm>
            <a:off x="-10320998" y="-737105"/>
            <a:ext cx="8819773" cy="7060089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#include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&lt;</a:t>
            </a:r>
            <a:r>
              <a:rPr lang="en-IN" sz="2400" dirty="0" err="1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stdio.h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#include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&lt;</a:t>
            </a:r>
            <a:r>
              <a:rPr lang="en-IN" sz="2400" dirty="0" err="1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stdlib.h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 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next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first  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last  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  <a:endParaRPr lang="en-IN" sz="24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endParaRPr lang="en-IN" sz="24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b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main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()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enqueue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(1) ; 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enqueue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(2) 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dequeue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() 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dequeue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() 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0;</a:t>
            </a:r>
            <a:b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  <a:endParaRPr lang="en-US" sz="24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6" name="!!box1">
            <a:extLst>
              <a:ext uri="{FF2B5EF4-FFF2-40B4-BE49-F238E27FC236}">
                <a16:creationId xmlns:a16="http://schemas.microsoft.com/office/drawing/2014/main" id="{C18D3441-9302-E003-AD4A-C7943B0B3A8E}"/>
              </a:ext>
            </a:extLst>
          </p:cNvPr>
          <p:cNvSpPr/>
          <p:nvPr/>
        </p:nvSpPr>
        <p:spPr>
          <a:xfrm>
            <a:off x="-10575618" y="15166995"/>
            <a:ext cx="8819773" cy="6610604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void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enqueue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malloc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400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sizeof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exit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(1);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next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last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{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first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p;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last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p 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{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last-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next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last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</p:txBody>
      </p:sp>
      <p:sp>
        <p:nvSpPr>
          <p:cNvPr id="7" name="!!box2">
            <a:extLst>
              <a:ext uri="{FF2B5EF4-FFF2-40B4-BE49-F238E27FC236}">
                <a16:creationId xmlns:a16="http://schemas.microsoft.com/office/drawing/2014/main" id="{6420C53E-26AB-7BA8-6AAC-B1676FE2257B}"/>
              </a:ext>
            </a:extLst>
          </p:cNvPr>
          <p:cNvSpPr/>
          <p:nvPr/>
        </p:nvSpPr>
        <p:spPr>
          <a:xfrm>
            <a:off x="436649" y="1719241"/>
            <a:ext cx="8819773" cy="6651466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dequeue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first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exit(1);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first;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(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first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last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first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last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 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first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first-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next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free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  <a:endParaRPr lang="en-US" sz="24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4F1A6555-A1F9-AC8C-97CD-F9F8F071471E}"/>
              </a:ext>
            </a:extLst>
          </p:cNvPr>
          <p:cNvSpPr/>
          <p:nvPr/>
        </p:nvSpPr>
        <p:spPr>
          <a:xfrm>
            <a:off x="436650" y="3572869"/>
            <a:ext cx="8819772" cy="479484"/>
          </a:xfrm>
          <a:prstGeom prst="roundRect">
            <a:avLst/>
          </a:prstGeom>
          <a:solidFill>
            <a:schemeClr val="accent4">
              <a:lumMod val="60000"/>
              <a:lumOff val="40000"/>
              <a:alpha val="41668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" name="!!box3">
            <a:extLst>
              <a:ext uri="{FF2B5EF4-FFF2-40B4-BE49-F238E27FC236}">
                <a16:creationId xmlns:a16="http://schemas.microsoft.com/office/drawing/2014/main" id="{AC661FDC-9CB0-3680-2222-5D989563AC78}"/>
              </a:ext>
            </a:extLst>
          </p:cNvPr>
          <p:cNvSpPr/>
          <p:nvPr/>
        </p:nvSpPr>
        <p:spPr>
          <a:xfrm>
            <a:off x="17902666" y="8977472"/>
            <a:ext cx="2693582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first:200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" name="!!box2">
            <a:extLst>
              <a:ext uri="{FF2B5EF4-FFF2-40B4-BE49-F238E27FC236}">
                <a16:creationId xmlns:a16="http://schemas.microsoft.com/office/drawing/2014/main" id="{789659D6-CDD4-49C1-C9A7-5D8AD91CC021}"/>
              </a:ext>
            </a:extLst>
          </p:cNvPr>
          <p:cNvSpPr/>
          <p:nvPr/>
        </p:nvSpPr>
        <p:spPr>
          <a:xfrm>
            <a:off x="17902666" y="8199165"/>
            <a:ext cx="2693582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last:200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E665DE05-7046-5C9C-C9E2-277AFC5E1E66}"/>
              </a:ext>
            </a:extLst>
          </p:cNvPr>
          <p:cNvSpPr/>
          <p:nvPr/>
        </p:nvSpPr>
        <p:spPr>
          <a:xfrm>
            <a:off x="17902666" y="4359082"/>
            <a:ext cx="2693582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7A359F55-0DDE-D9EF-40A0-96A68990DD08}"/>
              </a:ext>
            </a:extLst>
          </p:cNvPr>
          <p:cNvSpPr/>
          <p:nvPr/>
        </p:nvSpPr>
        <p:spPr>
          <a:xfrm>
            <a:off x="17902666" y="5391989"/>
            <a:ext cx="2693582" cy="76049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8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NULL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D07A65E-4456-CCA4-89F4-D798DC0800CB}"/>
              </a:ext>
            </a:extLst>
          </p:cNvPr>
          <p:cNvCxnSpPr>
            <a:cxnSpLocks/>
          </p:cNvCxnSpPr>
          <p:nvPr/>
        </p:nvCxnSpPr>
        <p:spPr>
          <a:xfrm flipV="1">
            <a:off x="19249457" y="6322984"/>
            <a:ext cx="0" cy="1688107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F061DDC-FE06-4FBD-4ABE-2A2B64C9C33E}"/>
              </a:ext>
            </a:extLst>
          </p:cNvPr>
          <p:cNvCxnSpPr>
            <a:cxnSpLocks/>
          </p:cNvCxnSpPr>
          <p:nvPr/>
        </p:nvCxnSpPr>
        <p:spPr>
          <a:xfrm>
            <a:off x="20596248" y="5700517"/>
            <a:ext cx="1484287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15A31C56-A407-4DB5-C2C6-7C9F1658FD6B}"/>
              </a:ext>
            </a:extLst>
          </p:cNvPr>
          <p:cNvCxnSpPr>
            <a:cxnSpLocks/>
          </p:cNvCxnSpPr>
          <p:nvPr/>
        </p:nvCxnSpPr>
        <p:spPr>
          <a:xfrm>
            <a:off x="22063043" y="5628799"/>
            <a:ext cx="0" cy="767388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25807C5-7A52-7400-C280-3983206B160B}"/>
              </a:ext>
            </a:extLst>
          </p:cNvPr>
          <p:cNvCxnSpPr>
            <a:cxnSpLocks/>
          </p:cNvCxnSpPr>
          <p:nvPr/>
        </p:nvCxnSpPr>
        <p:spPr>
          <a:xfrm flipH="1">
            <a:off x="21655148" y="6432206"/>
            <a:ext cx="850773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37BF39E-82E6-02F8-2CAA-1358FF6CB2B0}"/>
              </a:ext>
            </a:extLst>
          </p:cNvPr>
          <p:cNvCxnSpPr>
            <a:cxnSpLocks/>
          </p:cNvCxnSpPr>
          <p:nvPr/>
        </p:nvCxnSpPr>
        <p:spPr>
          <a:xfrm flipH="1">
            <a:off x="21775298" y="6597251"/>
            <a:ext cx="591671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8E04AC4D-609A-291A-0BFF-9D18B6C95B42}"/>
              </a:ext>
            </a:extLst>
          </p:cNvPr>
          <p:cNvCxnSpPr>
            <a:cxnSpLocks/>
          </p:cNvCxnSpPr>
          <p:nvPr/>
        </p:nvCxnSpPr>
        <p:spPr>
          <a:xfrm flipH="1">
            <a:off x="21935839" y="6765599"/>
            <a:ext cx="233082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15542416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1F25C4-1A55-7D28-935C-A6BFFC3D69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box">
            <a:extLst>
              <a:ext uri="{FF2B5EF4-FFF2-40B4-BE49-F238E27FC236}">
                <a16:creationId xmlns:a16="http://schemas.microsoft.com/office/drawing/2014/main" id="{3B60E6B1-B55B-7CB1-56B7-81BE85CF7BA1}"/>
              </a:ext>
            </a:extLst>
          </p:cNvPr>
          <p:cNvSpPr/>
          <p:nvPr/>
        </p:nvSpPr>
        <p:spPr>
          <a:xfrm>
            <a:off x="-10320998" y="-737105"/>
            <a:ext cx="8819773" cy="7060089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#include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&lt;</a:t>
            </a:r>
            <a:r>
              <a:rPr lang="en-IN" sz="2400" dirty="0" err="1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stdio.h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#include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&lt;</a:t>
            </a:r>
            <a:r>
              <a:rPr lang="en-IN" sz="2400" dirty="0" err="1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stdlib.h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 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next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first  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last  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  <a:endParaRPr lang="en-IN" sz="24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endParaRPr lang="en-IN" sz="24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b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main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()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enqueue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(1) ; 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enqueue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(2) 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dequeue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() 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dequeue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() 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0;</a:t>
            </a:r>
            <a:b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  <a:endParaRPr lang="en-US" sz="24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6" name="!!box1">
            <a:extLst>
              <a:ext uri="{FF2B5EF4-FFF2-40B4-BE49-F238E27FC236}">
                <a16:creationId xmlns:a16="http://schemas.microsoft.com/office/drawing/2014/main" id="{949B040A-4B5D-575B-9750-DBBF5D10FEEC}"/>
              </a:ext>
            </a:extLst>
          </p:cNvPr>
          <p:cNvSpPr/>
          <p:nvPr/>
        </p:nvSpPr>
        <p:spPr>
          <a:xfrm>
            <a:off x="-10575618" y="15166995"/>
            <a:ext cx="8819773" cy="6610604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void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enqueue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malloc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400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sizeof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exit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(1);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next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last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{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first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p;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last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p 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{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last-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next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last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</p:txBody>
      </p:sp>
      <p:sp>
        <p:nvSpPr>
          <p:cNvPr id="7" name="!!box2">
            <a:extLst>
              <a:ext uri="{FF2B5EF4-FFF2-40B4-BE49-F238E27FC236}">
                <a16:creationId xmlns:a16="http://schemas.microsoft.com/office/drawing/2014/main" id="{69001BD9-1680-6F56-67DD-E53EB46F6001}"/>
              </a:ext>
            </a:extLst>
          </p:cNvPr>
          <p:cNvSpPr/>
          <p:nvPr/>
        </p:nvSpPr>
        <p:spPr>
          <a:xfrm>
            <a:off x="436649" y="1719241"/>
            <a:ext cx="8819773" cy="6651466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dequeue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first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exit(1);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first;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(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first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last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first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last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 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first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first-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next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free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  <a:endParaRPr lang="en-US" sz="24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8FE504C4-3427-2C6B-390B-1ECE2C7A4FC4}"/>
              </a:ext>
            </a:extLst>
          </p:cNvPr>
          <p:cNvSpPr/>
          <p:nvPr/>
        </p:nvSpPr>
        <p:spPr>
          <a:xfrm>
            <a:off x="436650" y="3879598"/>
            <a:ext cx="8819772" cy="479484"/>
          </a:xfrm>
          <a:prstGeom prst="roundRect">
            <a:avLst/>
          </a:prstGeom>
          <a:solidFill>
            <a:schemeClr val="accent4">
              <a:lumMod val="60000"/>
              <a:lumOff val="40000"/>
              <a:alpha val="41668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" name="!!box3">
            <a:extLst>
              <a:ext uri="{FF2B5EF4-FFF2-40B4-BE49-F238E27FC236}">
                <a16:creationId xmlns:a16="http://schemas.microsoft.com/office/drawing/2014/main" id="{7FB7EBE8-4FBB-E1A7-C705-39B0D59503E6}"/>
              </a:ext>
            </a:extLst>
          </p:cNvPr>
          <p:cNvSpPr/>
          <p:nvPr/>
        </p:nvSpPr>
        <p:spPr>
          <a:xfrm>
            <a:off x="17902666" y="8977472"/>
            <a:ext cx="2693582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first:200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" name="!!box2">
            <a:extLst>
              <a:ext uri="{FF2B5EF4-FFF2-40B4-BE49-F238E27FC236}">
                <a16:creationId xmlns:a16="http://schemas.microsoft.com/office/drawing/2014/main" id="{20DD32A5-D64F-336C-F46B-CE3B80389E72}"/>
              </a:ext>
            </a:extLst>
          </p:cNvPr>
          <p:cNvSpPr/>
          <p:nvPr/>
        </p:nvSpPr>
        <p:spPr>
          <a:xfrm>
            <a:off x="17902666" y="8199165"/>
            <a:ext cx="2693582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last:200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70397F35-8B7B-5377-9CF5-B4D4E564EFA2}"/>
              </a:ext>
            </a:extLst>
          </p:cNvPr>
          <p:cNvSpPr/>
          <p:nvPr/>
        </p:nvSpPr>
        <p:spPr>
          <a:xfrm>
            <a:off x="17902666" y="4359082"/>
            <a:ext cx="2693582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B7950CF8-B8FB-309B-E3C3-91228C565DF5}"/>
              </a:ext>
            </a:extLst>
          </p:cNvPr>
          <p:cNvSpPr/>
          <p:nvPr/>
        </p:nvSpPr>
        <p:spPr>
          <a:xfrm>
            <a:off x="17902666" y="5391989"/>
            <a:ext cx="2693582" cy="76049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8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NULL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B12CF64-10E0-7F23-B803-DCB41539A376}"/>
              </a:ext>
            </a:extLst>
          </p:cNvPr>
          <p:cNvCxnSpPr>
            <a:cxnSpLocks/>
          </p:cNvCxnSpPr>
          <p:nvPr/>
        </p:nvCxnSpPr>
        <p:spPr>
          <a:xfrm flipV="1">
            <a:off x="19249457" y="6322984"/>
            <a:ext cx="0" cy="1688107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2" name="!!box5">
            <a:extLst>
              <a:ext uri="{FF2B5EF4-FFF2-40B4-BE49-F238E27FC236}">
                <a16:creationId xmlns:a16="http://schemas.microsoft.com/office/drawing/2014/main" id="{68A938F2-E053-A473-8669-8205060204C5}"/>
              </a:ext>
            </a:extLst>
          </p:cNvPr>
          <p:cNvSpPr/>
          <p:nvPr/>
        </p:nvSpPr>
        <p:spPr>
          <a:xfrm>
            <a:off x="18397489" y="9805307"/>
            <a:ext cx="1703935" cy="590232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p:200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7E19BFF-3509-D1F0-6F94-DE5BCA01DC03}"/>
              </a:ext>
            </a:extLst>
          </p:cNvPr>
          <p:cNvCxnSpPr>
            <a:cxnSpLocks/>
          </p:cNvCxnSpPr>
          <p:nvPr/>
        </p:nvCxnSpPr>
        <p:spPr>
          <a:xfrm>
            <a:off x="20596248" y="5700517"/>
            <a:ext cx="1484287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D247FC8E-55CB-4D66-6203-4A5071494D7A}"/>
              </a:ext>
            </a:extLst>
          </p:cNvPr>
          <p:cNvCxnSpPr>
            <a:cxnSpLocks/>
          </p:cNvCxnSpPr>
          <p:nvPr/>
        </p:nvCxnSpPr>
        <p:spPr>
          <a:xfrm>
            <a:off x="22063043" y="5628799"/>
            <a:ext cx="0" cy="767388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BF1B5DF-3627-6DD9-6C46-888B7A68B280}"/>
              </a:ext>
            </a:extLst>
          </p:cNvPr>
          <p:cNvCxnSpPr>
            <a:cxnSpLocks/>
          </p:cNvCxnSpPr>
          <p:nvPr/>
        </p:nvCxnSpPr>
        <p:spPr>
          <a:xfrm flipH="1">
            <a:off x="21655148" y="6432206"/>
            <a:ext cx="850773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17AEB7A7-F475-BAB9-6187-83FC0290B136}"/>
              </a:ext>
            </a:extLst>
          </p:cNvPr>
          <p:cNvCxnSpPr>
            <a:cxnSpLocks/>
          </p:cNvCxnSpPr>
          <p:nvPr/>
        </p:nvCxnSpPr>
        <p:spPr>
          <a:xfrm flipH="1">
            <a:off x="21775298" y="6597251"/>
            <a:ext cx="591671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348D908-1E8E-E2AB-94E2-7D7339E3B2DF}"/>
              </a:ext>
            </a:extLst>
          </p:cNvPr>
          <p:cNvCxnSpPr>
            <a:cxnSpLocks/>
          </p:cNvCxnSpPr>
          <p:nvPr/>
        </p:nvCxnSpPr>
        <p:spPr>
          <a:xfrm flipH="1">
            <a:off x="21935839" y="6765599"/>
            <a:ext cx="233082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5133028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548DF1-382B-BF4E-6CE9-FC4B87893B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box">
            <a:extLst>
              <a:ext uri="{FF2B5EF4-FFF2-40B4-BE49-F238E27FC236}">
                <a16:creationId xmlns:a16="http://schemas.microsoft.com/office/drawing/2014/main" id="{3DECF05A-8627-9D06-F96B-92D6D7B26981}"/>
              </a:ext>
            </a:extLst>
          </p:cNvPr>
          <p:cNvSpPr/>
          <p:nvPr/>
        </p:nvSpPr>
        <p:spPr>
          <a:xfrm>
            <a:off x="-10320998" y="-737105"/>
            <a:ext cx="8819773" cy="7060089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#include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&lt;</a:t>
            </a:r>
            <a:r>
              <a:rPr lang="en-IN" sz="2400" dirty="0" err="1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stdio.h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#include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&lt;</a:t>
            </a:r>
            <a:r>
              <a:rPr lang="en-IN" sz="2400" dirty="0" err="1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stdlib.h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 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next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first  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last  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  <a:endParaRPr lang="en-IN" sz="24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endParaRPr lang="en-IN" sz="24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b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main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()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enqueue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(1) ; 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enqueue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(2) 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dequeue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() 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dequeue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() 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0;</a:t>
            </a:r>
            <a:b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  <a:endParaRPr lang="en-US" sz="24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6" name="!!box1">
            <a:extLst>
              <a:ext uri="{FF2B5EF4-FFF2-40B4-BE49-F238E27FC236}">
                <a16:creationId xmlns:a16="http://schemas.microsoft.com/office/drawing/2014/main" id="{00991C35-2FC1-BA92-EE23-4F20A22423DC}"/>
              </a:ext>
            </a:extLst>
          </p:cNvPr>
          <p:cNvSpPr/>
          <p:nvPr/>
        </p:nvSpPr>
        <p:spPr>
          <a:xfrm>
            <a:off x="-10575618" y="15166995"/>
            <a:ext cx="8819773" cy="6610604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void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enqueue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malloc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400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sizeof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exit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(1);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next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last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{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first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p;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last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p 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{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last-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next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last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</p:txBody>
      </p:sp>
      <p:sp>
        <p:nvSpPr>
          <p:cNvPr id="7" name="!!box2">
            <a:extLst>
              <a:ext uri="{FF2B5EF4-FFF2-40B4-BE49-F238E27FC236}">
                <a16:creationId xmlns:a16="http://schemas.microsoft.com/office/drawing/2014/main" id="{8B76EE71-5189-02E7-10C8-449B158AC5E0}"/>
              </a:ext>
            </a:extLst>
          </p:cNvPr>
          <p:cNvSpPr/>
          <p:nvPr/>
        </p:nvSpPr>
        <p:spPr>
          <a:xfrm>
            <a:off x="436649" y="1719241"/>
            <a:ext cx="8819773" cy="6651466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dequeue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first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exit(1);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first;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(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first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last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first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last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 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first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first-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next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free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  <a:endParaRPr lang="en-US" sz="24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0E0C6CBC-7BA0-4DCA-E748-B8FE890FF08C}"/>
              </a:ext>
            </a:extLst>
          </p:cNvPr>
          <p:cNvSpPr/>
          <p:nvPr/>
        </p:nvSpPr>
        <p:spPr>
          <a:xfrm>
            <a:off x="436649" y="4214637"/>
            <a:ext cx="8819772" cy="479484"/>
          </a:xfrm>
          <a:prstGeom prst="roundRect">
            <a:avLst/>
          </a:prstGeom>
          <a:solidFill>
            <a:schemeClr val="accent4">
              <a:lumMod val="60000"/>
              <a:lumOff val="40000"/>
              <a:alpha val="41668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" name="!!box3">
            <a:extLst>
              <a:ext uri="{FF2B5EF4-FFF2-40B4-BE49-F238E27FC236}">
                <a16:creationId xmlns:a16="http://schemas.microsoft.com/office/drawing/2014/main" id="{10703A5C-02EF-F30D-B156-47447085858E}"/>
              </a:ext>
            </a:extLst>
          </p:cNvPr>
          <p:cNvSpPr/>
          <p:nvPr/>
        </p:nvSpPr>
        <p:spPr>
          <a:xfrm>
            <a:off x="17902666" y="8977472"/>
            <a:ext cx="2693582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first:200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" name="!!box2">
            <a:extLst>
              <a:ext uri="{FF2B5EF4-FFF2-40B4-BE49-F238E27FC236}">
                <a16:creationId xmlns:a16="http://schemas.microsoft.com/office/drawing/2014/main" id="{A3BA4E9A-6F81-2C64-1F74-A564BB1BD25F}"/>
              </a:ext>
            </a:extLst>
          </p:cNvPr>
          <p:cNvSpPr/>
          <p:nvPr/>
        </p:nvSpPr>
        <p:spPr>
          <a:xfrm>
            <a:off x="17902666" y="8199165"/>
            <a:ext cx="2693582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last:200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20CAC986-1AC9-13BE-971C-320C7F67D24C}"/>
              </a:ext>
            </a:extLst>
          </p:cNvPr>
          <p:cNvSpPr/>
          <p:nvPr/>
        </p:nvSpPr>
        <p:spPr>
          <a:xfrm>
            <a:off x="17902666" y="4359082"/>
            <a:ext cx="2693582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9F5EC2FB-884B-7DFF-272F-EA84F1E63BC5}"/>
              </a:ext>
            </a:extLst>
          </p:cNvPr>
          <p:cNvSpPr/>
          <p:nvPr/>
        </p:nvSpPr>
        <p:spPr>
          <a:xfrm>
            <a:off x="17902666" y="5391989"/>
            <a:ext cx="2693582" cy="76049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8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NULL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14E0E67-6F66-E7EC-EEC7-70593D9F23B3}"/>
              </a:ext>
            </a:extLst>
          </p:cNvPr>
          <p:cNvCxnSpPr>
            <a:cxnSpLocks/>
          </p:cNvCxnSpPr>
          <p:nvPr/>
        </p:nvCxnSpPr>
        <p:spPr>
          <a:xfrm flipV="1">
            <a:off x="19249457" y="6322984"/>
            <a:ext cx="0" cy="1688107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2" name="!!box5">
            <a:extLst>
              <a:ext uri="{FF2B5EF4-FFF2-40B4-BE49-F238E27FC236}">
                <a16:creationId xmlns:a16="http://schemas.microsoft.com/office/drawing/2014/main" id="{271511FC-1931-8420-E7C6-3A56875F6D58}"/>
              </a:ext>
            </a:extLst>
          </p:cNvPr>
          <p:cNvSpPr/>
          <p:nvPr/>
        </p:nvSpPr>
        <p:spPr>
          <a:xfrm>
            <a:off x="18397489" y="9805307"/>
            <a:ext cx="1703935" cy="590232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p:200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FAF3988-9760-DE61-FAFC-E0A6688511CA}"/>
              </a:ext>
            </a:extLst>
          </p:cNvPr>
          <p:cNvCxnSpPr>
            <a:cxnSpLocks/>
          </p:cNvCxnSpPr>
          <p:nvPr/>
        </p:nvCxnSpPr>
        <p:spPr>
          <a:xfrm>
            <a:off x="20596248" y="5700517"/>
            <a:ext cx="1484287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81F4042F-EBE8-A70A-DF6C-DD3B202AE981}"/>
              </a:ext>
            </a:extLst>
          </p:cNvPr>
          <p:cNvCxnSpPr>
            <a:cxnSpLocks/>
          </p:cNvCxnSpPr>
          <p:nvPr/>
        </p:nvCxnSpPr>
        <p:spPr>
          <a:xfrm>
            <a:off x="22063043" y="5628799"/>
            <a:ext cx="0" cy="767388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3016293-E188-D9BA-A837-FCA23B506B3F}"/>
              </a:ext>
            </a:extLst>
          </p:cNvPr>
          <p:cNvCxnSpPr>
            <a:cxnSpLocks/>
          </p:cNvCxnSpPr>
          <p:nvPr/>
        </p:nvCxnSpPr>
        <p:spPr>
          <a:xfrm flipH="1">
            <a:off x="21655148" y="6432206"/>
            <a:ext cx="850773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D006C2E-8D69-50CA-E75C-8941CC696910}"/>
              </a:ext>
            </a:extLst>
          </p:cNvPr>
          <p:cNvCxnSpPr>
            <a:cxnSpLocks/>
          </p:cNvCxnSpPr>
          <p:nvPr/>
        </p:nvCxnSpPr>
        <p:spPr>
          <a:xfrm flipH="1">
            <a:off x="21775298" y="6597251"/>
            <a:ext cx="591671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E3355001-D393-7095-D8BA-8B9309E063B8}"/>
              </a:ext>
            </a:extLst>
          </p:cNvPr>
          <p:cNvCxnSpPr>
            <a:cxnSpLocks/>
          </p:cNvCxnSpPr>
          <p:nvPr/>
        </p:nvCxnSpPr>
        <p:spPr>
          <a:xfrm flipH="1">
            <a:off x="21935839" y="6765599"/>
            <a:ext cx="233082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25971281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0C06E6-4587-98B1-B590-C4C8511229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box">
            <a:extLst>
              <a:ext uri="{FF2B5EF4-FFF2-40B4-BE49-F238E27FC236}">
                <a16:creationId xmlns:a16="http://schemas.microsoft.com/office/drawing/2014/main" id="{4DBFC9D8-C094-22FD-48FF-C0E6732D16DC}"/>
              </a:ext>
            </a:extLst>
          </p:cNvPr>
          <p:cNvSpPr/>
          <p:nvPr/>
        </p:nvSpPr>
        <p:spPr>
          <a:xfrm>
            <a:off x="-10320998" y="-737105"/>
            <a:ext cx="8819773" cy="7060089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#include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&lt;</a:t>
            </a:r>
            <a:r>
              <a:rPr lang="en-IN" sz="2400" dirty="0" err="1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stdio.h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#include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&lt;</a:t>
            </a:r>
            <a:r>
              <a:rPr lang="en-IN" sz="2400" dirty="0" err="1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stdlib.h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 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next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first  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last  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  <a:endParaRPr lang="en-IN" sz="24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endParaRPr lang="en-IN" sz="24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b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main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()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enqueue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(1) ; 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enqueue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(2) 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dequeue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() 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dequeue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() 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0;</a:t>
            </a:r>
            <a:b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  <a:endParaRPr lang="en-US" sz="24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6" name="!!box1">
            <a:extLst>
              <a:ext uri="{FF2B5EF4-FFF2-40B4-BE49-F238E27FC236}">
                <a16:creationId xmlns:a16="http://schemas.microsoft.com/office/drawing/2014/main" id="{3755C37D-A36F-12BF-47AE-B71245650AEE}"/>
              </a:ext>
            </a:extLst>
          </p:cNvPr>
          <p:cNvSpPr/>
          <p:nvPr/>
        </p:nvSpPr>
        <p:spPr>
          <a:xfrm>
            <a:off x="-10575618" y="15166995"/>
            <a:ext cx="8819773" cy="6610604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void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enqueue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malloc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400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sizeof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exit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(1);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next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last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{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first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p;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last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p 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{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last-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next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last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</p:txBody>
      </p:sp>
      <p:sp>
        <p:nvSpPr>
          <p:cNvPr id="7" name="!!box2">
            <a:extLst>
              <a:ext uri="{FF2B5EF4-FFF2-40B4-BE49-F238E27FC236}">
                <a16:creationId xmlns:a16="http://schemas.microsoft.com/office/drawing/2014/main" id="{09BBE7E6-606C-37B0-1E4B-F0680B62DB19}"/>
              </a:ext>
            </a:extLst>
          </p:cNvPr>
          <p:cNvSpPr/>
          <p:nvPr/>
        </p:nvSpPr>
        <p:spPr>
          <a:xfrm>
            <a:off x="436649" y="1719241"/>
            <a:ext cx="8819773" cy="6651466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dequeue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first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exit(1);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first;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(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first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last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first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last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 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first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first-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next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free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  <a:endParaRPr lang="en-US" sz="24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4AEB43A5-BF91-981D-A5D7-DF20168DB38F}"/>
              </a:ext>
            </a:extLst>
          </p:cNvPr>
          <p:cNvSpPr/>
          <p:nvPr/>
        </p:nvSpPr>
        <p:spPr>
          <a:xfrm>
            <a:off x="349886" y="5391989"/>
            <a:ext cx="8819772" cy="479484"/>
          </a:xfrm>
          <a:prstGeom prst="roundRect">
            <a:avLst/>
          </a:prstGeom>
          <a:solidFill>
            <a:schemeClr val="accent4">
              <a:lumMod val="60000"/>
              <a:lumOff val="40000"/>
              <a:alpha val="41668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" name="!!box3">
            <a:extLst>
              <a:ext uri="{FF2B5EF4-FFF2-40B4-BE49-F238E27FC236}">
                <a16:creationId xmlns:a16="http://schemas.microsoft.com/office/drawing/2014/main" id="{4FE1B0B5-1661-BE1B-0ECB-EAE0D1724669}"/>
              </a:ext>
            </a:extLst>
          </p:cNvPr>
          <p:cNvSpPr/>
          <p:nvPr/>
        </p:nvSpPr>
        <p:spPr>
          <a:xfrm>
            <a:off x="10587466" y="10455780"/>
            <a:ext cx="2693582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 err="1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first:NULL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" name="!!box2">
            <a:extLst>
              <a:ext uri="{FF2B5EF4-FFF2-40B4-BE49-F238E27FC236}">
                <a16:creationId xmlns:a16="http://schemas.microsoft.com/office/drawing/2014/main" id="{3AC9E54D-A11D-CBE4-E5FA-F560E9D2FE7B}"/>
              </a:ext>
            </a:extLst>
          </p:cNvPr>
          <p:cNvSpPr/>
          <p:nvPr/>
        </p:nvSpPr>
        <p:spPr>
          <a:xfrm>
            <a:off x="10587466" y="9677473"/>
            <a:ext cx="2693582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 err="1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last:NULL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B3AC980F-4727-DA47-082D-E9F23E6127B1}"/>
              </a:ext>
            </a:extLst>
          </p:cNvPr>
          <p:cNvSpPr/>
          <p:nvPr/>
        </p:nvSpPr>
        <p:spPr>
          <a:xfrm>
            <a:off x="17902666" y="4359082"/>
            <a:ext cx="2693582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E4A642F8-026E-8E09-CC85-ADB06B3A2713}"/>
              </a:ext>
            </a:extLst>
          </p:cNvPr>
          <p:cNvSpPr/>
          <p:nvPr/>
        </p:nvSpPr>
        <p:spPr>
          <a:xfrm>
            <a:off x="17902666" y="5391989"/>
            <a:ext cx="2693582" cy="76049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8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NULL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96217FC-458F-7B28-0536-EBD3AEBE362B}"/>
              </a:ext>
            </a:extLst>
          </p:cNvPr>
          <p:cNvCxnSpPr>
            <a:cxnSpLocks/>
          </p:cNvCxnSpPr>
          <p:nvPr/>
        </p:nvCxnSpPr>
        <p:spPr>
          <a:xfrm flipV="1">
            <a:off x="19249457" y="6322984"/>
            <a:ext cx="0" cy="1688107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2" name="!!box5">
            <a:extLst>
              <a:ext uri="{FF2B5EF4-FFF2-40B4-BE49-F238E27FC236}">
                <a16:creationId xmlns:a16="http://schemas.microsoft.com/office/drawing/2014/main" id="{9EF20336-24C3-00BC-F40C-B086375A34BC}"/>
              </a:ext>
            </a:extLst>
          </p:cNvPr>
          <p:cNvSpPr/>
          <p:nvPr/>
        </p:nvSpPr>
        <p:spPr>
          <a:xfrm>
            <a:off x="18397489" y="8181594"/>
            <a:ext cx="1703935" cy="590232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p:200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2AE61C8-FBE9-32B1-41ED-9E35D971D682}"/>
              </a:ext>
            </a:extLst>
          </p:cNvPr>
          <p:cNvCxnSpPr>
            <a:cxnSpLocks/>
          </p:cNvCxnSpPr>
          <p:nvPr/>
        </p:nvCxnSpPr>
        <p:spPr>
          <a:xfrm>
            <a:off x="20596248" y="5700517"/>
            <a:ext cx="1484287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817D61AB-42E4-E04E-BA1D-7B65B2BC31AD}"/>
              </a:ext>
            </a:extLst>
          </p:cNvPr>
          <p:cNvCxnSpPr>
            <a:cxnSpLocks/>
          </p:cNvCxnSpPr>
          <p:nvPr/>
        </p:nvCxnSpPr>
        <p:spPr>
          <a:xfrm>
            <a:off x="22063043" y="5628799"/>
            <a:ext cx="0" cy="767388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EE0752A-1708-F93F-9236-2C5A50186232}"/>
              </a:ext>
            </a:extLst>
          </p:cNvPr>
          <p:cNvCxnSpPr>
            <a:cxnSpLocks/>
          </p:cNvCxnSpPr>
          <p:nvPr/>
        </p:nvCxnSpPr>
        <p:spPr>
          <a:xfrm flipH="1">
            <a:off x="21655148" y="6432206"/>
            <a:ext cx="850773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B32CFC8F-1F5B-C441-7E00-A00D229209E1}"/>
              </a:ext>
            </a:extLst>
          </p:cNvPr>
          <p:cNvCxnSpPr>
            <a:cxnSpLocks/>
          </p:cNvCxnSpPr>
          <p:nvPr/>
        </p:nvCxnSpPr>
        <p:spPr>
          <a:xfrm flipH="1">
            <a:off x="21775298" y="6597251"/>
            <a:ext cx="591671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CEE70EC6-7DD1-584B-1C6B-71C50F83060B}"/>
              </a:ext>
            </a:extLst>
          </p:cNvPr>
          <p:cNvCxnSpPr>
            <a:cxnSpLocks/>
          </p:cNvCxnSpPr>
          <p:nvPr/>
        </p:nvCxnSpPr>
        <p:spPr>
          <a:xfrm flipH="1">
            <a:off x="21935839" y="6765599"/>
            <a:ext cx="233082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27328844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7BCA38-37D6-102D-2209-748F09E0E0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box">
            <a:extLst>
              <a:ext uri="{FF2B5EF4-FFF2-40B4-BE49-F238E27FC236}">
                <a16:creationId xmlns:a16="http://schemas.microsoft.com/office/drawing/2014/main" id="{AF3EE871-A66E-527B-EB42-8EBDA48026FE}"/>
              </a:ext>
            </a:extLst>
          </p:cNvPr>
          <p:cNvSpPr/>
          <p:nvPr/>
        </p:nvSpPr>
        <p:spPr>
          <a:xfrm>
            <a:off x="-10320998" y="-737105"/>
            <a:ext cx="8819773" cy="7060089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#include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&lt;</a:t>
            </a:r>
            <a:r>
              <a:rPr lang="en-IN" sz="2400" dirty="0" err="1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stdio.h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#include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&lt;</a:t>
            </a:r>
            <a:r>
              <a:rPr lang="en-IN" sz="2400" dirty="0" err="1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stdlib.h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 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next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first  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last  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  <a:endParaRPr lang="en-IN" sz="24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endParaRPr lang="en-IN" sz="24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b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main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()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enqueue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(1) ; 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enqueue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(2) 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dequeue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() 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dequeue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() 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0;</a:t>
            </a:r>
            <a:b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  <a:endParaRPr lang="en-US" sz="24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6" name="!!box1">
            <a:extLst>
              <a:ext uri="{FF2B5EF4-FFF2-40B4-BE49-F238E27FC236}">
                <a16:creationId xmlns:a16="http://schemas.microsoft.com/office/drawing/2014/main" id="{5F4F2098-9E42-8896-B766-BEDAC0703DA8}"/>
              </a:ext>
            </a:extLst>
          </p:cNvPr>
          <p:cNvSpPr/>
          <p:nvPr/>
        </p:nvSpPr>
        <p:spPr>
          <a:xfrm>
            <a:off x="-10575618" y="15166995"/>
            <a:ext cx="8819773" cy="6610604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void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enqueue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malloc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400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sizeof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exit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(1);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next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last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{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first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p;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last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p 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{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last-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next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last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</p:txBody>
      </p:sp>
      <p:sp>
        <p:nvSpPr>
          <p:cNvPr id="7" name="!!box2">
            <a:extLst>
              <a:ext uri="{FF2B5EF4-FFF2-40B4-BE49-F238E27FC236}">
                <a16:creationId xmlns:a16="http://schemas.microsoft.com/office/drawing/2014/main" id="{42A6687E-BE86-008E-73F1-E5C998C50A93}"/>
              </a:ext>
            </a:extLst>
          </p:cNvPr>
          <p:cNvSpPr/>
          <p:nvPr/>
        </p:nvSpPr>
        <p:spPr>
          <a:xfrm>
            <a:off x="436649" y="1719241"/>
            <a:ext cx="8819773" cy="6651466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dequeue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first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exit(1);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first;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(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first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last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first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last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 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first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first-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next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free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  <a:endParaRPr lang="en-US" sz="24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D3F0CEF8-2EE2-33FF-EA35-B1CBEB2F7BC6}"/>
              </a:ext>
            </a:extLst>
          </p:cNvPr>
          <p:cNvSpPr/>
          <p:nvPr/>
        </p:nvSpPr>
        <p:spPr>
          <a:xfrm>
            <a:off x="349886" y="6763589"/>
            <a:ext cx="8819772" cy="479484"/>
          </a:xfrm>
          <a:prstGeom prst="roundRect">
            <a:avLst/>
          </a:prstGeom>
          <a:solidFill>
            <a:schemeClr val="accent4">
              <a:lumMod val="60000"/>
              <a:lumOff val="40000"/>
              <a:alpha val="41668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" name="!!box3">
            <a:extLst>
              <a:ext uri="{FF2B5EF4-FFF2-40B4-BE49-F238E27FC236}">
                <a16:creationId xmlns:a16="http://schemas.microsoft.com/office/drawing/2014/main" id="{0B792CF8-BF63-14A1-89D7-8B17D7C509B8}"/>
              </a:ext>
            </a:extLst>
          </p:cNvPr>
          <p:cNvSpPr/>
          <p:nvPr/>
        </p:nvSpPr>
        <p:spPr>
          <a:xfrm>
            <a:off x="10587466" y="10455780"/>
            <a:ext cx="2693582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 err="1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first:NULL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" name="!!box2">
            <a:extLst>
              <a:ext uri="{FF2B5EF4-FFF2-40B4-BE49-F238E27FC236}">
                <a16:creationId xmlns:a16="http://schemas.microsoft.com/office/drawing/2014/main" id="{CBB815F0-60BE-BEBA-3C18-0AC6F4916400}"/>
              </a:ext>
            </a:extLst>
          </p:cNvPr>
          <p:cNvSpPr/>
          <p:nvPr/>
        </p:nvSpPr>
        <p:spPr>
          <a:xfrm>
            <a:off x="10587466" y="9677473"/>
            <a:ext cx="2693582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 err="1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last:NULL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33808330-86D3-C74B-DA2E-BAF4EBD59B6D}"/>
              </a:ext>
            </a:extLst>
          </p:cNvPr>
          <p:cNvSpPr/>
          <p:nvPr/>
        </p:nvSpPr>
        <p:spPr>
          <a:xfrm>
            <a:off x="17902666" y="4359082"/>
            <a:ext cx="2693582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C054818D-3EA0-CD4D-BE93-BED5FAD5A24E}"/>
              </a:ext>
            </a:extLst>
          </p:cNvPr>
          <p:cNvSpPr/>
          <p:nvPr/>
        </p:nvSpPr>
        <p:spPr>
          <a:xfrm>
            <a:off x="17902666" y="5391989"/>
            <a:ext cx="2693582" cy="76049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8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NULL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D588A1F-8A9E-06C4-5E52-C3C928090485}"/>
              </a:ext>
            </a:extLst>
          </p:cNvPr>
          <p:cNvCxnSpPr>
            <a:cxnSpLocks/>
          </p:cNvCxnSpPr>
          <p:nvPr/>
        </p:nvCxnSpPr>
        <p:spPr>
          <a:xfrm flipV="1">
            <a:off x="19249457" y="6322984"/>
            <a:ext cx="0" cy="1688107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2" name="!!box5">
            <a:extLst>
              <a:ext uri="{FF2B5EF4-FFF2-40B4-BE49-F238E27FC236}">
                <a16:creationId xmlns:a16="http://schemas.microsoft.com/office/drawing/2014/main" id="{413425B3-5AF2-9CFE-DE63-88DF670433D2}"/>
              </a:ext>
            </a:extLst>
          </p:cNvPr>
          <p:cNvSpPr/>
          <p:nvPr/>
        </p:nvSpPr>
        <p:spPr>
          <a:xfrm>
            <a:off x="18397489" y="8181594"/>
            <a:ext cx="1703935" cy="590232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p:200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5090588-CA76-2FFD-C812-3AA055E87574}"/>
              </a:ext>
            </a:extLst>
          </p:cNvPr>
          <p:cNvCxnSpPr>
            <a:cxnSpLocks/>
          </p:cNvCxnSpPr>
          <p:nvPr/>
        </p:nvCxnSpPr>
        <p:spPr>
          <a:xfrm>
            <a:off x="20596248" y="5700517"/>
            <a:ext cx="1484287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5D4F875-2530-16E8-0967-0192999A1411}"/>
              </a:ext>
            </a:extLst>
          </p:cNvPr>
          <p:cNvCxnSpPr>
            <a:cxnSpLocks/>
          </p:cNvCxnSpPr>
          <p:nvPr/>
        </p:nvCxnSpPr>
        <p:spPr>
          <a:xfrm>
            <a:off x="22063043" y="5628799"/>
            <a:ext cx="0" cy="767388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D235AAA-BBF3-27E1-C5D1-03B9581E46DB}"/>
              </a:ext>
            </a:extLst>
          </p:cNvPr>
          <p:cNvCxnSpPr>
            <a:cxnSpLocks/>
          </p:cNvCxnSpPr>
          <p:nvPr/>
        </p:nvCxnSpPr>
        <p:spPr>
          <a:xfrm flipH="1">
            <a:off x="21655148" y="6432206"/>
            <a:ext cx="850773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3A31668-F1B2-67D8-8CD7-8217E951AF49}"/>
              </a:ext>
            </a:extLst>
          </p:cNvPr>
          <p:cNvCxnSpPr>
            <a:cxnSpLocks/>
          </p:cNvCxnSpPr>
          <p:nvPr/>
        </p:nvCxnSpPr>
        <p:spPr>
          <a:xfrm flipH="1">
            <a:off x="21775298" y="6597251"/>
            <a:ext cx="591671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3236C4C-22CC-196E-7BC7-F35B9C63EBEA}"/>
              </a:ext>
            </a:extLst>
          </p:cNvPr>
          <p:cNvCxnSpPr>
            <a:cxnSpLocks/>
          </p:cNvCxnSpPr>
          <p:nvPr/>
        </p:nvCxnSpPr>
        <p:spPr>
          <a:xfrm flipH="1">
            <a:off x="21935839" y="6765599"/>
            <a:ext cx="233082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129163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C707DB-4209-08EC-7A0C-CCFF2DF2F4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box">
            <a:extLst>
              <a:ext uri="{FF2B5EF4-FFF2-40B4-BE49-F238E27FC236}">
                <a16:creationId xmlns:a16="http://schemas.microsoft.com/office/drawing/2014/main" id="{B4373D0F-E61C-75AB-0337-1D720B6134D2}"/>
              </a:ext>
            </a:extLst>
          </p:cNvPr>
          <p:cNvSpPr/>
          <p:nvPr/>
        </p:nvSpPr>
        <p:spPr>
          <a:xfrm>
            <a:off x="-10320998" y="-737105"/>
            <a:ext cx="8819773" cy="7060089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#include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&lt;</a:t>
            </a:r>
            <a:r>
              <a:rPr lang="en-IN" sz="2400" dirty="0" err="1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stdio.h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#include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&lt;</a:t>
            </a:r>
            <a:r>
              <a:rPr lang="en-IN" sz="2400" dirty="0" err="1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stdlib.h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 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next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first  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last  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  <a:endParaRPr lang="en-IN" sz="24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endParaRPr lang="en-IN" sz="24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b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main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()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enqueue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(1) ; 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enqueue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(2) 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dequeue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() 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dequeue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() 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0;</a:t>
            </a:r>
            <a:b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  <a:endParaRPr lang="en-US" sz="24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6" name="!!box1">
            <a:extLst>
              <a:ext uri="{FF2B5EF4-FFF2-40B4-BE49-F238E27FC236}">
                <a16:creationId xmlns:a16="http://schemas.microsoft.com/office/drawing/2014/main" id="{54C89EB4-6E16-56EF-9F4D-E6399F82E94C}"/>
              </a:ext>
            </a:extLst>
          </p:cNvPr>
          <p:cNvSpPr/>
          <p:nvPr/>
        </p:nvSpPr>
        <p:spPr>
          <a:xfrm>
            <a:off x="-10575618" y="15166995"/>
            <a:ext cx="8819773" cy="6610604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void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enqueue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malloc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400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sizeof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exit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(1);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next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last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{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first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p;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last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p 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{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last-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next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last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</p:txBody>
      </p:sp>
      <p:sp>
        <p:nvSpPr>
          <p:cNvPr id="7" name="!!box2">
            <a:extLst>
              <a:ext uri="{FF2B5EF4-FFF2-40B4-BE49-F238E27FC236}">
                <a16:creationId xmlns:a16="http://schemas.microsoft.com/office/drawing/2014/main" id="{B5FD80DA-192F-C13B-781D-06187A6217C0}"/>
              </a:ext>
            </a:extLst>
          </p:cNvPr>
          <p:cNvSpPr/>
          <p:nvPr/>
        </p:nvSpPr>
        <p:spPr>
          <a:xfrm>
            <a:off x="436649" y="1719241"/>
            <a:ext cx="8819773" cy="6651466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dequeue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first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exit(1);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first;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(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first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last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first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last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 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first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first-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next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free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  <a:endParaRPr lang="en-US" sz="24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5368E16E-9DB4-DBBF-A3E5-2BB5E1EB8E44}"/>
              </a:ext>
            </a:extLst>
          </p:cNvPr>
          <p:cNvSpPr/>
          <p:nvPr/>
        </p:nvSpPr>
        <p:spPr>
          <a:xfrm>
            <a:off x="436649" y="7167000"/>
            <a:ext cx="8819772" cy="479484"/>
          </a:xfrm>
          <a:prstGeom prst="roundRect">
            <a:avLst/>
          </a:prstGeom>
          <a:solidFill>
            <a:schemeClr val="accent4">
              <a:lumMod val="60000"/>
              <a:lumOff val="40000"/>
              <a:alpha val="41668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" name="!!box3">
            <a:extLst>
              <a:ext uri="{FF2B5EF4-FFF2-40B4-BE49-F238E27FC236}">
                <a16:creationId xmlns:a16="http://schemas.microsoft.com/office/drawing/2014/main" id="{68156F4D-7778-C930-9552-3B1E2FF9F5D6}"/>
              </a:ext>
            </a:extLst>
          </p:cNvPr>
          <p:cNvSpPr/>
          <p:nvPr/>
        </p:nvSpPr>
        <p:spPr>
          <a:xfrm>
            <a:off x="10587466" y="10455780"/>
            <a:ext cx="2693582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 err="1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first:NULL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" name="!!box2">
            <a:extLst>
              <a:ext uri="{FF2B5EF4-FFF2-40B4-BE49-F238E27FC236}">
                <a16:creationId xmlns:a16="http://schemas.microsoft.com/office/drawing/2014/main" id="{7E11C934-8A63-8F8E-1E12-69C3B100E3BB}"/>
              </a:ext>
            </a:extLst>
          </p:cNvPr>
          <p:cNvSpPr/>
          <p:nvPr/>
        </p:nvSpPr>
        <p:spPr>
          <a:xfrm>
            <a:off x="10587466" y="9677473"/>
            <a:ext cx="2693582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 err="1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last:NULL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2" name="!!box5">
            <a:extLst>
              <a:ext uri="{FF2B5EF4-FFF2-40B4-BE49-F238E27FC236}">
                <a16:creationId xmlns:a16="http://schemas.microsoft.com/office/drawing/2014/main" id="{9B117EC0-26F5-EBFB-340C-E7DAA1B01775}"/>
              </a:ext>
            </a:extLst>
          </p:cNvPr>
          <p:cNvSpPr/>
          <p:nvPr/>
        </p:nvSpPr>
        <p:spPr>
          <a:xfrm>
            <a:off x="18397489" y="8181594"/>
            <a:ext cx="1703935" cy="590232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p:200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15020871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057752-848C-ACB8-118A-1FEE878EFC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box">
            <a:extLst>
              <a:ext uri="{FF2B5EF4-FFF2-40B4-BE49-F238E27FC236}">
                <a16:creationId xmlns:a16="http://schemas.microsoft.com/office/drawing/2014/main" id="{2555C647-5DAF-B879-2043-1A5B92DD7FC8}"/>
              </a:ext>
            </a:extLst>
          </p:cNvPr>
          <p:cNvSpPr/>
          <p:nvPr/>
        </p:nvSpPr>
        <p:spPr>
          <a:xfrm>
            <a:off x="436648" y="1952307"/>
            <a:ext cx="8819773" cy="7060089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#include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&lt;</a:t>
            </a:r>
            <a:r>
              <a:rPr lang="en-IN" sz="2400" dirty="0" err="1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stdio.h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#include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&lt;</a:t>
            </a:r>
            <a:r>
              <a:rPr lang="en-IN" sz="2400" dirty="0" err="1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stdlib.h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 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next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first  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last  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  <a:endParaRPr lang="en-IN" sz="24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endParaRPr lang="en-IN" sz="24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b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main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()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enqueue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(1) ; 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enqueue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(2) 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dequeue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() 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dequeue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() 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0;</a:t>
            </a:r>
            <a:b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  <a:endParaRPr lang="en-US" sz="24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6" name="!!box1">
            <a:extLst>
              <a:ext uri="{FF2B5EF4-FFF2-40B4-BE49-F238E27FC236}">
                <a16:creationId xmlns:a16="http://schemas.microsoft.com/office/drawing/2014/main" id="{2661055A-8C23-EDE8-2C3F-BBA25D5E1E65}"/>
              </a:ext>
            </a:extLst>
          </p:cNvPr>
          <p:cNvSpPr/>
          <p:nvPr/>
        </p:nvSpPr>
        <p:spPr>
          <a:xfrm>
            <a:off x="-10575618" y="15166995"/>
            <a:ext cx="8819773" cy="6610604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void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enqueue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malloc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400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sizeof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exit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(1);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next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last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{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first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p;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last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p 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{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last-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next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last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</p:txBody>
      </p:sp>
      <p:sp>
        <p:nvSpPr>
          <p:cNvPr id="7" name="!!box2">
            <a:extLst>
              <a:ext uri="{FF2B5EF4-FFF2-40B4-BE49-F238E27FC236}">
                <a16:creationId xmlns:a16="http://schemas.microsoft.com/office/drawing/2014/main" id="{06407FF5-C683-42F7-D4F8-5D61F4C64641}"/>
              </a:ext>
            </a:extLst>
          </p:cNvPr>
          <p:cNvSpPr/>
          <p:nvPr/>
        </p:nvSpPr>
        <p:spPr>
          <a:xfrm>
            <a:off x="-10575619" y="7393017"/>
            <a:ext cx="8819773" cy="6651466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dequeue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first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exit(1);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first;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(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first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last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first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last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 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first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first-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next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free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  <a:endParaRPr lang="en-US" sz="24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98CE9FE8-F967-385C-6BE3-2BDCB9AAD454}"/>
              </a:ext>
            </a:extLst>
          </p:cNvPr>
          <p:cNvSpPr/>
          <p:nvPr/>
        </p:nvSpPr>
        <p:spPr>
          <a:xfrm>
            <a:off x="436649" y="7796703"/>
            <a:ext cx="8819772" cy="479484"/>
          </a:xfrm>
          <a:prstGeom prst="roundRect">
            <a:avLst/>
          </a:prstGeom>
          <a:solidFill>
            <a:schemeClr val="accent4">
              <a:lumMod val="60000"/>
              <a:lumOff val="40000"/>
              <a:alpha val="41668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" name="!!box3">
            <a:extLst>
              <a:ext uri="{FF2B5EF4-FFF2-40B4-BE49-F238E27FC236}">
                <a16:creationId xmlns:a16="http://schemas.microsoft.com/office/drawing/2014/main" id="{0C1D3C5A-A0F1-F4BB-B2E4-A6719211B13E}"/>
              </a:ext>
            </a:extLst>
          </p:cNvPr>
          <p:cNvSpPr/>
          <p:nvPr/>
        </p:nvSpPr>
        <p:spPr>
          <a:xfrm>
            <a:off x="10587466" y="10455780"/>
            <a:ext cx="2693582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 err="1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first:NULL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" name="!!box2">
            <a:extLst>
              <a:ext uri="{FF2B5EF4-FFF2-40B4-BE49-F238E27FC236}">
                <a16:creationId xmlns:a16="http://schemas.microsoft.com/office/drawing/2014/main" id="{7E840895-21D3-26EE-8D83-B3F98B7FF77E}"/>
              </a:ext>
            </a:extLst>
          </p:cNvPr>
          <p:cNvSpPr/>
          <p:nvPr/>
        </p:nvSpPr>
        <p:spPr>
          <a:xfrm>
            <a:off x="10587466" y="9677473"/>
            <a:ext cx="2693582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 err="1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last:NULL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27535641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EE86CF-B0F4-E08E-84FA-7C37A345A1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!!box100">
                <a:extLst>
                  <a:ext uri="{FF2B5EF4-FFF2-40B4-BE49-F238E27FC236}">
                    <a16:creationId xmlns:a16="http://schemas.microsoft.com/office/drawing/2014/main" id="{107B4A98-588A-33F2-3044-15DF08BAA24D}"/>
                  </a:ext>
                </a:extLst>
              </p:cNvPr>
              <p:cNvSpPr/>
              <p:nvPr/>
            </p:nvSpPr>
            <p:spPr>
              <a:xfrm>
                <a:off x="810610" y="1690913"/>
                <a:ext cx="12509170" cy="9920446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#include 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&lt;</a:t>
                </a:r>
                <a:r>
                  <a:rPr lang="en-IN" sz="3600" dirty="0" err="1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stdio.h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&gt;</a:t>
                </a:r>
                <a:b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main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()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int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36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:r>
                  <a:rPr lang="en-IN" sz="36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  <a:b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</a:t>
                </a:r>
                <a:r>
                  <a:rPr lang="en-IN" sz="36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scanf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(“%d”, &amp;</a:t>
                </a:r>
                <a14:m>
                  <m:oMath xmlns:m="http://schemas.openxmlformats.org/officeDocument/2006/math">
                    <m:r>
                      <a:rPr lang="en-IN" sz="36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frequency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36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for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36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0; </a:t>
                </a:r>
                <a14:m>
                  <m:oMath xmlns:m="http://schemas.openxmlformats.org/officeDocument/2006/math">
                    <m:r>
                      <a:rPr lang="en-IN" sz="36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r>
                      <a:rPr lang="en-US" sz="3600" b="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; </a:t>
                </a:r>
                <a14:m>
                  <m:oMath xmlns:m="http://schemas.openxmlformats.org/officeDocument/2006/math">
                    <m:r>
                      <a:rPr lang="en-IN" sz="36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frequency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14:m>
                  <m:oMath xmlns:m="http://schemas.openxmlformats.org/officeDocument/2006/math">
                    <m:r>
                      <a:rPr lang="en-IN" sz="36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 = 0;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while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( 1 )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</a:t>
                </a:r>
                <a:r>
                  <a:rPr lang="en-IN" sz="36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scanf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“	%d”, &amp;</a:t>
                </a:r>
                <a:r>
                  <a:rPr lang="en-IN" sz="36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 </a:t>
                </a:r>
                <a:r>
                  <a:rPr lang="en-IN" sz="36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== -1)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return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0;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frequency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:r>
                  <a:rPr lang="en-IN" sz="36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]++;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//find the first element with frequency exactly 1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}</a:t>
                </a:r>
                <a:b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  <a:endParaRPr lang="en-US" sz="36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" name="!!box100">
                <a:extLst>
                  <a:ext uri="{FF2B5EF4-FFF2-40B4-BE49-F238E27FC236}">
                    <a16:creationId xmlns:a16="http://schemas.microsoft.com/office/drawing/2014/main" id="{107B4A98-588A-33F2-3044-15DF08BAA24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0610" y="1690913"/>
                <a:ext cx="12509170" cy="9920446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604173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7B4755-0181-6162-02B2-63F5BB5589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!!box100">
                <a:extLst>
                  <a:ext uri="{FF2B5EF4-FFF2-40B4-BE49-F238E27FC236}">
                    <a16:creationId xmlns:a16="http://schemas.microsoft.com/office/drawing/2014/main" id="{47D6D385-09EA-F47A-795D-EAA7873333AB}"/>
                  </a:ext>
                </a:extLst>
              </p:cNvPr>
              <p:cNvSpPr/>
              <p:nvPr/>
            </p:nvSpPr>
            <p:spPr>
              <a:xfrm>
                <a:off x="810610" y="-88453"/>
                <a:ext cx="12509170" cy="13479185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#include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&lt;</a:t>
                </a:r>
                <a:r>
                  <a:rPr lang="en-IN" sz="2400" dirty="0" err="1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stdio.h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&gt;</a:t>
                </a:r>
                <a:b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main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()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:r>
                  <a:rPr lang="en-IN" sz="24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  <a:b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</a:t>
                </a:r>
                <a:r>
                  <a:rPr lang="en-IN" sz="24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scanf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(“%d”, &amp;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frequency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for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0;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;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frequency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 = 0;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while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( 1 )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</a:t>
                </a:r>
                <a:r>
                  <a:rPr lang="en-IN" sz="24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scanf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“%d”, &amp;</a:t>
                </a:r>
                <a:r>
                  <a:rPr lang="en-IN" sz="24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 </a:t>
                </a:r>
                <a:r>
                  <a:rPr lang="en-IN" sz="24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== -1)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return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0;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frequency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:r>
                  <a:rPr lang="en-IN" sz="24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]++;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frequency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:r>
                  <a:rPr lang="en-IN" sz="24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== 1)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enqueue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24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else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while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first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!= 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NULL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first-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&gt;</a:t>
                </a:r>
                <a:r>
                  <a:rPr lang="en-IN" sz="24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frequency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:r>
                  <a:rPr lang="en-IN" sz="24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&gt; 1)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	</a:t>
                </a:r>
                <a:r>
                  <a:rPr lang="en-IN" sz="2400" dirty="0"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dequeue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else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break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first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== 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NULL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printf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“-1\n”);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else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printf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‘%d\n”,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first-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&gt;</a:t>
                </a:r>
                <a:r>
                  <a:rPr lang="en-IN" sz="24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endParaRPr lang="en-IN" sz="24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}</a:t>
                </a:r>
                <a:b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  <a:endParaRPr lang="en-US" sz="24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" name="!!box100">
                <a:extLst>
                  <a:ext uri="{FF2B5EF4-FFF2-40B4-BE49-F238E27FC236}">
                    <a16:creationId xmlns:a16="http://schemas.microsoft.com/office/drawing/2014/main" id="{47D6D385-09EA-F47A-795D-EAA7873333A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0610" y="-88453"/>
                <a:ext cx="12509170" cy="13479185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466137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kumimoji="0" sz="4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kumimoji="0" sz="4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9706</TotalTime>
  <Words>9413</Words>
  <Application>Microsoft Macintosh PowerPoint</Application>
  <PresentationFormat>Custom</PresentationFormat>
  <Paragraphs>2131</Paragraphs>
  <Slides>55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55</vt:i4>
      </vt:variant>
    </vt:vector>
  </HeadingPairs>
  <TitlesOfParts>
    <vt:vector size="61" baseType="lpstr">
      <vt:lpstr>Arial</vt:lpstr>
      <vt:lpstr>Bradley Hand</vt:lpstr>
      <vt:lpstr>Cambria Math</vt:lpstr>
      <vt:lpstr>Helvetica Neue</vt:lpstr>
      <vt:lpstr>Helvetica Neue Medium</vt:lpstr>
      <vt:lpstr>21_BasicWhite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Manoj Gupta</cp:lastModifiedBy>
  <cp:revision>1537</cp:revision>
  <dcterms:modified xsi:type="dcterms:W3CDTF">2026-09-25T06:05:00Z</dcterms:modified>
</cp:coreProperties>
</file>