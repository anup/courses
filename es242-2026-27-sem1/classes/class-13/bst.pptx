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4"/>
  </p:notesMasterIdLst>
  <p:sldIdLst>
    <p:sldId id="431" r:id="rId2"/>
    <p:sldId id="432" r:id="rId3"/>
    <p:sldId id="433" r:id="rId4"/>
    <p:sldId id="434" r:id="rId5"/>
    <p:sldId id="435" r:id="rId6"/>
    <p:sldId id="436" r:id="rId7"/>
    <p:sldId id="437" r:id="rId8"/>
    <p:sldId id="438" r:id="rId9"/>
    <p:sldId id="439" r:id="rId10"/>
    <p:sldId id="440" r:id="rId11"/>
    <p:sldId id="441" r:id="rId12"/>
    <p:sldId id="442" r:id="rId13"/>
    <p:sldId id="443" r:id="rId14"/>
    <p:sldId id="444" r:id="rId15"/>
    <p:sldId id="445" r:id="rId16"/>
    <p:sldId id="446" r:id="rId17"/>
    <p:sldId id="447" r:id="rId18"/>
    <p:sldId id="448" r:id="rId19"/>
    <p:sldId id="450" r:id="rId20"/>
    <p:sldId id="451" r:id="rId21"/>
    <p:sldId id="490" r:id="rId22"/>
    <p:sldId id="491" r:id="rId23"/>
    <p:sldId id="452" r:id="rId24"/>
    <p:sldId id="458" r:id="rId25"/>
    <p:sldId id="492" r:id="rId26"/>
    <p:sldId id="494" r:id="rId27"/>
    <p:sldId id="495" r:id="rId28"/>
    <p:sldId id="496" r:id="rId29"/>
    <p:sldId id="497" r:id="rId30"/>
    <p:sldId id="498" r:id="rId31"/>
    <p:sldId id="499" r:id="rId32"/>
    <p:sldId id="500" r:id="rId33"/>
    <p:sldId id="501" r:id="rId34"/>
    <p:sldId id="502" r:id="rId35"/>
    <p:sldId id="503" r:id="rId36"/>
    <p:sldId id="504" r:id="rId37"/>
    <p:sldId id="505" r:id="rId38"/>
    <p:sldId id="506" r:id="rId39"/>
    <p:sldId id="507" r:id="rId40"/>
    <p:sldId id="508" r:id="rId41"/>
    <p:sldId id="509" r:id="rId42"/>
    <p:sldId id="510" r:id="rId43"/>
    <p:sldId id="511" r:id="rId44"/>
    <p:sldId id="512" r:id="rId45"/>
    <p:sldId id="513" r:id="rId46"/>
    <p:sldId id="462" r:id="rId47"/>
    <p:sldId id="465" r:id="rId48"/>
    <p:sldId id="464" r:id="rId49"/>
    <p:sldId id="474" r:id="rId50"/>
    <p:sldId id="476" r:id="rId51"/>
    <p:sldId id="475" r:id="rId52"/>
    <p:sldId id="477" r:id="rId53"/>
    <p:sldId id="478" r:id="rId54"/>
    <p:sldId id="479" r:id="rId55"/>
    <p:sldId id="481" r:id="rId56"/>
    <p:sldId id="482" r:id="rId57"/>
    <p:sldId id="483" r:id="rId58"/>
    <p:sldId id="514" r:id="rId59"/>
    <p:sldId id="484" r:id="rId60"/>
    <p:sldId id="485" r:id="rId61"/>
    <p:sldId id="515" r:id="rId62"/>
    <p:sldId id="516" r:id="rId63"/>
    <p:sldId id="517" r:id="rId64"/>
    <p:sldId id="518" r:id="rId65"/>
    <p:sldId id="519" r:id="rId66"/>
    <p:sldId id="520" r:id="rId67"/>
    <p:sldId id="521" r:id="rId68"/>
    <p:sldId id="522" r:id="rId69"/>
    <p:sldId id="523" r:id="rId70"/>
    <p:sldId id="524" r:id="rId71"/>
    <p:sldId id="525" r:id="rId72"/>
    <p:sldId id="526" r:id="rId73"/>
    <p:sldId id="527" r:id="rId74"/>
    <p:sldId id="528" r:id="rId75"/>
    <p:sldId id="529" r:id="rId76"/>
    <p:sldId id="530" r:id="rId77"/>
    <p:sldId id="531" r:id="rId78"/>
    <p:sldId id="532" r:id="rId79"/>
    <p:sldId id="533" r:id="rId80"/>
    <p:sldId id="534" r:id="rId81"/>
    <p:sldId id="557" r:id="rId82"/>
    <p:sldId id="536" r:id="rId83"/>
    <p:sldId id="537" r:id="rId84"/>
    <p:sldId id="538" r:id="rId85"/>
    <p:sldId id="539" r:id="rId86"/>
    <p:sldId id="540" r:id="rId87"/>
    <p:sldId id="541" r:id="rId88"/>
    <p:sldId id="542" r:id="rId89"/>
    <p:sldId id="543" r:id="rId90"/>
    <p:sldId id="544" r:id="rId91"/>
    <p:sldId id="545" r:id="rId92"/>
    <p:sldId id="546" r:id="rId93"/>
    <p:sldId id="547" r:id="rId94"/>
    <p:sldId id="548" r:id="rId95"/>
    <p:sldId id="549" r:id="rId96"/>
    <p:sldId id="550" r:id="rId97"/>
    <p:sldId id="551" r:id="rId98"/>
    <p:sldId id="552" r:id="rId99"/>
    <p:sldId id="553" r:id="rId100"/>
    <p:sldId id="554" r:id="rId101"/>
    <p:sldId id="555" r:id="rId102"/>
    <p:sldId id="556" r:id="rId10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1"/>
    <p:restoredTop sz="93610"/>
  </p:normalViewPr>
  <p:slideViewPr>
    <p:cSldViewPr snapToGrid="0">
      <p:cViewPr varScale="1">
        <p:scale>
          <a:sx n="66" d="100"/>
          <a:sy n="66" d="100"/>
        </p:scale>
        <p:origin x="12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89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EF1E7-7550-FC8F-18D2-B940C434F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13824-FBF7-ACBD-C808-A6837F192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706CF-B9BA-6C65-EBFE-183E52588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345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0ECC4-71EA-2FE3-C526-768C80FF5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7FABB-9BB6-E781-EDB0-41F418160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005BC-C749-BA5C-41E9-7071C48DF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768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A2343-49B6-0AEB-A5A5-0B9181B6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9DD05-EFDE-CB18-11F6-317D76FDA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D1950-4AC7-6B4A-2B44-BC87E65F2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692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CDA9B-8AC4-128F-485F-1DCAFB76F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4876E-63AA-7212-2FA0-AF61580C3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F8EC9-28E8-AF42-A859-E4108F72B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7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35FF4-74F0-474C-42E9-37EE9BD7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952DB-E9D1-E96E-8923-003F8FE1F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DB4AD-597A-AAC3-B9FA-CF4E028D6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929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E063-7860-E1AD-36D1-7A2892430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875BE-22AC-89A1-CFA5-D97D57BC9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C95B2-071D-CCCE-D349-8FD4A3B27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816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CD2E5-5B57-99E2-BF7C-82FED5B86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BB311-4823-6CD2-4755-7BBF4AA2B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11752-7400-4639-9EF8-C8CFFA83B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064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A881E-2CD2-1479-1F25-7F0E72F3C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2CA48-32E9-976F-3214-220BF8FF2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8A4CE-4FBF-B8DA-E89C-6243AF469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656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AD60-3F57-85FC-A0DB-A4011F7B9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E4725-B6FD-7AD4-6405-719E15C11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F87FDB-BB23-308B-2BDB-51816F0A2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751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1186-72C5-43BF-D0EA-6AF0AE52F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F56AD-E5E4-841C-27F3-8BDC3D2EB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2924E-060C-4A22-821E-0B8F08CB7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049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218A6-1554-5CCD-5326-4151CD4B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CCA2E6-87F2-64F9-45CC-943DDBB7B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D4CA2-6949-206C-8E45-63EDA10DD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37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F6DB5-31B8-AA5E-3347-CB859FEA0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7ECEE-54EE-0A05-5CAB-4FE8DF79A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66078-E8E9-83FB-5FE5-E5B53A5F7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377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C945A-166A-8E0C-E95B-9CD203DF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07C98-F0A0-26DF-DE98-D751E7B64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ADB60-770D-1DEF-3159-EE3A0DA29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5622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0BE19-7A12-11B9-BC9E-E12DF69C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F174B-A7A8-53EF-8282-E13B957F9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FA0F3-6FFE-F962-F470-B72D95EF1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536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3947A-F69D-C419-772A-F9268ED64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20C5A-5897-C0F3-0444-8347927A5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221B5-6448-7E44-5ADA-015ABA71C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245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49FA-6F1E-85F6-4DEB-3B796AD4F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06649-3EFE-E60D-29B7-4DE3100A9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E4DBC-F9E8-5BE5-B6AC-2D3ECC4CC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8541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A3862-F92A-29AA-6E10-9B4D8864A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11E5D-AA2A-4D74-1E41-D6C650DA3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EB196-E6F7-486B-D8BD-AB7D20734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365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2F9F-9A70-2EFC-F852-5C874BA52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A63A5-03C5-6A24-2921-7C65AEE8D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AD2E9-8673-7FAF-9171-F5857DF1F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216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E2FB-A3A6-59FE-2A5A-327C7365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FB842-1B43-36F9-8B90-8C77640E1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6FFB7-E061-4B60-849C-DCF92797B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8398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AC04E-3B50-9D58-7C57-CB8EAEE3B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8F1F8-8F41-90FC-FE80-366C5E393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E7001-E718-07D8-2797-DA7C990E3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908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8B94D-6ED8-4D6F-46AC-9E8417B5C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D23CA-FC83-499A-A285-51F71CCC3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EAEFC-3A5C-7BF1-D8B7-BAA0D4264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2464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E786-B068-754C-8588-78C3C9376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AF34C-3D3A-1582-5218-AA67D5C4F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596AA-8733-5B5E-4DF8-EE7C8ECC0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058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69559-BD42-76AA-7136-0A2242C6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5B23A-6CBD-5AEC-3369-8CFBC986F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812CA-D222-9F7D-2667-309A04B92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3288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D090-8967-BF0B-7EC8-9F684E32E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C2B1A-F107-0B91-6BD1-6151FD41A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F311E-827A-5BFD-0043-8ABD75792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8111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77A8-ACBD-0FB7-7308-4ED831478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D1950-9430-3190-6240-DB312D2FB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CCEEA1-EAF6-4376-68F3-77F6F096E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6213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01A24-D7D8-044D-BC63-8255507B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EF2BDB-F7A7-0361-3D9F-A5A743B1D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48170-5E49-A6CE-C9F0-E9A703E37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9563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C5442-6DAF-6957-CAE0-C9285013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29F51-E6A4-265E-A6A9-D846B9703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9BC14-A9FB-DD52-890E-59D22D170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9580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5B82-8FA8-9565-E9DA-1FFEC7BBE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2BC66-54D4-D394-F148-AB157A03E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7C746-D82F-6D96-E187-7707A3E70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218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B005FC-3228-6BAE-767F-36717013ADF4}"/>
              </a:ext>
            </a:extLst>
          </p:cNvPr>
          <p:cNvSpPr/>
          <p:nvPr/>
        </p:nvSpPr>
        <p:spPr>
          <a:xfrm>
            <a:off x="1700197" y="1122299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Insert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39FEFA7-F62F-6B54-8C47-D2BE290A7172}"/>
              </a:ext>
            </a:extLst>
          </p:cNvPr>
          <p:cNvSpPr/>
          <p:nvPr/>
        </p:nvSpPr>
        <p:spPr>
          <a:xfrm>
            <a:off x="8405797" y="1122299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336273-6141-4FEA-574C-5AAF9600A9E4}"/>
              </a:ext>
            </a:extLst>
          </p:cNvPr>
          <p:cNvSpPr/>
          <p:nvPr/>
        </p:nvSpPr>
        <p:spPr>
          <a:xfrm>
            <a:off x="1700197" y="2755156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64F7E8-8C5A-B6C3-94FF-9926D01635E1}"/>
              </a:ext>
            </a:extLst>
          </p:cNvPr>
          <p:cNvSpPr/>
          <p:nvPr/>
        </p:nvSpPr>
        <p:spPr>
          <a:xfrm>
            <a:off x="8405797" y="2755156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F7E1E7A-8919-450A-21E0-2AD01CF6B662}"/>
              </a:ext>
            </a:extLst>
          </p:cNvPr>
          <p:cNvSpPr/>
          <p:nvPr/>
        </p:nvSpPr>
        <p:spPr>
          <a:xfrm>
            <a:off x="1700196" y="4388013"/>
            <a:ext cx="526665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BDF08EA-0ED4-037E-F24B-4B67C7D45484}"/>
              </a:ext>
            </a:extLst>
          </p:cNvPr>
          <p:cNvSpPr/>
          <p:nvPr/>
        </p:nvSpPr>
        <p:spPr>
          <a:xfrm>
            <a:off x="8405797" y="4388013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EAB9A3F8-131C-D6EA-4DFA-3C140799A5C0}"/>
                  </a:ext>
                </a:extLst>
              </p:cNvPr>
              <p:cNvSpPr/>
              <p:nvPr/>
            </p:nvSpPr>
            <p:spPr>
              <a:xfrm>
                <a:off x="1547797" y="5701419"/>
                <a:ext cx="5419058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Get the </a:t>
                </a:r>
                <a14:m>
                  <m:oMath xmlns:m="http://schemas.openxmlformats.org/officeDocument/2006/math">
                    <m:r>
                      <a:rPr lang="en-US" sz="5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-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element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EAB9A3F8-131C-D6EA-4DFA-3C140799A5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797" y="5701419"/>
                <a:ext cx="5419058" cy="1952308"/>
              </a:xfrm>
              <a:prstGeom prst="roundRect">
                <a:avLst/>
              </a:prstGeom>
              <a:blipFill>
                <a:blip r:embed="rId2"/>
                <a:stretch>
                  <a:fillRect b="-11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4A89920-B4C3-D5E2-D587-04FE72AF1E5E}"/>
              </a:ext>
            </a:extLst>
          </p:cNvPr>
          <p:cNvSpPr/>
          <p:nvPr/>
        </p:nvSpPr>
        <p:spPr>
          <a:xfrm>
            <a:off x="8253397" y="6020870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A2E179-83A2-91E5-7C09-A37A31074ADE}"/>
              </a:ext>
            </a:extLst>
          </p:cNvPr>
          <p:cNvSpPr/>
          <p:nvPr/>
        </p:nvSpPr>
        <p:spPr>
          <a:xfrm>
            <a:off x="676938" y="8015984"/>
            <a:ext cx="2303012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Is there any other data-structure that can perform all these operations in O(1) time?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B6921F4-273B-BDE1-DA9B-71FB65797647}"/>
              </a:ext>
            </a:extLst>
          </p:cNvPr>
          <p:cNvSpPr/>
          <p:nvPr/>
        </p:nvSpPr>
        <p:spPr>
          <a:xfrm>
            <a:off x="676938" y="10543237"/>
            <a:ext cx="2303012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Holy Grail: The space taken by the data-structure should be O(n) where n is the number of elements in the set.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F11EBC6-0EA1-6D22-5B04-242B43AE3CF7}"/>
              </a:ext>
            </a:extLst>
          </p:cNvPr>
          <p:cNvSpPr/>
          <p:nvPr/>
        </p:nvSpPr>
        <p:spPr>
          <a:xfrm>
            <a:off x="16051817" y="3871559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Arrays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29177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199CD-BDB3-234D-16C1-52AC5DB9F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E096641-A8ED-EF17-22D7-7EDD4104C261}"/>
              </a:ext>
            </a:extLst>
          </p:cNvPr>
          <p:cNvSpPr/>
          <p:nvPr/>
        </p:nvSpPr>
        <p:spPr>
          <a:xfrm>
            <a:off x="1700197" y="1122299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Insert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709EBA3-20F9-7D49-8E61-E48444A2F327}"/>
              </a:ext>
            </a:extLst>
          </p:cNvPr>
          <p:cNvSpPr/>
          <p:nvPr/>
        </p:nvSpPr>
        <p:spPr>
          <a:xfrm>
            <a:off x="8405797" y="1122299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O(log 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8E4837-B8D6-29FB-AB8C-309A0067BBD5}"/>
              </a:ext>
            </a:extLst>
          </p:cNvPr>
          <p:cNvSpPr/>
          <p:nvPr/>
        </p:nvSpPr>
        <p:spPr>
          <a:xfrm>
            <a:off x="1700197" y="2755156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7CE3A2E-FF1D-C666-B247-DE4DEFCDD000}"/>
              </a:ext>
            </a:extLst>
          </p:cNvPr>
          <p:cNvSpPr/>
          <p:nvPr/>
        </p:nvSpPr>
        <p:spPr>
          <a:xfrm>
            <a:off x="8405797" y="2755156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O(log 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A4959A-FF45-6438-6EA9-8D8989D4E8C5}"/>
              </a:ext>
            </a:extLst>
          </p:cNvPr>
          <p:cNvSpPr/>
          <p:nvPr/>
        </p:nvSpPr>
        <p:spPr>
          <a:xfrm>
            <a:off x="1700196" y="4388013"/>
            <a:ext cx="526665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6A6B4B-D529-0F1A-501F-F3AB0B2DA86E}"/>
              </a:ext>
            </a:extLst>
          </p:cNvPr>
          <p:cNvSpPr/>
          <p:nvPr/>
        </p:nvSpPr>
        <p:spPr>
          <a:xfrm>
            <a:off x="8405797" y="4388013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O(log 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F25B4E-2A91-AC12-8D6D-F441E4D97D40}"/>
              </a:ext>
            </a:extLst>
          </p:cNvPr>
          <p:cNvSpPr/>
          <p:nvPr/>
        </p:nvSpPr>
        <p:spPr>
          <a:xfrm>
            <a:off x="676938" y="8015984"/>
            <a:ext cx="2303012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Is there any other data-structure that can perform all these operations in O(1) time?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71964AA-C022-9D1B-2D3C-0397553E96EF}"/>
              </a:ext>
            </a:extLst>
          </p:cNvPr>
          <p:cNvSpPr/>
          <p:nvPr/>
        </p:nvSpPr>
        <p:spPr>
          <a:xfrm>
            <a:off x="676938" y="10543237"/>
            <a:ext cx="2303012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Holy Grail: The space taken by the data-structure should be O(n) where n is the number of elements in the set.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72FA5DB-27A8-400A-C723-36FAA4CCAC28}"/>
              </a:ext>
            </a:extLst>
          </p:cNvPr>
          <p:cNvSpPr/>
          <p:nvPr/>
        </p:nvSpPr>
        <p:spPr>
          <a:xfrm>
            <a:off x="16029514" y="1976005"/>
            <a:ext cx="4466427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Balanced Binary Search trees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6857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F6EE8C3-9A2B-8D77-1CFA-E2B0FB7D3968}"/>
              </a:ext>
            </a:extLst>
          </p:cNvPr>
          <p:cNvSpPr/>
          <p:nvPr/>
        </p:nvSpPr>
        <p:spPr>
          <a:xfrm>
            <a:off x="890586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B413AA-50E8-C763-F277-3B13CE26487B}"/>
              </a:ext>
            </a:extLst>
          </p:cNvPr>
          <p:cNvSpPr/>
          <p:nvPr/>
        </p:nvSpPr>
        <p:spPr>
          <a:xfrm>
            <a:off x="11881801" y="722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39FF1B-04A1-EE52-0D78-F70DC9C91B1F}"/>
              </a:ext>
            </a:extLst>
          </p:cNvPr>
          <p:cNvSpPr/>
          <p:nvPr/>
        </p:nvSpPr>
        <p:spPr>
          <a:xfrm>
            <a:off x="1509253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10D1DB-DCDE-6B4B-802F-13AC400EB987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625863" y="203480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2E677B-FF6A-BA02-A81A-98BD7285D63C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2601801" y="203480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6EA139E-9796-D828-1A61-713E814CFAAB}"/>
              </a:ext>
            </a:extLst>
          </p:cNvPr>
          <p:cNvSpPr/>
          <p:nvPr/>
        </p:nvSpPr>
        <p:spPr>
          <a:xfrm>
            <a:off x="13702399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1A35F2-864D-021F-B889-BBFD9E29A941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4422399" y="399065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42EBEDA-A894-3A70-635B-7C9C17F9FA5D}"/>
              </a:ext>
            </a:extLst>
          </p:cNvPr>
          <p:cNvSpPr/>
          <p:nvPr/>
        </p:nvSpPr>
        <p:spPr>
          <a:xfrm>
            <a:off x="639258" y="6707151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Binary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first try to make this tree in C</a:t>
            </a:r>
          </a:p>
        </p:txBody>
      </p:sp>
    </p:spTree>
    <p:extLst>
      <p:ext uri="{BB962C8B-B14F-4D97-AF65-F5344CB8AC3E}">
        <p14:creationId xmlns:p14="http://schemas.microsoft.com/office/powerpoint/2010/main" val="472014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22D59551-A752-4811-8187-270BB3E49991}"/>
              </a:ext>
            </a:extLst>
          </p:cNvPr>
          <p:cNvSpPr/>
          <p:nvPr/>
        </p:nvSpPr>
        <p:spPr>
          <a:xfrm>
            <a:off x="810610" y="1280501"/>
            <a:ext cx="8819773" cy="1074127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9EEBAA5-73E3-9421-77FE-A6A19399FAA2}"/>
              </a:ext>
            </a:extLst>
          </p:cNvPr>
          <p:cNvSpPr/>
          <p:nvPr/>
        </p:nvSpPr>
        <p:spPr>
          <a:xfrm>
            <a:off x="15136542" y="28267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94C818-45D2-6B25-CB31-D64C3FD43C6A}"/>
              </a:ext>
            </a:extLst>
          </p:cNvPr>
          <p:cNvSpPr/>
          <p:nvPr/>
        </p:nvSpPr>
        <p:spPr>
          <a:xfrm>
            <a:off x="18112480" y="87086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4460E2-ABF7-C794-0424-AB05FCD7B033}"/>
              </a:ext>
            </a:extLst>
          </p:cNvPr>
          <p:cNvSpPr/>
          <p:nvPr/>
        </p:nvSpPr>
        <p:spPr>
          <a:xfrm>
            <a:off x="21323212" y="28267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F9D59F-0EA1-6930-A7FB-40C2F88CE6D1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15856542" y="218366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169FAF-F0BC-DC0F-6478-1B980716C02F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8832480" y="218366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9E838BE-C3DB-8C45-8AF1-0F5C1700C41B}"/>
              </a:ext>
            </a:extLst>
          </p:cNvPr>
          <p:cNvSpPr/>
          <p:nvPr/>
        </p:nvSpPr>
        <p:spPr>
          <a:xfrm>
            <a:off x="19933078" y="48687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F14753-55B9-89B6-643A-5C6261080897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20653078" y="413951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75721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C7CE2-6E10-252B-C066-B378E60C7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58A913EB-5F91-04A9-4437-3D7DAA8B2339}"/>
              </a:ext>
            </a:extLst>
          </p:cNvPr>
          <p:cNvSpPr/>
          <p:nvPr/>
        </p:nvSpPr>
        <p:spPr>
          <a:xfrm>
            <a:off x="810610" y="-51459"/>
            <a:ext cx="8819773" cy="1340519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root-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root-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F536BE3-DF2A-2B58-C9D9-500428676B38}"/>
              </a:ext>
            </a:extLst>
          </p:cNvPr>
          <p:cNvSpPr/>
          <p:nvPr/>
        </p:nvSpPr>
        <p:spPr>
          <a:xfrm>
            <a:off x="15136542" y="28267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81DBC5D-2662-A2F9-A80B-86C31E0B86AC}"/>
              </a:ext>
            </a:extLst>
          </p:cNvPr>
          <p:cNvSpPr/>
          <p:nvPr/>
        </p:nvSpPr>
        <p:spPr>
          <a:xfrm>
            <a:off x="18112480" y="87086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EB0DBB-7890-719F-CF22-CE8E73E40E95}"/>
              </a:ext>
            </a:extLst>
          </p:cNvPr>
          <p:cNvSpPr/>
          <p:nvPr/>
        </p:nvSpPr>
        <p:spPr>
          <a:xfrm>
            <a:off x="21323212" y="282671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4B58E8-4176-2E4E-24CD-001F2B260028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15856542" y="218366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59992E-3EB5-9F08-3571-655043F69DA2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8832480" y="218366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F0E353F-BF13-1E39-18E8-FCE7A1B3FD97}"/>
              </a:ext>
            </a:extLst>
          </p:cNvPr>
          <p:cNvSpPr/>
          <p:nvPr/>
        </p:nvSpPr>
        <p:spPr>
          <a:xfrm>
            <a:off x="19933078" y="48687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ECA096-D5E5-27AF-392F-294A3B26574E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20653078" y="413951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668510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662E-2A40-40DD-2BB6-AC062BCC6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5FF3DDE-24A0-CCDD-5FA4-8F66723A0159}"/>
              </a:ext>
            </a:extLst>
          </p:cNvPr>
          <p:cNvSpPr/>
          <p:nvPr/>
        </p:nvSpPr>
        <p:spPr>
          <a:xfrm>
            <a:off x="890586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DFB61C6-EA41-C529-6278-E07DAABEB660}"/>
              </a:ext>
            </a:extLst>
          </p:cNvPr>
          <p:cNvSpPr/>
          <p:nvPr/>
        </p:nvSpPr>
        <p:spPr>
          <a:xfrm>
            <a:off x="11881801" y="722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0DA2EFA-8FCF-89FE-0407-1DDA3B85C836}"/>
              </a:ext>
            </a:extLst>
          </p:cNvPr>
          <p:cNvSpPr/>
          <p:nvPr/>
        </p:nvSpPr>
        <p:spPr>
          <a:xfrm>
            <a:off x="1509253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8D039A-BCEB-CAEF-C119-D9F74609E0C0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625863" y="203480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C39EC3-3A28-A60D-C88D-837F2E3E6EB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2601801" y="203480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F0CDAA5-C3DD-74C1-5AF1-B7A4B532E236}"/>
              </a:ext>
            </a:extLst>
          </p:cNvPr>
          <p:cNvSpPr/>
          <p:nvPr/>
        </p:nvSpPr>
        <p:spPr>
          <a:xfrm>
            <a:off x="13702399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6D7F99-A9A6-44F2-A9D9-B45D71D1B213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4422399" y="399065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24EC41D-53AE-E509-2F74-918622123088}"/>
              </a:ext>
            </a:extLst>
          </p:cNvPr>
          <p:cNvSpPr/>
          <p:nvPr/>
        </p:nvSpPr>
        <p:spPr>
          <a:xfrm>
            <a:off x="639258" y="7166851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Binary Tree</a:t>
            </a:r>
          </a:p>
        </p:txBody>
      </p:sp>
    </p:spTree>
    <p:extLst>
      <p:ext uri="{BB962C8B-B14F-4D97-AF65-F5344CB8AC3E}">
        <p14:creationId xmlns:p14="http://schemas.microsoft.com/office/powerpoint/2010/main" val="2065513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245A9-B8CC-6E2F-899B-DD227538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A941B12-B9C5-C699-6C1B-607CC57AACD9}"/>
              </a:ext>
            </a:extLst>
          </p:cNvPr>
          <p:cNvSpPr/>
          <p:nvPr/>
        </p:nvSpPr>
        <p:spPr>
          <a:xfrm>
            <a:off x="890586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49B98D-C321-FA03-CC3D-5CA831C1151E}"/>
              </a:ext>
            </a:extLst>
          </p:cNvPr>
          <p:cNvSpPr/>
          <p:nvPr/>
        </p:nvSpPr>
        <p:spPr>
          <a:xfrm>
            <a:off x="11881801" y="722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2B90035-3ACA-EE0F-29F0-1AEE01B27E54}"/>
              </a:ext>
            </a:extLst>
          </p:cNvPr>
          <p:cNvSpPr/>
          <p:nvPr/>
        </p:nvSpPr>
        <p:spPr>
          <a:xfrm>
            <a:off x="1509253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2A110C-4415-5FFC-7D7E-A949E8689B16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625863" y="203480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D9E9F7-BBA3-6907-F9E9-509D09D8A76A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2601801" y="203480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146A2A5-94CB-8CC8-05D6-6E0FFF73833B}"/>
              </a:ext>
            </a:extLst>
          </p:cNvPr>
          <p:cNvSpPr/>
          <p:nvPr/>
        </p:nvSpPr>
        <p:spPr>
          <a:xfrm>
            <a:off x="13702399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C6BEE2-AFE6-02FA-47A3-AF64E010D9A2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4422399" y="399065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C31411-9A5B-6248-1E12-6E83B38EA2FB}"/>
              </a:ext>
            </a:extLst>
          </p:cNvPr>
          <p:cNvSpPr/>
          <p:nvPr/>
        </p:nvSpPr>
        <p:spPr>
          <a:xfrm>
            <a:off x="639258" y="7166851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Binary Search Tree (BST)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F31C73-5890-1A7A-F8C8-22C873B2D616}"/>
              </a:ext>
            </a:extLst>
          </p:cNvPr>
          <p:cNvSpPr/>
          <p:nvPr/>
        </p:nvSpPr>
        <p:spPr>
          <a:xfrm>
            <a:off x="639258" y="9085839"/>
            <a:ext cx="2310548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For a node v,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All the numbers in the left subtree of v are &lt; number at v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All the numbers in the right subtree of v are &gt; number at v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A640B6D-8914-6F4C-B59B-20BA112C1146}"/>
              </a:ext>
            </a:extLst>
          </p:cNvPr>
          <p:cNvSpPr/>
          <p:nvPr/>
        </p:nvSpPr>
        <p:spPr>
          <a:xfrm>
            <a:off x="639258" y="12327174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will assume that all numbers are distinct in the BST</a:t>
            </a:r>
          </a:p>
        </p:txBody>
      </p:sp>
    </p:spTree>
    <p:extLst>
      <p:ext uri="{BB962C8B-B14F-4D97-AF65-F5344CB8AC3E}">
        <p14:creationId xmlns:p14="http://schemas.microsoft.com/office/powerpoint/2010/main" val="1527341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0C6F8-B4F3-0E55-7F82-3E254FB3B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ACC7A0-C5CB-5CCD-247E-0F20435C19A9}"/>
              </a:ext>
            </a:extLst>
          </p:cNvPr>
          <p:cNvSpPr/>
          <p:nvPr/>
        </p:nvSpPr>
        <p:spPr>
          <a:xfrm>
            <a:off x="639258" y="461251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Binary Search Tree (BST)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6997246-F4CA-E0D7-8849-218E7EE2056C}"/>
              </a:ext>
            </a:extLst>
          </p:cNvPr>
          <p:cNvSpPr/>
          <p:nvPr/>
        </p:nvSpPr>
        <p:spPr>
          <a:xfrm>
            <a:off x="639258" y="2459824"/>
            <a:ext cx="23105484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 neat data-structure in which searching, addition and deletion can take less time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today's lecture, we will see that we can do all these three operations in O(h) time where h is the maximum height of the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the worst case, h = O(n) but our algorithm is extremely quick when the height of the tree is small.</a:t>
            </a:r>
          </a:p>
        </p:txBody>
      </p:sp>
    </p:spTree>
    <p:extLst>
      <p:ext uri="{BB962C8B-B14F-4D97-AF65-F5344CB8AC3E}">
        <p14:creationId xmlns:p14="http://schemas.microsoft.com/office/powerpoint/2010/main" val="1524316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DA08443-E66E-1157-C101-AE0788E13389}"/>
              </a:ext>
            </a:extLst>
          </p:cNvPr>
          <p:cNvSpPr/>
          <p:nvPr/>
        </p:nvSpPr>
        <p:spPr>
          <a:xfrm>
            <a:off x="849606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2268D97-7446-C92A-D0F5-B522D6D642FB}"/>
              </a:ext>
            </a:extLst>
          </p:cNvPr>
          <p:cNvSpPr/>
          <p:nvPr/>
        </p:nvSpPr>
        <p:spPr>
          <a:xfrm>
            <a:off x="11472000" y="17452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C46313-C3F4-0B27-A504-683F58365536}"/>
              </a:ext>
            </a:extLst>
          </p:cNvPr>
          <p:cNvSpPr/>
          <p:nvPr/>
        </p:nvSpPr>
        <p:spPr>
          <a:xfrm>
            <a:off x="1468273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E49E72-070E-44BC-03B9-E007B8E3A297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216062" y="3058064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9E966D-CCCA-27E7-09E6-F492FEEE1BCA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2192000" y="3058064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868F1AF-53DB-89B6-084F-C7CCBAC0B16D}"/>
              </a:ext>
            </a:extLst>
          </p:cNvPr>
          <p:cNvSpPr/>
          <p:nvPr/>
        </p:nvSpPr>
        <p:spPr>
          <a:xfrm>
            <a:off x="13292598" y="57431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990E99-0924-5210-E293-8EB8B952F561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4012598" y="5013914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7FC7786-445F-B7B2-B615-7D61B597572C}"/>
              </a:ext>
            </a:extLst>
          </p:cNvPr>
          <p:cNvSpPr/>
          <p:nvPr/>
        </p:nvSpPr>
        <p:spPr>
          <a:xfrm>
            <a:off x="20495703" y="337958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290822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EA315-1BB6-C783-5C08-47C1BA9E8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B45F480-BB69-DC82-34F5-585CADE817D5}"/>
              </a:ext>
            </a:extLst>
          </p:cNvPr>
          <p:cNvSpPr/>
          <p:nvPr/>
        </p:nvSpPr>
        <p:spPr>
          <a:xfrm>
            <a:off x="849606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E26E240-6264-E014-C2A5-5ECE1849B2A9}"/>
              </a:ext>
            </a:extLst>
          </p:cNvPr>
          <p:cNvSpPr/>
          <p:nvPr/>
        </p:nvSpPr>
        <p:spPr>
          <a:xfrm>
            <a:off x="11472000" y="17452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E9214C-C3A2-FF35-C967-7CE85167C827}"/>
              </a:ext>
            </a:extLst>
          </p:cNvPr>
          <p:cNvSpPr/>
          <p:nvPr/>
        </p:nvSpPr>
        <p:spPr>
          <a:xfrm>
            <a:off x="1468273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E1739-CD30-E5E0-525F-86724DECC43B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216062" y="3058064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48C10A7-0B3F-86D8-8EC3-D78B602F2146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2192000" y="3058064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77FC059-6163-9B44-9369-24E9EAA0E529}"/>
              </a:ext>
            </a:extLst>
          </p:cNvPr>
          <p:cNvSpPr/>
          <p:nvPr/>
        </p:nvSpPr>
        <p:spPr>
          <a:xfrm>
            <a:off x="13292598" y="57431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665937-1570-5BE2-1E41-4CE9D7219C91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4012598" y="5013914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54FF851-29D7-9F21-F755-588276B0F0DC}"/>
              </a:ext>
            </a:extLst>
          </p:cNvPr>
          <p:cNvSpPr/>
          <p:nvPr/>
        </p:nvSpPr>
        <p:spPr>
          <a:xfrm>
            <a:off x="9672000" y="17452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38363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2696C-C8EC-6C6C-69AF-5B7F77B7F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C778A53-E0AC-61B3-2E53-597F725D338D}"/>
              </a:ext>
            </a:extLst>
          </p:cNvPr>
          <p:cNvSpPr/>
          <p:nvPr/>
        </p:nvSpPr>
        <p:spPr>
          <a:xfrm>
            <a:off x="849606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EEDAB0C-34FD-807E-6B1D-891F5D18DE0C}"/>
              </a:ext>
            </a:extLst>
          </p:cNvPr>
          <p:cNvSpPr/>
          <p:nvPr/>
        </p:nvSpPr>
        <p:spPr>
          <a:xfrm>
            <a:off x="11472000" y="17452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7D2AC0-83E8-F2C1-13E0-145E9E09CE1C}"/>
              </a:ext>
            </a:extLst>
          </p:cNvPr>
          <p:cNvSpPr/>
          <p:nvPr/>
        </p:nvSpPr>
        <p:spPr>
          <a:xfrm>
            <a:off x="1468273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28ED8F-8E8A-32A0-3114-317316331E79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216062" y="3058064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6F8CF9-5E5E-BF22-1297-590700CE56DF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2192000" y="3058064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281DDB4-D4D7-7DBF-DFA9-B154682861D4}"/>
              </a:ext>
            </a:extLst>
          </p:cNvPr>
          <p:cNvSpPr/>
          <p:nvPr/>
        </p:nvSpPr>
        <p:spPr>
          <a:xfrm>
            <a:off x="13292598" y="57431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41A54F-6AC0-4CA9-E76F-7926E67E6224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4012598" y="5013914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63C7CBB-A930-9216-EFF6-4E7A68AD6F72}"/>
              </a:ext>
            </a:extLst>
          </p:cNvPr>
          <p:cNvSpPr/>
          <p:nvPr/>
        </p:nvSpPr>
        <p:spPr>
          <a:xfrm>
            <a:off x="6725330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22479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77208-DC9B-D167-17A3-C0782AF35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2F5F6F8-B3D5-3BBC-6BC8-DBEBE2C025DB}"/>
              </a:ext>
            </a:extLst>
          </p:cNvPr>
          <p:cNvSpPr/>
          <p:nvPr/>
        </p:nvSpPr>
        <p:spPr>
          <a:xfrm>
            <a:off x="849606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4C81D3-0771-BA82-DC83-4EB41D273221}"/>
              </a:ext>
            </a:extLst>
          </p:cNvPr>
          <p:cNvSpPr/>
          <p:nvPr/>
        </p:nvSpPr>
        <p:spPr>
          <a:xfrm>
            <a:off x="11472000" y="17452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A74412-7E34-2DC1-2192-785C257C872A}"/>
              </a:ext>
            </a:extLst>
          </p:cNvPr>
          <p:cNvSpPr/>
          <p:nvPr/>
        </p:nvSpPr>
        <p:spPr>
          <a:xfrm>
            <a:off x="1468273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E56B64-54A4-EFE8-22F2-E4CF669F1933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216062" y="3058064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4807BB-8AF3-0AD6-CC8C-4AD8BAE027F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2192000" y="3058064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DD1BB9D-7FB8-A262-8148-B259B9CBCC16}"/>
              </a:ext>
            </a:extLst>
          </p:cNvPr>
          <p:cNvSpPr/>
          <p:nvPr/>
        </p:nvSpPr>
        <p:spPr>
          <a:xfrm>
            <a:off x="13292598" y="57431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996385-8B66-229F-8056-012744078C61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4012598" y="5013914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741CBFA-F387-F44E-8E02-BAE6B917B01E}"/>
              </a:ext>
            </a:extLst>
          </p:cNvPr>
          <p:cNvSpPr/>
          <p:nvPr/>
        </p:nvSpPr>
        <p:spPr>
          <a:xfrm>
            <a:off x="6747101" y="57431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DEFBAA-6D39-C1D6-1EF2-307CF5B037A2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7467101" y="5013914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97383A4-3F29-2729-6323-9F9A4CCA7717}"/>
              </a:ext>
            </a:extLst>
          </p:cNvPr>
          <p:cNvSpPr/>
          <p:nvPr/>
        </p:nvSpPr>
        <p:spPr>
          <a:xfrm>
            <a:off x="13242732" y="17452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7692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8E79-276D-C115-A244-7AD7EC6A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047E932-9CB7-3CD9-5838-7D051A056E09}"/>
              </a:ext>
            </a:extLst>
          </p:cNvPr>
          <p:cNvSpPr/>
          <p:nvPr/>
        </p:nvSpPr>
        <p:spPr>
          <a:xfrm>
            <a:off x="849606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CC32838-B14A-0D64-7767-333B1B85A305}"/>
              </a:ext>
            </a:extLst>
          </p:cNvPr>
          <p:cNvSpPr/>
          <p:nvPr/>
        </p:nvSpPr>
        <p:spPr>
          <a:xfrm>
            <a:off x="11472000" y="17452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4D83143-9720-8E97-C803-65601B56941B}"/>
              </a:ext>
            </a:extLst>
          </p:cNvPr>
          <p:cNvSpPr/>
          <p:nvPr/>
        </p:nvSpPr>
        <p:spPr>
          <a:xfrm>
            <a:off x="1468273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77189C-0282-9688-CC15-E20881C06DB9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216062" y="3058064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A723F3-8C6D-5E41-B197-3810A24394BC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2192000" y="3058064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9CCAC3E-385A-8206-CCC8-199B5D5E42D0}"/>
              </a:ext>
            </a:extLst>
          </p:cNvPr>
          <p:cNvSpPr/>
          <p:nvPr/>
        </p:nvSpPr>
        <p:spPr>
          <a:xfrm>
            <a:off x="13292598" y="57431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67F05C-B3D2-C133-7A8A-2212F262E9F9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4012598" y="5013914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5B85127-D3B6-E922-2FA9-DAEA0B2DD35D}"/>
              </a:ext>
            </a:extLst>
          </p:cNvPr>
          <p:cNvSpPr/>
          <p:nvPr/>
        </p:nvSpPr>
        <p:spPr>
          <a:xfrm>
            <a:off x="6747101" y="57431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F64720-B095-D26E-F064-46C217095A9E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7467101" y="5013914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3B6A4BA-838A-59A2-5A50-4CBC93CDC042}"/>
              </a:ext>
            </a:extLst>
          </p:cNvPr>
          <p:cNvSpPr/>
          <p:nvPr/>
        </p:nvSpPr>
        <p:spPr>
          <a:xfrm>
            <a:off x="16268536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98970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1918-31FE-5DBB-E37A-8C3B2808C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E301F57-099A-295A-D888-461593DA9421}"/>
              </a:ext>
            </a:extLst>
          </p:cNvPr>
          <p:cNvSpPr/>
          <p:nvPr/>
        </p:nvSpPr>
        <p:spPr>
          <a:xfrm>
            <a:off x="849606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FC21A7-C16B-7E3B-1D59-390FA86D9B62}"/>
              </a:ext>
            </a:extLst>
          </p:cNvPr>
          <p:cNvSpPr/>
          <p:nvPr/>
        </p:nvSpPr>
        <p:spPr>
          <a:xfrm>
            <a:off x="11472000" y="17452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D503D2-5F74-318E-F16B-92B637E6E551}"/>
              </a:ext>
            </a:extLst>
          </p:cNvPr>
          <p:cNvSpPr/>
          <p:nvPr/>
        </p:nvSpPr>
        <p:spPr>
          <a:xfrm>
            <a:off x="1468273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4B3515-5EB1-2DC6-2DC4-E0281426BA63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216062" y="3058064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5A8548-D202-02A8-4CEB-6C4FFCD3C9C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2192000" y="3058064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E4BCADB-CB16-0B74-018D-2171ACCA8245}"/>
              </a:ext>
            </a:extLst>
          </p:cNvPr>
          <p:cNvSpPr/>
          <p:nvPr/>
        </p:nvSpPr>
        <p:spPr>
          <a:xfrm>
            <a:off x="13292598" y="57431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9692E1-7223-5E6C-62C3-BA8838917EAD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4012598" y="5013914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78B2976-FDD3-B5C9-CDCA-EF4697D3DB9A}"/>
              </a:ext>
            </a:extLst>
          </p:cNvPr>
          <p:cNvSpPr/>
          <p:nvPr/>
        </p:nvSpPr>
        <p:spPr>
          <a:xfrm>
            <a:off x="6747101" y="57431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A6322A-1F29-14DA-BAD7-97D3DF9E9D8A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7467101" y="5013914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1C0E9E8-B3F0-8B29-7027-6546CC566A80}"/>
              </a:ext>
            </a:extLst>
          </p:cNvPr>
          <p:cNvSpPr/>
          <p:nvPr/>
        </p:nvSpPr>
        <p:spPr>
          <a:xfrm>
            <a:off x="11631591" y="574314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84582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0C229-2358-F3FF-AB91-320FEE9AB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C1BF0AA-E1FA-E1CE-D5D5-4C87807F06E5}"/>
              </a:ext>
            </a:extLst>
          </p:cNvPr>
          <p:cNvSpPr/>
          <p:nvPr/>
        </p:nvSpPr>
        <p:spPr>
          <a:xfrm>
            <a:off x="849606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312A02-60A7-B033-8F60-F7F453222623}"/>
              </a:ext>
            </a:extLst>
          </p:cNvPr>
          <p:cNvSpPr/>
          <p:nvPr/>
        </p:nvSpPr>
        <p:spPr>
          <a:xfrm>
            <a:off x="11472000" y="17452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6B1BB1-A3A8-2389-37E0-714AB2260C25}"/>
              </a:ext>
            </a:extLst>
          </p:cNvPr>
          <p:cNvSpPr/>
          <p:nvPr/>
        </p:nvSpPr>
        <p:spPr>
          <a:xfrm>
            <a:off x="14682732" y="37011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85309B-157F-B94E-D8DE-EAF07AE9F560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216062" y="3058064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2A811C-646F-53D5-70C4-8D7EC44A9EE7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12192000" y="3058064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AFF1631-1C2D-64D7-C921-60BDAD6A5DEF}"/>
              </a:ext>
            </a:extLst>
          </p:cNvPr>
          <p:cNvSpPr/>
          <p:nvPr/>
        </p:nvSpPr>
        <p:spPr>
          <a:xfrm>
            <a:off x="13292598" y="57431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C6CFEC-CCAE-D2C6-5DC2-14B57A415BDF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14012598" y="5013914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F438D0A-2EC5-8971-57A3-ED69B417432D}"/>
              </a:ext>
            </a:extLst>
          </p:cNvPr>
          <p:cNvSpPr/>
          <p:nvPr/>
        </p:nvSpPr>
        <p:spPr>
          <a:xfrm>
            <a:off x="6747101" y="57431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E9C0C0-E625-9920-1AE8-1FC48ADEFFE5}"/>
              </a:ext>
            </a:extLst>
          </p:cNvPr>
          <p:cNvCxnSpPr>
            <a:cxnSpLocks/>
            <a:stCxn id="2" idx="4"/>
            <a:endCxn id="9" idx="0"/>
          </p:cNvCxnSpPr>
          <p:nvPr/>
        </p:nvCxnSpPr>
        <p:spPr>
          <a:xfrm flipH="1">
            <a:off x="7467101" y="5013914"/>
            <a:ext cx="1748961" cy="729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8E7764F-4748-AE01-F7C7-E23B3995AA11}"/>
              </a:ext>
            </a:extLst>
          </p:cNvPr>
          <p:cNvSpPr/>
          <p:nvPr/>
        </p:nvSpPr>
        <p:spPr>
          <a:xfrm>
            <a:off x="11472000" y="809771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045430-A99F-43DD-E767-B82F8F430D00}"/>
              </a:ext>
            </a:extLst>
          </p:cNvPr>
          <p:cNvCxnSpPr>
            <a:cxnSpLocks/>
            <a:stCxn id="7" idx="4"/>
            <a:endCxn id="15" idx="0"/>
          </p:cNvCxnSpPr>
          <p:nvPr/>
        </p:nvCxnSpPr>
        <p:spPr>
          <a:xfrm flipH="1">
            <a:off x="12192000" y="7055953"/>
            <a:ext cx="1820598" cy="104176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6ED5461-5F9D-DDAB-A8A4-617D3C67E925}"/>
              </a:ext>
            </a:extLst>
          </p:cNvPr>
          <p:cNvSpPr/>
          <p:nvPr/>
        </p:nvSpPr>
        <p:spPr>
          <a:xfrm>
            <a:off x="639258" y="10306290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an algorithm that adds an element to the tree. Write the function: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void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insert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element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9469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BFCD18B2-556F-6F73-DD6F-3D3C9B35F585}"/>
              </a:ext>
            </a:extLst>
          </p:cNvPr>
          <p:cNvSpPr/>
          <p:nvPr/>
        </p:nvSpPr>
        <p:spPr>
          <a:xfrm>
            <a:off x="12802002" y="28766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EF22CD3-C61A-BD28-2CAE-A44F6FB343A5}"/>
              </a:ext>
            </a:extLst>
          </p:cNvPr>
          <p:cNvSpPr/>
          <p:nvPr/>
        </p:nvSpPr>
        <p:spPr>
          <a:xfrm>
            <a:off x="15777940" y="92078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27B0F4-EA2C-9E5F-28F5-1F8EBCBE53D5}"/>
              </a:ext>
            </a:extLst>
          </p:cNvPr>
          <p:cNvSpPr/>
          <p:nvPr/>
        </p:nvSpPr>
        <p:spPr>
          <a:xfrm>
            <a:off x="18988672" y="28766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F72F4A-1D55-E74A-AD88-E90A9459E136}"/>
              </a:ext>
            </a:extLst>
          </p:cNvPr>
          <p:cNvCxnSpPr>
            <a:cxnSpLocks/>
            <a:stCxn id="4" idx="4"/>
            <a:endCxn id="3" idx="0"/>
          </p:cNvCxnSpPr>
          <p:nvPr/>
        </p:nvCxnSpPr>
        <p:spPr>
          <a:xfrm flipH="1">
            <a:off x="13522002" y="2233589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1AEB17-240B-FA05-5940-701FC1898345}"/>
              </a:ext>
            </a:extLst>
          </p:cNvPr>
          <p:cNvCxnSpPr>
            <a:cxnSpLocks/>
            <a:stCxn id="4" idx="4"/>
            <a:endCxn id="5" idx="0"/>
          </p:cNvCxnSpPr>
          <p:nvPr/>
        </p:nvCxnSpPr>
        <p:spPr>
          <a:xfrm>
            <a:off x="16497940" y="2233589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B061E1F-B3AE-F906-5DDE-D7479270B0FE}"/>
              </a:ext>
            </a:extLst>
          </p:cNvPr>
          <p:cNvSpPr/>
          <p:nvPr/>
        </p:nvSpPr>
        <p:spPr>
          <a:xfrm>
            <a:off x="17598538" y="49186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582BA3-B740-EC5F-DF0F-496B7B190C2D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>
          <a:xfrm flipH="1">
            <a:off x="18318538" y="4189439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">
            <a:extLst>
              <a:ext uri="{FF2B5EF4-FFF2-40B4-BE49-F238E27FC236}">
                <a16:creationId xmlns:a16="http://schemas.microsoft.com/office/drawing/2014/main" id="{3E73C4A4-C98E-94F2-C19B-5C03B112B868}"/>
              </a:ext>
            </a:extLst>
          </p:cNvPr>
          <p:cNvSpPr/>
          <p:nvPr/>
        </p:nvSpPr>
        <p:spPr>
          <a:xfrm>
            <a:off x="810610" y="267923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140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47303-4BAC-005C-B798-EDD79E760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4944E57-D224-CC18-8D6C-83A868B73499}"/>
              </a:ext>
            </a:extLst>
          </p:cNvPr>
          <p:cNvSpPr/>
          <p:nvPr/>
        </p:nvSpPr>
        <p:spPr>
          <a:xfrm>
            <a:off x="810610" y="9495323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!!box">
            <a:extLst>
              <a:ext uri="{FF2B5EF4-FFF2-40B4-BE49-F238E27FC236}">
                <a16:creationId xmlns:a16="http://schemas.microsoft.com/office/drawing/2014/main" id="{A8B46F08-113A-7985-DB81-8BC900D6E104}"/>
              </a:ext>
            </a:extLst>
          </p:cNvPr>
          <p:cNvSpPr/>
          <p:nvPr/>
        </p:nvSpPr>
        <p:spPr>
          <a:xfrm>
            <a:off x="810610" y="267923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!!box1">
            <a:extLst>
              <a:ext uri="{FF2B5EF4-FFF2-40B4-BE49-F238E27FC236}">
                <a16:creationId xmlns:a16="http://schemas.microsoft.com/office/drawing/2014/main" id="{50E587BD-8E63-9D43-309A-5C1745C62B9B}"/>
              </a:ext>
            </a:extLst>
          </p:cNvPr>
          <p:cNvSpPr/>
          <p:nvPr/>
        </p:nvSpPr>
        <p:spPr>
          <a:xfrm>
            <a:off x="19719234" y="106379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ox">
            <a:extLst>
              <a:ext uri="{FF2B5EF4-FFF2-40B4-BE49-F238E27FC236}">
                <a16:creationId xmlns:a16="http://schemas.microsoft.com/office/drawing/2014/main" id="{33D7EF61-4994-6C07-ECF2-F276143F3149}"/>
              </a:ext>
            </a:extLst>
          </p:cNvPr>
          <p:cNvSpPr/>
          <p:nvPr/>
        </p:nvSpPr>
        <p:spPr>
          <a:xfrm>
            <a:off x="9630382" y="721408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4B0F306-493C-BA97-276A-0B9A8606E574}"/>
              </a:ext>
            </a:extLst>
          </p:cNvPr>
          <p:cNvSpPr/>
          <p:nvPr/>
        </p:nvSpPr>
        <p:spPr>
          <a:xfrm>
            <a:off x="810610" y="9482324"/>
            <a:ext cx="8819772" cy="4794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79984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54BF-20B2-11CF-C7FB-318FF155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box">
            <a:extLst>
              <a:ext uri="{FF2B5EF4-FFF2-40B4-BE49-F238E27FC236}">
                <a16:creationId xmlns:a16="http://schemas.microsoft.com/office/drawing/2014/main" id="{AC37F35F-A2D8-84A7-42AB-2CED16500E0E}"/>
              </a:ext>
            </a:extLst>
          </p:cNvPr>
          <p:cNvSpPr/>
          <p:nvPr/>
        </p:nvSpPr>
        <p:spPr>
          <a:xfrm>
            <a:off x="1135863" y="106894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CD53B46-3E71-6CEC-FDAD-F370B305D86E}"/>
              </a:ext>
            </a:extLst>
          </p:cNvPr>
          <p:cNvSpPr/>
          <p:nvPr/>
        </p:nvSpPr>
        <p:spPr>
          <a:xfrm>
            <a:off x="1135863" y="2239904"/>
            <a:ext cx="8169265" cy="45599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!!box1">
            <a:extLst>
              <a:ext uri="{FF2B5EF4-FFF2-40B4-BE49-F238E27FC236}">
                <a16:creationId xmlns:a16="http://schemas.microsoft.com/office/drawing/2014/main" id="{91316555-9174-DB15-D2CD-032DDF611D8F}"/>
              </a:ext>
            </a:extLst>
          </p:cNvPr>
          <p:cNvSpPr/>
          <p:nvPr/>
        </p:nvSpPr>
        <p:spPr>
          <a:xfrm>
            <a:off x="11688416" y="1119451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">
            <a:extLst>
              <a:ext uri="{FF2B5EF4-FFF2-40B4-BE49-F238E27FC236}">
                <a16:creationId xmlns:a16="http://schemas.microsoft.com/office/drawing/2014/main" id="{AEDE5A84-01BD-3D96-60D2-D74B29E22424}"/>
              </a:ext>
            </a:extLst>
          </p:cNvPr>
          <p:cNvSpPr/>
          <p:nvPr/>
        </p:nvSpPr>
        <p:spPr>
          <a:xfrm>
            <a:off x="-9342383" y="1230916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921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3993F-3B36-ABDD-366D-0DFB52BD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box">
            <a:extLst>
              <a:ext uri="{FF2B5EF4-FFF2-40B4-BE49-F238E27FC236}">
                <a16:creationId xmlns:a16="http://schemas.microsoft.com/office/drawing/2014/main" id="{009E91E5-889C-CE5B-5CBB-B288B35A9880}"/>
              </a:ext>
            </a:extLst>
          </p:cNvPr>
          <p:cNvSpPr/>
          <p:nvPr/>
        </p:nvSpPr>
        <p:spPr>
          <a:xfrm>
            <a:off x="1135863" y="106894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6FC9EE9-DF8F-1822-8742-F12EA41DFCA9}"/>
              </a:ext>
            </a:extLst>
          </p:cNvPr>
          <p:cNvSpPr/>
          <p:nvPr/>
        </p:nvSpPr>
        <p:spPr>
          <a:xfrm>
            <a:off x="1135863" y="2542662"/>
            <a:ext cx="8169265" cy="53485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232CC7-90A2-DBC0-BBC6-444A0CAF7817}"/>
              </a:ext>
            </a:extLst>
          </p:cNvPr>
          <p:cNvCxnSpPr>
            <a:cxnSpLocks/>
          </p:cNvCxnSpPr>
          <p:nvPr/>
        </p:nvCxnSpPr>
        <p:spPr>
          <a:xfrm>
            <a:off x="14034051" y="3077522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3EEB4B46-F443-215A-4B01-6A6954701933}"/>
              </a:ext>
            </a:extLst>
          </p:cNvPr>
          <p:cNvSpPr/>
          <p:nvPr/>
        </p:nvSpPr>
        <p:spPr>
          <a:xfrm>
            <a:off x="11688416" y="1119451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2">
            <a:extLst>
              <a:ext uri="{FF2B5EF4-FFF2-40B4-BE49-F238E27FC236}">
                <a16:creationId xmlns:a16="http://schemas.microsoft.com/office/drawing/2014/main" id="{6F71FEB6-3ECC-DC00-3B8A-C8815077E4C2}"/>
              </a:ext>
            </a:extLst>
          </p:cNvPr>
          <p:cNvSpPr/>
          <p:nvPr/>
        </p:nvSpPr>
        <p:spPr>
          <a:xfrm>
            <a:off x="11398758" y="2782405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8DE354-4076-7B56-4AA7-FD452DD8DF17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" name="!!box">
            <a:extLst>
              <a:ext uri="{FF2B5EF4-FFF2-40B4-BE49-F238E27FC236}">
                <a16:creationId xmlns:a16="http://schemas.microsoft.com/office/drawing/2014/main" id="{3718C29F-BE6A-5098-C3B5-53C03F3BB48D}"/>
              </a:ext>
            </a:extLst>
          </p:cNvPr>
          <p:cNvSpPr/>
          <p:nvPr/>
        </p:nvSpPr>
        <p:spPr>
          <a:xfrm>
            <a:off x="-9342383" y="1230916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40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CF3B-EBDE-3A22-6D5F-E3AE6B60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8EFE1456-ED7D-1F94-FAB3-D2BA04A7A6C1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CD0AC605-FAD1-73A6-EF2D-04171DDC98BE}"/>
              </a:ext>
            </a:extLst>
          </p:cNvPr>
          <p:cNvSpPr/>
          <p:nvPr/>
        </p:nvSpPr>
        <p:spPr>
          <a:xfrm>
            <a:off x="1135863" y="106894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85E4F0F-852A-CFDD-DC49-CB38CA5ECFBC}"/>
              </a:ext>
            </a:extLst>
          </p:cNvPr>
          <p:cNvSpPr/>
          <p:nvPr/>
        </p:nvSpPr>
        <p:spPr>
          <a:xfrm>
            <a:off x="1135863" y="3076062"/>
            <a:ext cx="8169265" cy="53485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0A3640-A6B2-2F1A-DA4D-418FAB94A54B}"/>
              </a:ext>
            </a:extLst>
          </p:cNvPr>
          <p:cNvCxnSpPr>
            <a:cxnSpLocks/>
          </p:cNvCxnSpPr>
          <p:nvPr/>
        </p:nvCxnSpPr>
        <p:spPr>
          <a:xfrm>
            <a:off x="14034051" y="3077522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2">
            <a:extLst>
              <a:ext uri="{FF2B5EF4-FFF2-40B4-BE49-F238E27FC236}">
                <a16:creationId xmlns:a16="http://schemas.microsoft.com/office/drawing/2014/main" id="{31FF1041-BC29-47C9-4F5C-EC3DE17D1832}"/>
              </a:ext>
            </a:extLst>
          </p:cNvPr>
          <p:cNvSpPr/>
          <p:nvPr/>
        </p:nvSpPr>
        <p:spPr>
          <a:xfrm>
            <a:off x="11398758" y="2782405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">
            <a:extLst>
              <a:ext uri="{FF2B5EF4-FFF2-40B4-BE49-F238E27FC236}">
                <a16:creationId xmlns:a16="http://schemas.microsoft.com/office/drawing/2014/main" id="{D7FFD132-86D7-7ACD-BAA0-B2FDC7B680B6}"/>
              </a:ext>
            </a:extLst>
          </p:cNvPr>
          <p:cNvSpPr/>
          <p:nvPr/>
        </p:nvSpPr>
        <p:spPr>
          <a:xfrm>
            <a:off x="-9342383" y="1230916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!!box1">
            <a:extLst>
              <a:ext uri="{FF2B5EF4-FFF2-40B4-BE49-F238E27FC236}">
                <a16:creationId xmlns:a16="http://schemas.microsoft.com/office/drawing/2014/main" id="{CD1F373C-EBEF-EA9C-908F-577BC7E2021F}"/>
              </a:ext>
            </a:extLst>
          </p:cNvPr>
          <p:cNvSpPr/>
          <p:nvPr/>
        </p:nvSpPr>
        <p:spPr>
          <a:xfrm>
            <a:off x="11688416" y="1119451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95490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FEC35-CF14-AB91-B536-3A9427F8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C960993D-0170-5676-2A64-F78077EAD49E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DF43D5-C3E4-20D5-0059-8091424B5B8F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!!box1">
            <a:extLst>
              <a:ext uri="{FF2B5EF4-FFF2-40B4-BE49-F238E27FC236}">
                <a16:creationId xmlns:a16="http://schemas.microsoft.com/office/drawing/2014/main" id="{B307CF5C-0FD9-3D8E-792F-341B6AE75737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C1818506-E1C5-346A-3B2C-5D3BA4FB4D7E}"/>
              </a:ext>
            </a:extLst>
          </p:cNvPr>
          <p:cNvSpPr/>
          <p:nvPr/>
        </p:nvSpPr>
        <p:spPr>
          <a:xfrm>
            <a:off x="1135863" y="106894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C79D8F8-2951-B790-F1B0-BC12A6097E45}"/>
              </a:ext>
            </a:extLst>
          </p:cNvPr>
          <p:cNvSpPr/>
          <p:nvPr/>
        </p:nvSpPr>
        <p:spPr>
          <a:xfrm>
            <a:off x="1135862" y="3430576"/>
            <a:ext cx="8169265" cy="53485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5599FB-6729-30DA-C76A-A310EBEB6C52}"/>
              </a:ext>
            </a:extLst>
          </p:cNvPr>
          <p:cNvCxnSpPr>
            <a:cxnSpLocks/>
          </p:cNvCxnSpPr>
          <p:nvPr/>
        </p:nvCxnSpPr>
        <p:spPr>
          <a:xfrm>
            <a:off x="14034051" y="3077522"/>
            <a:ext cx="193895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2">
            <a:extLst>
              <a:ext uri="{FF2B5EF4-FFF2-40B4-BE49-F238E27FC236}">
                <a16:creationId xmlns:a16="http://schemas.microsoft.com/office/drawing/2014/main" id="{CCC5F2E1-42D8-B1F6-3BC8-99AC22EE648F}"/>
              </a:ext>
            </a:extLst>
          </p:cNvPr>
          <p:cNvSpPr/>
          <p:nvPr/>
        </p:nvSpPr>
        <p:spPr>
          <a:xfrm>
            <a:off x="11398758" y="2782405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9C15584B-F66B-40CE-9AC4-6E078F1803A0}"/>
              </a:ext>
            </a:extLst>
          </p:cNvPr>
          <p:cNvSpPr/>
          <p:nvPr/>
        </p:nvSpPr>
        <p:spPr>
          <a:xfrm>
            <a:off x="-9342383" y="1230916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048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E206-D13D-781F-D72F-E88CD0C77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6185D3AE-1CD2-F2AC-FAAC-08B4A80D625A}"/>
              </a:ext>
            </a:extLst>
          </p:cNvPr>
          <p:cNvSpPr/>
          <p:nvPr/>
        </p:nvSpPr>
        <p:spPr>
          <a:xfrm>
            <a:off x="707067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565680-D9C8-F8B0-B382-6BF78AEA436B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C82951-8DDF-2E53-8308-DAD3F779CFC4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" name="!!box1">
            <a:extLst>
              <a:ext uri="{FF2B5EF4-FFF2-40B4-BE49-F238E27FC236}">
                <a16:creationId xmlns:a16="http://schemas.microsoft.com/office/drawing/2014/main" id="{45A22D16-9348-9596-1ED6-D6FF35FEEE55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D3DC8256-B3CC-43D5-2ADB-8AB57E4053C2}"/>
              </a:ext>
            </a:extLst>
          </p:cNvPr>
          <p:cNvSpPr/>
          <p:nvPr/>
        </p:nvSpPr>
        <p:spPr>
          <a:xfrm>
            <a:off x="-9717665" y="106894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E34A64A-B5A8-4B61-7961-65899E458ABF}"/>
              </a:ext>
            </a:extLst>
          </p:cNvPr>
          <p:cNvSpPr/>
          <p:nvPr/>
        </p:nvSpPr>
        <p:spPr>
          <a:xfrm>
            <a:off x="707067" y="10270288"/>
            <a:ext cx="8819773" cy="55620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30345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152B-EBB9-1283-8C2A-80F2417B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box">
            <a:extLst>
              <a:ext uri="{FF2B5EF4-FFF2-40B4-BE49-F238E27FC236}">
                <a16:creationId xmlns:a16="http://schemas.microsoft.com/office/drawing/2014/main" id="{C85A5CA8-973B-05D6-F085-906E8B58A6A0}"/>
              </a:ext>
            </a:extLst>
          </p:cNvPr>
          <p:cNvSpPr/>
          <p:nvPr/>
        </p:nvSpPr>
        <p:spPr>
          <a:xfrm>
            <a:off x="1135864" y="1232452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9509DF7-BF8C-10DA-5E0C-5FCB25FDFB50}"/>
              </a:ext>
            </a:extLst>
          </p:cNvPr>
          <p:cNvSpPr/>
          <p:nvPr/>
        </p:nvSpPr>
        <p:spPr>
          <a:xfrm>
            <a:off x="1135864" y="2480023"/>
            <a:ext cx="8169265" cy="3612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5A0ABB9-F82F-2C5C-E32E-73A9A9A7DCFE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4730126-35BB-44C9-3590-DDACB4D3053F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3B5DA605-B9E2-3FCB-C12D-70EF584D3A72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">
            <a:extLst>
              <a:ext uri="{FF2B5EF4-FFF2-40B4-BE49-F238E27FC236}">
                <a16:creationId xmlns:a16="http://schemas.microsoft.com/office/drawing/2014/main" id="{4F87CF9A-ECDF-2ADE-4FDC-F056D17AD93A}"/>
              </a:ext>
            </a:extLst>
          </p:cNvPr>
          <p:cNvSpPr/>
          <p:nvPr/>
        </p:nvSpPr>
        <p:spPr>
          <a:xfrm>
            <a:off x="-11776163" y="1018551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460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10610-C1AF-B410-ECF2-27D6C5DEF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box">
            <a:extLst>
              <a:ext uri="{FF2B5EF4-FFF2-40B4-BE49-F238E27FC236}">
                <a16:creationId xmlns:a16="http://schemas.microsoft.com/office/drawing/2014/main" id="{F6E7FFB9-BEB2-5E41-CFF4-0FCB196C867D}"/>
              </a:ext>
            </a:extLst>
          </p:cNvPr>
          <p:cNvSpPr/>
          <p:nvPr/>
        </p:nvSpPr>
        <p:spPr>
          <a:xfrm>
            <a:off x="1135864" y="1232452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E0EE937-5D78-AF35-59D6-772D4BEC1D5B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412EADC-115E-A62D-438F-970667585571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D3C8C2EA-A2FC-F7CE-7ABB-37D409A8FEB6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AC5EC487-3F70-F028-178B-0C07423A66E4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2533A9-6F76-A283-B053-85265A5A6025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0EB749-8580-C9FD-21B4-DDDD40EFB13D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465A5D-A4AD-F1D7-EE55-E8AE559B7DDC}"/>
              </a:ext>
            </a:extLst>
          </p:cNvPr>
          <p:cNvSpPr/>
          <p:nvPr/>
        </p:nvSpPr>
        <p:spPr>
          <a:xfrm>
            <a:off x="1135863" y="2775140"/>
            <a:ext cx="8169265" cy="3612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!!box">
            <a:extLst>
              <a:ext uri="{FF2B5EF4-FFF2-40B4-BE49-F238E27FC236}">
                <a16:creationId xmlns:a16="http://schemas.microsoft.com/office/drawing/2014/main" id="{61ABA4FC-4233-F4A0-D388-6E912D3F54A8}"/>
              </a:ext>
            </a:extLst>
          </p:cNvPr>
          <p:cNvSpPr/>
          <p:nvPr/>
        </p:nvSpPr>
        <p:spPr>
          <a:xfrm>
            <a:off x="-11776163" y="1018551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22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4A8C-57AF-0A94-D07C-9093E4071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box">
            <a:extLst>
              <a:ext uri="{FF2B5EF4-FFF2-40B4-BE49-F238E27FC236}">
                <a16:creationId xmlns:a16="http://schemas.microsoft.com/office/drawing/2014/main" id="{646196CA-A017-C9F5-67C1-F714020FD37D}"/>
              </a:ext>
            </a:extLst>
          </p:cNvPr>
          <p:cNvSpPr/>
          <p:nvPr/>
        </p:nvSpPr>
        <p:spPr>
          <a:xfrm>
            <a:off x="1135864" y="1232452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BB095F-810C-43F5-24E6-C25CDD657A59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4A1511-18DC-3C60-C4F1-34E780FC10C9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174B689A-1F2B-5E5A-1B7B-C5C63B5A57D5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7D2C35FC-6AB7-9263-694F-85E8A88624AC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EDB6C4-F8AB-0AFD-0595-11B40CD0F6FA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BAFBF0-5674-CAFF-6CDC-92EEC5B3D978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77BED04-9912-62C8-A10E-1B306421205A}"/>
              </a:ext>
            </a:extLst>
          </p:cNvPr>
          <p:cNvSpPr/>
          <p:nvPr/>
        </p:nvSpPr>
        <p:spPr>
          <a:xfrm>
            <a:off x="1135864" y="4284963"/>
            <a:ext cx="8169265" cy="3612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869C11EB-D152-FC46-ED12-414D9492844C}"/>
              </a:ext>
            </a:extLst>
          </p:cNvPr>
          <p:cNvSpPr/>
          <p:nvPr/>
        </p:nvSpPr>
        <p:spPr>
          <a:xfrm>
            <a:off x="-11776163" y="1018551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285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77E0F-6868-7AF9-7C2D-46FD1F7C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box">
            <a:extLst>
              <a:ext uri="{FF2B5EF4-FFF2-40B4-BE49-F238E27FC236}">
                <a16:creationId xmlns:a16="http://schemas.microsoft.com/office/drawing/2014/main" id="{9142C6C2-06D4-5424-70E8-A80F3AF8A48D}"/>
              </a:ext>
            </a:extLst>
          </p:cNvPr>
          <p:cNvSpPr/>
          <p:nvPr/>
        </p:nvSpPr>
        <p:spPr>
          <a:xfrm>
            <a:off x="1135864" y="1232452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00F84D-F3D2-CF66-069B-75040914EF9C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CCB01C-D0E7-50F4-EB4E-9792CED8D308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F4C6F45C-71F9-82F6-AFB2-527BA131F37F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F96D43A7-7EFC-FF10-4352-7FF1A1379662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B90B63-3941-9C70-721D-4D787E708C18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CE2B3E-4E8A-BEA3-CBF2-49CA95690DA8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DCDF697-3E2B-456D-3EC8-46C0F7103E8A}"/>
              </a:ext>
            </a:extLst>
          </p:cNvPr>
          <p:cNvSpPr/>
          <p:nvPr/>
        </p:nvSpPr>
        <p:spPr>
          <a:xfrm>
            <a:off x="1135864" y="4561409"/>
            <a:ext cx="8169265" cy="3612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4">
            <a:extLst>
              <a:ext uri="{FF2B5EF4-FFF2-40B4-BE49-F238E27FC236}">
                <a16:creationId xmlns:a16="http://schemas.microsoft.com/office/drawing/2014/main" id="{BA59C79E-55C0-4282-C127-B16541FC9807}"/>
              </a:ext>
            </a:extLst>
          </p:cNvPr>
          <p:cNvSpPr/>
          <p:nvPr/>
        </p:nvSpPr>
        <p:spPr>
          <a:xfrm>
            <a:off x="13398650" y="145417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DCDE3D38-4FD7-7F4E-6DFE-9C066F28DFB4}"/>
              </a:ext>
            </a:extLst>
          </p:cNvPr>
          <p:cNvSpPr/>
          <p:nvPr/>
        </p:nvSpPr>
        <p:spPr>
          <a:xfrm>
            <a:off x="-11776163" y="1018551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299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1C47-38BB-7D75-3DAA-4D7CCA1B2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box">
            <a:extLst>
              <a:ext uri="{FF2B5EF4-FFF2-40B4-BE49-F238E27FC236}">
                <a16:creationId xmlns:a16="http://schemas.microsoft.com/office/drawing/2014/main" id="{E02EDDC6-1486-1B10-A22B-D75E40971B07}"/>
              </a:ext>
            </a:extLst>
          </p:cNvPr>
          <p:cNvSpPr/>
          <p:nvPr/>
        </p:nvSpPr>
        <p:spPr>
          <a:xfrm>
            <a:off x="1135864" y="1232452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C46DA8-42C3-9075-F07F-89932C438A4D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A150F4-DF51-9C0F-8DE7-D716F3CA7871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8C3064D4-8B9F-CDE7-9F1E-0A8406C40831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76DFE4B9-5084-76C1-4E5C-5A2716FD37CB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858207-05A6-2A7C-71F9-A9D5890D676A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7BDD33-5047-1196-E289-7511E9598778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1D0D06-7C3D-211E-BA29-69BF786BC839}"/>
              </a:ext>
            </a:extLst>
          </p:cNvPr>
          <p:cNvSpPr/>
          <p:nvPr/>
        </p:nvSpPr>
        <p:spPr>
          <a:xfrm>
            <a:off x="1135864" y="5178097"/>
            <a:ext cx="8169265" cy="3612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4">
            <a:extLst>
              <a:ext uri="{FF2B5EF4-FFF2-40B4-BE49-F238E27FC236}">
                <a16:creationId xmlns:a16="http://schemas.microsoft.com/office/drawing/2014/main" id="{9684D14A-6486-5B52-6D25-B21FAD115432}"/>
              </a:ext>
            </a:extLst>
          </p:cNvPr>
          <p:cNvSpPr/>
          <p:nvPr/>
        </p:nvSpPr>
        <p:spPr>
          <a:xfrm>
            <a:off x="13398650" y="145417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D6D2DC61-AE36-11DC-3EB1-931147D42D26}"/>
              </a:ext>
            </a:extLst>
          </p:cNvPr>
          <p:cNvSpPr/>
          <p:nvPr/>
        </p:nvSpPr>
        <p:spPr>
          <a:xfrm>
            <a:off x="-11776163" y="1018551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831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FF6E2-DA63-0F2F-D4BF-85AA3AC2D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box">
            <a:extLst>
              <a:ext uri="{FF2B5EF4-FFF2-40B4-BE49-F238E27FC236}">
                <a16:creationId xmlns:a16="http://schemas.microsoft.com/office/drawing/2014/main" id="{FF36C39B-52EF-14F8-0BCB-112A06565039}"/>
              </a:ext>
            </a:extLst>
          </p:cNvPr>
          <p:cNvSpPr/>
          <p:nvPr/>
        </p:nvSpPr>
        <p:spPr>
          <a:xfrm>
            <a:off x="1135864" y="1232452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FB1B84D-34AF-0D85-47F4-ECDBF78B734D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520C378-BEB7-C1A1-4464-6A81773205E6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FDDC4B42-B89B-30B6-EA8A-40C5ACE915C0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BDA6FD53-49D9-1DF2-8479-40DD4189BEED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797CC7-0471-360B-7950-B890845B4803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25B4EC-CF9F-6FA0-1A1E-AE88C14537DA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AA6D1B4-6F0A-181F-2D87-F3BD3E469B7B}"/>
              </a:ext>
            </a:extLst>
          </p:cNvPr>
          <p:cNvSpPr/>
          <p:nvPr/>
        </p:nvSpPr>
        <p:spPr>
          <a:xfrm>
            <a:off x="1135863" y="5794786"/>
            <a:ext cx="8169265" cy="3612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4">
            <a:extLst>
              <a:ext uri="{FF2B5EF4-FFF2-40B4-BE49-F238E27FC236}">
                <a16:creationId xmlns:a16="http://schemas.microsoft.com/office/drawing/2014/main" id="{0F4CD465-C23F-4184-59EC-5D2A213EA0EF}"/>
              </a:ext>
            </a:extLst>
          </p:cNvPr>
          <p:cNvSpPr/>
          <p:nvPr/>
        </p:nvSpPr>
        <p:spPr>
          <a:xfrm>
            <a:off x="13398650" y="145417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1D7BA997-C7B2-98AC-4E03-F7C2D112D1A3}"/>
              </a:ext>
            </a:extLst>
          </p:cNvPr>
          <p:cNvSpPr/>
          <p:nvPr/>
        </p:nvSpPr>
        <p:spPr>
          <a:xfrm>
            <a:off x="-11776163" y="1018551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179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CC258-C03C-F47E-2F2F-1F83C7060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box">
            <a:extLst>
              <a:ext uri="{FF2B5EF4-FFF2-40B4-BE49-F238E27FC236}">
                <a16:creationId xmlns:a16="http://schemas.microsoft.com/office/drawing/2014/main" id="{718AF7CA-39B9-456D-F050-B2C7A858AD8C}"/>
              </a:ext>
            </a:extLst>
          </p:cNvPr>
          <p:cNvSpPr/>
          <p:nvPr/>
        </p:nvSpPr>
        <p:spPr>
          <a:xfrm>
            <a:off x="1135864" y="1232452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5DC163-54AF-F59B-280C-A9A6A242CDBD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FA9CDC-5DBC-38F6-3E38-1CD50A905F9D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109CC857-CB8E-0B52-BBAC-230B8D5926A1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58180802-CECD-D5FA-E0E1-1C3697E26B19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51E9F0-9BDA-006A-F4B8-5063B6E5736A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E2FB72-6B6A-FC74-908D-5C0F0084B787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AFA115-D8BE-E48D-DD08-707F45C5B92D}"/>
              </a:ext>
            </a:extLst>
          </p:cNvPr>
          <p:cNvSpPr/>
          <p:nvPr/>
        </p:nvSpPr>
        <p:spPr>
          <a:xfrm>
            <a:off x="1135863" y="6401065"/>
            <a:ext cx="8169265" cy="3612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4">
            <a:extLst>
              <a:ext uri="{FF2B5EF4-FFF2-40B4-BE49-F238E27FC236}">
                <a16:creationId xmlns:a16="http://schemas.microsoft.com/office/drawing/2014/main" id="{71402923-004B-DF87-2804-11CB4A5EC7DB}"/>
              </a:ext>
            </a:extLst>
          </p:cNvPr>
          <p:cNvSpPr/>
          <p:nvPr/>
        </p:nvSpPr>
        <p:spPr>
          <a:xfrm>
            <a:off x="13398650" y="145417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005E7136-AE36-EED1-D563-5DA2793BA875}"/>
              </a:ext>
            </a:extLst>
          </p:cNvPr>
          <p:cNvSpPr/>
          <p:nvPr/>
        </p:nvSpPr>
        <p:spPr>
          <a:xfrm>
            <a:off x="-11776163" y="1018551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602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AC588-2086-F05F-D60C-94BEFE7E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box">
            <a:extLst>
              <a:ext uri="{FF2B5EF4-FFF2-40B4-BE49-F238E27FC236}">
                <a16:creationId xmlns:a16="http://schemas.microsoft.com/office/drawing/2014/main" id="{C3EEF9E1-43B8-797E-FE13-1DB96BEB6E40}"/>
              </a:ext>
            </a:extLst>
          </p:cNvPr>
          <p:cNvSpPr/>
          <p:nvPr/>
        </p:nvSpPr>
        <p:spPr>
          <a:xfrm>
            <a:off x="1135864" y="1232452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1ACC893-4F99-6CDA-D329-D9E082498276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ACFFB5-B3F0-A6F8-97A9-6049CB613CEF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D566CB94-061C-FB8B-7503-8E57AD69C5D5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7CE75F68-B5C6-9914-4B1B-6D990B813FD5}"/>
              </a:ext>
            </a:extLst>
          </p:cNvPr>
          <p:cNvSpPr/>
          <p:nvPr/>
        </p:nvSpPr>
        <p:spPr>
          <a:xfrm>
            <a:off x="10995894" y="481687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8AF971-42C4-CC18-9EE7-0F467299AFE2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75DACF-206A-2A09-2FCB-97380F0B102D}"/>
              </a:ext>
            </a:extLst>
          </p:cNvPr>
          <p:cNvCxnSpPr>
            <a:cxnSpLocks/>
          </p:cNvCxnSpPr>
          <p:nvPr/>
        </p:nvCxnSpPr>
        <p:spPr>
          <a:xfrm>
            <a:off x="13580037" y="5053462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5A54E30-F36E-3B1F-476C-4C98931401E6}"/>
              </a:ext>
            </a:extLst>
          </p:cNvPr>
          <p:cNvSpPr/>
          <p:nvPr/>
        </p:nvSpPr>
        <p:spPr>
          <a:xfrm>
            <a:off x="1135863" y="6677358"/>
            <a:ext cx="8169265" cy="361284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4">
            <a:extLst>
              <a:ext uri="{FF2B5EF4-FFF2-40B4-BE49-F238E27FC236}">
                <a16:creationId xmlns:a16="http://schemas.microsoft.com/office/drawing/2014/main" id="{2647806F-4187-5AFA-3B83-15E1C0135B56}"/>
              </a:ext>
            </a:extLst>
          </p:cNvPr>
          <p:cNvSpPr/>
          <p:nvPr/>
        </p:nvSpPr>
        <p:spPr>
          <a:xfrm>
            <a:off x="13398650" y="145417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74D12A-5232-931B-F800-5F903BC0A6AF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!!box">
            <a:extLst>
              <a:ext uri="{FF2B5EF4-FFF2-40B4-BE49-F238E27FC236}">
                <a16:creationId xmlns:a16="http://schemas.microsoft.com/office/drawing/2014/main" id="{43124553-C987-660F-811B-6E971894BDAC}"/>
              </a:ext>
            </a:extLst>
          </p:cNvPr>
          <p:cNvSpPr/>
          <p:nvPr/>
        </p:nvSpPr>
        <p:spPr>
          <a:xfrm>
            <a:off x="-11776163" y="1018551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707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17A00-5410-35C8-9CA6-F373C631C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4F0989B8-642D-CBAD-29D4-8E1CBC65E4FE}"/>
              </a:ext>
            </a:extLst>
          </p:cNvPr>
          <p:cNvSpPr/>
          <p:nvPr/>
        </p:nvSpPr>
        <p:spPr>
          <a:xfrm>
            <a:off x="566682" y="796100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ABCA87AC-1058-6719-4892-45C1B5BD4E57}"/>
              </a:ext>
            </a:extLst>
          </p:cNvPr>
          <p:cNvSpPr/>
          <p:nvPr/>
        </p:nvSpPr>
        <p:spPr>
          <a:xfrm>
            <a:off x="-9257073" y="1018551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3D33C86-B748-0CD3-373D-904038E9A653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27FC4F3-058F-1DA6-6C9D-52FDF374AB32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F25E44F2-058C-5806-6EFC-A4B189628523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8484B7-0A65-1D73-F8B9-0FD45571F2C6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5CA466E-F7FC-265D-2A0F-E96385332A95}"/>
              </a:ext>
            </a:extLst>
          </p:cNvPr>
          <p:cNvSpPr/>
          <p:nvPr/>
        </p:nvSpPr>
        <p:spPr>
          <a:xfrm>
            <a:off x="566682" y="10825612"/>
            <a:ext cx="8819773" cy="5040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ED738A-0246-F873-E7F2-39482470B60F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138356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0E4D-1EBB-47CD-EFDA-2BA43214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C82E0574-5A60-E860-BF42-9E84B7FBC550}"/>
              </a:ext>
            </a:extLst>
          </p:cNvPr>
          <p:cNvSpPr/>
          <p:nvPr/>
        </p:nvSpPr>
        <p:spPr>
          <a:xfrm>
            <a:off x="566682" y="796100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D9DCEEDC-3639-8BA6-F0BE-4CA417434066}"/>
              </a:ext>
            </a:extLst>
          </p:cNvPr>
          <p:cNvSpPr/>
          <p:nvPr/>
        </p:nvSpPr>
        <p:spPr>
          <a:xfrm>
            <a:off x="-9257073" y="1018551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82AC41-8EC7-B51C-58D7-023B2EDA6386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689659-9F00-71E4-5DBF-6BF7F5A1E8F0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F477E874-6A70-51BA-9BC0-CE32BA316019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DCA40D-E16E-8FCF-11AD-3C1E2512DFA8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C189DD8-5CFA-6740-F75E-2C04917C00D8}"/>
              </a:ext>
            </a:extLst>
          </p:cNvPr>
          <p:cNvSpPr/>
          <p:nvPr/>
        </p:nvSpPr>
        <p:spPr>
          <a:xfrm>
            <a:off x="566682" y="11271661"/>
            <a:ext cx="8819773" cy="50402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14D975-118C-6E76-7A22-E7501F065280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2888D880-49B2-5442-5ACB-9730AB009EF4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0B73C5-5EA1-67A6-A3BD-959E78249817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03441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6C4B-DD8A-D415-A44E-D0DDE08C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C1CD93B1-8B47-0D63-EF6C-A2D34468A4A0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86CC9A44-0E65-066D-ACC7-231A3C4DE4CC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70B049D-BC44-D033-8EF1-41E5826B7AB7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CA82BBE-AE0F-7B41-3F53-C2EBAE3821F6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0E730626-DFC1-AF31-61A5-F0767BC2EC14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4F5F29-678A-D543-AC11-8C610FE6927E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7CADAAB-E341-39B1-A68C-2FE21278A10B}"/>
              </a:ext>
            </a:extLst>
          </p:cNvPr>
          <p:cNvSpPr/>
          <p:nvPr/>
        </p:nvSpPr>
        <p:spPr>
          <a:xfrm>
            <a:off x="901484" y="2228009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2DF42C1-13F8-906F-9C2C-1CA1298F7368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76A3B558-3B2B-42FC-5D5A-136F1D7D0E43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DD007A-365F-4E7A-C41D-FBD6FBEAF97A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30926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A33A1-920E-30E4-BE78-6A90114F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D8FD6638-41C9-DB81-4FBA-F15B74A4550A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C87DDF5C-C56E-89C6-9DCC-C260CEBC6B28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C0F5E3A-95CD-FF85-FC43-3E399D181062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18D1AA6-2041-DC4D-2F3A-2C9E488A2814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9CB60C9E-B584-A116-ED22-45061EB6289F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BD5D6C-621B-FCDC-01F1-FC75B67CB157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FBE3AEA-A0BE-C582-714D-38AB3B93D0F7}"/>
              </a:ext>
            </a:extLst>
          </p:cNvPr>
          <p:cNvSpPr/>
          <p:nvPr/>
        </p:nvSpPr>
        <p:spPr>
          <a:xfrm>
            <a:off x="901483" y="2480023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B75B3-7F5E-67E7-FCFE-48DC91E9BB3A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AF45563-E44F-385B-BA6F-BB61B93B36D4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9E7FA2-FDCB-ABCC-0737-12C6539134D9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3">
            <a:extLst>
              <a:ext uri="{FF2B5EF4-FFF2-40B4-BE49-F238E27FC236}">
                <a16:creationId xmlns:a16="http://schemas.microsoft.com/office/drawing/2014/main" id="{196C2DE9-9079-9BDA-CA87-ABD1FF9E4EF2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25B52B-6866-5137-2C0E-8C61E52D0E01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146728-5F53-087E-0CBB-8340CB5AD954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362675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CDA51-BE62-CF3E-70A7-6AB39F642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FBDCFF86-668D-7787-26D1-912043D95D42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F3090698-3E76-1C5A-4A00-1666E03890B5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72FA9A-699F-F43E-D2CF-8CEA5BC734D8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9E1FD9-5B60-3458-141E-385BD7083E75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F6B73771-B43C-EDB3-982D-2EC8C8D9A2BB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4F836A-3D71-943F-A11D-1A36049BE0EB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EBEBFF4-AF62-B613-EEA9-72F88F27F5AB}"/>
              </a:ext>
            </a:extLst>
          </p:cNvPr>
          <p:cNvSpPr/>
          <p:nvPr/>
        </p:nvSpPr>
        <p:spPr>
          <a:xfrm>
            <a:off x="901483" y="4005856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8DB37E-F2ED-C8C7-8ADA-ED62DF48B485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940091E7-0236-3F04-E05B-60630C6AE6A1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7B2A8F-B85D-9DAD-4A4B-76FBC52EF99F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3">
            <a:extLst>
              <a:ext uri="{FF2B5EF4-FFF2-40B4-BE49-F238E27FC236}">
                <a16:creationId xmlns:a16="http://schemas.microsoft.com/office/drawing/2014/main" id="{70B64EEA-D1E5-0BC8-EC2D-117374E8638E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4653E7-CC67-99C6-D9B2-15F5ADE928A2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A55BD7C-EBCF-591F-B827-7CBDC6865E6A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502187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C739-0462-2ABB-B580-10C5D6E8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4C12052F-A10E-2E48-4F65-14A855591554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006F9EB7-D932-A011-2FF7-DC4C50A3AE3B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55BA9ED-EAB2-1E7F-360A-1F7556E360AE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4BF3DD3-5736-C45C-292C-53449E8241D5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3C87C468-B3A7-7781-0060-660DA593B454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AF8089-8123-B477-22FD-5091C09BE39D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8C8CC96-9A93-5037-9A64-FE66C79B10C5}"/>
              </a:ext>
            </a:extLst>
          </p:cNvPr>
          <p:cNvSpPr/>
          <p:nvPr/>
        </p:nvSpPr>
        <p:spPr>
          <a:xfrm>
            <a:off x="901483" y="4924361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E378B7-2E4B-7EB0-4C44-BF1DBBC5D506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2E6DFBB-8ED3-9E1F-FB61-E441AC4632D9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E45CF6-3450-9F2E-9A32-D99AE5D158D8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3">
            <a:extLst>
              <a:ext uri="{FF2B5EF4-FFF2-40B4-BE49-F238E27FC236}">
                <a16:creationId xmlns:a16="http://schemas.microsoft.com/office/drawing/2014/main" id="{051A4897-408F-0A0B-3CCB-76B769A8E6E1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9115DB-8186-87E5-1D37-8138D339573D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39218D-6501-3302-2D3B-956EAAB1FF82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!!box4">
            <a:extLst>
              <a:ext uri="{FF2B5EF4-FFF2-40B4-BE49-F238E27FC236}">
                <a16:creationId xmlns:a16="http://schemas.microsoft.com/office/drawing/2014/main" id="{81FDEEBC-1B9B-AAC1-504C-B8665E1818AA}"/>
              </a:ext>
            </a:extLst>
          </p:cNvPr>
          <p:cNvSpPr/>
          <p:nvPr/>
        </p:nvSpPr>
        <p:spPr>
          <a:xfrm>
            <a:off x="13398650" y="145417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91189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461AE-6A22-7D44-BFE2-B9F4B82C7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BF796794-D94A-87C4-288A-BF48C7EC69FF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5D00D9FC-07A6-EAA0-9225-A03C9AC2DD87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38D8980-B93E-A50F-85E6-1787B9E9627A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5B8F57A-527D-3D3B-7A36-2AA3FC5DD20E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5BD37762-CB51-D47F-E1A6-4F1AC7123C1D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869072-5598-A341-F5E1-72E21D26FC36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A3B8EBD-88B0-ECCB-AB95-8C4B4788A66A}"/>
              </a:ext>
            </a:extLst>
          </p:cNvPr>
          <p:cNvSpPr/>
          <p:nvPr/>
        </p:nvSpPr>
        <p:spPr>
          <a:xfrm>
            <a:off x="901483" y="8303666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0BF879-19A3-E14B-87DD-D8F9421B7F37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BFB797B-EED6-CC6A-57AD-53BF94F91387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0F54AC-9D98-E241-3806-A15241C86620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3">
            <a:extLst>
              <a:ext uri="{FF2B5EF4-FFF2-40B4-BE49-F238E27FC236}">
                <a16:creationId xmlns:a16="http://schemas.microsoft.com/office/drawing/2014/main" id="{6F145273-3260-94F2-E695-73EC19EB0677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F238DA-B3D5-13E8-763F-52537F543228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6B1FB9-C4A0-5A65-8C20-770F789ED40C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!!box4">
            <a:extLst>
              <a:ext uri="{FF2B5EF4-FFF2-40B4-BE49-F238E27FC236}">
                <a16:creationId xmlns:a16="http://schemas.microsoft.com/office/drawing/2014/main" id="{8821E1B3-7891-0F65-AF38-789E9E082C0C}"/>
              </a:ext>
            </a:extLst>
          </p:cNvPr>
          <p:cNvSpPr/>
          <p:nvPr/>
        </p:nvSpPr>
        <p:spPr>
          <a:xfrm>
            <a:off x="13398650" y="145417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780589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B01E3-598E-A0D8-AF26-E7B934471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3A6880B2-B40D-A035-9229-BD88AA28C91E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03251065-D9F9-769D-7945-EE952BA3B29F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B5B7BF-7EA5-1E72-9057-E3939002532E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D2201DA-0ADA-6BC6-C8DD-C638711F7452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C764ECC3-42D0-86DD-E5A3-06A95D908453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9912EC-A13F-01E3-D7FC-2A5758CCCC5B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593A2F9-BE47-0F50-7CF7-2AC2C8F3B8C2}"/>
              </a:ext>
            </a:extLst>
          </p:cNvPr>
          <p:cNvSpPr/>
          <p:nvPr/>
        </p:nvSpPr>
        <p:spPr>
          <a:xfrm>
            <a:off x="901483" y="8875568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8F975F5-2BC6-BFC7-519F-91568DA9C66F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0A53F99-FCD7-4E0D-CABD-FDF510EC6FA3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0DDE71-ED48-AC0B-1849-1D5D65041EC1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3">
            <a:extLst>
              <a:ext uri="{FF2B5EF4-FFF2-40B4-BE49-F238E27FC236}">
                <a16:creationId xmlns:a16="http://schemas.microsoft.com/office/drawing/2014/main" id="{A48A007C-3612-A1E3-A464-18C1B95EA240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68C3E68-2A71-EA33-D82F-181851B4D918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31F0FD-97C3-0261-A56A-EBDA997AF912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!!box4">
            <a:extLst>
              <a:ext uri="{FF2B5EF4-FFF2-40B4-BE49-F238E27FC236}">
                <a16:creationId xmlns:a16="http://schemas.microsoft.com/office/drawing/2014/main" id="{2CEEC3AC-B8F6-0F0C-F201-8983883D5780}"/>
              </a:ext>
            </a:extLst>
          </p:cNvPr>
          <p:cNvSpPr/>
          <p:nvPr/>
        </p:nvSpPr>
        <p:spPr>
          <a:xfrm>
            <a:off x="13398650" y="145417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81119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652A-9C30-284E-A047-150DAE48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AD2D4CB3-C49D-C4CB-8B01-A1B96FDAC2D2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3083E34D-9FC8-867B-1B8F-E216D146435F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20A6383-2357-6AEC-08EA-C52BD302C849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BC2904A-7E85-DD2A-8707-C830B68FB1FC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03014D68-5BAE-CB94-ABB5-9BD88DEE3B33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215150-5DCE-29AD-C984-2EE8623C9444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864599C-1355-4B92-DBAD-3E6934E07D8E}"/>
              </a:ext>
            </a:extLst>
          </p:cNvPr>
          <p:cNvSpPr/>
          <p:nvPr/>
        </p:nvSpPr>
        <p:spPr>
          <a:xfrm>
            <a:off x="901483" y="10744124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2BD50D-024E-60D9-1380-8EAD20A8EC0E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45F93C12-C570-F536-A5A9-2317D6FB0978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593042-EE6D-B543-7C2E-9E43EB278090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3">
            <a:extLst>
              <a:ext uri="{FF2B5EF4-FFF2-40B4-BE49-F238E27FC236}">
                <a16:creationId xmlns:a16="http://schemas.microsoft.com/office/drawing/2014/main" id="{F9A7CB91-C2B1-00D0-2A55-FE7A028123EF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7F5558-F75C-1FE1-35BB-BCB2507CDEA2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5B406C-8E6A-CB01-43E2-4AC40E089FEA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!!box4">
            <a:extLst>
              <a:ext uri="{FF2B5EF4-FFF2-40B4-BE49-F238E27FC236}">
                <a16:creationId xmlns:a16="http://schemas.microsoft.com/office/drawing/2014/main" id="{2B1CD184-D2BD-8A63-CDAB-B512E34C2274}"/>
              </a:ext>
            </a:extLst>
          </p:cNvPr>
          <p:cNvSpPr/>
          <p:nvPr/>
        </p:nvSpPr>
        <p:spPr>
          <a:xfrm>
            <a:off x="13398650" y="145417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91653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83A65-6C7E-BA2A-C86A-7EB13EAD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D28C02FB-0E4F-C0CB-B835-784BFADE42D9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7438C6DC-1686-6F2C-4176-FCE5B0171DE0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4408F07-CFE3-4254-3FB5-069FBC307316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048DD25-183B-8615-AF31-95E7BDB2D8E8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C6636875-546E-ACC3-E1DC-B286FD9F4FDF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6295B1-8FD9-749B-8222-392F7CFCB77D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010E23-6C95-367C-2247-21F39AEFB06D}"/>
              </a:ext>
            </a:extLst>
          </p:cNvPr>
          <p:cNvSpPr/>
          <p:nvPr/>
        </p:nvSpPr>
        <p:spPr>
          <a:xfrm>
            <a:off x="901483" y="4308161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69C414-5D47-A0C2-50B3-2173FCF372BB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3AFE463-7E6F-D85E-DEE0-1D5F882933A5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9E462-2DB7-A9E9-F190-444C8D051CB6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3">
            <a:extLst>
              <a:ext uri="{FF2B5EF4-FFF2-40B4-BE49-F238E27FC236}">
                <a16:creationId xmlns:a16="http://schemas.microsoft.com/office/drawing/2014/main" id="{78517FCA-20A0-9AA0-B591-79B00BC6730C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7F0AC6-9AD4-429E-7C65-24B1272474AA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1DF80E-0223-0753-E778-8A3C9DED3216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!!box4">
            <a:extLst>
              <a:ext uri="{FF2B5EF4-FFF2-40B4-BE49-F238E27FC236}">
                <a16:creationId xmlns:a16="http://schemas.microsoft.com/office/drawing/2014/main" id="{BDECC60B-73D2-34BC-C6B1-B8D860CE62F8}"/>
              </a:ext>
            </a:extLst>
          </p:cNvPr>
          <p:cNvSpPr/>
          <p:nvPr/>
        </p:nvSpPr>
        <p:spPr>
          <a:xfrm>
            <a:off x="18364171" y="284130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09A844-DF5E-26C2-7F5E-4F98032C2B49}"/>
              </a:ext>
            </a:extLst>
          </p:cNvPr>
          <p:cNvCxnSpPr>
            <a:cxnSpLocks/>
          </p:cNvCxnSpPr>
          <p:nvPr/>
        </p:nvCxnSpPr>
        <p:spPr>
          <a:xfrm flipH="1">
            <a:off x="18828327" y="3652675"/>
            <a:ext cx="379834" cy="655486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707155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9AE6B-41FA-83A9-43D3-8E3A20762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E7894465-B73A-4EA5-AC7E-88D99BF1C478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04A40FB1-6C1C-3A46-AFA1-2B60F7DE3BA3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5AAD60-7401-DD4A-A464-D2E3B10E1FE7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60CD00-6FC1-9858-A668-C5DD16344C95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3FD423A7-D09B-4098-FF91-16EFDC3E3774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EE117B-D35E-6329-8456-E3857F2C74EF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44ECD66-8336-4D1C-E499-E6CF38FC5959}"/>
              </a:ext>
            </a:extLst>
          </p:cNvPr>
          <p:cNvSpPr/>
          <p:nvPr/>
        </p:nvSpPr>
        <p:spPr>
          <a:xfrm>
            <a:off x="901483" y="4982432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DA2578-57BE-71DC-7C22-4C0E3A91F119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A94944FB-D536-5105-570D-42E411710DBB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91EE82-F268-0422-5E32-7BB97944E211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3">
            <a:extLst>
              <a:ext uri="{FF2B5EF4-FFF2-40B4-BE49-F238E27FC236}">
                <a16:creationId xmlns:a16="http://schemas.microsoft.com/office/drawing/2014/main" id="{2B583B0F-6547-A843-0F8F-8DC4DE7DB9EF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A18D9D-18CC-8539-BE47-4555B9ABB89F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6741D26-ECCD-2434-984B-386914E3213A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!!box4">
            <a:extLst>
              <a:ext uri="{FF2B5EF4-FFF2-40B4-BE49-F238E27FC236}">
                <a16:creationId xmlns:a16="http://schemas.microsoft.com/office/drawing/2014/main" id="{BFC57017-40BF-02D5-6041-4684DD1FAA1D}"/>
              </a:ext>
            </a:extLst>
          </p:cNvPr>
          <p:cNvSpPr/>
          <p:nvPr/>
        </p:nvSpPr>
        <p:spPr>
          <a:xfrm>
            <a:off x="18364171" y="284130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0A154-6868-8F22-4021-C8241B04BD15}"/>
              </a:ext>
            </a:extLst>
          </p:cNvPr>
          <p:cNvCxnSpPr>
            <a:cxnSpLocks/>
          </p:cNvCxnSpPr>
          <p:nvPr/>
        </p:nvCxnSpPr>
        <p:spPr>
          <a:xfrm flipH="1">
            <a:off x="18828327" y="3652675"/>
            <a:ext cx="379834" cy="655486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31728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2425-ECC1-8D05-126B-200BD72C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0982FE04-F5EE-0A27-DE81-7D8FEA8ED885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7453592D-6956-6572-72E7-4DFDEBAC1CA0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62F1EC-E7C6-B12F-1DB9-ACD18AD246C2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0FED852-2027-06F8-5E78-7A846BC93994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448A7DE9-B941-B103-C712-9D42B919036C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89CFB6-FF3E-9629-67AE-412B67A68692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8386E21-1568-8B80-89D1-1A21968059F1}"/>
              </a:ext>
            </a:extLst>
          </p:cNvPr>
          <p:cNvSpPr/>
          <p:nvPr/>
        </p:nvSpPr>
        <p:spPr>
          <a:xfrm>
            <a:off x="901483" y="5514261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FBE49A-D055-9C0C-0B19-FBCC31DBCD82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5745E5D0-D62F-2E9C-5897-87B3B1B046DC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92BE0B-15A1-28DD-D2FB-FFE230C3BE03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3">
            <a:extLst>
              <a:ext uri="{FF2B5EF4-FFF2-40B4-BE49-F238E27FC236}">
                <a16:creationId xmlns:a16="http://schemas.microsoft.com/office/drawing/2014/main" id="{B2E4677F-48C6-63FC-EDBE-771CD1AF61B3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1258B8-48CC-51C9-7893-E9DBFD99E842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9C76F1-7728-B059-979D-FBA43E507101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!!box4">
            <a:extLst>
              <a:ext uri="{FF2B5EF4-FFF2-40B4-BE49-F238E27FC236}">
                <a16:creationId xmlns:a16="http://schemas.microsoft.com/office/drawing/2014/main" id="{440AC98B-8BF7-237C-137F-5A875709D447}"/>
              </a:ext>
            </a:extLst>
          </p:cNvPr>
          <p:cNvSpPr/>
          <p:nvPr/>
        </p:nvSpPr>
        <p:spPr>
          <a:xfrm>
            <a:off x="18364171" y="284130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DEEB68-AA27-B307-7C78-9BE6C76D6893}"/>
              </a:ext>
            </a:extLst>
          </p:cNvPr>
          <p:cNvCxnSpPr>
            <a:cxnSpLocks/>
          </p:cNvCxnSpPr>
          <p:nvPr/>
        </p:nvCxnSpPr>
        <p:spPr>
          <a:xfrm flipH="1">
            <a:off x="18828327" y="3652675"/>
            <a:ext cx="379834" cy="655486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06080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A254-C8B4-3DF1-76EB-DFDE3FE8E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F92A47C8-66F6-E89E-7456-A664D433220D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A40160AA-343F-B33C-5D80-C5711C27F824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E0D61E-84AC-30A9-69BE-1BE0ACB569FF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AB1039E-3AFA-9689-9FEE-1E5C554086E1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093881C5-F7C6-4903-E28D-793B5FAE0F19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9EAB6D-AB3E-E7E7-0E34-4F9FEC4C6050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BEDD0E6-86F6-6B78-F6A8-EA76F6F39A82}"/>
              </a:ext>
            </a:extLst>
          </p:cNvPr>
          <p:cNvSpPr/>
          <p:nvPr/>
        </p:nvSpPr>
        <p:spPr>
          <a:xfrm>
            <a:off x="901483" y="6158497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4C7BBD-0268-3579-51FE-6A9F9D1797C2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1B5DE90C-B488-1EED-CB3C-7C8F029D9EFF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2D4F14-B296-CA69-8E52-E58865113147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3">
            <a:extLst>
              <a:ext uri="{FF2B5EF4-FFF2-40B4-BE49-F238E27FC236}">
                <a16:creationId xmlns:a16="http://schemas.microsoft.com/office/drawing/2014/main" id="{62A6EEDB-538E-C359-93B9-6A9E5BA93508}"/>
              </a:ext>
            </a:extLst>
          </p:cNvPr>
          <p:cNvSpPr/>
          <p:nvPr/>
        </p:nvSpPr>
        <p:spPr>
          <a:xfrm>
            <a:off x="12435894" y="968659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F5067-E139-B633-7F48-0738F032E197}"/>
              </a:ext>
            </a:extLst>
          </p:cNvPr>
          <p:cNvSpPr/>
          <p:nvPr/>
        </p:nvSpPr>
        <p:spPr>
          <a:xfrm>
            <a:off x="16119130" y="92667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3F18C0-C8E4-D8E3-1F78-578890B4CC37}"/>
              </a:ext>
            </a:extLst>
          </p:cNvPr>
          <p:cNvCxnSpPr>
            <a:cxnSpLocks/>
          </p:cNvCxnSpPr>
          <p:nvPr/>
        </p:nvCxnSpPr>
        <p:spPr>
          <a:xfrm>
            <a:off x="15020037" y="9923174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!!box4">
            <a:extLst>
              <a:ext uri="{FF2B5EF4-FFF2-40B4-BE49-F238E27FC236}">
                <a16:creationId xmlns:a16="http://schemas.microsoft.com/office/drawing/2014/main" id="{F4128B60-3928-16B2-71DE-F6978FC3AB3F}"/>
              </a:ext>
            </a:extLst>
          </p:cNvPr>
          <p:cNvSpPr/>
          <p:nvPr/>
        </p:nvSpPr>
        <p:spPr>
          <a:xfrm>
            <a:off x="18364171" y="284130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35312C-6399-585C-7C5E-D53954BD76EE}"/>
              </a:ext>
            </a:extLst>
          </p:cNvPr>
          <p:cNvCxnSpPr>
            <a:cxnSpLocks/>
          </p:cNvCxnSpPr>
          <p:nvPr/>
        </p:nvCxnSpPr>
        <p:spPr>
          <a:xfrm flipH="1">
            <a:off x="18828327" y="3652675"/>
            <a:ext cx="379834" cy="655486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68359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9B0C0-A9B9-89F8-77E0-CA4E34C6C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865CE936-CF8D-3A0C-8725-AEAC7812D862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ABB437CB-C4C1-BB92-1EAE-A7BAB8A35BC3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E41A166-B66C-9759-682A-BF4BD7926AE2}"/>
              </a:ext>
            </a:extLst>
          </p:cNvPr>
          <p:cNvSpPr/>
          <p:nvPr/>
        </p:nvSpPr>
        <p:spPr>
          <a:xfrm>
            <a:off x="16119130" y="248002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2CA9516-7C8B-B766-1235-CCECD0C97FD2}"/>
              </a:ext>
            </a:extLst>
          </p:cNvPr>
          <p:cNvCxnSpPr>
            <a:cxnSpLocks/>
          </p:cNvCxnSpPr>
          <p:nvPr/>
        </p:nvCxnSpPr>
        <p:spPr>
          <a:xfrm>
            <a:off x="16839130" y="1232452"/>
            <a:ext cx="0" cy="103367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!!box1">
            <a:extLst>
              <a:ext uri="{FF2B5EF4-FFF2-40B4-BE49-F238E27FC236}">
                <a16:creationId xmlns:a16="http://schemas.microsoft.com/office/drawing/2014/main" id="{1D40DE8A-BA2A-86E6-DDBC-2F2D1F4BC705}"/>
              </a:ext>
            </a:extLst>
          </p:cNvPr>
          <p:cNvSpPr/>
          <p:nvPr/>
        </p:nvSpPr>
        <p:spPr>
          <a:xfrm>
            <a:off x="15606678" y="42831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2CA701-EBFA-98F7-0085-1F080D9B37F5}"/>
              </a:ext>
            </a:extLst>
          </p:cNvPr>
          <p:cNvSpPr/>
          <p:nvPr/>
        </p:nvSpPr>
        <p:spPr>
          <a:xfrm>
            <a:off x="14679130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85F4533-96B7-10FF-B0D7-6B5818BF5129}"/>
              </a:ext>
            </a:extLst>
          </p:cNvPr>
          <p:cNvSpPr/>
          <p:nvPr/>
        </p:nvSpPr>
        <p:spPr>
          <a:xfrm>
            <a:off x="901483" y="6466795"/>
            <a:ext cx="8169264" cy="39120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FF1E67-8F89-F48F-CBC2-A311AB6CC019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flipH="1">
            <a:off x="15399130" y="3792826"/>
            <a:ext cx="1440000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410D2CC1-4968-B318-DEDA-BEC345B8AC22}"/>
              </a:ext>
            </a:extLst>
          </p:cNvPr>
          <p:cNvSpPr/>
          <p:nvPr/>
        </p:nvSpPr>
        <p:spPr>
          <a:xfrm>
            <a:off x="17768161" y="439706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D58D63-9ED5-7435-8BB2-D136FC72CBBC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6839130" y="3792826"/>
            <a:ext cx="1649031" cy="6042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!!box3">
            <a:extLst>
              <a:ext uri="{FF2B5EF4-FFF2-40B4-BE49-F238E27FC236}">
                <a16:creationId xmlns:a16="http://schemas.microsoft.com/office/drawing/2014/main" id="{2F19C00E-FDB4-5005-FFEA-B571CEC61259}"/>
              </a:ext>
            </a:extLst>
          </p:cNvPr>
          <p:cNvSpPr/>
          <p:nvPr/>
        </p:nvSpPr>
        <p:spPr>
          <a:xfrm>
            <a:off x="12848349" y="7005735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200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DF5725D-86DF-50E8-1D70-4444493FA679}"/>
              </a:ext>
            </a:extLst>
          </p:cNvPr>
          <p:cNvSpPr/>
          <p:nvPr/>
        </p:nvSpPr>
        <p:spPr>
          <a:xfrm>
            <a:off x="16631583" y="65487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D1A768-90FB-637C-C39C-316BB2623A99}"/>
              </a:ext>
            </a:extLst>
          </p:cNvPr>
          <p:cNvCxnSpPr>
            <a:cxnSpLocks/>
          </p:cNvCxnSpPr>
          <p:nvPr/>
        </p:nvCxnSpPr>
        <p:spPr>
          <a:xfrm>
            <a:off x="15432492" y="7242319"/>
            <a:ext cx="1019580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!!box4">
            <a:extLst>
              <a:ext uri="{FF2B5EF4-FFF2-40B4-BE49-F238E27FC236}">
                <a16:creationId xmlns:a16="http://schemas.microsoft.com/office/drawing/2014/main" id="{61F236C3-F400-4363-AEE6-96C9F5DEC3D4}"/>
              </a:ext>
            </a:extLst>
          </p:cNvPr>
          <p:cNvSpPr/>
          <p:nvPr/>
        </p:nvSpPr>
        <p:spPr>
          <a:xfrm>
            <a:off x="18364171" y="284130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8606C4-BF89-688E-333E-93A38E52960F}"/>
              </a:ext>
            </a:extLst>
          </p:cNvPr>
          <p:cNvCxnSpPr>
            <a:cxnSpLocks/>
          </p:cNvCxnSpPr>
          <p:nvPr/>
        </p:nvCxnSpPr>
        <p:spPr>
          <a:xfrm flipH="1">
            <a:off x="18828327" y="3652675"/>
            <a:ext cx="379834" cy="655486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02ABBF-3671-E1B6-BEB4-145E42A68B8B}"/>
              </a:ext>
            </a:extLst>
          </p:cNvPr>
          <p:cNvCxnSpPr>
            <a:cxnSpLocks/>
            <a:stCxn id="12" idx="0"/>
            <a:endCxn id="2" idx="4"/>
          </p:cNvCxnSpPr>
          <p:nvPr/>
        </p:nvCxnSpPr>
        <p:spPr>
          <a:xfrm flipV="1">
            <a:off x="17351583" y="5709864"/>
            <a:ext cx="1136578" cy="838911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28017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9DE0-39CE-E98D-7D5B-E87854DE8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box">
            <a:extLst>
              <a:ext uri="{FF2B5EF4-FFF2-40B4-BE49-F238E27FC236}">
                <a16:creationId xmlns:a16="http://schemas.microsoft.com/office/drawing/2014/main" id="{EFFEC9C3-0CA2-EE98-C7E6-8D082F48897F}"/>
              </a:ext>
            </a:extLst>
          </p:cNvPr>
          <p:cNvSpPr/>
          <p:nvPr/>
        </p:nvSpPr>
        <p:spPr>
          <a:xfrm>
            <a:off x="-12806673" y="723434"/>
            <a:ext cx="8819773" cy="124850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stdio.h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#include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IN" sz="2800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stdlib.h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 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(2);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(9);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(5);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  <a:b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!!box">
            <a:extLst>
              <a:ext uri="{FF2B5EF4-FFF2-40B4-BE49-F238E27FC236}">
                <a16:creationId xmlns:a16="http://schemas.microsoft.com/office/drawing/2014/main" id="{D3822950-AA84-B64C-C6D7-19AF5EC41633}"/>
              </a:ext>
            </a:extLst>
          </p:cNvPr>
          <p:cNvSpPr/>
          <p:nvPr/>
        </p:nvSpPr>
        <p:spPr>
          <a:xfrm>
            <a:off x="901483" y="993703"/>
            <a:ext cx="8169265" cy="11578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insert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*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&gt;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break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C54A9EB-8846-0DF2-173D-D3125ADD55A3}"/>
              </a:ext>
            </a:extLst>
          </p:cNvPr>
          <p:cNvSpPr/>
          <p:nvPr/>
        </p:nvSpPr>
        <p:spPr>
          <a:xfrm>
            <a:off x="11089532" y="1349616"/>
            <a:ext cx="1185754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862C457-E347-F8C6-0B8E-26022A4F0836}"/>
              </a:ext>
            </a:extLst>
          </p:cNvPr>
          <p:cNvSpPr/>
          <p:nvPr/>
        </p:nvSpPr>
        <p:spPr>
          <a:xfrm>
            <a:off x="11089532" y="3233540"/>
            <a:ext cx="11857542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O(h)</a:t>
            </a:r>
          </a:p>
        </p:txBody>
      </p:sp>
    </p:spTree>
    <p:extLst>
      <p:ext uri="{BB962C8B-B14F-4D97-AF65-F5344CB8AC3E}">
        <p14:creationId xmlns:p14="http://schemas.microsoft.com/office/powerpoint/2010/main" val="827015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61C52B-BD4C-D7BA-324B-36C92404ED4C}"/>
              </a:ext>
            </a:extLst>
          </p:cNvPr>
          <p:cNvSpPr/>
          <p:nvPr/>
        </p:nvSpPr>
        <p:spPr>
          <a:xfrm>
            <a:off x="639258" y="244139"/>
            <a:ext cx="2310548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 an element in the BST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 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search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element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that returns 1 if element is in the BST, else return 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Its structure is same as the insert function, but it is way simpler</a:t>
            </a:r>
          </a:p>
        </p:txBody>
      </p:sp>
    </p:spTree>
    <p:extLst>
      <p:ext uri="{BB962C8B-B14F-4D97-AF65-F5344CB8AC3E}">
        <p14:creationId xmlns:p14="http://schemas.microsoft.com/office/powerpoint/2010/main" val="3648908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F59E1-AD87-1ADB-79A6-C270FC9CD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box">
            <a:extLst>
              <a:ext uri="{FF2B5EF4-FFF2-40B4-BE49-F238E27FC236}">
                <a16:creationId xmlns:a16="http://schemas.microsoft.com/office/drawing/2014/main" id="{FB24A5BE-1DFC-A58A-4D8C-771018C2E1DA}"/>
              </a:ext>
            </a:extLst>
          </p:cNvPr>
          <p:cNvSpPr/>
          <p:nvPr/>
        </p:nvSpPr>
        <p:spPr>
          <a:xfrm>
            <a:off x="8107367" y="5175344"/>
            <a:ext cx="8169265" cy="484671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search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1;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0;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1DE5726-C060-E7F3-CCEE-A2AA5A93D628}"/>
              </a:ext>
            </a:extLst>
          </p:cNvPr>
          <p:cNvSpPr/>
          <p:nvPr/>
        </p:nvSpPr>
        <p:spPr>
          <a:xfrm>
            <a:off x="639258" y="244139"/>
            <a:ext cx="2310548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 an element in the BST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 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search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element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that returns 1 if element is in the BST, else return 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Its structure is same as the insert function, but it is way simpler</a:t>
            </a:r>
          </a:p>
        </p:txBody>
      </p:sp>
    </p:spTree>
    <p:extLst>
      <p:ext uri="{BB962C8B-B14F-4D97-AF65-F5344CB8AC3E}">
        <p14:creationId xmlns:p14="http://schemas.microsoft.com/office/powerpoint/2010/main" val="369449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8F7DC18-7F70-D660-AC34-741ABC930016}"/>
              </a:ext>
            </a:extLst>
          </p:cNvPr>
          <p:cNvSpPr/>
          <p:nvPr/>
        </p:nvSpPr>
        <p:spPr>
          <a:xfrm>
            <a:off x="639258" y="594448"/>
            <a:ext cx="23105484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an element from the BST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This is the hardest part in a binary search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To delete an element, we need to find it first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Our search algorithm just does that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Once you have found the node that contains our element, how would you delete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Let us look at some examples</a:t>
            </a:r>
          </a:p>
        </p:txBody>
      </p:sp>
    </p:spTree>
    <p:extLst>
      <p:ext uri="{BB962C8B-B14F-4D97-AF65-F5344CB8AC3E}">
        <p14:creationId xmlns:p14="http://schemas.microsoft.com/office/powerpoint/2010/main" val="877025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541A97-0F50-7657-E823-5AB418F71E34}"/>
              </a:ext>
            </a:extLst>
          </p:cNvPr>
          <p:cNvSpPr/>
          <p:nvPr/>
        </p:nvSpPr>
        <p:spPr>
          <a:xfrm>
            <a:off x="11165554" y="4199915"/>
            <a:ext cx="12383518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a leaf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Suppose we have to delete 5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No issues. Delete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left child of 9 is then set to NULL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11CFD3-1C88-8A2B-3EF5-EFA2D715CE8F}"/>
              </a:ext>
            </a:extLst>
          </p:cNvPr>
          <p:cNvSpPr/>
          <p:nvPr/>
        </p:nvSpPr>
        <p:spPr>
          <a:xfrm>
            <a:off x="1008396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21D88D-E911-E8E6-6370-751F537588A4}"/>
              </a:ext>
            </a:extLst>
          </p:cNvPr>
          <p:cNvSpPr/>
          <p:nvPr/>
        </p:nvSpPr>
        <p:spPr>
          <a:xfrm>
            <a:off x="3984334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B188DC-4F05-E744-8768-148414F31C6A}"/>
              </a:ext>
            </a:extLst>
          </p:cNvPr>
          <p:cNvSpPr/>
          <p:nvPr/>
        </p:nvSpPr>
        <p:spPr>
          <a:xfrm>
            <a:off x="7195066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4F7BE7-E066-2DE4-FBCA-4A71EA0DD663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728396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75A253-F00F-87FA-C494-128BAEE0AAF0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4704334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4EE3967-79AB-E9B0-F183-8144B4EE6203}"/>
              </a:ext>
            </a:extLst>
          </p:cNvPr>
          <p:cNvSpPr/>
          <p:nvPr/>
        </p:nvSpPr>
        <p:spPr>
          <a:xfrm>
            <a:off x="5804932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7268981-4C71-6F17-BE4E-1B13B678C1A0}"/>
              </a:ext>
            </a:extLst>
          </p:cNvPr>
          <p:cNvCxnSpPr>
            <a:cxnSpLocks/>
            <a:stCxn id="12" idx="4"/>
            <a:endCxn id="15" idx="0"/>
          </p:cNvCxnSpPr>
          <p:nvPr/>
        </p:nvCxnSpPr>
        <p:spPr>
          <a:xfrm flipH="1">
            <a:off x="6524932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D361F61-8A07-1AE7-D91C-A8EF83B68942}"/>
              </a:ext>
            </a:extLst>
          </p:cNvPr>
          <p:cNvSpPr/>
          <p:nvPr/>
        </p:nvSpPr>
        <p:spPr>
          <a:xfrm>
            <a:off x="11165554" y="9359740"/>
            <a:ext cx="12383518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Observation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need to keep track of the parent of the deleted node</a:t>
            </a:r>
          </a:p>
        </p:txBody>
      </p:sp>
    </p:spTree>
    <p:extLst>
      <p:ext uri="{BB962C8B-B14F-4D97-AF65-F5344CB8AC3E}">
        <p14:creationId xmlns:p14="http://schemas.microsoft.com/office/powerpoint/2010/main" val="2967383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EAD1-D464-2D09-292A-75DC3562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E6DC645-6B65-D61B-4928-F1B63BB5EBFA}"/>
              </a:ext>
            </a:extLst>
          </p:cNvPr>
          <p:cNvSpPr/>
          <p:nvPr/>
        </p:nvSpPr>
        <p:spPr>
          <a:xfrm>
            <a:off x="11165554" y="4199915"/>
            <a:ext cx="12383518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a leaf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Suppose we have to delete 5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No issues. Delete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left child of 9 is then set to NULL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149393D-7C24-B725-8855-7CE566A1C691}"/>
              </a:ext>
            </a:extLst>
          </p:cNvPr>
          <p:cNvSpPr/>
          <p:nvPr/>
        </p:nvSpPr>
        <p:spPr>
          <a:xfrm>
            <a:off x="1008396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13F8193-AF60-F37A-ACCB-714694AA8698}"/>
              </a:ext>
            </a:extLst>
          </p:cNvPr>
          <p:cNvSpPr/>
          <p:nvPr/>
        </p:nvSpPr>
        <p:spPr>
          <a:xfrm>
            <a:off x="3984334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55BE88-CEFA-EC14-C485-549E8CC35434}"/>
              </a:ext>
            </a:extLst>
          </p:cNvPr>
          <p:cNvSpPr/>
          <p:nvPr/>
        </p:nvSpPr>
        <p:spPr>
          <a:xfrm>
            <a:off x="7195066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C1E974-8F13-E227-15A9-7A88C3032410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728396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768CCF-0692-AEC4-69EF-FB0013159D1B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4704334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D31656D5-EBA3-1C8F-2E00-DAEDA67B27C0}"/>
              </a:ext>
            </a:extLst>
          </p:cNvPr>
          <p:cNvSpPr/>
          <p:nvPr/>
        </p:nvSpPr>
        <p:spPr>
          <a:xfrm>
            <a:off x="3141734" y="1686621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4A0D33-0C82-BBA0-7161-BFB94AA3E390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3861734" y="16136983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9AABBE-8343-A856-BD02-9A6572545777}"/>
              </a:ext>
            </a:extLst>
          </p:cNvPr>
          <p:cNvSpPr/>
          <p:nvPr/>
        </p:nvSpPr>
        <p:spPr>
          <a:xfrm>
            <a:off x="11165554" y="9359740"/>
            <a:ext cx="12383518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Observation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need to keep track of the parent of the deleted node</a:t>
            </a:r>
          </a:p>
        </p:txBody>
      </p:sp>
    </p:spTree>
    <p:extLst>
      <p:ext uri="{BB962C8B-B14F-4D97-AF65-F5344CB8AC3E}">
        <p14:creationId xmlns:p14="http://schemas.microsoft.com/office/powerpoint/2010/main" val="2112041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AEBC-5BEA-44B1-BC22-FF39C503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0AA490-85F8-B65B-1EF8-D5A3E93CAD90}"/>
              </a:ext>
            </a:extLst>
          </p:cNvPr>
          <p:cNvSpPr/>
          <p:nvPr/>
        </p:nvSpPr>
        <p:spPr>
          <a:xfrm>
            <a:off x="11165554" y="3740215"/>
            <a:ext cx="12383518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a node that has only one child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Suppose we have to delete 9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No issues. Delete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right child of 4 is then set to the node 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178CD1-07C5-32AA-D535-57D3A8FC756F}"/>
              </a:ext>
            </a:extLst>
          </p:cNvPr>
          <p:cNvSpPr/>
          <p:nvPr/>
        </p:nvSpPr>
        <p:spPr>
          <a:xfrm>
            <a:off x="1008396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DFFAE80-EBF0-65A3-229C-DCF18BE67EA3}"/>
              </a:ext>
            </a:extLst>
          </p:cNvPr>
          <p:cNvSpPr/>
          <p:nvPr/>
        </p:nvSpPr>
        <p:spPr>
          <a:xfrm>
            <a:off x="3984334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D5522A-7747-15DE-BB61-776472858351}"/>
              </a:ext>
            </a:extLst>
          </p:cNvPr>
          <p:cNvSpPr/>
          <p:nvPr/>
        </p:nvSpPr>
        <p:spPr>
          <a:xfrm>
            <a:off x="7195066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9E0F18-3A17-1A5A-F6ED-2B510C8DEF94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728396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0ECB16-11C9-CA14-4CA9-CDA89C3D3B10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4704334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99210B5-6199-DFEE-846F-DE2F6482848B}"/>
              </a:ext>
            </a:extLst>
          </p:cNvPr>
          <p:cNvSpPr/>
          <p:nvPr/>
        </p:nvSpPr>
        <p:spPr>
          <a:xfrm>
            <a:off x="5804932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993851E-B742-ADB4-6C4A-AC5E2B07C68F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6524932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511404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771F-424D-2DBB-370C-01B3B057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78E5871-DD79-DE77-9C2C-C1BF23BB78A0}"/>
              </a:ext>
            </a:extLst>
          </p:cNvPr>
          <p:cNvSpPr/>
          <p:nvPr/>
        </p:nvSpPr>
        <p:spPr>
          <a:xfrm>
            <a:off x="11165554" y="3740215"/>
            <a:ext cx="12383518" cy="47105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a node that has only one child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Suppose we have to delete 9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No issues. Delete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right child of 4 is then set to the node 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9F1CF1-8B4F-182C-4365-ACE6A1D349BE}"/>
              </a:ext>
            </a:extLst>
          </p:cNvPr>
          <p:cNvSpPr/>
          <p:nvPr/>
        </p:nvSpPr>
        <p:spPr>
          <a:xfrm>
            <a:off x="1008396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4F60158-092F-C7DD-FB85-DBFE1EA4C16F}"/>
              </a:ext>
            </a:extLst>
          </p:cNvPr>
          <p:cNvSpPr/>
          <p:nvPr/>
        </p:nvSpPr>
        <p:spPr>
          <a:xfrm>
            <a:off x="3984334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BC37F6-284E-0748-0771-CEC3C3983542}"/>
              </a:ext>
            </a:extLst>
          </p:cNvPr>
          <p:cNvSpPr/>
          <p:nvPr/>
        </p:nvSpPr>
        <p:spPr>
          <a:xfrm>
            <a:off x="6081514" y="142394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5B4C8-6048-D197-9D7C-57F3344161D3}"/>
              </a:ext>
            </a:extLst>
          </p:cNvPr>
          <p:cNvCxnSpPr>
            <a:cxnSpLocks/>
            <a:stCxn id="11" idx="4"/>
            <a:endCxn id="10" idx="0"/>
          </p:cNvCxnSpPr>
          <p:nvPr/>
        </p:nvCxnSpPr>
        <p:spPr>
          <a:xfrm flipH="1">
            <a:off x="1728396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74F676-A756-34D6-1F83-37918D65A2D3}"/>
              </a:ext>
            </a:extLst>
          </p:cNvPr>
          <p:cNvCxnSpPr>
            <a:cxnSpLocks/>
            <a:stCxn id="11" idx="4"/>
            <a:endCxn id="17" idx="0"/>
          </p:cNvCxnSpPr>
          <p:nvPr/>
        </p:nvCxnSpPr>
        <p:spPr>
          <a:xfrm>
            <a:off x="4704334" y="4902150"/>
            <a:ext cx="2870610" cy="83467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5423DA0F-8B18-FB85-1F0A-11253E7A2142}"/>
              </a:ext>
            </a:extLst>
          </p:cNvPr>
          <p:cNvSpPr/>
          <p:nvPr/>
        </p:nvSpPr>
        <p:spPr>
          <a:xfrm>
            <a:off x="6854944" y="57368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DCC583C-A0F9-45C7-1A20-2020AA606B2B}"/>
              </a:ext>
            </a:extLst>
          </p:cNvPr>
          <p:cNvCxnSpPr>
            <a:cxnSpLocks/>
          </p:cNvCxnSpPr>
          <p:nvPr/>
        </p:nvCxnSpPr>
        <p:spPr>
          <a:xfrm flipH="1">
            <a:off x="5411380" y="15552272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555175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546EC85-6E73-740A-E04D-D4DC5CFF1C35}"/>
              </a:ext>
            </a:extLst>
          </p:cNvPr>
          <p:cNvSpPr/>
          <p:nvPr/>
        </p:nvSpPr>
        <p:spPr>
          <a:xfrm>
            <a:off x="786173" y="884028"/>
            <a:ext cx="22811653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Deleting a leaf – no problem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Deleting a node with no left child – no problem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Deleting a node with no right child – no problem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E4D9930-A433-00E4-4CE1-99236B42815E}"/>
              </a:ext>
            </a:extLst>
          </p:cNvPr>
          <p:cNvSpPr/>
          <p:nvPr/>
        </p:nvSpPr>
        <p:spPr>
          <a:xfrm>
            <a:off x="786172" y="6245108"/>
            <a:ext cx="22811653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hardest case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deleted node has a left and a right child</a:t>
            </a:r>
          </a:p>
        </p:txBody>
      </p:sp>
    </p:spTree>
    <p:extLst>
      <p:ext uri="{BB962C8B-B14F-4D97-AF65-F5344CB8AC3E}">
        <p14:creationId xmlns:p14="http://schemas.microsoft.com/office/powerpoint/2010/main" val="1266606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E1BEEE-D37E-F4CE-AD90-3F8BA3CC024B}"/>
              </a:ext>
            </a:extLst>
          </p:cNvPr>
          <p:cNvSpPr/>
          <p:nvPr/>
        </p:nvSpPr>
        <p:spPr>
          <a:xfrm>
            <a:off x="1404964" y="35031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D49164-AB2F-ABB9-0C57-7F1B1F17A142}"/>
              </a:ext>
            </a:extLst>
          </p:cNvPr>
          <p:cNvSpPr/>
          <p:nvPr/>
        </p:nvSpPr>
        <p:spPr>
          <a:xfrm>
            <a:off x="4380902" y="15473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CC15CA5-7A0D-4D80-13CD-0F63F7AEB76E}"/>
              </a:ext>
            </a:extLst>
          </p:cNvPr>
          <p:cNvSpPr/>
          <p:nvPr/>
        </p:nvSpPr>
        <p:spPr>
          <a:xfrm>
            <a:off x="7591634" y="35031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C67D6A-4D3C-12BF-A974-FEF666904F64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2124964" y="2860111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ADEE9B0-A389-164F-226B-9C72A2F60C50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5100902" y="2860111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72A446A-F86E-1774-3277-D26BFA54FADC}"/>
              </a:ext>
            </a:extLst>
          </p:cNvPr>
          <p:cNvSpPr/>
          <p:nvPr/>
        </p:nvSpPr>
        <p:spPr>
          <a:xfrm>
            <a:off x="62015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C503D3-4CA8-FA41-28A8-C77B3E5D87E6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6921500" y="4815961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FF2CBE7-5502-1BEF-4DC2-DB1391BB5A19}"/>
              </a:ext>
            </a:extLst>
          </p:cNvPr>
          <p:cNvSpPr/>
          <p:nvPr/>
        </p:nvSpPr>
        <p:spPr>
          <a:xfrm>
            <a:off x="9031634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8B1002-616D-550B-85BD-FC72F3B5F2A6}"/>
              </a:ext>
            </a:extLst>
          </p:cNvPr>
          <p:cNvSpPr/>
          <p:nvPr/>
        </p:nvSpPr>
        <p:spPr>
          <a:xfrm>
            <a:off x="5276978" y="780276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11D9F5-DD50-7A44-3378-06C9AA236BFF}"/>
              </a:ext>
            </a:extLst>
          </p:cNvPr>
          <p:cNvSpPr/>
          <p:nvPr/>
        </p:nvSpPr>
        <p:spPr>
          <a:xfrm>
            <a:off x="9751634" y="79154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5CC1F97-47EF-2400-E197-9C705E02BFA5}"/>
              </a:ext>
            </a:extLst>
          </p:cNvPr>
          <p:cNvSpPr/>
          <p:nvPr/>
        </p:nvSpPr>
        <p:spPr>
          <a:xfrm>
            <a:off x="2723232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4270AF-317F-5FD7-F180-D72C4345D823}"/>
              </a:ext>
            </a:extLst>
          </p:cNvPr>
          <p:cNvCxnSpPr>
            <a:cxnSpLocks/>
            <a:stCxn id="2" idx="4"/>
            <a:endCxn id="12" idx="0"/>
          </p:cNvCxnSpPr>
          <p:nvPr/>
        </p:nvCxnSpPr>
        <p:spPr>
          <a:xfrm>
            <a:off x="2124964" y="4815961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D0EE9FA-3F7B-34CD-576B-4998C49BA6CA}"/>
              </a:ext>
            </a:extLst>
          </p:cNvPr>
          <p:cNvSpPr/>
          <p:nvPr/>
        </p:nvSpPr>
        <p:spPr>
          <a:xfrm>
            <a:off x="11318826" y="102856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9BB662-8100-A408-D828-2E2BD2DED47D}"/>
              </a:ext>
            </a:extLst>
          </p:cNvPr>
          <p:cNvSpPr/>
          <p:nvPr/>
        </p:nvSpPr>
        <p:spPr>
          <a:xfrm>
            <a:off x="8133562" y="100407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1F4A1DF-0058-BFBF-30AB-34B332A81885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>
            <a:off x="8311634" y="4815961"/>
            <a:ext cx="144000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DCD726-716E-65EC-B48D-59BD8439D2FD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5996978" y="6858000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127E90A-4DAD-8466-D424-C3A1459F3C06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9751634" y="6858000"/>
            <a:ext cx="72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5018860-F543-BC9F-180F-660325BE6DB1}"/>
              </a:ext>
            </a:extLst>
          </p:cNvPr>
          <p:cNvCxnSpPr>
            <a:cxnSpLocks/>
            <a:stCxn id="11" idx="4"/>
            <a:endCxn id="17" idx="0"/>
          </p:cNvCxnSpPr>
          <p:nvPr/>
        </p:nvCxnSpPr>
        <p:spPr>
          <a:xfrm flipH="1">
            <a:off x="8853562" y="9228238"/>
            <a:ext cx="1618072" cy="81250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8242EE6-D6BE-352C-ED3D-7159EA4BA717}"/>
              </a:ext>
            </a:extLst>
          </p:cNvPr>
          <p:cNvCxnSpPr>
            <a:cxnSpLocks/>
            <a:stCxn id="11" idx="4"/>
            <a:endCxn id="16" idx="0"/>
          </p:cNvCxnSpPr>
          <p:nvPr/>
        </p:nvCxnSpPr>
        <p:spPr>
          <a:xfrm>
            <a:off x="10471634" y="9228238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C586790-51AD-FD55-C4F3-72765ACC26FB}"/>
              </a:ext>
            </a:extLst>
          </p:cNvPr>
          <p:cNvSpPr/>
          <p:nvPr/>
        </p:nvSpPr>
        <p:spPr>
          <a:xfrm>
            <a:off x="12460036" y="3384936"/>
            <a:ext cx="1113779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the node 10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how?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DDE6677-ABEB-66ED-E39A-9BE490588775}"/>
              </a:ext>
            </a:extLst>
          </p:cNvPr>
          <p:cNvSpPr/>
          <p:nvPr/>
        </p:nvSpPr>
        <p:spPr>
          <a:xfrm>
            <a:off x="12460036" y="5780537"/>
            <a:ext cx="1113779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Replace by 13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13 does not have a left child, so we can do this</a:t>
            </a:r>
          </a:p>
        </p:txBody>
      </p:sp>
    </p:spTree>
    <p:extLst>
      <p:ext uri="{BB962C8B-B14F-4D97-AF65-F5344CB8AC3E}">
        <p14:creationId xmlns:p14="http://schemas.microsoft.com/office/powerpoint/2010/main" val="1719317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EDE6D-1DE3-F867-3E20-8493E05D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1F6ED4B-F756-0531-7F9F-EF6A2BD2F440}"/>
              </a:ext>
            </a:extLst>
          </p:cNvPr>
          <p:cNvSpPr/>
          <p:nvPr/>
        </p:nvSpPr>
        <p:spPr>
          <a:xfrm>
            <a:off x="1404964" y="35031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8A94DF-8AEC-F16B-83BA-616A44FE3FBF}"/>
              </a:ext>
            </a:extLst>
          </p:cNvPr>
          <p:cNvSpPr/>
          <p:nvPr/>
        </p:nvSpPr>
        <p:spPr>
          <a:xfrm>
            <a:off x="4380902" y="15473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04A3C7-E912-E533-8BB3-62C4A6EC80E2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2124964" y="2860111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D9EC7D-3CF2-145E-2CAB-B5398D5E7627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5100902" y="2860111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816C208-6A87-84A5-B9FF-40CEC430312E}"/>
              </a:ext>
            </a:extLst>
          </p:cNvPr>
          <p:cNvSpPr/>
          <p:nvPr/>
        </p:nvSpPr>
        <p:spPr>
          <a:xfrm>
            <a:off x="62015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16EEC2-4E57-9F75-E19B-F0B5E3ED6E23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6921500" y="4815961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71A33A7-9810-1613-1296-C6456AE51D2C}"/>
              </a:ext>
            </a:extLst>
          </p:cNvPr>
          <p:cNvSpPr/>
          <p:nvPr/>
        </p:nvSpPr>
        <p:spPr>
          <a:xfrm>
            <a:off x="7900654" y="35031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14D928-E13F-EEAD-3BE6-B84C33C2FF27}"/>
              </a:ext>
            </a:extLst>
          </p:cNvPr>
          <p:cNvSpPr/>
          <p:nvPr/>
        </p:nvSpPr>
        <p:spPr>
          <a:xfrm>
            <a:off x="5276978" y="780276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3F2968-7CCF-8F25-68AC-782184ECF9D5}"/>
              </a:ext>
            </a:extLst>
          </p:cNvPr>
          <p:cNvSpPr/>
          <p:nvPr/>
        </p:nvSpPr>
        <p:spPr>
          <a:xfrm>
            <a:off x="8620654" y="587339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6B5ED0-6EB1-DACD-9748-E85D43D261B0}"/>
              </a:ext>
            </a:extLst>
          </p:cNvPr>
          <p:cNvSpPr/>
          <p:nvPr/>
        </p:nvSpPr>
        <p:spPr>
          <a:xfrm>
            <a:off x="2723232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8EC5A5-9AB9-0288-D508-680D43AF3F9A}"/>
              </a:ext>
            </a:extLst>
          </p:cNvPr>
          <p:cNvCxnSpPr>
            <a:cxnSpLocks/>
            <a:stCxn id="2" idx="4"/>
            <a:endCxn id="12" idx="0"/>
          </p:cNvCxnSpPr>
          <p:nvPr/>
        </p:nvCxnSpPr>
        <p:spPr>
          <a:xfrm>
            <a:off x="2124964" y="4815961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068B9C4-853E-52AA-C646-B4CDAF0EB637}"/>
              </a:ext>
            </a:extLst>
          </p:cNvPr>
          <p:cNvSpPr/>
          <p:nvPr/>
        </p:nvSpPr>
        <p:spPr>
          <a:xfrm>
            <a:off x="10187846" y="824363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A551C41-19AD-FCA8-15DC-07A3A2B60B11}"/>
              </a:ext>
            </a:extLst>
          </p:cNvPr>
          <p:cNvSpPr/>
          <p:nvPr/>
        </p:nvSpPr>
        <p:spPr>
          <a:xfrm>
            <a:off x="7002582" y="799870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949A30F-36AB-C090-EB6D-3082EB30E4AF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5996978" y="6858000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262002-862D-A5CD-3FD4-B5D2A663710A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8620654" y="4815961"/>
            <a:ext cx="72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4BEE1C2-0FF1-426D-A68E-CD856E7D8A84}"/>
              </a:ext>
            </a:extLst>
          </p:cNvPr>
          <p:cNvCxnSpPr>
            <a:cxnSpLocks/>
            <a:stCxn id="11" idx="4"/>
            <a:endCxn id="17" idx="0"/>
          </p:cNvCxnSpPr>
          <p:nvPr/>
        </p:nvCxnSpPr>
        <p:spPr>
          <a:xfrm flipH="1">
            <a:off x="7722582" y="7186199"/>
            <a:ext cx="1618072" cy="81250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01716EB-B9CD-71E1-884F-82AEF84B83E5}"/>
              </a:ext>
            </a:extLst>
          </p:cNvPr>
          <p:cNvCxnSpPr>
            <a:cxnSpLocks/>
            <a:stCxn id="11" idx="4"/>
            <a:endCxn id="16" idx="0"/>
          </p:cNvCxnSpPr>
          <p:nvPr/>
        </p:nvCxnSpPr>
        <p:spPr>
          <a:xfrm>
            <a:off x="9340654" y="7186199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7A3F7E0-28CA-D586-EB87-6E849A2AA3DF}"/>
              </a:ext>
            </a:extLst>
          </p:cNvPr>
          <p:cNvSpPr/>
          <p:nvPr/>
        </p:nvSpPr>
        <p:spPr>
          <a:xfrm>
            <a:off x="12460036" y="3384936"/>
            <a:ext cx="1113779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the node 10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how?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52C0847-BA69-5FFF-D641-87E175EC201F}"/>
              </a:ext>
            </a:extLst>
          </p:cNvPr>
          <p:cNvSpPr/>
          <p:nvPr/>
        </p:nvSpPr>
        <p:spPr>
          <a:xfrm>
            <a:off x="12460036" y="5780537"/>
            <a:ext cx="1113779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Replace by 13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13 does not have a left child, so we can do this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6B23B4A-A686-69B5-65CF-DD6BB324EF71}"/>
              </a:ext>
            </a:extLst>
          </p:cNvPr>
          <p:cNvSpPr/>
          <p:nvPr/>
        </p:nvSpPr>
        <p:spPr>
          <a:xfrm>
            <a:off x="12460036" y="9861695"/>
            <a:ext cx="1113779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what if 13 had a left child?</a:t>
            </a:r>
          </a:p>
        </p:txBody>
      </p:sp>
    </p:spTree>
    <p:extLst>
      <p:ext uri="{BB962C8B-B14F-4D97-AF65-F5344CB8AC3E}">
        <p14:creationId xmlns:p14="http://schemas.microsoft.com/office/powerpoint/2010/main" val="2484159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CBFB5-4258-D5C8-2AC6-E7303674F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2BF5C75-901A-9816-A0B4-3AC4BF22651D}"/>
              </a:ext>
            </a:extLst>
          </p:cNvPr>
          <p:cNvSpPr/>
          <p:nvPr/>
        </p:nvSpPr>
        <p:spPr>
          <a:xfrm>
            <a:off x="237645" y="35031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DA66127-6AFC-CD74-4859-EB6A533C1A0E}"/>
              </a:ext>
            </a:extLst>
          </p:cNvPr>
          <p:cNvSpPr/>
          <p:nvPr/>
        </p:nvSpPr>
        <p:spPr>
          <a:xfrm>
            <a:off x="3213583" y="15473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56E3D3-2DBB-643E-D549-2C73A63544F2}"/>
              </a:ext>
            </a:extLst>
          </p:cNvPr>
          <p:cNvSpPr/>
          <p:nvPr/>
        </p:nvSpPr>
        <p:spPr>
          <a:xfrm>
            <a:off x="6424315" y="35031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9626DF-D739-D19B-3E1B-1703D7BE281E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57645" y="2860111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9F2399-AD7B-E827-F746-D2D15268A7B3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3933583" y="2860111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8F81E43-C57A-BC91-FD46-09B46F9CF2F3}"/>
              </a:ext>
            </a:extLst>
          </p:cNvPr>
          <p:cNvSpPr/>
          <p:nvPr/>
        </p:nvSpPr>
        <p:spPr>
          <a:xfrm>
            <a:off x="5034181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15DCF6-4852-9187-8CC6-919717654C38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5754181" y="4815961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B8F59604-2C9B-94CB-6B0C-1FEABF291B9D}"/>
              </a:ext>
            </a:extLst>
          </p:cNvPr>
          <p:cNvSpPr/>
          <p:nvPr/>
        </p:nvSpPr>
        <p:spPr>
          <a:xfrm>
            <a:off x="7864315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98CAD7-70DD-7E8E-DD65-DDE66C8CA41E}"/>
              </a:ext>
            </a:extLst>
          </p:cNvPr>
          <p:cNvSpPr/>
          <p:nvPr/>
        </p:nvSpPr>
        <p:spPr>
          <a:xfrm>
            <a:off x="4109659" y="780276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FFBC39-3189-9717-C841-93D26CC5D8CF}"/>
              </a:ext>
            </a:extLst>
          </p:cNvPr>
          <p:cNvSpPr/>
          <p:nvPr/>
        </p:nvSpPr>
        <p:spPr>
          <a:xfrm>
            <a:off x="10133901" y="77455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8B1E7A-A9D9-1BE9-5B2B-79B72B0E1FFC}"/>
              </a:ext>
            </a:extLst>
          </p:cNvPr>
          <p:cNvSpPr/>
          <p:nvPr/>
        </p:nvSpPr>
        <p:spPr>
          <a:xfrm>
            <a:off x="1555913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15E29D-DE0A-1D89-BE41-E5516ABF5229}"/>
              </a:ext>
            </a:extLst>
          </p:cNvPr>
          <p:cNvCxnSpPr>
            <a:cxnSpLocks/>
            <a:stCxn id="2" idx="4"/>
            <a:endCxn id="12" idx="0"/>
          </p:cNvCxnSpPr>
          <p:nvPr/>
        </p:nvCxnSpPr>
        <p:spPr>
          <a:xfrm>
            <a:off x="957645" y="4815961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66335CB-BA79-7F4C-D469-D9EC1274D494}"/>
              </a:ext>
            </a:extLst>
          </p:cNvPr>
          <p:cNvSpPr/>
          <p:nvPr/>
        </p:nvSpPr>
        <p:spPr>
          <a:xfrm>
            <a:off x="11701093" y="1011581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F3C84C4-F1C8-44AF-C799-DC8659067882}"/>
              </a:ext>
            </a:extLst>
          </p:cNvPr>
          <p:cNvSpPr/>
          <p:nvPr/>
        </p:nvSpPr>
        <p:spPr>
          <a:xfrm>
            <a:off x="8693901" y="1011581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DD148C3-B593-0732-68CD-E725794392BD}"/>
              </a:ext>
            </a:extLst>
          </p:cNvPr>
          <p:cNvCxnSpPr>
            <a:cxnSpLocks/>
            <a:stCxn id="4" idx="4"/>
            <a:endCxn id="9" idx="0"/>
          </p:cNvCxnSpPr>
          <p:nvPr/>
        </p:nvCxnSpPr>
        <p:spPr>
          <a:xfrm>
            <a:off x="7144315" y="4815961"/>
            <a:ext cx="144000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4B45678-2D19-49FE-20A0-CDB16E9C5244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 flipH="1">
            <a:off x="4829659" y="6858000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79AF2D-99C5-D8B2-7E04-8E6B2431B9D2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8584315" y="6858000"/>
            <a:ext cx="226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000185F-1A4D-9F23-515F-1E8F7EC95B01}"/>
              </a:ext>
            </a:extLst>
          </p:cNvPr>
          <p:cNvCxnSpPr>
            <a:cxnSpLocks/>
            <a:stCxn id="11" idx="4"/>
            <a:endCxn id="17" idx="0"/>
          </p:cNvCxnSpPr>
          <p:nvPr/>
        </p:nvCxnSpPr>
        <p:spPr>
          <a:xfrm flipH="1">
            <a:off x="9413901" y="9058382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2947DD1-09A8-ACE4-0F39-BCEC5276C7A4}"/>
              </a:ext>
            </a:extLst>
          </p:cNvPr>
          <p:cNvCxnSpPr>
            <a:cxnSpLocks/>
            <a:stCxn id="11" idx="4"/>
            <a:endCxn id="16" idx="0"/>
          </p:cNvCxnSpPr>
          <p:nvPr/>
        </p:nvCxnSpPr>
        <p:spPr>
          <a:xfrm>
            <a:off x="10853901" y="9058382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57A090B-F1F7-B938-09ED-0F2303FFDB7B}"/>
              </a:ext>
            </a:extLst>
          </p:cNvPr>
          <p:cNvSpPr/>
          <p:nvPr/>
        </p:nvSpPr>
        <p:spPr>
          <a:xfrm>
            <a:off x="12434636" y="889139"/>
            <a:ext cx="1113779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the node 10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Now how will you delete 10?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AB985FD-FF13-45AF-3265-A187C13F7318}"/>
              </a:ext>
            </a:extLst>
          </p:cNvPr>
          <p:cNvSpPr/>
          <p:nvPr/>
        </p:nvSpPr>
        <p:spPr>
          <a:xfrm>
            <a:off x="6514021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D5F7AC-65A2-DDFE-C273-2D5DBFB8554C}"/>
              </a:ext>
            </a:extLst>
          </p:cNvPr>
          <p:cNvCxnSpPr>
            <a:cxnSpLocks/>
            <a:stCxn id="9" idx="4"/>
            <a:endCxn id="19" idx="0"/>
          </p:cNvCxnSpPr>
          <p:nvPr/>
        </p:nvCxnSpPr>
        <p:spPr>
          <a:xfrm flipH="1">
            <a:off x="7234021" y="6858000"/>
            <a:ext cx="135029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D15D0D42-A953-80FE-CD00-642828484903}"/>
              </a:ext>
            </a:extLst>
          </p:cNvPr>
          <p:cNvSpPr/>
          <p:nvPr/>
        </p:nvSpPr>
        <p:spPr>
          <a:xfrm>
            <a:off x="7186171" y="1011581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C086C3C-C068-A983-C978-B9F5EA2A3A39}"/>
              </a:ext>
            </a:extLst>
          </p:cNvPr>
          <p:cNvCxnSpPr>
            <a:cxnSpLocks/>
            <a:stCxn id="19" idx="4"/>
            <a:endCxn id="33" idx="0"/>
          </p:cNvCxnSpPr>
          <p:nvPr/>
        </p:nvCxnSpPr>
        <p:spPr>
          <a:xfrm>
            <a:off x="7234021" y="8900039"/>
            <a:ext cx="672150" cy="121577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DB0C1D7-57D9-0B07-21E0-1E213D6FFB68}"/>
              </a:ext>
            </a:extLst>
          </p:cNvPr>
          <p:cNvSpPr/>
          <p:nvPr/>
        </p:nvSpPr>
        <p:spPr>
          <a:xfrm>
            <a:off x="12434636" y="3583344"/>
            <a:ext cx="11137790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smallest element in the right subtree of 10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An important property of this node is that it cannot contain a left child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this case, it is  11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Move 11 to 10’s place</a:t>
            </a:r>
          </a:p>
        </p:txBody>
      </p:sp>
    </p:spTree>
    <p:extLst>
      <p:ext uri="{BB962C8B-B14F-4D97-AF65-F5344CB8AC3E}">
        <p14:creationId xmlns:p14="http://schemas.microsoft.com/office/powerpoint/2010/main" val="4099229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5DBD9-B99A-9781-0BB4-871057A62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66C6D3E-DC94-B2DE-521A-260A8413A2AB}"/>
              </a:ext>
            </a:extLst>
          </p:cNvPr>
          <p:cNvSpPr/>
          <p:nvPr/>
        </p:nvSpPr>
        <p:spPr>
          <a:xfrm>
            <a:off x="12434636" y="889139"/>
            <a:ext cx="1113779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the node 10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Now how will you delete 10?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D0CA79-9751-0F28-2E9D-01609C24D960}"/>
              </a:ext>
            </a:extLst>
          </p:cNvPr>
          <p:cNvSpPr/>
          <p:nvPr/>
        </p:nvSpPr>
        <p:spPr>
          <a:xfrm>
            <a:off x="3213583" y="15473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EFDA31-B34F-5E24-3C95-A50C99559F72}"/>
              </a:ext>
            </a:extLst>
          </p:cNvPr>
          <p:cNvSpPr/>
          <p:nvPr/>
        </p:nvSpPr>
        <p:spPr>
          <a:xfrm>
            <a:off x="6424315" y="35031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BE21D9-2E40-A279-7CE4-16EC3662AD11}"/>
              </a:ext>
            </a:extLst>
          </p:cNvPr>
          <p:cNvCxnSpPr>
            <a:cxnSpLocks/>
            <a:stCxn id="22" idx="4"/>
          </p:cNvCxnSpPr>
          <p:nvPr/>
        </p:nvCxnSpPr>
        <p:spPr>
          <a:xfrm flipH="1">
            <a:off x="957645" y="2860111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442BF18-1537-35E1-919B-6C95D2EB3622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3933583" y="2860111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49E061A6-836C-FD1D-1983-5B49231EDB1B}"/>
              </a:ext>
            </a:extLst>
          </p:cNvPr>
          <p:cNvSpPr/>
          <p:nvPr/>
        </p:nvSpPr>
        <p:spPr>
          <a:xfrm>
            <a:off x="5034181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DBD530D-3D2E-FED7-1A64-D22BE4BC323E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5754181" y="4815961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A595E8E-FC0B-CB24-EB98-586AB21E9F1C}"/>
              </a:ext>
            </a:extLst>
          </p:cNvPr>
          <p:cNvSpPr/>
          <p:nvPr/>
        </p:nvSpPr>
        <p:spPr>
          <a:xfrm>
            <a:off x="7864315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5CF8489-1C09-BA9A-503C-8E1A93AD02CB}"/>
              </a:ext>
            </a:extLst>
          </p:cNvPr>
          <p:cNvSpPr/>
          <p:nvPr/>
        </p:nvSpPr>
        <p:spPr>
          <a:xfrm>
            <a:off x="4109659" y="780276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6EA2997-6C80-B3A9-2BBE-72A887643495}"/>
              </a:ext>
            </a:extLst>
          </p:cNvPr>
          <p:cNvSpPr/>
          <p:nvPr/>
        </p:nvSpPr>
        <p:spPr>
          <a:xfrm>
            <a:off x="10133901" y="77455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CC56C9F-BBB8-F23A-4C2C-04CC10278F5A}"/>
              </a:ext>
            </a:extLst>
          </p:cNvPr>
          <p:cNvSpPr/>
          <p:nvPr/>
        </p:nvSpPr>
        <p:spPr>
          <a:xfrm>
            <a:off x="1555913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9223A3F-3DFF-C4D8-616E-C932BA4876B8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957645" y="4815961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E66427DC-66FE-9F6D-0717-E60E9AB6F801}"/>
              </a:ext>
            </a:extLst>
          </p:cNvPr>
          <p:cNvSpPr/>
          <p:nvPr/>
        </p:nvSpPr>
        <p:spPr>
          <a:xfrm>
            <a:off x="11701093" y="1011581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3253E88-5F6C-2BDC-E881-F16DB371FC76}"/>
              </a:ext>
            </a:extLst>
          </p:cNvPr>
          <p:cNvSpPr/>
          <p:nvPr/>
        </p:nvSpPr>
        <p:spPr>
          <a:xfrm>
            <a:off x="8693901" y="1011581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C26B083-C694-8E1F-77C3-F2A5F07F7841}"/>
              </a:ext>
            </a:extLst>
          </p:cNvPr>
          <p:cNvCxnSpPr>
            <a:cxnSpLocks/>
            <a:stCxn id="23" idx="4"/>
            <a:endCxn id="32" idx="0"/>
          </p:cNvCxnSpPr>
          <p:nvPr/>
        </p:nvCxnSpPr>
        <p:spPr>
          <a:xfrm>
            <a:off x="7144315" y="4815961"/>
            <a:ext cx="144000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132E977-FEF9-7FA8-FD65-4C6624A6909F}"/>
              </a:ext>
            </a:extLst>
          </p:cNvPr>
          <p:cNvCxnSpPr>
            <a:cxnSpLocks/>
            <a:stCxn id="29" idx="4"/>
            <a:endCxn id="33" idx="0"/>
          </p:cNvCxnSpPr>
          <p:nvPr/>
        </p:nvCxnSpPr>
        <p:spPr>
          <a:xfrm flipH="1">
            <a:off x="4829659" y="6858000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CB3D4B1-D414-76D3-8FDD-E8FD18E65D19}"/>
              </a:ext>
            </a:extLst>
          </p:cNvPr>
          <p:cNvCxnSpPr>
            <a:cxnSpLocks/>
            <a:stCxn id="32" idx="4"/>
            <a:endCxn id="34" idx="0"/>
          </p:cNvCxnSpPr>
          <p:nvPr/>
        </p:nvCxnSpPr>
        <p:spPr>
          <a:xfrm>
            <a:off x="8584315" y="6858000"/>
            <a:ext cx="226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221D1CB-D1DB-F7A7-9FA8-54B9925EB28A}"/>
              </a:ext>
            </a:extLst>
          </p:cNvPr>
          <p:cNvCxnSpPr>
            <a:cxnSpLocks/>
            <a:stCxn id="34" idx="4"/>
            <a:endCxn id="38" idx="0"/>
          </p:cNvCxnSpPr>
          <p:nvPr/>
        </p:nvCxnSpPr>
        <p:spPr>
          <a:xfrm flipH="1">
            <a:off x="9413901" y="9058382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577296B-5FED-7F09-8C0A-8EB38106019B}"/>
              </a:ext>
            </a:extLst>
          </p:cNvPr>
          <p:cNvCxnSpPr>
            <a:cxnSpLocks/>
            <a:stCxn id="34" idx="4"/>
            <a:endCxn id="37" idx="0"/>
          </p:cNvCxnSpPr>
          <p:nvPr/>
        </p:nvCxnSpPr>
        <p:spPr>
          <a:xfrm>
            <a:off x="10853901" y="9058382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D77C470-7807-67E7-2B1C-FFBF02DB5891}"/>
              </a:ext>
            </a:extLst>
          </p:cNvPr>
          <p:cNvSpPr/>
          <p:nvPr/>
        </p:nvSpPr>
        <p:spPr>
          <a:xfrm>
            <a:off x="7186171" y="1011581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9F33A2E-E7C4-595F-62BE-BDEB6D308091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7234021" y="8900039"/>
            <a:ext cx="672150" cy="121577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893B0299-139E-8293-AEB3-AF9CD8E96A26}"/>
              </a:ext>
            </a:extLst>
          </p:cNvPr>
          <p:cNvSpPr/>
          <p:nvPr/>
        </p:nvSpPr>
        <p:spPr>
          <a:xfrm>
            <a:off x="237645" y="35031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238AA9A1-AF63-51E9-7E68-9496F1BF89D9}"/>
              </a:ext>
            </a:extLst>
          </p:cNvPr>
          <p:cNvSpPr/>
          <p:nvPr/>
        </p:nvSpPr>
        <p:spPr>
          <a:xfrm>
            <a:off x="12434636" y="3583344"/>
            <a:ext cx="11137790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smallest element in the right subtree of 10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An important property of this node is that it cannot contain a left child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this case, it is  11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Move 11 to 10’s place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7C3C9EA-A16D-2BC7-BD41-FEBE1CE810E2}"/>
              </a:ext>
            </a:extLst>
          </p:cNvPr>
          <p:cNvSpPr/>
          <p:nvPr/>
        </p:nvSpPr>
        <p:spPr>
          <a:xfrm>
            <a:off x="12434636" y="10312517"/>
            <a:ext cx="1113779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what happens to the right child of 11?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Make it the left child of 13</a:t>
            </a:r>
          </a:p>
        </p:txBody>
      </p:sp>
    </p:spTree>
    <p:extLst>
      <p:ext uri="{BB962C8B-B14F-4D97-AF65-F5344CB8AC3E}">
        <p14:creationId xmlns:p14="http://schemas.microsoft.com/office/powerpoint/2010/main" val="3272301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6EA1D-1BAF-E314-F13C-3BF98B33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6FDBB73-ED54-483D-9FB5-73C0ADE89FBE}"/>
              </a:ext>
            </a:extLst>
          </p:cNvPr>
          <p:cNvSpPr/>
          <p:nvPr/>
        </p:nvSpPr>
        <p:spPr>
          <a:xfrm>
            <a:off x="12434636" y="889139"/>
            <a:ext cx="1113779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the node 10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Now how will you delete 10?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D9678B7-3F55-DC28-253C-23F8B9C90715}"/>
              </a:ext>
            </a:extLst>
          </p:cNvPr>
          <p:cNvSpPr/>
          <p:nvPr/>
        </p:nvSpPr>
        <p:spPr>
          <a:xfrm>
            <a:off x="3213583" y="15473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C8549EF-8A43-FC26-1D64-995EB798FFCA}"/>
              </a:ext>
            </a:extLst>
          </p:cNvPr>
          <p:cNvSpPr/>
          <p:nvPr/>
        </p:nvSpPr>
        <p:spPr>
          <a:xfrm>
            <a:off x="6424315" y="35031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D3D861-7B9F-DB07-C140-4F106977FA51}"/>
              </a:ext>
            </a:extLst>
          </p:cNvPr>
          <p:cNvCxnSpPr>
            <a:cxnSpLocks/>
            <a:stCxn id="22" idx="4"/>
          </p:cNvCxnSpPr>
          <p:nvPr/>
        </p:nvCxnSpPr>
        <p:spPr>
          <a:xfrm flipH="1">
            <a:off x="957645" y="2860111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2B8C15A-D528-5185-A5BF-9D92E3300AAC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3933583" y="2860111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98E04AEA-5CA0-4092-C5D5-2990FC1DBB85}"/>
              </a:ext>
            </a:extLst>
          </p:cNvPr>
          <p:cNvSpPr/>
          <p:nvPr/>
        </p:nvSpPr>
        <p:spPr>
          <a:xfrm>
            <a:off x="5034181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10441F-1F4F-6F8A-C8A1-03912E16A37B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5754181" y="4815961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33C4066-AC2E-FDFB-EC69-A3B49B08592F}"/>
              </a:ext>
            </a:extLst>
          </p:cNvPr>
          <p:cNvSpPr/>
          <p:nvPr/>
        </p:nvSpPr>
        <p:spPr>
          <a:xfrm>
            <a:off x="7864315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0922371-70FD-C2F9-FE9E-EFEF69B4FDBD}"/>
              </a:ext>
            </a:extLst>
          </p:cNvPr>
          <p:cNvSpPr/>
          <p:nvPr/>
        </p:nvSpPr>
        <p:spPr>
          <a:xfrm>
            <a:off x="4109659" y="780276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89E4FE7-1811-B69B-6EAA-85B00072D3BC}"/>
              </a:ext>
            </a:extLst>
          </p:cNvPr>
          <p:cNvSpPr/>
          <p:nvPr/>
        </p:nvSpPr>
        <p:spPr>
          <a:xfrm>
            <a:off x="10133901" y="774557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9AA627F-DB50-FA24-889D-697C2C8A0971}"/>
              </a:ext>
            </a:extLst>
          </p:cNvPr>
          <p:cNvSpPr/>
          <p:nvPr/>
        </p:nvSpPr>
        <p:spPr>
          <a:xfrm>
            <a:off x="1555913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AFE195-FA84-C388-5C11-677C73F2D916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957645" y="4815961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5623C62-BDE7-8A7D-2DB4-3938241C16C4}"/>
              </a:ext>
            </a:extLst>
          </p:cNvPr>
          <p:cNvSpPr/>
          <p:nvPr/>
        </p:nvSpPr>
        <p:spPr>
          <a:xfrm>
            <a:off x="11701093" y="1011581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3FDAD79-D8DD-4DA0-C42F-97C73ACBCD3B}"/>
              </a:ext>
            </a:extLst>
          </p:cNvPr>
          <p:cNvSpPr/>
          <p:nvPr/>
        </p:nvSpPr>
        <p:spPr>
          <a:xfrm>
            <a:off x="8693901" y="1011581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14A441A-21CA-C8B1-AB8F-38244730BC8F}"/>
              </a:ext>
            </a:extLst>
          </p:cNvPr>
          <p:cNvCxnSpPr>
            <a:cxnSpLocks/>
            <a:stCxn id="23" idx="4"/>
            <a:endCxn id="32" idx="0"/>
          </p:cNvCxnSpPr>
          <p:nvPr/>
        </p:nvCxnSpPr>
        <p:spPr>
          <a:xfrm>
            <a:off x="7144315" y="4815961"/>
            <a:ext cx="144000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6161670-8FC3-61A5-1AFE-6925404CFEA5}"/>
              </a:ext>
            </a:extLst>
          </p:cNvPr>
          <p:cNvCxnSpPr>
            <a:cxnSpLocks/>
            <a:stCxn id="29" idx="4"/>
            <a:endCxn id="33" idx="0"/>
          </p:cNvCxnSpPr>
          <p:nvPr/>
        </p:nvCxnSpPr>
        <p:spPr>
          <a:xfrm flipH="1">
            <a:off x="4829659" y="6858000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75FBB7A-4B99-31B3-6930-B1A1E42F9FDE}"/>
              </a:ext>
            </a:extLst>
          </p:cNvPr>
          <p:cNvCxnSpPr>
            <a:cxnSpLocks/>
            <a:stCxn id="32" idx="4"/>
            <a:endCxn id="34" idx="0"/>
          </p:cNvCxnSpPr>
          <p:nvPr/>
        </p:nvCxnSpPr>
        <p:spPr>
          <a:xfrm>
            <a:off x="8584315" y="6858000"/>
            <a:ext cx="226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0C077AB-6235-1885-C59D-220AD45BF652}"/>
              </a:ext>
            </a:extLst>
          </p:cNvPr>
          <p:cNvCxnSpPr>
            <a:cxnSpLocks/>
            <a:stCxn id="34" idx="4"/>
            <a:endCxn id="38" idx="0"/>
          </p:cNvCxnSpPr>
          <p:nvPr/>
        </p:nvCxnSpPr>
        <p:spPr>
          <a:xfrm flipH="1">
            <a:off x="9413901" y="9058382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354F3FB-E7DA-132F-2209-D795E74A3F3F}"/>
              </a:ext>
            </a:extLst>
          </p:cNvPr>
          <p:cNvCxnSpPr>
            <a:cxnSpLocks/>
            <a:stCxn id="34" idx="4"/>
            <a:endCxn id="37" idx="0"/>
          </p:cNvCxnSpPr>
          <p:nvPr/>
        </p:nvCxnSpPr>
        <p:spPr>
          <a:xfrm>
            <a:off x="10853901" y="9058382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AE70BB2B-8F10-0D23-6312-F8457CBB7B2D}"/>
              </a:ext>
            </a:extLst>
          </p:cNvPr>
          <p:cNvSpPr/>
          <p:nvPr/>
        </p:nvSpPr>
        <p:spPr>
          <a:xfrm>
            <a:off x="6384417" y="780276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18B2A9B-58A9-1BE3-537F-3CB15AE945AE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7104417" y="6858000"/>
            <a:ext cx="1350236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2692A661-0097-9C17-B218-C9FBDF7C7C51}"/>
              </a:ext>
            </a:extLst>
          </p:cNvPr>
          <p:cNvSpPr/>
          <p:nvPr/>
        </p:nvSpPr>
        <p:spPr>
          <a:xfrm>
            <a:off x="237645" y="350315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601E2D09-CF75-B627-5A23-6AE3B800DD7C}"/>
              </a:ext>
            </a:extLst>
          </p:cNvPr>
          <p:cNvSpPr/>
          <p:nvPr/>
        </p:nvSpPr>
        <p:spPr>
          <a:xfrm>
            <a:off x="12434636" y="10312517"/>
            <a:ext cx="11137790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what happens to the right child of 11?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Make it the left child of 13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65962A-A90F-D6A8-2193-654B704211C4}"/>
              </a:ext>
            </a:extLst>
          </p:cNvPr>
          <p:cNvSpPr/>
          <p:nvPr/>
        </p:nvSpPr>
        <p:spPr>
          <a:xfrm>
            <a:off x="12434636" y="3583344"/>
            <a:ext cx="11137790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Find the smallest element in the right subtree of 10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An important property of this node is that it cannot contain a left child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this case, it is  11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Move 11 to 10’s place</a:t>
            </a:r>
          </a:p>
        </p:txBody>
      </p:sp>
    </p:spTree>
    <p:extLst>
      <p:ext uri="{BB962C8B-B14F-4D97-AF65-F5344CB8AC3E}">
        <p14:creationId xmlns:p14="http://schemas.microsoft.com/office/powerpoint/2010/main" val="497958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A6BA848-9820-92C6-22C4-B54688FE1D8F}"/>
              </a:ext>
            </a:extLst>
          </p:cNvPr>
          <p:cNvSpPr/>
          <p:nvPr/>
        </p:nvSpPr>
        <p:spPr>
          <a:xfrm>
            <a:off x="639258" y="703839"/>
            <a:ext cx="2310548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 an element in the BST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function 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void </a:t>
            </a:r>
            <a:r>
              <a:rPr lang="en-US" sz="5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delete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element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 that deletes the node with element, if it exists</a:t>
            </a:r>
          </a:p>
        </p:txBody>
      </p:sp>
    </p:spTree>
    <p:extLst>
      <p:ext uri="{BB962C8B-B14F-4D97-AF65-F5344CB8AC3E}">
        <p14:creationId xmlns:p14="http://schemas.microsoft.com/office/powerpoint/2010/main" val="293754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">
            <a:extLst>
              <a:ext uri="{FF2B5EF4-FFF2-40B4-BE49-F238E27FC236}">
                <a16:creationId xmlns:a16="http://schemas.microsoft.com/office/drawing/2014/main" id="{0BF49322-41CA-A133-9FBD-809497B312E7}"/>
              </a:ext>
            </a:extLst>
          </p:cNvPr>
          <p:cNvSpPr/>
          <p:nvPr/>
        </p:nvSpPr>
        <p:spPr>
          <a:xfrm>
            <a:off x="619364" y="2082271"/>
            <a:ext cx="14276892" cy="836087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//search the node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that needs to be deleted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//keep a track of the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of v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endParaRPr lang="en-IN" sz="2800" dirty="0">
              <a:solidFill>
                <a:schemeClr val="accent1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endParaRPr lang="en-IN" sz="2800" dirty="0">
              <a:solidFill>
                <a:schemeClr val="accent1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//v contains both the left and right child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3407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3686-44B6-AE00-5D2C-43E11096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box">
            <a:extLst>
              <a:ext uri="{FF2B5EF4-FFF2-40B4-BE49-F238E27FC236}">
                <a16:creationId xmlns:a16="http://schemas.microsoft.com/office/drawing/2014/main" id="{7655D8B3-C790-0A7F-B372-11BE121AA0DA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CFA7B6E-8232-EAB0-2DE0-6CCF0CEB5593}"/>
              </a:ext>
            </a:extLst>
          </p:cNvPr>
          <p:cNvSpPr/>
          <p:nvPr/>
        </p:nvSpPr>
        <p:spPr>
          <a:xfrm>
            <a:off x="619364" y="3408803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049E03-D74B-4231-7CAE-DDB66F4B3EEA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B211A0-8AD0-EA16-F9F2-6DEF65C1EAE0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06F6D8-371A-32FB-FC78-6D381CF085AA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0CC75471-3BEA-32B8-7124-C8CC60D35244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2438031-3463-56A5-4291-E800B682EDD4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delete(100)</a:t>
            </a:r>
          </a:p>
        </p:txBody>
      </p:sp>
    </p:spTree>
    <p:extLst>
      <p:ext uri="{BB962C8B-B14F-4D97-AF65-F5344CB8AC3E}">
        <p14:creationId xmlns:p14="http://schemas.microsoft.com/office/powerpoint/2010/main" val="787772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B8C9-E684-07F7-FB69-9E925DAFD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box">
            <a:extLst>
              <a:ext uri="{FF2B5EF4-FFF2-40B4-BE49-F238E27FC236}">
                <a16:creationId xmlns:a16="http://schemas.microsoft.com/office/drawing/2014/main" id="{5CF985AD-4C3C-2E81-2418-57072FA107A7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A6C8507-9406-1A4C-34C1-5D50BDF9282E}"/>
              </a:ext>
            </a:extLst>
          </p:cNvPr>
          <p:cNvSpPr/>
          <p:nvPr/>
        </p:nvSpPr>
        <p:spPr>
          <a:xfrm>
            <a:off x="619364" y="3709085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51C3D04-52F1-1EF5-F6FB-68D88C2BA47C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616E0AC-EE0C-10AC-CF8B-69226008E4DA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927DC7-77D9-5EDB-8CE9-75C57835154E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3EBD8BD8-D674-03D3-0870-32E810BDE7C0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2">
            <a:extLst>
              <a:ext uri="{FF2B5EF4-FFF2-40B4-BE49-F238E27FC236}">
                <a16:creationId xmlns:a16="http://schemas.microsoft.com/office/drawing/2014/main" id="{80CEF74F-FD30-FC33-E2CB-B4576F57E79E}"/>
              </a:ext>
            </a:extLst>
          </p:cNvPr>
          <p:cNvSpPr/>
          <p:nvPr/>
        </p:nvSpPr>
        <p:spPr>
          <a:xfrm>
            <a:off x="16894524" y="83977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66B56D7-28D1-01F4-CF72-BE8EFA3184F6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delete(100)</a:t>
            </a:r>
          </a:p>
        </p:txBody>
      </p:sp>
    </p:spTree>
    <p:extLst>
      <p:ext uri="{BB962C8B-B14F-4D97-AF65-F5344CB8AC3E}">
        <p14:creationId xmlns:p14="http://schemas.microsoft.com/office/powerpoint/2010/main" val="4130712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964A8-E723-B3AC-3DB2-EFDE5BFF2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!box">
            <a:extLst>
              <a:ext uri="{FF2B5EF4-FFF2-40B4-BE49-F238E27FC236}">
                <a16:creationId xmlns:a16="http://schemas.microsoft.com/office/drawing/2014/main" id="{9C96CCFE-144F-604A-1C57-2D3CCC735005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A2E3C93-546F-FC78-31E3-6BC27BC660AB}"/>
              </a:ext>
            </a:extLst>
          </p:cNvPr>
          <p:cNvSpPr/>
          <p:nvPr/>
        </p:nvSpPr>
        <p:spPr>
          <a:xfrm>
            <a:off x="619364" y="3941097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D90EFD8-368F-AA33-E81C-25ABE76409AE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E5D165-B18C-69BE-0857-0CDC423DDECA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BD5CD8-3FBC-0821-F97F-9FE107830569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0EDBD424-4077-FCDD-A35E-7C59D3765692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2">
            <a:extLst>
              <a:ext uri="{FF2B5EF4-FFF2-40B4-BE49-F238E27FC236}">
                <a16:creationId xmlns:a16="http://schemas.microsoft.com/office/drawing/2014/main" id="{67CDAEF4-66DB-CDA9-73A0-79F38D64EB8F}"/>
              </a:ext>
            </a:extLst>
          </p:cNvPr>
          <p:cNvSpPr/>
          <p:nvPr/>
        </p:nvSpPr>
        <p:spPr>
          <a:xfrm>
            <a:off x="16894524" y="83977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2">
            <a:extLst>
              <a:ext uri="{FF2B5EF4-FFF2-40B4-BE49-F238E27FC236}">
                <a16:creationId xmlns:a16="http://schemas.microsoft.com/office/drawing/2014/main" id="{6EB67033-D08D-2B4B-CF37-7ADD59A3C605}"/>
              </a:ext>
            </a:extLst>
          </p:cNvPr>
          <p:cNvSpPr/>
          <p:nvPr/>
        </p:nvSpPr>
        <p:spPr>
          <a:xfrm>
            <a:off x="8898400" y="982068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69EB1F-FD3A-EA56-7EDB-8CC980D06E37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delete(100)</a:t>
            </a:r>
          </a:p>
        </p:txBody>
      </p:sp>
    </p:spTree>
    <p:extLst>
      <p:ext uri="{BB962C8B-B14F-4D97-AF65-F5344CB8AC3E}">
        <p14:creationId xmlns:p14="http://schemas.microsoft.com/office/powerpoint/2010/main" val="855703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CD4B-D484-BC8D-73F2-27CFFB97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!box">
            <a:extLst>
              <a:ext uri="{FF2B5EF4-FFF2-40B4-BE49-F238E27FC236}">
                <a16:creationId xmlns:a16="http://schemas.microsoft.com/office/drawing/2014/main" id="{0661D5D1-0093-8347-A86B-54E483280397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2A4618-829F-DC25-456B-F844AC6AC9D9}"/>
              </a:ext>
            </a:extLst>
          </p:cNvPr>
          <p:cNvSpPr/>
          <p:nvPr/>
        </p:nvSpPr>
        <p:spPr>
          <a:xfrm>
            <a:off x="619364" y="4218602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2A3A8A-4302-1C84-CBA0-09557A7211C2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07DAE6E-9737-D05B-F943-41D4D414D37D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84D275-64CC-CA34-4BBD-11C2AFDDD1B7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032CCA66-60B6-2B70-8704-58F8FA5BA1FA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2">
            <a:extLst>
              <a:ext uri="{FF2B5EF4-FFF2-40B4-BE49-F238E27FC236}">
                <a16:creationId xmlns:a16="http://schemas.microsoft.com/office/drawing/2014/main" id="{47336A7E-071A-0EA2-6E16-5BF9FC52C8BB}"/>
              </a:ext>
            </a:extLst>
          </p:cNvPr>
          <p:cNvSpPr/>
          <p:nvPr/>
        </p:nvSpPr>
        <p:spPr>
          <a:xfrm>
            <a:off x="16894524" y="83977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2">
            <a:extLst>
              <a:ext uri="{FF2B5EF4-FFF2-40B4-BE49-F238E27FC236}">
                <a16:creationId xmlns:a16="http://schemas.microsoft.com/office/drawing/2014/main" id="{E5FF88A5-B3DA-738E-0BDC-A1AC87BC4ED7}"/>
              </a:ext>
            </a:extLst>
          </p:cNvPr>
          <p:cNvSpPr/>
          <p:nvPr/>
        </p:nvSpPr>
        <p:spPr>
          <a:xfrm>
            <a:off x="8898400" y="982068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AC684DF-994C-4258-245B-9D3066F30B43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delete(100)</a:t>
            </a:r>
          </a:p>
        </p:txBody>
      </p:sp>
    </p:spTree>
    <p:extLst>
      <p:ext uri="{BB962C8B-B14F-4D97-AF65-F5344CB8AC3E}">
        <p14:creationId xmlns:p14="http://schemas.microsoft.com/office/powerpoint/2010/main" val="4167560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BEEF-7B67-5C3D-438C-543A0B6F5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!box">
            <a:extLst>
              <a:ext uri="{FF2B5EF4-FFF2-40B4-BE49-F238E27FC236}">
                <a16:creationId xmlns:a16="http://schemas.microsoft.com/office/drawing/2014/main" id="{8C659E7E-9343-FDA7-3CD2-FB6B0D6B0CD1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DF408D9-A7AB-D123-C768-EF84D855A432}"/>
              </a:ext>
            </a:extLst>
          </p:cNvPr>
          <p:cNvSpPr/>
          <p:nvPr/>
        </p:nvSpPr>
        <p:spPr>
          <a:xfrm>
            <a:off x="619364" y="4522340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150232-7880-BFEC-D841-499A0C9D0A19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9969C8-AD40-FD9D-BC3C-A372D34AB9ED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BB8DC5-CF12-8533-C09C-4CB94BC79F38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40DDF482-1758-DBCE-71B7-98E3F4BA188D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2">
            <a:extLst>
              <a:ext uri="{FF2B5EF4-FFF2-40B4-BE49-F238E27FC236}">
                <a16:creationId xmlns:a16="http://schemas.microsoft.com/office/drawing/2014/main" id="{02DE4449-265B-C351-4FE8-8309AD918F6E}"/>
              </a:ext>
            </a:extLst>
          </p:cNvPr>
          <p:cNvSpPr/>
          <p:nvPr/>
        </p:nvSpPr>
        <p:spPr>
          <a:xfrm>
            <a:off x="16894524" y="83977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2">
            <a:extLst>
              <a:ext uri="{FF2B5EF4-FFF2-40B4-BE49-F238E27FC236}">
                <a16:creationId xmlns:a16="http://schemas.microsoft.com/office/drawing/2014/main" id="{ADF4A95B-023A-A530-F4B6-6BEA16D0512F}"/>
              </a:ext>
            </a:extLst>
          </p:cNvPr>
          <p:cNvSpPr/>
          <p:nvPr/>
        </p:nvSpPr>
        <p:spPr>
          <a:xfrm>
            <a:off x="19566400" y="83977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8EDAEF6-43C2-4566-D4F9-F3DA366F9C31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delete(100)</a:t>
            </a:r>
          </a:p>
        </p:txBody>
      </p:sp>
    </p:spTree>
    <p:extLst>
      <p:ext uri="{BB962C8B-B14F-4D97-AF65-F5344CB8AC3E}">
        <p14:creationId xmlns:p14="http://schemas.microsoft.com/office/powerpoint/2010/main" val="1347859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ACD1-CFD9-3B76-5D37-3C6817F3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!box">
            <a:extLst>
              <a:ext uri="{FF2B5EF4-FFF2-40B4-BE49-F238E27FC236}">
                <a16:creationId xmlns:a16="http://schemas.microsoft.com/office/drawing/2014/main" id="{245AE816-26A0-354F-3D9F-0BF6CFDFB960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FF3424-16CB-C829-AA36-4C1F168E3CF8}"/>
              </a:ext>
            </a:extLst>
          </p:cNvPr>
          <p:cNvSpPr/>
          <p:nvPr/>
        </p:nvSpPr>
        <p:spPr>
          <a:xfrm>
            <a:off x="619364" y="5301828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48C6D3A-0C94-3779-27FB-B116CB5B50B0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C6DDA7C-82D2-DCE9-7BA3-BC04EBA78F3D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82867C1-26FF-D17E-ED5F-266B119DBEBC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AD252BDA-82F9-B284-EEF4-0AAE7605C25C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2">
            <a:extLst>
              <a:ext uri="{FF2B5EF4-FFF2-40B4-BE49-F238E27FC236}">
                <a16:creationId xmlns:a16="http://schemas.microsoft.com/office/drawing/2014/main" id="{13B20C98-4E5A-EF6B-CC57-DFC6752B1B31}"/>
              </a:ext>
            </a:extLst>
          </p:cNvPr>
          <p:cNvSpPr/>
          <p:nvPr/>
        </p:nvSpPr>
        <p:spPr>
          <a:xfrm>
            <a:off x="16894524" y="83977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2">
            <a:extLst>
              <a:ext uri="{FF2B5EF4-FFF2-40B4-BE49-F238E27FC236}">
                <a16:creationId xmlns:a16="http://schemas.microsoft.com/office/drawing/2014/main" id="{A23C240B-6D2D-C9B7-178D-BB189B395BDB}"/>
              </a:ext>
            </a:extLst>
          </p:cNvPr>
          <p:cNvSpPr/>
          <p:nvPr/>
        </p:nvSpPr>
        <p:spPr>
          <a:xfrm>
            <a:off x="19566400" y="83977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CC399F-DF22-94C0-0E4B-3D65047E7DEB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delete(100)</a:t>
            </a:r>
          </a:p>
        </p:txBody>
      </p:sp>
    </p:spTree>
    <p:extLst>
      <p:ext uri="{BB962C8B-B14F-4D97-AF65-F5344CB8AC3E}">
        <p14:creationId xmlns:p14="http://schemas.microsoft.com/office/powerpoint/2010/main" val="3233703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8E4F4-A691-ADD8-B27E-C1EF8CDD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!box">
            <a:extLst>
              <a:ext uri="{FF2B5EF4-FFF2-40B4-BE49-F238E27FC236}">
                <a16:creationId xmlns:a16="http://schemas.microsoft.com/office/drawing/2014/main" id="{6FFBECB3-58DA-A18D-61F9-ED871C282768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4DB0D43-893F-FF90-87D3-129C0EEDB789}"/>
              </a:ext>
            </a:extLst>
          </p:cNvPr>
          <p:cNvSpPr/>
          <p:nvPr/>
        </p:nvSpPr>
        <p:spPr>
          <a:xfrm>
            <a:off x="619364" y="3930999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094C501-0424-C1BE-FF98-D51F408A788F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EB6BD6-096A-3723-32A2-84808846F58C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6B765B-9C76-E634-779A-CF01B0715A3D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D50677D9-E77D-FA2C-7804-71E157985795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2">
            <a:extLst>
              <a:ext uri="{FF2B5EF4-FFF2-40B4-BE49-F238E27FC236}">
                <a16:creationId xmlns:a16="http://schemas.microsoft.com/office/drawing/2014/main" id="{DE4B5ADE-C373-B3E0-A81E-F0C7CFE99892}"/>
              </a:ext>
            </a:extLst>
          </p:cNvPr>
          <p:cNvSpPr/>
          <p:nvPr/>
        </p:nvSpPr>
        <p:spPr>
          <a:xfrm>
            <a:off x="9098061" y="859542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2">
            <a:extLst>
              <a:ext uri="{FF2B5EF4-FFF2-40B4-BE49-F238E27FC236}">
                <a16:creationId xmlns:a16="http://schemas.microsoft.com/office/drawing/2014/main" id="{56E228BB-10AB-7615-1C27-F4234679B6D5}"/>
              </a:ext>
            </a:extLst>
          </p:cNvPr>
          <p:cNvSpPr/>
          <p:nvPr/>
        </p:nvSpPr>
        <p:spPr>
          <a:xfrm>
            <a:off x="16919453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2D0909C-7A0B-96EE-F240-E7BF0585BBED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delete(100)</a:t>
            </a:r>
          </a:p>
        </p:txBody>
      </p:sp>
    </p:spTree>
    <p:extLst>
      <p:ext uri="{BB962C8B-B14F-4D97-AF65-F5344CB8AC3E}">
        <p14:creationId xmlns:p14="http://schemas.microsoft.com/office/powerpoint/2010/main" val="618703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94BB-5847-2276-2C8A-1C4EAA549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!box">
            <a:extLst>
              <a:ext uri="{FF2B5EF4-FFF2-40B4-BE49-F238E27FC236}">
                <a16:creationId xmlns:a16="http://schemas.microsoft.com/office/drawing/2014/main" id="{A6D11345-E410-42AA-FCBD-0AFBEA222AB5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3099E-C888-FC29-64A4-CF26B36404C6}"/>
              </a:ext>
            </a:extLst>
          </p:cNvPr>
          <p:cNvSpPr/>
          <p:nvPr/>
        </p:nvSpPr>
        <p:spPr>
          <a:xfrm>
            <a:off x="619364" y="5870417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7A0163-7E02-6239-CE61-72B879F7E085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FBD3855-86DF-1796-1781-C9C405107935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44D4BD-E63A-8ED9-ABB3-0052E34BE2A3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A2E6F05B-748A-DC3C-A3FE-6E0AEDCFE72C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2">
            <a:extLst>
              <a:ext uri="{FF2B5EF4-FFF2-40B4-BE49-F238E27FC236}">
                <a16:creationId xmlns:a16="http://schemas.microsoft.com/office/drawing/2014/main" id="{8ECB4EFB-F276-40BB-3E1D-A09038A8F48D}"/>
              </a:ext>
            </a:extLst>
          </p:cNvPr>
          <p:cNvSpPr/>
          <p:nvPr/>
        </p:nvSpPr>
        <p:spPr>
          <a:xfrm>
            <a:off x="9098061" y="859542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2">
            <a:extLst>
              <a:ext uri="{FF2B5EF4-FFF2-40B4-BE49-F238E27FC236}">
                <a16:creationId xmlns:a16="http://schemas.microsoft.com/office/drawing/2014/main" id="{EDCF022A-6636-CCD5-B9C3-2971EE2C3DC0}"/>
              </a:ext>
            </a:extLst>
          </p:cNvPr>
          <p:cNvSpPr/>
          <p:nvPr/>
        </p:nvSpPr>
        <p:spPr>
          <a:xfrm>
            <a:off x="16919453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AE71D80-C79C-6188-3BA2-EF379A42811B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delete(100)</a:t>
            </a:r>
          </a:p>
        </p:txBody>
      </p:sp>
    </p:spTree>
    <p:extLst>
      <p:ext uri="{BB962C8B-B14F-4D97-AF65-F5344CB8AC3E}">
        <p14:creationId xmlns:p14="http://schemas.microsoft.com/office/powerpoint/2010/main" val="4273876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6BB2D-CED2-CEA7-D9DB-DE327BB4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!box">
            <a:extLst>
              <a:ext uri="{FF2B5EF4-FFF2-40B4-BE49-F238E27FC236}">
                <a16:creationId xmlns:a16="http://schemas.microsoft.com/office/drawing/2014/main" id="{EDF5C2E9-B7B9-7857-EBFC-16A870352190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809DBEF-6683-4DEB-54C2-ACEF5C251384}"/>
              </a:ext>
            </a:extLst>
          </p:cNvPr>
          <p:cNvSpPr/>
          <p:nvPr/>
        </p:nvSpPr>
        <p:spPr>
          <a:xfrm>
            <a:off x="619364" y="6115834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1A4509-975F-ED1C-FD29-703C961AF494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220298-AA48-4291-C6BE-12183919658C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7B87B9-D49E-645D-7277-F813BB437E76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E14F8209-5D2C-6BB5-913B-06EDAF170136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2">
            <a:extLst>
              <a:ext uri="{FF2B5EF4-FFF2-40B4-BE49-F238E27FC236}">
                <a16:creationId xmlns:a16="http://schemas.microsoft.com/office/drawing/2014/main" id="{F56195F9-00B8-CA56-BE8B-D6F69420770C}"/>
              </a:ext>
            </a:extLst>
          </p:cNvPr>
          <p:cNvSpPr/>
          <p:nvPr/>
        </p:nvSpPr>
        <p:spPr>
          <a:xfrm>
            <a:off x="9098061" y="859542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2">
            <a:extLst>
              <a:ext uri="{FF2B5EF4-FFF2-40B4-BE49-F238E27FC236}">
                <a16:creationId xmlns:a16="http://schemas.microsoft.com/office/drawing/2014/main" id="{846C6066-B7D3-3F86-AD7A-1E5364BCE07B}"/>
              </a:ext>
            </a:extLst>
          </p:cNvPr>
          <p:cNvSpPr/>
          <p:nvPr/>
        </p:nvSpPr>
        <p:spPr>
          <a:xfrm>
            <a:off x="16919453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9504A16-631C-FF91-E310-8E1AB61DCBEE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delete(100)</a:t>
            </a:r>
          </a:p>
        </p:txBody>
      </p:sp>
    </p:spTree>
    <p:extLst>
      <p:ext uri="{BB962C8B-B14F-4D97-AF65-F5344CB8AC3E}">
        <p14:creationId xmlns:p14="http://schemas.microsoft.com/office/powerpoint/2010/main" val="3816726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1C32-2C09-D572-29C3-79C90A594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box">
            <a:extLst>
              <a:ext uri="{FF2B5EF4-FFF2-40B4-BE49-F238E27FC236}">
                <a16:creationId xmlns:a16="http://schemas.microsoft.com/office/drawing/2014/main" id="{99219919-6F18-60CB-99CE-1C1976AA0803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8492BCE-62BE-FED5-E47D-543B731700A5}"/>
              </a:ext>
            </a:extLst>
          </p:cNvPr>
          <p:cNvSpPr/>
          <p:nvPr/>
        </p:nvSpPr>
        <p:spPr>
          <a:xfrm>
            <a:off x="619364" y="3968222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A07056-69B7-1AE2-5A17-C17D9D057AE8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B4BE951-877F-D4A1-780B-BB4352D2391D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A37295-E098-4E90-B5D8-5655E6EA3CFF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E7720E6E-2AB4-4280-992B-2F82AF27F810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ox4">
            <a:extLst>
              <a:ext uri="{FF2B5EF4-FFF2-40B4-BE49-F238E27FC236}">
                <a16:creationId xmlns:a16="http://schemas.microsoft.com/office/drawing/2014/main" id="{E41E0C66-9223-E5DF-959E-B35C46E7AF06}"/>
              </a:ext>
            </a:extLst>
          </p:cNvPr>
          <p:cNvSpPr/>
          <p:nvPr/>
        </p:nvSpPr>
        <p:spPr>
          <a:xfrm>
            <a:off x="16873259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!!box2">
            <a:extLst>
              <a:ext uri="{FF2B5EF4-FFF2-40B4-BE49-F238E27FC236}">
                <a16:creationId xmlns:a16="http://schemas.microsoft.com/office/drawing/2014/main" id="{E94DE17D-2BD7-61DE-3A01-9661C869DE18}"/>
              </a:ext>
            </a:extLst>
          </p:cNvPr>
          <p:cNvSpPr/>
          <p:nvPr/>
        </p:nvSpPr>
        <p:spPr>
          <a:xfrm>
            <a:off x="8898400" y="982068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5B77245-4A59-5E32-1DEA-C2BD410D3F87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3405541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A92A-5B1F-2799-BBC4-E57B965E1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box">
            <a:extLst>
              <a:ext uri="{FF2B5EF4-FFF2-40B4-BE49-F238E27FC236}">
                <a16:creationId xmlns:a16="http://schemas.microsoft.com/office/drawing/2014/main" id="{37CF55ED-A22E-EE8B-D529-6F644E5B7E06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CE88E09-6765-37CF-EB9D-7A2CB714B397}"/>
              </a:ext>
            </a:extLst>
          </p:cNvPr>
          <p:cNvSpPr/>
          <p:nvPr/>
        </p:nvSpPr>
        <p:spPr>
          <a:xfrm>
            <a:off x="619364" y="5847474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D1AD63-70D8-CF09-00E3-E683869175B2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D09480-8769-80DC-7212-26CB0D1F4438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28538B-3250-2D81-C74E-C4718A733562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443CD76C-6CD0-788D-F1CF-5B497290E327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!!box2">
            <a:extLst>
              <a:ext uri="{FF2B5EF4-FFF2-40B4-BE49-F238E27FC236}">
                <a16:creationId xmlns:a16="http://schemas.microsoft.com/office/drawing/2014/main" id="{971509CE-A316-13C7-F26C-960A3307B06C}"/>
              </a:ext>
            </a:extLst>
          </p:cNvPr>
          <p:cNvSpPr/>
          <p:nvPr/>
        </p:nvSpPr>
        <p:spPr>
          <a:xfrm>
            <a:off x="8898400" y="982068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4">
            <a:extLst>
              <a:ext uri="{FF2B5EF4-FFF2-40B4-BE49-F238E27FC236}">
                <a16:creationId xmlns:a16="http://schemas.microsoft.com/office/drawing/2014/main" id="{456D0113-711E-42C6-93D5-E3DB3CA90F59}"/>
              </a:ext>
            </a:extLst>
          </p:cNvPr>
          <p:cNvSpPr/>
          <p:nvPr/>
        </p:nvSpPr>
        <p:spPr>
          <a:xfrm>
            <a:off x="16873259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1393AF8-B60B-C352-3949-AF2A12C45286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3515857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1416C-CFA0-99C2-EF75-B1C746643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box">
            <a:extLst>
              <a:ext uri="{FF2B5EF4-FFF2-40B4-BE49-F238E27FC236}">
                <a16:creationId xmlns:a16="http://schemas.microsoft.com/office/drawing/2014/main" id="{E3B61442-C535-5808-1628-7FBC2ED4A2CB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CFB36B6-B2E5-E51D-EA8B-6F1AB1E41096}"/>
              </a:ext>
            </a:extLst>
          </p:cNvPr>
          <p:cNvSpPr/>
          <p:nvPr/>
        </p:nvSpPr>
        <p:spPr>
          <a:xfrm>
            <a:off x="619364" y="6421215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AA9837-0BB3-948F-3BDF-D1B65D1713B0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AE6080-C87E-C795-206B-4D6AD833DC9A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6C98FE-B913-60B3-6BB6-43376DE416FF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25532941-476D-859D-D9ED-F79314D487C8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!!box2">
            <a:extLst>
              <a:ext uri="{FF2B5EF4-FFF2-40B4-BE49-F238E27FC236}">
                <a16:creationId xmlns:a16="http://schemas.microsoft.com/office/drawing/2014/main" id="{545AD035-CA3C-70CD-2C1B-0692E42FEB94}"/>
              </a:ext>
            </a:extLst>
          </p:cNvPr>
          <p:cNvSpPr/>
          <p:nvPr/>
        </p:nvSpPr>
        <p:spPr>
          <a:xfrm>
            <a:off x="8898400" y="982068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4">
            <a:extLst>
              <a:ext uri="{FF2B5EF4-FFF2-40B4-BE49-F238E27FC236}">
                <a16:creationId xmlns:a16="http://schemas.microsoft.com/office/drawing/2014/main" id="{A4CFA8CA-96C5-DB1E-2BCC-9191A147DFC8}"/>
              </a:ext>
            </a:extLst>
          </p:cNvPr>
          <p:cNvSpPr/>
          <p:nvPr/>
        </p:nvSpPr>
        <p:spPr>
          <a:xfrm>
            <a:off x="16873259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0B44479-5D81-B94E-649C-566AA2F98661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1554676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13C3A-BC1F-2E05-45CD-A9277CF55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box">
            <a:extLst>
              <a:ext uri="{FF2B5EF4-FFF2-40B4-BE49-F238E27FC236}">
                <a16:creationId xmlns:a16="http://schemas.microsoft.com/office/drawing/2014/main" id="{AEB55FBC-668C-E848-9914-B5A79DEB2400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6F9C334-A063-8613-98F3-362E99FD18DF}"/>
              </a:ext>
            </a:extLst>
          </p:cNvPr>
          <p:cNvSpPr/>
          <p:nvPr/>
        </p:nvSpPr>
        <p:spPr>
          <a:xfrm>
            <a:off x="619364" y="6719389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645C8DA-A4A8-F01C-566E-A8EEA8DBA4BD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993CBA-7B64-199F-4DA5-0E67736FAAF7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D16157-F3CF-8A9F-AAE2-9AA61E3071AE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407BFE97-C419-6CFF-0D8A-3350800BB7A7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!!box2">
            <a:extLst>
              <a:ext uri="{FF2B5EF4-FFF2-40B4-BE49-F238E27FC236}">
                <a16:creationId xmlns:a16="http://schemas.microsoft.com/office/drawing/2014/main" id="{665E2857-F0A5-A4BB-9922-06E5E9274198}"/>
              </a:ext>
            </a:extLst>
          </p:cNvPr>
          <p:cNvSpPr/>
          <p:nvPr/>
        </p:nvSpPr>
        <p:spPr>
          <a:xfrm>
            <a:off x="8898400" y="982068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4">
            <a:extLst>
              <a:ext uri="{FF2B5EF4-FFF2-40B4-BE49-F238E27FC236}">
                <a16:creationId xmlns:a16="http://schemas.microsoft.com/office/drawing/2014/main" id="{50ED0241-C3C8-4694-935E-D43D45D16E34}"/>
              </a:ext>
            </a:extLst>
          </p:cNvPr>
          <p:cNvSpPr/>
          <p:nvPr/>
        </p:nvSpPr>
        <p:spPr>
          <a:xfrm>
            <a:off x="16873259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1A6FD38-B6B2-2DBB-7993-7188075EB61D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1540498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F2BE-0373-3845-B847-586C57BA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box">
            <a:extLst>
              <a:ext uri="{FF2B5EF4-FFF2-40B4-BE49-F238E27FC236}">
                <a16:creationId xmlns:a16="http://schemas.microsoft.com/office/drawing/2014/main" id="{509BCDF1-B184-DB24-35DC-03268D0CB9B4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A5EA0CE-8E8D-292B-519F-1CBB22BAAA09}"/>
              </a:ext>
            </a:extLst>
          </p:cNvPr>
          <p:cNvSpPr/>
          <p:nvPr/>
        </p:nvSpPr>
        <p:spPr>
          <a:xfrm>
            <a:off x="619364" y="6963395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A54F82F-026F-8D9B-DFDC-E9FB560309EE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824037-BA7F-89F0-7EC9-74B486BEF0EC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B0D8CF-1AD9-E624-2017-19CAAD3CD2B6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A5079F93-01A8-4D26-B9C8-84FFD1657318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!!box2">
            <a:extLst>
              <a:ext uri="{FF2B5EF4-FFF2-40B4-BE49-F238E27FC236}">
                <a16:creationId xmlns:a16="http://schemas.microsoft.com/office/drawing/2014/main" id="{5F901F7A-B456-BD9E-ED7B-BEB1F37070C5}"/>
              </a:ext>
            </a:extLst>
          </p:cNvPr>
          <p:cNvSpPr/>
          <p:nvPr/>
        </p:nvSpPr>
        <p:spPr>
          <a:xfrm>
            <a:off x="8898400" y="982068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3">
            <a:extLst>
              <a:ext uri="{FF2B5EF4-FFF2-40B4-BE49-F238E27FC236}">
                <a16:creationId xmlns:a16="http://schemas.microsoft.com/office/drawing/2014/main" id="{33073618-8437-83A9-BC68-560459687B18}"/>
              </a:ext>
            </a:extLst>
          </p:cNvPr>
          <p:cNvSpPr/>
          <p:nvPr/>
        </p:nvSpPr>
        <p:spPr>
          <a:xfrm>
            <a:off x="8436420" y="407036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child: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4">
            <a:extLst>
              <a:ext uri="{FF2B5EF4-FFF2-40B4-BE49-F238E27FC236}">
                <a16:creationId xmlns:a16="http://schemas.microsoft.com/office/drawing/2014/main" id="{9C03B0B4-96E9-9542-88AD-2C3E9A44618B}"/>
              </a:ext>
            </a:extLst>
          </p:cNvPr>
          <p:cNvSpPr/>
          <p:nvPr/>
        </p:nvSpPr>
        <p:spPr>
          <a:xfrm>
            <a:off x="16873259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607741-083A-980B-C090-ED0B76FD8A83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3388720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EF76F-FF2A-5B26-243C-ADC43BF9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box">
            <a:extLst>
              <a:ext uri="{FF2B5EF4-FFF2-40B4-BE49-F238E27FC236}">
                <a16:creationId xmlns:a16="http://schemas.microsoft.com/office/drawing/2014/main" id="{32976B96-F8FE-BE1D-F1BD-C06D812EE0D7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832C673-3CAF-1D30-B0D5-163FF14AA4B1}"/>
              </a:ext>
            </a:extLst>
          </p:cNvPr>
          <p:cNvSpPr/>
          <p:nvPr/>
        </p:nvSpPr>
        <p:spPr>
          <a:xfrm>
            <a:off x="619364" y="7235769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631796-C025-F7C1-5E85-67678D095FF5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377576-B7D0-1765-852D-DB6C7EC14ECA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E703B4-1084-81AC-6C1C-6DAFC8A2B121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FF75C03F-A34A-0487-1A23-DA1F4B4669A2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!!box2">
            <a:extLst>
              <a:ext uri="{FF2B5EF4-FFF2-40B4-BE49-F238E27FC236}">
                <a16:creationId xmlns:a16="http://schemas.microsoft.com/office/drawing/2014/main" id="{89277431-0086-2712-520B-601BEFFA32F9}"/>
              </a:ext>
            </a:extLst>
          </p:cNvPr>
          <p:cNvSpPr/>
          <p:nvPr/>
        </p:nvSpPr>
        <p:spPr>
          <a:xfrm>
            <a:off x="8898400" y="982068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3">
            <a:extLst>
              <a:ext uri="{FF2B5EF4-FFF2-40B4-BE49-F238E27FC236}">
                <a16:creationId xmlns:a16="http://schemas.microsoft.com/office/drawing/2014/main" id="{558414A8-1466-736E-A170-6645E371F6A9}"/>
              </a:ext>
            </a:extLst>
          </p:cNvPr>
          <p:cNvSpPr/>
          <p:nvPr/>
        </p:nvSpPr>
        <p:spPr>
          <a:xfrm>
            <a:off x="8436420" y="407036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child: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4">
            <a:extLst>
              <a:ext uri="{FF2B5EF4-FFF2-40B4-BE49-F238E27FC236}">
                <a16:creationId xmlns:a16="http://schemas.microsoft.com/office/drawing/2014/main" id="{3F5F68E8-4453-C142-0D93-E5FC667490CB}"/>
              </a:ext>
            </a:extLst>
          </p:cNvPr>
          <p:cNvSpPr/>
          <p:nvPr/>
        </p:nvSpPr>
        <p:spPr>
          <a:xfrm>
            <a:off x="16873259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191255F-62E1-131C-5DFD-0514274288AE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1413238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2F731-7D69-204B-CEFA-2CD8A75CA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box">
            <a:extLst>
              <a:ext uri="{FF2B5EF4-FFF2-40B4-BE49-F238E27FC236}">
                <a16:creationId xmlns:a16="http://schemas.microsoft.com/office/drawing/2014/main" id="{E149BF1B-5A54-00E7-6C53-78C34D46C85D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F0B57BA-98E3-5E5C-83AC-22C6CAFDA673}"/>
              </a:ext>
            </a:extLst>
          </p:cNvPr>
          <p:cNvSpPr/>
          <p:nvPr/>
        </p:nvSpPr>
        <p:spPr>
          <a:xfrm>
            <a:off x="619364" y="8617097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1C86FF-2158-A58A-0827-53C45E4B2522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CE4A35-C7BB-EAC7-2B83-3075E396F8A2}"/>
              </a:ext>
            </a:extLst>
          </p:cNvPr>
          <p:cNvSpPr/>
          <p:nvPr/>
        </p:nvSpPr>
        <p:spPr>
          <a:xfrm>
            <a:off x="14263494" y="17532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C9BC1A-63CB-519F-94B9-9068BA8E825F}"/>
              </a:ext>
            </a:extLst>
          </p:cNvPr>
          <p:cNvCxnSpPr>
            <a:cxnSpLocks/>
            <a:stCxn id="5" idx="4"/>
            <a:endCxn id="4" idx="0"/>
          </p:cNvCxnSpPr>
          <p:nvPr/>
        </p:nvCxnSpPr>
        <p:spPr>
          <a:xfrm flipH="1">
            <a:off x="12007556" y="306603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!!box1">
            <a:extLst>
              <a:ext uri="{FF2B5EF4-FFF2-40B4-BE49-F238E27FC236}">
                <a16:creationId xmlns:a16="http://schemas.microsoft.com/office/drawing/2014/main" id="{557BB0D3-6A87-CCB2-1E3C-5FC2443142A4}"/>
              </a:ext>
            </a:extLst>
          </p:cNvPr>
          <p:cNvSpPr/>
          <p:nvPr/>
        </p:nvSpPr>
        <p:spPr>
          <a:xfrm>
            <a:off x="8436420" y="311885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!!box2">
            <a:extLst>
              <a:ext uri="{FF2B5EF4-FFF2-40B4-BE49-F238E27FC236}">
                <a16:creationId xmlns:a16="http://schemas.microsoft.com/office/drawing/2014/main" id="{EF92CA7D-83E2-325F-9503-501DA88072C4}"/>
              </a:ext>
            </a:extLst>
          </p:cNvPr>
          <p:cNvSpPr/>
          <p:nvPr/>
        </p:nvSpPr>
        <p:spPr>
          <a:xfrm>
            <a:off x="8898400" y="982068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3">
            <a:extLst>
              <a:ext uri="{FF2B5EF4-FFF2-40B4-BE49-F238E27FC236}">
                <a16:creationId xmlns:a16="http://schemas.microsoft.com/office/drawing/2014/main" id="{43132AE4-31D7-B008-4F84-4E3D4F7B3BC3}"/>
              </a:ext>
            </a:extLst>
          </p:cNvPr>
          <p:cNvSpPr/>
          <p:nvPr/>
        </p:nvSpPr>
        <p:spPr>
          <a:xfrm>
            <a:off x="8436420" y="407036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child: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4">
            <a:extLst>
              <a:ext uri="{FF2B5EF4-FFF2-40B4-BE49-F238E27FC236}">
                <a16:creationId xmlns:a16="http://schemas.microsoft.com/office/drawing/2014/main" id="{91D2184F-353C-C6D5-D2E9-99F606C44F52}"/>
              </a:ext>
            </a:extLst>
          </p:cNvPr>
          <p:cNvSpPr/>
          <p:nvPr/>
        </p:nvSpPr>
        <p:spPr>
          <a:xfrm>
            <a:off x="13751041" y="97804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4AD9420-6561-2574-CC82-71CBE2546E02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1500486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8787-A483-9CDF-0E49-A631EC2B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box">
            <a:extLst>
              <a:ext uri="{FF2B5EF4-FFF2-40B4-BE49-F238E27FC236}">
                <a16:creationId xmlns:a16="http://schemas.microsoft.com/office/drawing/2014/main" id="{CDFB3145-9374-C6D7-45D5-0BCEDCF78B56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933AEFA-E715-5579-0FBB-B657DDFF9991}"/>
              </a:ext>
            </a:extLst>
          </p:cNvPr>
          <p:cNvSpPr/>
          <p:nvPr/>
        </p:nvSpPr>
        <p:spPr>
          <a:xfrm>
            <a:off x="619364" y="8850560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C0F026-84CA-E906-51BD-547CA8AF8BDF}"/>
              </a:ext>
            </a:extLst>
          </p:cNvPr>
          <p:cNvSpPr/>
          <p:nvPr/>
        </p:nvSpPr>
        <p:spPr>
          <a:xfrm>
            <a:off x="11287556" y="370908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ox1">
            <a:extLst>
              <a:ext uri="{FF2B5EF4-FFF2-40B4-BE49-F238E27FC236}">
                <a16:creationId xmlns:a16="http://schemas.microsoft.com/office/drawing/2014/main" id="{4E50552C-C511-F0BB-2BAD-32A9CDECF13A}"/>
              </a:ext>
            </a:extLst>
          </p:cNvPr>
          <p:cNvSpPr/>
          <p:nvPr/>
        </p:nvSpPr>
        <p:spPr>
          <a:xfrm>
            <a:off x="8436420" y="311885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!!box2">
            <a:extLst>
              <a:ext uri="{FF2B5EF4-FFF2-40B4-BE49-F238E27FC236}">
                <a16:creationId xmlns:a16="http://schemas.microsoft.com/office/drawing/2014/main" id="{193D5E28-048E-E4F8-06EC-98502A56CBE9}"/>
              </a:ext>
            </a:extLst>
          </p:cNvPr>
          <p:cNvSpPr/>
          <p:nvPr/>
        </p:nvSpPr>
        <p:spPr>
          <a:xfrm>
            <a:off x="8898400" y="9820682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3">
            <a:extLst>
              <a:ext uri="{FF2B5EF4-FFF2-40B4-BE49-F238E27FC236}">
                <a16:creationId xmlns:a16="http://schemas.microsoft.com/office/drawing/2014/main" id="{460283F2-3499-5174-0636-6D001F1A4F68}"/>
              </a:ext>
            </a:extLst>
          </p:cNvPr>
          <p:cNvSpPr/>
          <p:nvPr/>
        </p:nvSpPr>
        <p:spPr>
          <a:xfrm>
            <a:off x="8436420" y="407036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child: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4">
            <a:extLst>
              <a:ext uri="{FF2B5EF4-FFF2-40B4-BE49-F238E27FC236}">
                <a16:creationId xmlns:a16="http://schemas.microsoft.com/office/drawing/2014/main" id="{647D8CA6-A686-4E8A-4B42-D5CAC3EC2BFC}"/>
              </a:ext>
            </a:extLst>
          </p:cNvPr>
          <p:cNvSpPr/>
          <p:nvPr/>
        </p:nvSpPr>
        <p:spPr>
          <a:xfrm>
            <a:off x="13751041" y="97804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7BCAF51-6191-E93A-6229-E62E9458017F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1147702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E3EF5-DA7C-84A7-F31C-B410468D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!!box">
            <a:extLst>
              <a:ext uri="{FF2B5EF4-FFF2-40B4-BE49-F238E27FC236}">
                <a16:creationId xmlns:a16="http://schemas.microsoft.com/office/drawing/2014/main" id="{AD19E5F2-AF4B-050C-3511-039911F028AA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FEF76B0-55C4-1384-CB2D-850CC509E933}"/>
              </a:ext>
            </a:extLst>
          </p:cNvPr>
          <p:cNvSpPr/>
          <p:nvPr/>
        </p:nvSpPr>
        <p:spPr>
          <a:xfrm>
            <a:off x="629950" y="5857438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D430F86-8EA3-9B74-8EA3-6ED091C3BDBF}"/>
              </a:ext>
            </a:extLst>
          </p:cNvPr>
          <p:cNvSpPr/>
          <p:nvPr/>
        </p:nvSpPr>
        <p:spPr>
          <a:xfrm>
            <a:off x="1108625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2891F6-F0C9-0BA4-313F-AF4D7622F2A8}"/>
              </a:ext>
            </a:extLst>
          </p:cNvPr>
          <p:cNvSpPr/>
          <p:nvPr/>
        </p:nvSpPr>
        <p:spPr>
          <a:xfrm>
            <a:off x="14062189" y="17215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846906-3F8E-5CE3-C17B-13985C079A78}"/>
              </a:ext>
            </a:extLst>
          </p:cNvPr>
          <p:cNvSpPr/>
          <p:nvPr/>
        </p:nvSpPr>
        <p:spPr>
          <a:xfrm>
            <a:off x="1727292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B71AB2-6CAD-2DCE-F76D-26D8B23232C8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11806251" y="303433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44113F-D765-8CA1-7A31-7CA9BC9526D0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4782189" y="303433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33A4794-0D19-1735-EFA1-3376162651AC}"/>
              </a:ext>
            </a:extLst>
          </p:cNvPr>
          <p:cNvSpPr/>
          <p:nvPr/>
        </p:nvSpPr>
        <p:spPr>
          <a:xfrm>
            <a:off x="15882787" y="5719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7D1D0F-479A-FE0D-1B3D-DB4EEF0F2904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16602787" y="499018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5A1342D7-1DA2-9E75-20B4-35EB416AAB52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577588E7-F835-2385-3CBE-E3C2E3C8FDDE}"/>
              </a:ext>
            </a:extLst>
          </p:cNvPr>
          <p:cNvSpPr/>
          <p:nvPr/>
        </p:nvSpPr>
        <p:spPr>
          <a:xfrm>
            <a:off x="19016406" y="364735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ox2">
            <a:extLst>
              <a:ext uri="{FF2B5EF4-FFF2-40B4-BE49-F238E27FC236}">
                <a16:creationId xmlns:a16="http://schemas.microsoft.com/office/drawing/2014/main" id="{444667FA-BBEF-3238-20B4-DE8E3AB92059}"/>
              </a:ext>
            </a:extLst>
          </p:cNvPr>
          <p:cNvSpPr/>
          <p:nvPr/>
        </p:nvSpPr>
        <p:spPr>
          <a:xfrm>
            <a:off x="16760468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E97A594-5D1F-3280-3D0A-FBE96927F9F9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870350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37D5A-77EF-FC3B-BE1C-F82D3A1D9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box">
            <a:extLst>
              <a:ext uri="{FF2B5EF4-FFF2-40B4-BE49-F238E27FC236}">
                <a16:creationId xmlns:a16="http://schemas.microsoft.com/office/drawing/2014/main" id="{E95BD08B-3632-D3FE-1E9E-7A18CB054BA1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BA380F4-C9B0-F7F1-B25E-0CE8DEEBC9DA}"/>
              </a:ext>
            </a:extLst>
          </p:cNvPr>
          <p:cNvSpPr/>
          <p:nvPr/>
        </p:nvSpPr>
        <p:spPr>
          <a:xfrm>
            <a:off x="619364" y="6375822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6653E5B-DD43-2F83-D56A-A3814870768F}"/>
              </a:ext>
            </a:extLst>
          </p:cNvPr>
          <p:cNvSpPr/>
          <p:nvPr/>
        </p:nvSpPr>
        <p:spPr>
          <a:xfrm>
            <a:off x="1108625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8073F8-A568-1696-EAD4-8C2F77D7A72D}"/>
              </a:ext>
            </a:extLst>
          </p:cNvPr>
          <p:cNvSpPr/>
          <p:nvPr/>
        </p:nvSpPr>
        <p:spPr>
          <a:xfrm>
            <a:off x="14062189" y="17215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9B49BF-485A-B208-20A7-1AD8B1CC9F9C}"/>
              </a:ext>
            </a:extLst>
          </p:cNvPr>
          <p:cNvSpPr/>
          <p:nvPr/>
        </p:nvSpPr>
        <p:spPr>
          <a:xfrm>
            <a:off x="1727292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25D040-ED31-2D67-7942-1F0A30D62849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11806251" y="303433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BF383D-A91A-294A-E062-806E777F8E01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4782189" y="303433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CA9034E6-428B-1D10-2B8E-18005CF2ADCB}"/>
              </a:ext>
            </a:extLst>
          </p:cNvPr>
          <p:cNvSpPr/>
          <p:nvPr/>
        </p:nvSpPr>
        <p:spPr>
          <a:xfrm>
            <a:off x="15882787" y="5719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D8B70D-9334-8292-ACFF-82C9B4683185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16602787" y="499018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ED484D94-8EBA-A1E4-C04C-505A72F63800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1C584E98-73C0-C355-7E4D-98F668EC5DBF}"/>
              </a:ext>
            </a:extLst>
          </p:cNvPr>
          <p:cNvSpPr/>
          <p:nvPr/>
        </p:nvSpPr>
        <p:spPr>
          <a:xfrm>
            <a:off x="19016406" y="364735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ox2">
            <a:extLst>
              <a:ext uri="{FF2B5EF4-FFF2-40B4-BE49-F238E27FC236}">
                <a16:creationId xmlns:a16="http://schemas.microsoft.com/office/drawing/2014/main" id="{6935797C-DD1B-D18F-DA72-259572097657}"/>
              </a:ext>
            </a:extLst>
          </p:cNvPr>
          <p:cNvSpPr/>
          <p:nvPr/>
        </p:nvSpPr>
        <p:spPr>
          <a:xfrm>
            <a:off x="16760468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978E48-CB75-FAB7-3E7E-02BD1D81146C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106150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41B0-8ADF-38F8-0AA7-7057534AC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box">
            <a:extLst>
              <a:ext uri="{FF2B5EF4-FFF2-40B4-BE49-F238E27FC236}">
                <a16:creationId xmlns:a16="http://schemas.microsoft.com/office/drawing/2014/main" id="{B5B3B982-A521-FB4B-7B60-9E96D022F7E9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52D513D-1030-EA40-4D9D-0130FAF2AC3E}"/>
              </a:ext>
            </a:extLst>
          </p:cNvPr>
          <p:cNvSpPr/>
          <p:nvPr/>
        </p:nvSpPr>
        <p:spPr>
          <a:xfrm>
            <a:off x="619364" y="6711116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6F8ACFF-0A8D-F148-EFBA-9643FDA61A6D}"/>
              </a:ext>
            </a:extLst>
          </p:cNvPr>
          <p:cNvSpPr/>
          <p:nvPr/>
        </p:nvSpPr>
        <p:spPr>
          <a:xfrm>
            <a:off x="1108625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FDCE3F-CD2F-1C06-9AE4-D2C75164558F}"/>
              </a:ext>
            </a:extLst>
          </p:cNvPr>
          <p:cNvSpPr/>
          <p:nvPr/>
        </p:nvSpPr>
        <p:spPr>
          <a:xfrm>
            <a:off x="14062189" y="17215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25C1DC-5BDF-177C-F34E-5CE9536C9291}"/>
              </a:ext>
            </a:extLst>
          </p:cNvPr>
          <p:cNvSpPr/>
          <p:nvPr/>
        </p:nvSpPr>
        <p:spPr>
          <a:xfrm>
            <a:off x="1727292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EC3ED8-640F-4E14-B49D-9B34CE2D5063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11806251" y="303433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27187A-7BE4-7B6A-38B8-366B803659B5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4782189" y="303433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EB1A719-4BAB-05E3-E2EE-114CCED00A14}"/>
              </a:ext>
            </a:extLst>
          </p:cNvPr>
          <p:cNvSpPr/>
          <p:nvPr/>
        </p:nvSpPr>
        <p:spPr>
          <a:xfrm>
            <a:off x="15882787" y="5719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056558D-CA74-22FC-A43F-D677CA3B64BA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16602787" y="499018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A1D67C35-5B8B-E078-7E32-397559043549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A1A0E938-3F76-45E2-06FF-7C5DEE36DC72}"/>
              </a:ext>
            </a:extLst>
          </p:cNvPr>
          <p:cNvSpPr/>
          <p:nvPr/>
        </p:nvSpPr>
        <p:spPr>
          <a:xfrm>
            <a:off x="19016406" y="364735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ox2">
            <a:extLst>
              <a:ext uri="{FF2B5EF4-FFF2-40B4-BE49-F238E27FC236}">
                <a16:creationId xmlns:a16="http://schemas.microsoft.com/office/drawing/2014/main" id="{0063B52D-5B83-190F-CE03-806A77F2BCAB}"/>
              </a:ext>
            </a:extLst>
          </p:cNvPr>
          <p:cNvSpPr/>
          <p:nvPr/>
        </p:nvSpPr>
        <p:spPr>
          <a:xfrm>
            <a:off x="16760468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86F414-32FC-AE4E-A477-F0EB541C056A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1862663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1E7C7-654A-00CA-D7FF-C0764A00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box">
            <a:extLst>
              <a:ext uri="{FF2B5EF4-FFF2-40B4-BE49-F238E27FC236}">
                <a16:creationId xmlns:a16="http://schemas.microsoft.com/office/drawing/2014/main" id="{E4ED6515-79D6-1097-4A04-5D3F9223A44F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C6A9BEE-684F-958B-62C9-04D1C889BD09}"/>
              </a:ext>
            </a:extLst>
          </p:cNvPr>
          <p:cNvSpPr/>
          <p:nvPr/>
        </p:nvSpPr>
        <p:spPr>
          <a:xfrm>
            <a:off x="619364" y="6961540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5F9B3C0-95F4-01CA-8902-C482E9EF079B}"/>
              </a:ext>
            </a:extLst>
          </p:cNvPr>
          <p:cNvSpPr/>
          <p:nvPr/>
        </p:nvSpPr>
        <p:spPr>
          <a:xfrm>
            <a:off x="1108625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9F5B74-C338-1D73-D5C3-6106D2040067}"/>
              </a:ext>
            </a:extLst>
          </p:cNvPr>
          <p:cNvSpPr/>
          <p:nvPr/>
        </p:nvSpPr>
        <p:spPr>
          <a:xfrm>
            <a:off x="14062189" y="17215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E5F1E5E-B425-F1ED-239F-3E09B8014908}"/>
              </a:ext>
            </a:extLst>
          </p:cNvPr>
          <p:cNvSpPr/>
          <p:nvPr/>
        </p:nvSpPr>
        <p:spPr>
          <a:xfrm>
            <a:off x="1727292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46FC1A-B568-6AAF-BC4E-C4BA84CBEA83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11806251" y="303433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6730A9-0DE3-4C92-F232-5CE456827D0E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4782189" y="303433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E67ADE0-DE2D-9963-EA48-EE5E5FC06F2E}"/>
              </a:ext>
            </a:extLst>
          </p:cNvPr>
          <p:cNvSpPr/>
          <p:nvPr/>
        </p:nvSpPr>
        <p:spPr>
          <a:xfrm>
            <a:off x="15882787" y="5719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989155-70E9-31EA-6098-4E607FE0F452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16602787" y="499018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845E7C5F-0B41-63B1-01DD-1C763A0D978A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9F72563C-CFB4-6708-894F-93B1EF0A0990}"/>
              </a:ext>
            </a:extLst>
          </p:cNvPr>
          <p:cNvSpPr/>
          <p:nvPr/>
        </p:nvSpPr>
        <p:spPr>
          <a:xfrm>
            <a:off x="19016406" y="364735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ox2">
            <a:extLst>
              <a:ext uri="{FF2B5EF4-FFF2-40B4-BE49-F238E27FC236}">
                <a16:creationId xmlns:a16="http://schemas.microsoft.com/office/drawing/2014/main" id="{3D8C2F39-BD1F-970E-BC11-7E9C0BE0A540}"/>
              </a:ext>
            </a:extLst>
          </p:cNvPr>
          <p:cNvSpPr/>
          <p:nvPr/>
        </p:nvSpPr>
        <p:spPr>
          <a:xfrm>
            <a:off x="16760468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EFFA59-C6C2-2014-F810-51EC34E6507E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  <p:sp>
        <p:nvSpPr>
          <p:cNvPr id="3" name="!!box3">
            <a:extLst>
              <a:ext uri="{FF2B5EF4-FFF2-40B4-BE49-F238E27FC236}">
                <a16:creationId xmlns:a16="http://schemas.microsoft.com/office/drawing/2014/main" id="{30A341DD-3791-F5B0-D269-968D8F80083F}"/>
              </a:ext>
            </a:extLst>
          </p:cNvPr>
          <p:cNvSpPr/>
          <p:nvPr/>
        </p:nvSpPr>
        <p:spPr>
          <a:xfrm>
            <a:off x="13037284" y="6080705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child: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14287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25DC3-CF6D-D177-CF97-BCD8C5C8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box">
            <a:extLst>
              <a:ext uri="{FF2B5EF4-FFF2-40B4-BE49-F238E27FC236}">
                <a16:creationId xmlns:a16="http://schemas.microsoft.com/office/drawing/2014/main" id="{E4EC3012-845F-6FC4-5BE6-DEF60D583A03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011BEB7-4F11-12A0-F0E1-B57D3738D01B}"/>
              </a:ext>
            </a:extLst>
          </p:cNvPr>
          <p:cNvSpPr/>
          <p:nvPr/>
        </p:nvSpPr>
        <p:spPr>
          <a:xfrm>
            <a:off x="619364" y="7500543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D285FA-80D4-B1F5-35ED-91A0D9BA43B9}"/>
              </a:ext>
            </a:extLst>
          </p:cNvPr>
          <p:cNvSpPr/>
          <p:nvPr/>
        </p:nvSpPr>
        <p:spPr>
          <a:xfrm>
            <a:off x="1108625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E75D15-81DC-4574-6BBA-59A9E1627F97}"/>
              </a:ext>
            </a:extLst>
          </p:cNvPr>
          <p:cNvSpPr/>
          <p:nvPr/>
        </p:nvSpPr>
        <p:spPr>
          <a:xfrm>
            <a:off x="14062189" y="17215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FF485E3-50ED-28B1-C6FE-A12A33133EB1}"/>
              </a:ext>
            </a:extLst>
          </p:cNvPr>
          <p:cNvSpPr/>
          <p:nvPr/>
        </p:nvSpPr>
        <p:spPr>
          <a:xfrm>
            <a:off x="1727292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C9F474-72A9-FD34-AE24-CEFECB6634FF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11806251" y="303433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5D1A40-7634-95B4-4D43-30B55DBED892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4782189" y="303433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A27F0FC-345A-AFAF-D891-444D8C949134}"/>
              </a:ext>
            </a:extLst>
          </p:cNvPr>
          <p:cNvSpPr/>
          <p:nvPr/>
        </p:nvSpPr>
        <p:spPr>
          <a:xfrm>
            <a:off x="15882787" y="5719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3CB105-667B-BA29-8EB2-0C242472AD5D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16602787" y="499018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9CACBF88-A016-93DD-AFB3-FE172A1EFFA8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A5F31B48-D2B3-9840-C99D-36DCEA03819F}"/>
              </a:ext>
            </a:extLst>
          </p:cNvPr>
          <p:cNvSpPr/>
          <p:nvPr/>
        </p:nvSpPr>
        <p:spPr>
          <a:xfrm>
            <a:off x="19016406" y="364735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ox2">
            <a:extLst>
              <a:ext uri="{FF2B5EF4-FFF2-40B4-BE49-F238E27FC236}">
                <a16:creationId xmlns:a16="http://schemas.microsoft.com/office/drawing/2014/main" id="{172F4F23-5D96-8D37-1F5D-F1F43784FD2F}"/>
              </a:ext>
            </a:extLst>
          </p:cNvPr>
          <p:cNvSpPr/>
          <p:nvPr/>
        </p:nvSpPr>
        <p:spPr>
          <a:xfrm>
            <a:off x="16760468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DBEE838E-0D39-845A-CDFB-925E3F8BCB43}"/>
              </a:ext>
            </a:extLst>
          </p:cNvPr>
          <p:cNvSpPr/>
          <p:nvPr/>
        </p:nvSpPr>
        <p:spPr>
          <a:xfrm>
            <a:off x="13037284" y="6080705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child: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DF31404-199A-0B53-3751-22929E51D5D2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1201843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89274-169A-82C9-5391-A7252520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!!box">
            <a:extLst>
              <a:ext uri="{FF2B5EF4-FFF2-40B4-BE49-F238E27FC236}">
                <a16:creationId xmlns:a16="http://schemas.microsoft.com/office/drawing/2014/main" id="{425E19AC-3152-A70A-B990-DC8DECCC1DDA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3B11F11-43E6-E72A-8E8B-3FA8341C373D}"/>
              </a:ext>
            </a:extLst>
          </p:cNvPr>
          <p:cNvSpPr/>
          <p:nvPr/>
        </p:nvSpPr>
        <p:spPr>
          <a:xfrm>
            <a:off x="619364" y="8338743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8BA83FB-EA47-65E2-64AF-A4B573EAC5EE}"/>
              </a:ext>
            </a:extLst>
          </p:cNvPr>
          <p:cNvSpPr/>
          <p:nvPr/>
        </p:nvSpPr>
        <p:spPr>
          <a:xfrm>
            <a:off x="1108625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5F0CB6-3947-AB36-98FE-FE5FCAF6918A}"/>
              </a:ext>
            </a:extLst>
          </p:cNvPr>
          <p:cNvSpPr/>
          <p:nvPr/>
        </p:nvSpPr>
        <p:spPr>
          <a:xfrm>
            <a:off x="14062189" y="17215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12200B-4578-0661-6A02-6A0D0F82AE1C}"/>
              </a:ext>
            </a:extLst>
          </p:cNvPr>
          <p:cNvSpPr/>
          <p:nvPr/>
        </p:nvSpPr>
        <p:spPr>
          <a:xfrm>
            <a:off x="1727292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BED486-7896-AF61-BFE2-8489BE2A1D69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11806251" y="303433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ACE67B-0ADD-642A-9A7D-9800E4FCE6C1}"/>
              </a:ext>
            </a:extLst>
          </p:cNvPr>
          <p:cNvCxnSpPr>
            <a:cxnSpLocks/>
            <a:stCxn id="7" idx="4"/>
            <a:endCxn id="10" idx="0"/>
          </p:cNvCxnSpPr>
          <p:nvPr/>
        </p:nvCxnSpPr>
        <p:spPr>
          <a:xfrm>
            <a:off x="14782189" y="3034335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BEDD59D-0169-A357-C813-0989D60DDCBA}"/>
              </a:ext>
            </a:extLst>
          </p:cNvPr>
          <p:cNvSpPr/>
          <p:nvPr/>
        </p:nvSpPr>
        <p:spPr>
          <a:xfrm>
            <a:off x="15882787" y="5719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942754-B8CE-2715-8BFC-3F4A5A03E630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16602787" y="4990185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1">
            <a:extLst>
              <a:ext uri="{FF2B5EF4-FFF2-40B4-BE49-F238E27FC236}">
                <a16:creationId xmlns:a16="http://schemas.microsoft.com/office/drawing/2014/main" id="{B0FD341D-6F66-28EB-5354-B26B2DEEA626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1781C2D9-B4B0-F9F4-ADF1-BF527F584890}"/>
              </a:ext>
            </a:extLst>
          </p:cNvPr>
          <p:cNvSpPr/>
          <p:nvPr/>
        </p:nvSpPr>
        <p:spPr>
          <a:xfrm>
            <a:off x="19016406" y="364735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ox2">
            <a:extLst>
              <a:ext uri="{FF2B5EF4-FFF2-40B4-BE49-F238E27FC236}">
                <a16:creationId xmlns:a16="http://schemas.microsoft.com/office/drawing/2014/main" id="{30B0519E-47A6-67E5-B33D-A419FA98D024}"/>
              </a:ext>
            </a:extLst>
          </p:cNvPr>
          <p:cNvSpPr/>
          <p:nvPr/>
        </p:nvSpPr>
        <p:spPr>
          <a:xfrm>
            <a:off x="16760468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927AD728-A13C-8126-A9F0-0FA82A9CE093}"/>
              </a:ext>
            </a:extLst>
          </p:cNvPr>
          <p:cNvSpPr/>
          <p:nvPr/>
        </p:nvSpPr>
        <p:spPr>
          <a:xfrm>
            <a:off x="13037284" y="6080705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child: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D743E12-529F-C63A-BD73-976D822499BA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3503024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4B519-EBED-F68E-6D6E-29AF9C7A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!box">
            <a:extLst>
              <a:ext uri="{FF2B5EF4-FFF2-40B4-BE49-F238E27FC236}">
                <a16:creationId xmlns:a16="http://schemas.microsoft.com/office/drawing/2014/main" id="{FAF0FD78-26AF-81BD-B90F-BB3E204B12BB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48E0820-2277-C3F9-9DB3-FDC9EF410675}"/>
              </a:ext>
            </a:extLst>
          </p:cNvPr>
          <p:cNvSpPr/>
          <p:nvPr/>
        </p:nvSpPr>
        <p:spPr>
          <a:xfrm>
            <a:off x="619364" y="8586393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400DDD-E214-CFDF-9932-EA43BA6EE95A}"/>
              </a:ext>
            </a:extLst>
          </p:cNvPr>
          <p:cNvSpPr/>
          <p:nvPr/>
        </p:nvSpPr>
        <p:spPr>
          <a:xfrm>
            <a:off x="1108625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C14CB3-1503-4AAB-0A9C-4E5357BACC27}"/>
              </a:ext>
            </a:extLst>
          </p:cNvPr>
          <p:cNvSpPr/>
          <p:nvPr/>
        </p:nvSpPr>
        <p:spPr>
          <a:xfrm>
            <a:off x="14062189" y="17215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8DB0A6-28A9-798D-351B-F178C93B8DD6}"/>
              </a:ext>
            </a:extLst>
          </p:cNvPr>
          <p:cNvSpPr/>
          <p:nvPr/>
        </p:nvSpPr>
        <p:spPr>
          <a:xfrm>
            <a:off x="20930521" y="408953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B67A5E-91CA-0153-542E-A4A54B6197DD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11806251" y="303433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24C7D1-4F1B-7594-1BD4-F023BCEC5572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14782189" y="3034335"/>
            <a:ext cx="2975938" cy="613023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20709A8-DDBD-7C3D-92C3-1A4FEC663DE7}"/>
              </a:ext>
            </a:extLst>
          </p:cNvPr>
          <p:cNvSpPr/>
          <p:nvPr/>
        </p:nvSpPr>
        <p:spPr>
          <a:xfrm>
            <a:off x="17272920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7" name="!!box1">
            <a:extLst>
              <a:ext uri="{FF2B5EF4-FFF2-40B4-BE49-F238E27FC236}">
                <a16:creationId xmlns:a16="http://schemas.microsoft.com/office/drawing/2014/main" id="{D476B486-F779-1ED6-6F06-0805BEE479B4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259A3AFB-D54B-EEA7-5D1F-1B17F670A795}"/>
              </a:ext>
            </a:extLst>
          </p:cNvPr>
          <p:cNvSpPr/>
          <p:nvPr/>
        </p:nvSpPr>
        <p:spPr>
          <a:xfrm>
            <a:off x="20418068" y="33408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ox2">
            <a:extLst>
              <a:ext uri="{FF2B5EF4-FFF2-40B4-BE49-F238E27FC236}">
                <a16:creationId xmlns:a16="http://schemas.microsoft.com/office/drawing/2014/main" id="{32D5829E-1F62-D23E-38F8-21F56314244B}"/>
              </a:ext>
            </a:extLst>
          </p:cNvPr>
          <p:cNvSpPr/>
          <p:nvPr/>
        </p:nvSpPr>
        <p:spPr>
          <a:xfrm>
            <a:off x="16760468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6F8F4851-D7F9-4800-A048-9B4946CE8551}"/>
              </a:ext>
            </a:extLst>
          </p:cNvPr>
          <p:cNvSpPr/>
          <p:nvPr/>
        </p:nvSpPr>
        <p:spPr>
          <a:xfrm>
            <a:off x="14504529" y="423759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child: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B6097CE-CB90-1313-C628-A3887FE29D7D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2983698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10BF-3DD6-1BF0-44C2-A0F94C2E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box">
            <a:extLst>
              <a:ext uri="{FF2B5EF4-FFF2-40B4-BE49-F238E27FC236}">
                <a16:creationId xmlns:a16="http://schemas.microsoft.com/office/drawing/2014/main" id="{9A311644-0A74-ACCE-AEC5-0B7627B0E9BB}"/>
              </a:ext>
            </a:extLst>
          </p:cNvPr>
          <p:cNvSpPr/>
          <p:nvPr/>
        </p:nvSpPr>
        <p:spPr>
          <a:xfrm>
            <a:off x="619364" y="2409637"/>
            <a:ext cx="6710826" cy="770616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72C217-29CA-720B-F4D3-D55BE47A1088}"/>
              </a:ext>
            </a:extLst>
          </p:cNvPr>
          <p:cNvSpPr/>
          <p:nvPr/>
        </p:nvSpPr>
        <p:spPr>
          <a:xfrm>
            <a:off x="619364" y="8586393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B1A0184-B989-ABBC-9121-0AFB5FE2F227}"/>
              </a:ext>
            </a:extLst>
          </p:cNvPr>
          <p:cNvSpPr/>
          <p:nvPr/>
        </p:nvSpPr>
        <p:spPr>
          <a:xfrm>
            <a:off x="11086251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2D46C3-F12A-4BC8-36DD-7A570D989F39}"/>
              </a:ext>
            </a:extLst>
          </p:cNvPr>
          <p:cNvSpPr/>
          <p:nvPr/>
        </p:nvSpPr>
        <p:spPr>
          <a:xfrm>
            <a:off x="14062189" y="17215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B7BB90-F9A6-48F7-FDBD-52DD1F13CC8D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 flipH="1">
            <a:off x="11806251" y="3034335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DDE0C7-651F-3BA9-085F-653AA36EFEE2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14782189" y="3034335"/>
            <a:ext cx="2975938" cy="613023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4AF3166-367B-10DA-C1E3-ED3E5113AE83}"/>
              </a:ext>
            </a:extLst>
          </p:cNvPr>
          <p:cNvSpPr/>
          <p:nvPr/>
        </p:nvSpPr>
        <p:spPr>
          <a:xfrm>
            <a:off x="17272920" y="367738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7" name="!!box1">
            <a:extLst>
              <a:ext uri="{FF2B5EF4-FFF2-40B4-BE49-F238E27FC236}">
                <a16:creationId xmlns:a16="http://schemas.microsoft.com/office/drawing/2014/main" id="{9D5D2E3A-CFB1-9D97-2177-06EB16821E03}"/>
              </a:ext>
            </a:extLst>
          </p:cNvPr>
          <p:cNvSpPr/>
          <p:nvPr/>
        </p:nvSpPr>
        <p:spPr>
          <a:xfrm>
            <a:off x="13926734" y="801717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2">
            <a:extLst>
              <a:ext uri="{FF2B5EF4-FFF2-40B4-BE49-F238E27FC236}">
                <a16:creationId xmlns:a16="http://schemas.microsoft.com/office/drawing/2014/main" id="{85582F81-772F-D114-6237-FA8C2FFE64FB}"/>
              </a:ext>
            </a:extLst>
          </p:cNvPr>
          <p:cNvSpPr/>
          <p:nvPr/>
        </p:nvSpPr>
        <p:spPr>
          <a:xfrm>
            <a:off x="20418068" y="334084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ox2">
            <a:extLst>
              <a:ext uri="{FF2B5EF4-FFF2-40B4-BE49-F238E27FC236}">
                <a16:creationId xmlns:a16="http://schemas.microsoft.com/office/drawing/2014/main" id="{65C76266-345F-4658-4803-318F719E9640}"/>
              </a:ext>
            </a:extLst>
          </p:cNvPr>
          <p:cNvSpPr/>
          <p:nvPr/>
        </p:nvSpPr>
        <p:spPr>
          <a:xfrm>
            <a:off x="16760468" y="8017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3">
            <a:extLst>
              <a:ext uri="{FF2B5EF4-FFF2-40B4-BE49-F238E27FC236}">
                <a16:creationId xmlns:a16="http://schemas.microsoft.com/office/drawing/2014/main" id="{B86C8228-907D-C31C-1D2F-6C1E11B5ABDA}"/>
              </a:ext>
            </a:extLst>
          </p:cNvPr>
          <p:cNvSpPr/>
          <p:nvPr/>
        </p:nvSpPr>
        <p:spPr>
          <a:xfrm>
            <a:off x="14504529" y="423759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child: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97F5787-F19F-46FA-529E-44BF7B83E171}"/>
              </a:ext>
            </a:extLst>
          </p:cNvPr>
          <p:cNvSpPr/>
          <p:nvPr/>
        </p:nvSpPr>
        <p:spPr>
          <a:xfrm>
            <a:off x="619364" y="11215935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delete(9)</a:t>
            </a:r>
          </a:p>
        </p:txBody>
      </p:sp>
    </p:spTree>
    <p:extLst>
      <p:ext uri="{BB962C8B-B14F-4D97-AF65-F5344CB8AC3E}">
        <p14:creationId xmlns:p14="http://schemas.microsoft.com/office/powerpoint/2010/main" val="3561676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642D-3CD5-5679-293D-87A0C7FC8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box">
            <a:extLst>
              <a:ext uri="{FF2B5EF4-FFF2-40B4-BE49-F238E27FC236}">
                <a16:creationId xmlns:a16="http://schemas.microsoft.com/office/drawing/2014/main" id="{9211ADA2-01E7-C585-0F93-904E22E51CE7}"/>
              </a:ext>
            </a:extLst>
          </p:cNvPr>
          <p:cNvSpPr/>
          <p:nvPr/>
        </p:nvSpPr>
        <p:spPr>
          <a:xfrm>
            <a:off x="592993" y="409485"/>
            <a:ext cx="6710826" cy="96393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64578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2B05-30DE-79E5-07AF-E0A173BC9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box">
            <a:extLst>
              <a:ext uri="{FF2B5EF4-FFF2-40B4-BE49-F238E27FC236}">
                <a16:creationId xmlns:a16="http://schemas.microsoft.com/office/drawing/2014/main" id="{53ABF65E-A992-09DF-C7DF-56BF6C450E2C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B27273B-02BA-FC54-4062-B9042E4F1F01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9A392F-568F-045F-1E8D-55E6602D8ECA}"/>
              </a:ext>
            </a:extLst>
          </p:cNvPr>
          <p:cNvSpPr/>
          <p:nvPr/>
        </p:nvSpPr>
        <p:spPr>
          <a:xfrm>
            <a:off x="1084667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C78E65-29C8-4DF8-D040-08EFC464208F}"/>
              </a:ext>
            </a:extLst>
          </p:cNvPr>
          <p:cNvSpPr/>
          <p:nvPr/>
        </p:nvSpPr>
        <p:spPr>
          <a:xfrm>
            <a:off x="13822613" y="8242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F768CF-A666-CDEB-BE53-D8C6ED44F838}"/>
              </a:ext>
            </a:extLst>
          </p:cNvPr>
          <p:cNvSpPr/>
          <p:nvPr/>
        </p:nvSpPr>
        <p:spPr>
          <a:xfrm>
            <a:off x="1703334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9CB4FF-C4AE-BFDC-7210-2CC2C0EB4EA2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 flipH="1">
            <a:off x="11566675" y="213709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275F2C-65CF-1F79-D1C6-A0368B7C6F67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14542613" y="213709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7C5FC06-4536-6EDD-F74D-21FFD9605C55}"/>
              </a:ext>
            </a:extLst>
          </p:cNvPr>
          <p:cNvSpPr/>
          <p:nvPr/>
        </p:nvSpPr>
        <p:spPr>
          <a:xfrm>
            <a:off x="15643211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F10185-16D3-A592-4D0B-DCF10A73E3C4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6363211" y="409294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680FF5F-9210-EB3E-407B-C634A49EE58B}"/>
              </a:ext>
            </a:extLst>
          </p:cNvPr>
          <p:cNvSpPr/>
          <p:nvPr/>
        </p:nvSpPr>
        <p:spPr>
          <a:xfrm>
            <a:off x="18473345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A23DF4A-A5E4-832E-16F5-B538C84D5E7F}"/>
              </a:ext>
            </a:extLst>
          </p:cNvPr>
          <p:cNvSpPr/>
          <p:nvPr/>
        </p:nvSpPr>
        <p:spPr>
          <a:xfrm>
            <a:off x="14718689" y="70797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69AA003-9688-F247-EFD3-A16ED94042DA}"/>
              </a:ext>
            </a:extLst>
          </p:cNvPr>
          <p:cNvSpPr/>
          <p:nvPr/>
        </p:nvSpPr>
        <p:spPr>
          <a:xfrm>
            <a:off x="19193345" y="7192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C06A2D-CE40-2CED-D8B4-75BDC5705BB3}"/>
              </a:ext>
            </a:extLst>
          </p:cNvPr>
          <p:cNvSpPr/>
          <p:nvPr/>
        </p:nvSpPr>
        <p:spPr>
          <a:xfrm>
            <a:off x="12164943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B0B2BF0-BB1E-7B33-9D2C-0697D9C5B544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>
            <a:off x="11566675" y="4092947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8E65A819-05AC-0D42-6823-B8C5AF1CA1D7}"/>
              </a:ext>
            </a:extLst>
          </p:cNvPr>
          <p:cNvSpPr/>
          <p:nvPr/>
        </p:nvSpPr>
        <p:spPr>
          <a:xfrm>
            <a:off x="20760537" y="95626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52B2CDB-C328-6F43-5DCD-08F7A59DDF96}"/>
              </a:ext>
            </a:extLst>
          </p:cNvPr>
          <p:cNvSpPr/>
          <p:nvPr/>
        </p:nvSpPr>
        <p:spPr>
          <a:xfrm>
            <a:off x="17575273" y="93177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035199-0A8B-C272-EECE-63601EAB9246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17753345" y="4092947"/>
            <a:ext cx="144000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BE9EF0A-406C-374A-8F2B-F7B36253D451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5438689" y="6134986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D2C43B5-5765-EDF6-6D89-EE312AC4C8BA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>
            <a:off x="19193345" y="6134986"/>
            <a:ext cx="72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78C612-CDAA-8A2D-CA91-36B3A8B5AA1E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18295273" y="8505224"/>
            <a:ext cx="1618072" cy="81250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2890B9-4F08-3F0F-DA37-AFBCE5EC5371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>
            <a:off x="19913345" y="850522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!!box1">
            <a:extLst>
              <a:ext uri="{FF2B5EF4-FFF2-40B4-BE49-F238E27FC236}">
                <a16:creationId xmlns:a16="http://schemas.microsoft.com/office/drawing/2014/main" id="{F666A3DA-95B9-4191-4F09-E4113BECF6DF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4A8566CD-D89C-16D8-0381-668B588BE980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F6104B5-5C1B-96C4-560C-39D840AE6721}"/>
              </a:ext>
            </a:extLst>
          </p:cNvPr>
          <p:cNvSpPr/>
          <p:nvPr/>
        </p:nvSpPr>
        <p:spPr>
          <a:xfrm>
            <a:off x="533628" y="8358340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!!box4">
            <a:extLst>
              <a:ext uri="{FF2B5EF4-FFF2-40B4-BE49-F238E27FC236}">
                <a16:creationId xmlns:a16="http://schemas.microsoft.com/office/drawing/2014/main" id="{E941B82D-3ADF-E61F-2AFF-847728DA9DB9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66888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E089A-7AA9-A745-9559-69D57FADD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box">
            <a:extLst>
              <a:ext uri="{FF2B5EF4-FFF2-40B4-BE49-F238E27FC236}">
                <a16:creationId xmlns:a16="http://schemas.microsoft.com/office/drawing/2014/main" id="{1F5F26B3-B053-8824-26C6-C1614A0B6EEB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EC60A95-7738-B99C-8AA1-112A2D0DF7E5}"/>
              </a:ext>
            </a:extLst>
          </p:cNvPr>
          <p:cNvSpPr/>
          <p:nvPr/>
        </p:nvSpPr>
        <p:spPr>
          <a:xfrm>
            <a:off x="1084667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424846-21E8-E77D-07A2-CEDE622A81BB}"/>
              </a:ext>
            </a:extLst>
          </p:cNvPr>
          <p:cNvSpPr/>
          <p:nvPr/>
        </p:nvSpPr>
        <p:spPr>
          <a:xfrm>
            <a:off x="13822613" y="8242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E0030B-A1C0-2CD5-5127-A80702B0487D}"/>
              </a:ext>
            </a:extLst>
          </p:cNvPr>
          <p:cNvSpPr/>
          <p:nvPr/>
        </p:nvSpPr>
        <p:spPr>
          <a:xfrm>
            <a:off x="1703334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0B91BE-5E9A-73E5-43D3-7DC8DBE672B0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 flipH="1">
            <a:off x="11566675" y="213709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225711-970A-2BD3-2EC3-0E1BE19C1C80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14542613" y="213709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E934A8D-D127-9D98-1E84-5FFCB33A6966}"/>
              </a:ext>
            </a:extLst>
          </p:cNvPr>
          <p:cNvSpPr/>
          <p:nvPr/>
        </p:nvSpPr>
        <p:spPr>
          <a:xfrm>
            <a:off x="15643211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0D7190-D657-88F8-5FA4-ED2B6324C4A8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6363211" y="409294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A7A061-17C9-B245-6128-58BDC96C4EE2}"/>
              </a:ext>
            </a:extLst>
          </p:cNvPr>
          <p:cNvSpPr/>
          <p:nvPr/>
        </p:nvSpPr>
        <p:spPr>
          <a:xfrm>
            <a:off x="18473345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FC8ACB-5A4C-E32B-6F7E-C6CE29154DD9}"/>
              </a:ext>
            </a:extLst>
          </p:cNvPr>
          <p:cNvSpPr/>
          <p:nvPr/>
        </p:nvSpPr>
        <p:spPr>
          <a:xfrm>
            <a:off x="14718689" y="70797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772E97B-73BC-6991-48D6-8CA440F18E9B}"/>
              </a:ext>
            </a:extLst>
          </p:cNvPr>
          <p:cNvSpPr/>
          <p:nvPr/>
        </p:nvSpPr>
        <p:spPr>
          <a:xfrm>
            <a:off x="19193345" y="7192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BCC0516-53A5-B93A-1E7B-BA313046DFBA}"/>
              </a:ext>
            </a:extLst>
          </p:cNvPr>
          <p:cNvSpPr/>
          <p:nvPr/>
        </p:nvSpPr>
        <p:spPr>
          <a:xfrm>
            <a:off x="12164943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7EEBC2-2832-3123-0015-77F8A785725B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>
            <a:off x="11566675" y="4092947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42F772A-A01B-49DA-9B29-E2EDCB5D9A53}"/>
              </a:ext>
            </a:extLst>
          </p:cNvPr>
          <p:cNvSpPr/>
          <p:nvPr/>
        </p:nvSpPr>
        <p:spPr>
          <a:xfrm>
            <a:off x="20760537" y="95626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F6B70F-BFD8-0634-385E-EDF189CBE01F}"/>
              </a:ext>
            </a:extLst>
          </p:cNvPr>
          <p:cNvSpPr/>
          <p:nvPr/>
        </p:nvSpPr>
        <p:spPr>
          <a:xfrm>
            <a:off x="17575273" y="93177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CAA1DC-AF5B-784C-BBFB-6E5D4F9D1DF4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17753345" y="4092947"/>
            <a:ext cx="144000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A08C09-5560-85E5-3365-CEC4CB7E8B38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5438689" y="6134986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758CD7E-BB3C-55C0-9AEB-D8992CE5268B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>
            <a:off x="19193345" y="6134986"/>
            <a:ext cx="72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82A2A1-F83A-248C-C198-3EB5E6436201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18295273" y="8505224"/>
            <a:ext cx="1618072" cy="81250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6C8A47-F7B0-7BD9-0293-CC58739D10AD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>
            <a:off x="19913345" y="850522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!!box1">
            <a:extLst>
              <a:ext uri="{FF2B5EF4-FFF2-40B4-BE49-F238E27FC236}">
                <a16:creationId xmlns:a16="http://schemas.microsoft.com/office/drawing/2014/main" id="{4190F945-7C5C-CB79-C8FA-AC0CDAEF6537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!!box4">
            <a:extLst>
              <a:ext uri="{FF2B5EF4-FFF2-40B4-BE49-F238E27FC236}">
                <a16:creationId xmlns:a16="http://schemas.microsoft.com/office/drawing/2014/main" id="{6DAFB07B-D707-4A04-55B2-856F1E887407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59E543CD-67A8-AA25-95C3-D0540411DBE4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4CF0FED-5E0F-DA97-6AB6-1439875C3F5D}"/>
              </a:ext>
            </a:extLst>
          </p:cNvPr>
          <p:cNvSpPr/>
          <p:nvPr/>
        </p:nvSpPr>
        <p:spPr>
          <a:xfrm>
            <a:off x="533628" y="8617710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!!box3">
            <a:extLst>
              <a:ext uri="{FF2B5EF4-FFF2-40B4-BE49-F238E27FC236}">
                <a16:creationId xmlns:a16="http://schemas.microsoft.com/office/drawing/2014/main" id="{FBCE870C-94CE-07CC-C31F-5618C4B825A1}"/>
              </a:ext>
            </a:extLst>
          </p:cNvPr>
          <p:cNvSpPr/>
          <p:nvPr/>
        </p:nvSpPr>
        <p:spPr>
          <a:xfrm>
            <a:off x="19008904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24CCC22-6804-3F03-350D-53C55E9A5066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1157394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42A2-8E64-32D7-279B-DB71B0BC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box">
            <a:extLst>
              <a:ext uri="{FF2B5EF4-FFF2-40B4-BE49-F238E27FC236}">
                <a16:creationId xmlns:a16="http://schemas.microsoft.com/office/drawing/2014/main" id="{01DC180B-1A39-BB52-94F1-597E776DFFB9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B6FEBA-AE5A-EA2A-BA7C-90C72FC00F49}"/>
              </a:ext>
            </a:extLst>
          </p:cNvPr>
          <p:cNvSpPr/>
          <p:nvPr/>
        </p:nvSpPr>
        <p:spPr>
          <a:xfrm>
            <a:off x="1084667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0C00C1-4CEE-C684-6F99-4E79EAE72FF3}"/>
              </a:ext>
            </a:extLst>
          </p:cNvPr>
          <p:cNvSpPr/>
          <p:nvPr/>
        </p:nvSpPr>
        <p:spPr>
          <a:xfrm>
            <a:off x="13822613" y="8242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722C17-9089-4A68-D85B-9CFA84DCDFCF}"/>
              </a:ext>
            </a:extLst>
          </p:cNvPr>
          <p:cNvSpPr/>
          <p:nvPr/>
        </p:nvSpPr>
        <p:spPr>
          <a:xfrm>
            <a:off x="1703334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046B70-B6A5-7D57-46DE-E6180EA4974B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 flipH="1">
            <a:off x="11566675" y="213709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7ADED-E8F7-381B-9E26-599774AECFB9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14542613" y="213709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D3AF3D8-F0D6-BA26-E8C9-62787C620DFA}"/>
              </a:ext>
            </a:extLst>
          </p:cNvPr>
          <p:cNvSpPr/>
          <p:nvPr/>
        </p:nvSpPr>
        <p:spPr>
          <a:xfrm>
            <a:off x="15643211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4B81BA-8EA4-BB76-2288-C58A98BC039A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6363211" y="409294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0B444DA-559E-5FE2-8578-0AD34B430BE1}"/>
              </a:ext>
            </a:extLst>
          </p:cNvPr>
          <p:cNvSpPr/>
          <p:nvPr/>
        </p:nvSpPr>
        <p:spPr>
          <a:xfrm>
            <a:off x="18473345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FC9AE4-0B29-15FC-5DFD-CAE33B061339}"/>
              </a:ext>
            </a:extLst>
          </p:cNvPr>
          <p:cNvSpPr/>
          <p:nvPr/>
        </p:nvSpPr>
        <p:spPr>
          <a:xfrm>
            <a:off x="14718689" y="70797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F2A8FBD-7579-5F0F-9964-CBDCD67BA07D}"/>
              </a:ext>
            </a:extLst>
          </p:cNvPr>
          <p:cNvSpPr/>
          <p:nvPr/>
        </p:nvSpPr>
        <p:spPr>
          <a:xfrm>
            <a:off x="19193345" y="7192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E2EAE7-4D70-D3B1-E053-9FE29B1163C8}"/>
              </a:ext>
            </a:extLst>
          </p:cNvPr>
          <p:cNvSpPr/>
          <p:nvPr/>
        </p:nvSpPr>
        <p:spPr>
          <a:xfrm>
            <a:off x="12164943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414CD5-C23F-2C17-D060-18BAEE7FD899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>
            <a:off x="11566675" y="4092947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5647EF9-13E5-A1DA-553A-2EA55629BA4B}"/>
              </a:ext>
            </a:extLst>
          </p:cNvPr>
          <p:cNvSpPr/>
          <p:nvPr/>
        </p:nvSpPr>
        <p:spPr>
          <a:xfrm>
            <a:off x="20760537" y="95626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5F2D44-66D7-6E82-9C5B-60AA209015BD}"/>
              </a:ext>
            </a:extLst>
          </p:cNvPr>
          <p:cNvSpPr/>
          <p:nvPr/>
        </p:nvSpPr>
        <p:spPr>
          <a:xfrm>
            <a:off x="17575273" y="93177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0CAC2C-F558-38A0-F807-7D5ACBD433F8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17753345" y="4092947"/>
            <a:ext cx="144000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8F2B2F-242D-9937-85B8-9B33C244BC9C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5438689" y="6134986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C3D066-8A38-42E4-0AA5-1B30981DB612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>
            <a:off x="19193345" y="6134986"/>
            <a:ext cx="72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06E5D6-CCD4-19CE-BA1A-9C160BC0F8E3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18295273" y="8505224"/>
            <a:ext cx="1618072" cy="81250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E223EA-1894-22FB-F826-BF460897AD74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>
            <a:off x="19913345" y="850522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!!box1">
            <a:extLst>
              <a:ext uri="{FF2B5EF4-FFF2-40B4-BE49-F238E27FC236}">
                <a16:creationId xmlns:a16="http://schemas.microsoft.com/office/drawing/2014/main" id="{2578CE07-F879-361D-346C-ACBC69155FBD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!!box4">
            <a:extLst>
              <a:ext uri="{FF2B5EF4-FFF2-40B4-BE49-F238E27FC236}">
                <a16:creationId xmlns:a16="http://schemas.microsoft.com/office/drawing/2014/main" id="{EDA652F0-91BE-0423-378E-4821C8FFCA5C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C25EE755-998E-D4AE-2270-F30A3DBA0885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0C1219C-D58A-2AE9-5776-26BC34DF9C45}"/>
              </a:ext>
            </a:extLst>
          </p:cNvPr>
          <p:cNvSpPr/>
          <p:nvPr/>
        </p:nvSpPr>
        <p:spPr>
          <a:xfrm>
            <a:off x="533628" y="8887057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!!box3">
            <a:extLst>
              <a:ext uri="{FF2B5EF4-FFF2-40B4-BE49-F238E27FC236}">
                <a16:creationId xmlns:a16="http://schemas.microsoft.com/office/drawing/2014/main" id="{F2AEC038-63CE-6E62-E9BD-86F5B90FF545}"/>
              </a:ext>
            </a:extLst>
          </p:cNvPr>
          <p:cNvSpPr/>
          <p:nvPr/>
        </p:nvSpPr>
        <p:spPr>
          <a:xfrm>
            <a:off x="19008904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5">
            <a:extLst>
              <a:ext uri="{FF2B5EF4-FFF2-40B4-BE49-F238E27FC236}">
                <a16:creationId xmlns:a16="http://schemas.microsoft.com/office/drawing/2014/main" id="{D82FD7D7-A8F5-2572-B49E-7B2DF4F1C7A0}"/>
              </a:ext>
            </a:extLst>
          </p:cNvPr>
          <p:cNvSpPr/>
          <p:nvPr/>
        </p:nvSpPr>
        <p:spPr>
          <a:xfrm>
            <a:off x="20071026" y="51022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33BA043-4E56-B97A-5C88-013243F50231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2482703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13EF3-BCCA-4C43-34BE-6371744BD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box">
            <a:extLst>
              <a:ext uri="{FF2B5EF4-FFF2-40B4-BE49-F238E27FC236}">
                <a16:creationId xmlns:a16="http://schemas.microsoft.com/office/drawing/2014/main" id="{1519FCF6-C86C-2957-70D2-32A1788421DF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409C1A-AB6C-E526-BFF8-12BFFA60D74E}"/>
              </a:ext>
            </a:extLst>
          </p:cNvPr>
          <p:cNvSpPr/>
          <p:nvPr/>
        </p:nvSpPr>
        <p:spPr>
          <a:xfrm>
            <a:off x="1084667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4B36CD-3892-B58A-5210-87CA473E8171}"/>
              </a:ext>
            </a:extLst>
          </p:cNvPr>
          <p:cNvSpPr/>
          <p:nvPr/>
        </p:nvSpPr>
        <p:spPr>
          <a:xfrm>
            <a:off x="13822613" y="8242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F1806F-C054-1FEF-DF71-F74C69FFC49A}"/>
              </a:ext>
            </a:extLst>
          </p:cNvPr>
          <p:cNvSpPr/>
          <p:nvPr/>
        </p:nvSpPr>
        <p:spPr>
          <a:xfrm>
            <a:off x="1703334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3CA99-CC0B-9EE5-BE74-9CD2F46CC721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 flipH="1">
            <a:off x="11566675" y="213709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F4146F-961D-FC74-8C39-37685DD442BF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14542613" y="213709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FE80DB6-6D7D-C2D1-14C3-9E7D508777E4}"/>
              </a:ext>
            </a:extLst>
          </p:cNvPr>
          <p:cNvSpPr/>
          <p:nvPr/>
        </p:nvSpPr>
        <p:spPr>
          <a:xfrm>
            <a:off x="15643211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AAACB8-2EF3-7DA5-4E96-C587ED2A9D04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6363211" y="409294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C207642-DE16-F926-A7BA-78CBB545CA3F}"/>
              </a:ext>
            </a:extLst>
          </p:cNvPr>
          <p:cNvSpPr/>
          <p:nvPr/>
        </p:nvSpPr>
        <p:spPr>
          <a:xfrm>
            <a:off x="18473345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09586B6-7949-B0BB-2D3A-0D8BA55CB05A}"/>
              </a:ext>
            </a:extLst>
          </p:cNvPr>
          <p:cNvSpPr/>
          <p:nvPr/>
        </p:nvSpPr>
        <p:spPr>
          <a:xfrm>
            <a:off x="14718689" y="70797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E7C0407-5BFB-3608-0896-98E0BBE4D41B}"/>
              </a:ext>
            </a:extLst>
          </p:cNvPr>
          <p:cNvSpPr/>
          <p:nvPr/>
        </p:nvSpPr>
        <p:spPr>
          <a:xfrm>
            <a:off x="19193345" y="7192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0B49F7-5A46-0794-4A02-A6B076A583FB}"/>
              </a:ext>
            </a:extLst>
          </p:cNvPr>
          <p:cNvSpPr/>
          <p:nvPr/>
        </p:nvSpPr>
        <p:spPr>
          <a:xfrm>
            <a:off x="12164943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A134642-1CF5-8360-0B56-73C284470CC3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>
            <a:off x="11566675" y="4092947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5EA35A35-86F8-7230-073E-B4C24F9D6205}"/>
              </a:ext>
            </a:extLst>
          </p:cNvPr>
          <p:cNvSpPr/>
          <p:nvPr/>
        </p:nvSpPr>
        <p:spPr>
          <a:xfrm>
            <a:off x="20760537" y="95626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4CB28C-BD7A-F11F-201F-7916D312DC6F}"/>
              </a:ext>
            </a:extLst>
          </p:cNvPr>
          <p:cNvSpPr/>
          <p:nvPr/>
        </p:nvSpPr>
        <p:spPr>
          <a:xfrm>
            <a:off x="17575273" y="93177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60ABFC-81B4-F33C-0FCE-7DE2DF1EFDA6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17753345" y="4092947"/>
            <a:ext cx="144000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87E2543-582F-55D5-264D-45055F446334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5438689" y="6134986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544693-1573-7010-F200-37584050F4F4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>
            <a:off x="19193345" y="6134986"/>
            <a:ext cx="72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3620F4-0901-2027-277E-570F4BBB72D3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18295273" y="8505224"/>
            <a:ext cx="1618072" cy="81250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5139E58-D90C-40C5-9F80-55461E651E78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>
            <a:off x="19913345" y="850522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!!box1">
            <a:extLst>
              <a:ext uri="{FF2B5EF4-FFF2-40B4-BE49-F238E27FC236}">
                <a16:creationId xmlns:a16="http://schemas.microsoft.com/office/drawing/2014/main" id="{3BE64150-CAD2-7175-F2E4-3334E674F051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!!box4">
            <a:extLst>
              <a:ext uri="{FF2B5EF4-FFF2-40B4-BE49-F238E27FC236}">
                <a16:creationId xmlns:a16="http://schemas.microsoft.com/office/drawing/2014/main" id="{316A722F-B806-D753-000E-32CD6725A675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64A5E223-FBFE-01FB-4AB9-74C4FA67CA4A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B53D235-300B-14AE-A994-5ED074E03572}"/>
              </a:ext>
            </a:extLst>
          </p:cNvPr>
          <p:cNvSpPr/>
          <p:nvPr/>
        </p:nvSpPr>
        <p:spPr>
          <a:xfrm>
            <a:off x="533628" y="9974131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!!box3">
            <a:extLst>
              <a:ext uri="{FF2B5EF4-FFF2-40B4-BE49-F238E27FC236}">
                <a16:creationId xmlns:a16="http://schemas.microsoft.com/office/drawing/2014/main" id="{72E6F1D9-7598-4DAF-8FBC-2FE5FAC13CAA}"/>
              </a:ext>
            </a:extLst>
          </p:cNvPr>
          <p:cNvSpPr/>
          <p:nvPr/>
        </p:nvSpPr>
        <p:spPr>
          <a:xfrm>
            <a:off x="19008904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5">
            <a:extLst>
              <a:ext uri="{FF2B5EF4-FFF2-40B4-BE49-F238E27FC236}">
                <a16:creationId xmlns:a16="http://schemas.microsoft.com/office/drawing/2014/main" id="{6E5CBCE4-6A93-CE26-DB65-3509094C1B63}"/>
              </a:ext>
            </a:extLst>
          </p:cNvPr>
          <p:cNvSpPr/>
          <p:nvPr/>
        </p:nvSpPr>
        <p:spPr>
          <a:xfrm>
            <a:off x="20071026" y="51022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83529EC-1A8C-DB4B-4C8E-82817F6C6238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303273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172E-FC5B-B8D2-BAC6-67DC31196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box">
            <a:extLst>
              <a:ext uri="{FF2B5EF4-FFF2-40B4-BE49-F238E27FC236}">
                <a16:creationId xmlns:a16="http://schemas.microsoft.com/office/drawing/2014/main" id="{95654FBC-DEE5-B814-26D1-332BAC183685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1C8287-4838-8498-F778-76DB195BEB7A}"/>
              </a:ext>
            </a:extLst>
          </p:cNvPr>
          <p:cNvSpPr/>
          <p:nvPr/>
        </p:nvSpPr>
        <p:spPr>
          <a:xfrm>
            <a:off x="1084667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F5A8DED-74D6-A0E5-66C0-7400F5B7A2DC}"/>
              </a:ext>
            </a:extLst>
          </p:cNvPr>
          <p:cNvSpPr/>
          <p:nvPr/>
        </p:nvSpPr>
        <p:spPr>
          <a:xfrm>
            <a:off x="13822613" y="8242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CBE9E6-BC73-84C8-722B-6499F8D7011D}"/>
              </a:ext>
            </a:extLst>
          </p:cNvPr>
          <p:cNvSpPr/>
          <p:nvPr/>
        </p:nvSpPr>
        <p:spPr>
          <a:xfrm>
            <a:off x="1703334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23FCD9-9C1B-AAF0-2B2C-3AE6703AB9C5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 flipH="1">
            <a:off x="11566675" y="213709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CA465B-27A2-4C3B-0134-4D4C0EE41FBE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14542613" y="213709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F5C9484-21E8-AFD9-97C3-747C135ED5A1}"/>
              </a:ext>
            </a:extLst>
          </p:cNvPr>
          <p:cNvSpPr/>
          <p:nvPr/>
        </p:nvSpPr>
        <p:spPr>
          <a:xfrm>
            <a:off x="15643211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08035C-62E3-EBE6-C7D2-C04A2732EFCD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6363211" y="409294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14FE977-CB6F-5CA5-743B-1105E63BE50D}"/>
              </a:ext>
            </a:extLst>
          </p:cNvPr>
          <p:cNvSpPr/>
          <p:nvPr/>
        </p:nvSpPr>
        <p:spPr>
          <a:xfrm>
            <a:off x="18473345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4E664FA-C8AC-8809-BF86-1BA4424C4150}"/>
              </a:ext>
            </a:extLst>
          </p:cNvPr>
          <p:cNvSpPr/>
          <p:nvPr/>
        </p:nvSpPr>
        <p:spPr>
          <a:xfrm>
            <a:off x="14718689" y="70797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078732-1565-FED6-DA45-9000390725DE}"/>
              </a:ext>
            </a:extLst>
          </p:cNvPr>
          <p:cNvSpPr/>
          <p:nvPr/>
        </p:nvSpPr>
        <p:spPr>
          <a:xfrm>
            <a:off x="19193345" y="7192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29BF54-2D39-2D77-7C41-2BD0A348E9A4}"/>
              </a:ext>
            </a:extLst>
          </p:cNvPr>
          <p:cNvSpPr/>
          <p:nvPr/>
        </p:nvSpPr>
        <p:spPr>
          <a:xfrm>
            <a:off x="12164943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107DDC-D020-9D4C-BA6C-A752DFB39946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>
            <a:off x="11566675" y="4092947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A1BD5DF-65EC-FB0C-56C9-479B023F6C8A}"/>
              </a:ext>
            </a:extLst>
          </p:cNvPr>
          <p:cNvSpPr/>
          <p:nvPr/>
        </p:nvSpPr>
        <p:spPr>
          <a:xfrm>
            <a:off x="20760537" y="95626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3EF314-BABE-BDF5-23C0-452053FC969D}"/>
              </a:ext>
            </a:extLst>
          </p:cNvPr>
          <p:cNvSpPr/>
          <p:nvPr/>
        </p:nvSpPr>
        <p:spPr>
          <a:xfrm>
            <a:off x="17575273" y="93177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2FF7CF-6AD4-A135-0501-FF8A3434B72E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17753345" y="4092947"/>
            <a:ext cx="144000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56D139-0259-C90E-830F-DF61E6718B45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5438689" y="6134986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20C3FEB-D840-8880-91F1-5C5CC07764AF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>
            <a:off x="19193345" y="6134986"/>
            <a:ext cx="72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DF8384-6643-EDA4-91CC-2F82A82A0ED4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18295273" y="8505224"/>
            <a:ext cx="1618072" cy="81250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5BD0A1-E50A-46DB-8DFF-4D11319F2F9B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>
            <a:off x="19913345" y="850522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!!box1">
            <a:extLst>
              <a:ext uri="{FF2B5EF4-FFF2-40B4-BE49-F238E27FC236}">
                <a16:creationId xmlns:a16="http://schemas.microsoft.com/office/drawing/2014/main" id="{33BB0820-C73B-E204-87C0-CBF859894E60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!!box4">
            <a:extLst>
              <a:ext uri="{FF2B5EF4-FFF2-40B4-BE49-F238E27FC236}">
                <a16:creationId xmlns:a16="http://schemas.microsoft.com/office/drawing/2014/main" id="{F44F40D9-9152-3AEC-F106-32EEC6317F9F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33B4DF2B-4EE3-F852-6BD8-27E987C3FBAC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001CEC5-F3E1-7BE0-A2CA-2F9CCE21C307}"/>
              </a:ext>
            </a:extLst>
          </p:cNvPr>
          <p:cNvSpPr/>
          <p:nvPr/>
        </p:nvSpPr>
        <p:spPr>
          <a:xfrm>
            <a:off x="533628" y="10219060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!!box3">
            <a:extLst>
              <a:ext uri="{FF2B5EF4-FFF2-40B4-BE49-F238E27FC236}">
                <a16:creationId xmlns:a16="http://schemas.microsoft.com/office/drawing/2014/main" id="{5FE158CA-8C96-5C72-566C-4A8A2A9A62ED}"/>
              </a:ext>
            </a:extLst>
          </p:cNvPr>
          <p:cNvSpPr/>
          <p:nvPr/>
        </p:nvSpPr>
        <p:spPr>
          <a:xfrm>
            <a:off x="19008904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5">
            <a:extLst>
              <a:ext uri="{FF2B5EF4-FFF2-40B4-BE49-F238E27FC236}">
                <a16:creationId xmlns:a16="http://schemas.microsoft.com/office/drawing/2014/main" id="{B01E2F23-5D08-1B9E-575F-9181C2EB8C13}"/>
              </a:ext>
            </a:extLst>
          </p:cNvPr>
          <p:cNvSpPr/>
          <p:nvPr/>
        </p:nvSpPr>
        <p:spPr>
          <a:xfrm>
            <a:off x="20071026" y="51022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478ABC3-A7FE-2B4B-1E04-EB4A0CA76331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2477760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BFD44-5B9F-FEB8-902E-B3D999427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box">
            <a:extLst>
              <a:ext uri="{FF2B5EF4-FFF2-40B4-BE49-F238E27FC236}">
                <a16:creationId xmlns:a16="http://schemas.microsoft.com/office/drawing/2014/main" id="{506B9B41-9DF0-FD50-E4D6-BBD592C4C042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4A84378-E419-F442-0CB7-A2C7230944C4}"/>
              </a:ext>
            </a:extLst>
          </p:cNvPr>
          <p:cNvSpPr/>
          <p:nvPr/>
        </p:nvSpPr>
        <p:spPr>
          <a:xfrm>
            <a:off x="1084667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859EF4-1F38-B11F-D39D-DCA7D73F3B36}"/>
              </a:ext>
            </a:extLst>
          </p:cNvPr>
          <p:cNvSpPr/>
          <p:nvPr/>
        </p:nvSpPr>
        <p:spPr>
          <a:xfrm>
            <a:off x="13822613" y="8242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08A20A-57A4-3CA9-DD17-A469E7FF4C94}"/>
              </a:ext>
            </a:extLst>
          </p:cNvPr>
          <p:cNvSpPr/>
          <p:nvPr/>
        </p:nvSpPr>
        <p:spPr>
          <a:xfrm>
            <a:off x="1703334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C35D11-D3E3-3071-1732-ED57674A2627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 flipH="1">
            <a:off x="11566675" y="213709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8E2966-BBE4-2B85-1FD1-5F0B172C734A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14542613" y="213709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2C6C776-93F2-D2D9-9719-C1663E83901E}"/>
              </a:ext>
            </a:extLst>
          </p:cNvPr>
          <p:cNvSpPr/>
          <p:nvPr/>
        </p:nvSpPr>
        <p:spPr>
          <a:xfrm>
            <a:off x="15643211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9A2420-443B-4C75-5056-99E57845D59A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6363211" y="409294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8F7C1BE-2872-0DC5-F0D3-3CDFBF167642}"/>
              </a:ext>
            </a:extLst>
          </p:cNvPr>
          <p:cNvSpPr/>
          <p:nvPr/>
        </p:nvSpPr>
        <p:spPr>
          <a:xfrm>
            <a:off x="18473345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512C164-8C78-31CA-32E9-7A74ECAD66CE}"/>
              </a:ext>
            </a:extLst>
          </p:cNvPr>
          <p:cNvSpPr/>
          <p:nvPr/>
        </p:nvSpPr>
        <p:spPr>
          <a:xfrm>
            <a:off x="14718689" y="70797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2A876C2-99B1-5170-ECA2-152B9636B967}"/>
              </a:ext>
            </a:extLst>
          </p:cNvPr>
          <p:cNvSpPr/>
          <p:nvPr/>
        </p:nvSpPr>
        <p:spPr>
          <a:xfrm>
            <a:off x="19193345" y="71924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F44CCE8-9BEB-B1FA-E896-05AB34D46E94}"/>
              </a:ext>
            </a:extLst>
          </p:cNvPr>
          <p:cNvSpPr/>
          <p:nvPr/>
        </p:nvSpPr>
        <p:spPr>
          <a:xfrm>
            <a:off x="12164943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39B85C-4FC2-7203-D482-BDF92D9BB09F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>
            <a:off x="11566675" y="4092947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0805BD96-92A4-B7C8-9E37-1748EC14514F}"/>
              </a:ext>
            </a:extLst>
          </p:cNvPr>
          <p:cNvSpPr/>
          <p:nvPr/>
        </p:nvSpPr>
        <p:spPr>
          <a:xfrm>
            <a:off x="20760537" y="956265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CDB744-1086-1DB9-921D-A39F791ACDBD}"/>
              </a:ext>
            </a:extLst>
          </p:cNvPr>
          <p:cNvSpPr/>
          <p:nvPr/>
        </p:nvSpPr>
        <p:spPr>
          <a:xfrm>
            <a:off x="17575273" y="93177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094DEE-9071-F79A-EDBB-3CB21E940415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>
            <a:off x="17753345" y="4092947"/>
            <a:ext cx="144000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6E1E15-B0E6-1088-B31A-D0036531E686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5438689" y="6134986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5EDF1D-9A10-ACCC-4A5A-DB58C4957985}"/>
              </a:ext>
            </a:extLst>
          </p:cNvPr>
          <p:cNvCxnSpPr>
            <a:cxnSpLocks/>
            <a:stCxn id="12" idx="4"/>
            <a:endCxn id="14" idx="0"/>
          </p:cNvCxnSpPr>
          <p:nvPr/>
        </p:nvCxnSpPr>
        <p:spPr>
          <a:xfrm>
            <a:off x="19193345" y="6134986"/>
            <a:ext cx="72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AD65BFE-E685-3F27-0032-5595441C0A5B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18295273" y="8505224"/>
            <a:ext cx="1618072" cy="81250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0605E6A-C851-FA11-35FF-92FBE4D1C362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>
            <a:off x="19913345" y="850522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!!box1">
            <a:extLst>
              <a:ext uri="{FF2B5EF4-FFF2-40B4-BE49-F238E27FC236}">
                <a16:creationId xmlns:a16="http://schemas.microsoft.com/office/drawing/2014/main" id="{F23E564F-E21A-EE2D-FA39-AAB17A2D1E35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!!box4">
            <a:extLst>
              <a:ext uri="{FF2B5EF4-FFF2-40B4-BE49-F238E27FC236}">
                <a16:creationId xmlns:a16="http://schemas.microsoft.com/office/drawing/2014/main" id="{62FFBED1-E17A-6932-1A74-1A8791A019A8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B30D6F60-D06C-8086-8401-2CCD04D231C4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BE8BBF9-D578-0DA7-B4DD-93D664B11C7D}"/>
              </a:ext>
            </a:extLst>
          </p:cNvPr>
          <p:cNvSpPr/>
          <p:nvPr/>
        </p:nvSpPr>
        <p:spPr>
          <a:xfrm>
            <a:off x="533628" y="11099812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!!box3">
            <a:extLst>
              <a:ext uri="{FF2B5EF4-FFF2-40B4-BE49-F238E27FC236}">
                <a16:creationId xmlns:a16="http://schemas.microsoft.com/office/drawing/2014/main" id="{73129E3E-339A-E789-4054-B6106A348281}"/>
              </a:ext>
            </a:extLst>
          </p:cNvPr>
          <p:cNvSpPr/>
          <p:nvPr/>
        </p:nvSpPr>
        <p:spPr>
          <a:xfrm>
            <a:off x="19008904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5">
            <a:extLst>
              <a:ext uri="{FF2B5EF4-FFF2-40B4-BE49-F238E27FC236}">
                <a16:creationId xmlns:a16="http://schemas.microsoft.com/office/drawing/2014/main" id="{66C9AFBA-B494-FA80-C667-634124AE20CC}"/>
              </a:ext>
            </a:extLst>
          </p:cNvPr>
          <p:cNvSpPr/>
          <p:nvPr/>
        </p:nvSpPr>
        <p:spPr>
          <a:xfrm>
            <a:off x="20071026" y="51022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35EE88F-C435-2FF1-7378-6CD4FAADE4E4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1798729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E9F74-03D2-3511-F48A-27094700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!!box">
            <a:extLst>
              <a:ext uri="{FF2B5EF4-FFF2-40B4-BE49-F238E27FC236}">
                <a16:creationId xmlns:a16="http://schemas.microsoft.com/office/drawing/2014/main" id="{A36AAB1E-1E29-696F-7BBF-BADC1A9C6943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8AF9C1-48A2-070D-FFE5-C9815162749C}"/>
              </a:ext>
            </a:extLst>
          </p:cNvPr>
          <p:cNvSpPr/>
          <p:nvPr/>
        </p:nvSpPr>
        <p:spPr>
          <a:xfrm>
            <a:off x="1084667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BB6599-32CA-0CC3-A946-67DD76074712}"/>
              </a:ext>
            </a:extLst>
          </p:cNvPr>
          <p:cNvSpPr/>
          <p:nvPr/>
        </p:nvSpPr>
        <p:spPr>
          <a:xfrm>
            <a:off x="13822613" y="8242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4459A3-15C7-B2BF-5EAD-64080320F202}"/>
              </a:ext>
            </a:extLst>
          </p:cNvPr>
          <p:cNvSpPr/>
          <p:nvPr/>
        </p:nvSpPr>
        <p:spPr>
          <a:xfrm>
            <a:off x="1703334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C7FEC2-3EA9-17C8-C902-AC66B1866D6E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 flipH="1">
            <a:off x="11566675" y="213709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9C7254-D314-DFE0-5F5B-B1803BED641A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14542613" y="213709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B429D20-CE90-814C-43A0-FC6F554E1F45}"/>
              </a:ext>
            </a:extLst>
          </p:cNvPr>
          <p:cNvSpPr/>
          <p:nvPr/>
        </p:nvSpPr>
        <p:spPr>
          <a:xfrm>
            <a:off x="15643211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5812F7-78A3-6CFA-90F3-E43264743EA5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6363211" y="409294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0D784BF-AE6B-FACA-6097-EB69D642A5A3}"/>
              </a:ext>
            </a:extLst>
          </p:cNvPr>
          <p:cNvSpPr/>
          <p:nvPr/>
        </p:nvSpPr>
        <p:spPr>
          <a:xfrm>
            <a:off x="21815931" y="41003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7CEEB9A-43A0-DA51-3B9D-45633795F988}"/>
              </a:ext>
            </a:extLst>
          </p:cNvPr>
          <p:cNvSpPr/>
          <p:nvPr/>
        </p:nvSpPr>
        <p:spPr>
          <a:xfrm>
            <a:off x="14718689" y="70797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033B76-7DE2-07EE-9A29-306BD2AE103D}"/>
              </a:ext>
            </a:extLst>
          </p:cNvPr>
          <p:cNvSpPr/>
          <p:nvPr/>
        </p:nvSpPr>
        <p:spPr>
          <a:xfrm>
            <a:off x="19149321" y="50444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D720204-1198-A9DD-A300-090433DEF1F1}"/>
              </a:ext>
            </a:extLst>
          </p:cNvPr>
          <p:cNvSpPr/>
          <p:nvPr/>
        </p:nvSpPr>
        <p:spPr>
          <a:xfrm>
            <a:off x="12164943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3737D3-48C6-2092-EFA2-81664E145CE1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>
            <a:off x="11566675" y="4092947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7437A1E-DE30-4EC3-B544-540564434789}"/>
              </a:ext>
            </a:extLst>
          </p:cNvPr>
          <p:cNvSpPr/>
          <p:nvPr/>
        </p:nvSpPr>
        <p:spPr>
          <a:xfrm>
            <a:off x="20716513" y="74147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803DC2-0DD1-8FED-965E-D61F69E543B8}"/>
              </a:ext>
            </a:extLst>
          </p:cNvPr>
          <p:cNvSpPr/>
          <p:nvPr/>
        </p:nvSpPr>
        <p:spPr>
          <a:xfrm>
            <a:off x="17531249" y="71697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37EBA6-F159-319E-23E3-E5083EE6771C}"/>
              </a:ext>
            </a:extLst>
          </p:cNvPr>
          <p:cNvCxnSpPr>
            <a:cxnSpLocks/>
            <a:stCxn id="7" idx="4"/>
            <a:endCxn id="14" idx="0"/>
          </p:cNvCxnSpPr>
          <p:nvPr/>
        </p:nvCxnSpPr>
        <p:spPr>
          <a:xfrm>
            <a:off x="17753345" y="4092947"/>
            <a:ext cx="2115976" cy="95151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9D6838-85A3-28A3-71F4-AA139903A0CC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5438689" y="6134986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E1B3DE-4C84-2511-318E-FBF9A44FC0CE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18251249" y="6357268"/>
            <a:ext cx="1618072" cy="81250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104212D-4992-FA7E-C8CD-53C0D9596C81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>
            <a:off x="19869321" y="6357268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!!box1">
            <a:extLst>
              <a:ext uri="{FF2B5EF4-FFF2-40B4-BE49-F238E27FC236}">
                <a16:creationId xmlns:a16="http://schemas.microsoft.com/office/drawing/2014/main" id="{C60B90A6-E67A-7968-07A0-D1BE211CBBC3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!!box4">
            <a:extLst>
              <a:ext uri="{FF2B5EF4-FFF2-40B4-BE49-F238E27FC236}">
                <a16:creationId xmlns:a16="http://schemas.microsoft.com/office/drawing/2014/main" id="{ACAA427E-92C9-16EA-2875-140BE3D0C18F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73E62040-ABBC-0B68-E06D-9637B1177346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1FC9F91-18A7-45DF-4906-7DE13E8EEFB9}"/>
              </a:ext>
            </a:extLst>
          </p:cNvPr>
          <p:cNvSpPr/>
          <p:nvPr/>
        </p:nvSpPr>
        <p:spPr>
          <a:xfrm>
            <a:off x="533628" y="11339297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!!box3">
            <a:extLst>
              <a:ext uri="{FF2B5EF4-FFF2-40B4-BE49-F238E27FC236}">
                <a16:creationId xmlns:a16="http://schemas.microsoft.com/office/drawing/2014/main" id="{7CB48ED1-FF9A-4FF5-2A2A-7F35D427FEEB}"/>
              </a:ext>
            </a:extLst>
          </p:cNvPr>
          <p:cNvSpPr/>
          <p:nvPr/>
        </p:nvSpPr>
        <p:spPr>
          <a:xfrm>
            <a:off x="19008904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5">
            <a:extLst>
              <a:ext uri="{FF2B5EF4-FFF2-40B4-BE49-F238E27FC236}">
                <a16:creationId xmlns:a16="http://schemas.microsoft.com/office/drawing/2014/main" id="{2B9DA628-FB89-84EE-D26C-7908945C8B48}"/>
              </a:ext>
            </a:extLst>
          </p:cNvPr>
          <p:cNvSpPr/>
          <p:nvPr/>
        </p:nvSpPr>
        <p:spPr>
          <a:xfrm>
            <a:off x="21303478" y="31414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25A225D-B35D-CCFF-8E25-F18B5657F239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2580451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AD37-A39F-C9DE-A9FE-ED4EBF683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!box">
            <a:extLst>
              <a:ext uri="{FF2B5EF4-FFF2-40B4-BE49-F238E27FC236}">
                <a16:creationId xmlns:a16="http://schemas.microsoft.com/office/drawing/2014/main" id="{6D80320A-1D92-6ED2-7335-391138B6823E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F5AE6C-9520-E40C-344E-BA33904A61BD}"/>
              </a:ext>
            </a:extLst>
          </p:cNvPr>
          <p:cNvSpPr/>
          <p:nvPr/>
        </p:nvSpPr>
        <p:spPr>
          <a:xfrm>
            <a:off x="1084667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4E134F-7B19-A5E4-3064-54E022E9ECFD}"/>
              </a:ext>
            </a:extLst>
          </p:cNvPr>
          <p:cNvSpPr/>
          <p:nvPr/>
        </p:nvSpPr>
        <p:spPr>
          <a:xfrm>
            <a:off x="13822613" y="82429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B5487E-9F07-31B3-9C59-75D07DF79C0F}"/>
              </a:ext>
            </a:extLst>
          </p:cNvPr>
          <p:cNvSpPr/>
          <p:nvPr/>
        </p:nvSpPr>
        <p:spPr>
          <a:xfrm>
            <a:off x="17033345" y="27801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43C577-5CAE-68AB-ED60-C8D0993AABDF}"/>
              </a:ext>
            </a:extLst>
          </p:cNvPr>
          <p:cNvCxnSpPr>
            <a:cxnSpLocks/>
            <a:stCxn id="6" idx="4"/>
            <a:endCxn id="5" idx="0"/>
          </p:cNvCxnSpPr>
          <p:nvPr/>
        </p:nvCxnSpPr>
        <p:spPr>
          <a:xfrm flipH="1">
            <a:off x="11566675" y="213709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E49071-2873-DBA0-7B64-BD9AB73DD26B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14542613" y="213709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BFA0DC1-DAE0-A833-4852-F24A032E2376}"/>
              </a:ext>
            </a:extLst>
          </p:cNvPr>
          <p:cNvSpPr/>
          <p:nvPr/>
        </p:nvSpPr>
        <p:spPr>
          <a:xfrm>
            <a:off x="15643211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EEE7F9-E7F3-DE59-E408-F64D0EC3B12F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16363211" y="409294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CEA69D69-3D4E-DA4A-1E8B-ABEEC11BA233}"/>
              </a:ext>
            </a:extLst>
          </p:cNvPr>
          <p:cNvSpPr/>
          <p:nvPr/>
        </p:nvSpPr>
        <p:spPr>
          <a:xfrm>
            <a:off x="14718689" y="707975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28B48C0-2558-210A-40BC-53A051450895}"/>
              </a:ext>
            </a:extLst>
          </p:cNvPr>
          <p:cNvSpPr/>
          <p:nvPr/>
        </p:nvSpPr>
        <p:spPr>
          <a:xfrm>
            <a:off x="19149321" y="50444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AC78988-44F2-343E-A36D-CBD391808802}"/>
              </a:ext>
            </a:extLst>
          </p:cNvPr>
          <p:cNvSpPr/>
          <p:nvPr/>
        </p:nvSpPr>
        <p:spPr>
          <a:xfrm>
            <a:off x="12164943" y="482218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87A598-0FFB-4154-F05D-FC12EE4653FC}"/>
              </a:ext>
            </a:extLst>
          </p:cNvPr>
          <p:cNvCxnSpPr>
            <a:cxnSpLocks/>
            <a:stCxn id="5" idx="4"/>
            <a:endCxn id="15" idx="0"/>
          </p:cNvCxnSpPr>
          <p:nvPr/>
        </p:nvCxnSpPr>
        <p:spPr>
          <a:xfrm>
            <a:off x="11566675" y="4092947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940FF02-4994-C3D6-0156-6FB054237944}"/>
              </a:ext>
            </a:extLst>
          </p:cNvPr>
          <p:cNvSpPr/>
          <p:nvPr/>
        </p:nvSpPr>
        <p:spPr>
          <a:xfrm>
            <a:off x="20716513" y="741470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F658784-8571-A876-0294-6CDC3D777421}"/>
              </a:ext>
            </a:extLst>
          </p:cNvPr>
          <p:cNvSpPr/>
          <p:nvPr/>
        </p:nvSpPr>
        <p:spPr>
          <a:xfrm>
            <a:off x="17531249" y="716977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D71909-4987-57DF-6D94-E82B41D77889}"/>
              </a:ext>
            </a:extLst>
          </p:cNvPr>
          <p:cNvCxnSpPr>
            <a:cxnSpLocks/>
            <a:stCxn id="7" idx="4"/>
            <a:endCxn id="14" idx="0"/>
          </p:cNvCxnSpPr>
          <p:nvPr/>
        </p:nvCxnSpPr>
        <p:spPr>
          <a:xfrm>
            <a:off x="17753345" y="4092947"/>
            <a:ext cx="2115976" cy="95151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6CA947F-9B3E-50F3-8FB8-FEC3D28F002F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 flipH="1">
            <a:off x="15438689" y="6134986"/>
            <a:ext cx="924522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649A0AB-CD7F-EE03-0ED5-9C43D375723B}"/>
              </a:ext>
            </a:extLst>
          </p:cNvPr>
          <p:cNvCxnSpPr>
            <a:cxnSpLocks/>
            <a:stCxn id="14" idx="4"/>
            <a:endCxn id="18" idx="0"/>
          </p:cNvCxnSpPr>
          <p:nvPr/>
        </p:nvCxnSpPr>
        <p:spPr>
          <a:xfrm flipH="1">
            <a:off x="18251249" y="6357268"/>
            <a:ext cx="1618072" cy="81250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0FB88B-5312-8DD7-97DE-D0FB4AC1477E}"/>
              </a:ext>
            </a:extLst>
          </p:cNvPr>
          <p:cNvCxnSpPr>
            <a:cxnSpLocks/>
            <a:stCxn id="14" idx="4"/>
            <a:endCxn id="17" idx="0"/>
          </p:cNvCxnSpPr>
          <p:nvPr/>
        </p:nvCxnSpPr>
        <p:spPr>
          <a:xfrm>
            <a:off x="19869321" y="6357268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!!box1">
            <a:extLst>
              <a:ext uri="{FF2B5EF4-FFF2-40B4-BE49-F238E27FC236}">
                <a16:creationId xmlns:a16="http://schemas.microsoft.com/office/drawing/2014/main" id="{1AB44E90-6FAF-F8C2-DAF7-04287471A739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!!box4">
            <a:extLst>
              <a:ext uri="{FF2B5EF4-FFF2-40B4-BE49-F238E27FC236}">
                <a16:creationId xmlns:a16="http://schemas.microsoft.com/office/drawing/2014/main" id="{E6598A79-DDEE-E6C1-DE0D-E2027987E476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!!box2">
            <a:extLst>
              <a:ext uri="{FF2B5EF4-FFF2-40B4-BE49-F238E27FC236}">
                <a16:creationId xmlns:a16="http://schemas.microsoft.com/office/drawing/2014/main" id="{8CD18A97-74C4-2899-1B16-1DFBDEFDA3C9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EF00F3F-F301-9519-41A8-01026DE46FF2}"/>
              </a:ext>
            </a:extLst>
          </p:cNvPr>
          <p:cNvSpPr/>
          <p:nvPr/>
        </p:nvSpPr>
        <p:spPr>
          <a:xfrm>
            <a:off x="533628" y="11339297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!!box3">
            <a:extLst>
              <a:ext uri="{FF2B5EF4-FFF2-40B4-BE49-F238E27FC236}">
                <a16:creationId xmlns:a16="http://schemas.microsoft.com/office/drawing/2014/main" id="{54541591-3A3D-D607-FD43-9DCFCC1B134E}"/>
              </a:ext>
            </a:extLst>
          </p:cNvPr>
          <p:cNvSpPr/>
          <p:nvPr/>
        </p:nvSpPr>
        <p:spPr>
          <a:xfrm>
            <a:off x="19008904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!!box5">
            <a:extLst>
              <a:ext uri="{FF2B5EF4-FFF2-40B4-BE49-F238E27FC236}">
                <a16:creationId xmlns:a16="http://schemas.microsoft.com/office/drawing/2014/main" id="{C1C22A9D-DAB4-DDED-C017-FC5586EF8A9E}"/>
              </a:ext>
            </a:extLst>
          </p:cNvPr>
          <p:cNvSpPr/>
          <p:nvPr/>
        </p:nvSpPr>
        <p:spPr>
          <a:xfrm>
            <a:off x="21303478" y="31414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3294D3F-C0A9-5DE7-4324-6D265ACE36C5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3814213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3D0B0-0B2C-1E18-809F-91E31D3E1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!!box">
            <a:extLst>
              <a:ext uri="{FF2B5EF4-FFF2-40B4-BE49-F238E27FC236}">
                <a16:creationId xmlns:a16="http://schemas.microsoft.com/office/drawing/2014/main" id="{FECF9FED-D7A8-AF89-AAA8-E475565F890F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9D6556-F155-BFF2-C5B9-16E66AB7A394}"/>
              </a:ext>
            </a:extLst>
          </p:cNvPr>
          <p:cNvSpPr/>
          <p:nvPr/>
        </p:nvSpPr>
        <p:spPr>
          <a:xfrm>
            <a:off x="1055730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A4CD2A-DBC0-2A18-3F2E-E58914C1DC94}"/>
              </a:ext>
            </a:extLst>
          </p:cNvPr>
          <p:cNvSpPr/>
          <p:nvPr/>
        </p:nvSpPr>
        <p:spPr>
          <a:xfrm>
            <a:off x="13533240" y="9594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1CE2A00-824A-D71E-377D-D6B407B52A2D}"/>
              </a:ext>
            </a:extLst>
          </p:cNvPr>
          <p:cNvSpPr/>
          <p:nvPr/>
        </p:nvSpPr>
        <p:spPr>
          <a:xfrm>
            <a:off x="1674397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ECE4F20-2EDA-B8E2-E0E9-AD280C20D876}"/>
              </a:ext>
            </a:extLst>
          </p:cNvPr>
          <p:cNvCxnSpPr>
            <a:cxnSpLocks/>
            <a:stCxn id="21" idx="4"/>
            <a:endCxn id="12" idx="0"/>
          </p:cNvCxnSpPr>
          <p:nvPr/>
        </p:nvCxnSpPr>
        <p:spPr>
          <a:xfrm flipH="1">
            <a:off x="11277302" y="22722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C56CE3-EC25-4BC1-7F92-22E4BA52151F}"/>
              </a:ext>
            </a:extLst>
          </p:cNvPr>
          <p:cNvCxnSpPr>
            <a:cxnSpLocks/>
            <a:stCxn id="21" idx="4"/>
            <a:endCxn id="29" idx="0"/>
          </p:cNvCxnSpPr>
          <p:nvPr/>
        </p:nvCxnSpPr>
        <p:spPr>
          <a:xfrm>
            <a:off x="14253240" y="22722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F02A5D5-CA5D-ED0C-2D55-8E661A160BE4}"/>
              </a:ext>
            </a:extLst>
          </p:cNvPr>
          <p:cNvSpPr/>
          <p:nvPr/>
        </p:nvSpPr>
        <p:spPr>
          <a:xfrm>
            <a:off x="15102312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FDAE850-E079-5743-42FF-1CF1FDD12194}"/>
              </a:ext>
            </a:extLst>
          </p:cNvPr>
          <p:cNvCxnSpPr>
            <a:cxnSpLocks/>
            <a:stCxn id="29" idx="4"/>
            <a:endCxn id="32" idx="0"/>
          </p:cNvCxnSpPr>
          <p:nvPr/>
        </p:nvCxnSpPr>
        <p:spPr>
          <a:xfrm flipH="1">
            <a:off x="15822312" y="4228133"/>
            <a:ext cx="164166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EF0C4F63-6EF5-24E3-BD70-1A8056BA4468}"/>
              </a:ext>
            </a:extLst>
          </p:cNvPr>
          <p:cNvSpPr/>
          <p:nvPr/>
        </p:nvSpPr>
        <p:spPr>
          <a:xfrm>
            <a:off x="18496439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F813AB9-5112-540D-4697-3832E69FACDF}"/>
              </a:ext>
            </a:extLst>
          </p:cNvPr>
          <p:cNvSpPr/>
          <p:nvPr/>
        </p:nvSpPr>
        <p:spPr>
          <a:xfrm>
            <a:off x="13865323" y="7214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B28D40C-D450-9963-6846-5D7535543B1E}"/>
              </a:ext>
            </a:extLst>
          </p:cNvPr>
          <p:cNvSpPr/>
          <p:nvPr/>
        </p:nvSpPr>
        <p:spPr>
          <a:xfrm>
            <a:off x="21486025" y="71577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3BB825E-E6E8-A08D-C9F7-4675C6524006}"/>
              </a:ext>
            </a:extLst>
          </p:cNvPr>
          <p:cNvSpPr/>
          <p:nvPr/>
        </p:nvSpPr>
        <p:spPr>
          <a:xfrm>
            <a:off x="11875570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B03F32-3842-3EBB-4C3E-3343F521B290}"/>
              </a:ext>
            </a:extLst>
          </p:cNvPr>
          <p:cNvCxnSpPr>
            <a:cxnSpLocks/>
            <a:stCxn id="12" idx="4"/>
            <a:endCxn id="37" idx="0"/>
          </p:cNvCxnSpPr>
          <p:nvPr/>
        </p:nvCxnSpPr>
        <p:spPr>
          <a:xfrm>
            <a:off x="11277302" y="4228133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150383AB-B368-0FF8-1AC9-04E6DB3A6B0F}"/>
              </a:ext>
            </a:extLst>
          </p:cNvPr>
          <p:cNvSpPr/>
          <p:nvPr/>
        </p:nvSpPr>
        <p:spPr>
          <a:xfrm>
            <a:off x="23053217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8DDAD20-BCCA-36E5-28AB-B5961861559A}"/>
              </a:ext>
            </a:extLst>
          </p:cNvPr>
          <p:cNvSpPr/>
          <p:nvPr/>
        </p:nvSpPr>
        <p:spPr>
          <a:xfrm>
            <a:off x="20046025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BC234FF-59BC-4302-6B6D-92787F5E49B8}"/>
              </a:ext>
            </a:extLst>
          </p:cNvPr>
          <p:cNvCxnSpPr>
            <a:cxnSpLocks/>
            <a:stCxn id="29" idx="4"/>
            <a:endCxn id="34" idx="0"/>
          </p:cNvCxnSpPr>
          <p:nvPr/>
        </p:nvCxnSpPr>
        <p:spPr>
          <a:xfrm>
            <a:off x="17463972" y="4228133"/>
            <a:ext cx="1752467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D771B3D-A481-8838-0985-ECDB6CA6EEE3}"/>
              </a:ext>
            </a:extLst>
          </p:cNvPr>
          <p:cNvCxnSpPr>
            <a:cxnSpLocks/>
            <a:stCxn id="32" idx="4"/>
            <a:endCxn id="35" idx="0"/>
          </p:cNvCxnSpPr>
          <p:nvPr/>
        </p:nvCxnSpPr>
        <p:spPr>
          <a:xfrm flipH="1">
            <a:off x="14585323" y="6270172"/>
            <a:ext cx="1236989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2CB9709-DBDB-F4E4-0AA2-C5F8E51E3C3F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19216439" y="6270172"/>
            <a:ext cx="298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6BD5B92-E688-4C4D-7C5C-65334E7D4486}"/>
              </a:ext>
            </a:extLst>
          </p:cNvPr>
          <p:cNvCxnSpPr>
            <a:cxnSpLocks/>
            <a:stCxn id="36" idx="4"/>
            <a:endCxn id="40" idx="0"/>
          </p:cNvCxnSpPr>
          <p:nvPr/>
        </p:nvCxnSpPr>
        <p:spPr>
          <a:xfrm flipH="1">
            <a:off x="20766025" y="8470554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06D6DD-7F9A-E9DF-EE79-A98B67CFBA2C}"/>
              </a:ext>
            </a:extLst>
          </p:cNvPr>
          <p:cNvCxnSpPr>
            <a:cxnSpLocks/>
            <a:stCxn id="36" idx="4"/>
            <a:endCxn id="39" idx="0"/>
          </p:cNvCxnSpPr>
          <p:nvPr/>
        </p:nvCxnSpPr>
        <p:spPr>
          <a:xfrm>
            <a:off x="22206025" y="847055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A4A090D2-CAE3-A60F-706E-B29D55F2C044}"/>
              </a:ext>
            </a:extLst>
          </p:cNvPr>
          <p:cNvSpPr/>
          <p:nvPr/>
        </p:nvSpPr>
        <p:spPr>
          <a:xfrm>
            <a:off x="16419548" y="69994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0871496-8F8B-4E32-2195-6B6294B1F412}"/>
              </a:ext>
            </a:extLst>
          </p:cNvPr>
          <p:cNvCxnSpPr>
            <a:cxnSpLocks/>
            <a:stCxn id="34" idx="4"/>
            <a:endCxn id="46" idx="0"/>
          </p:cNvCxnSpPr>
          <p:nvPr/>
        </p:nvCxnSpPr>
        <p:spPr>
          <a:xfrm flipH="1">
            <a:off x="17139548" y="6270172"/>
            <a:ext cx="2076891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D55E1A1C-4A57-4572-AC09-35E0F199930D}"/>
              </a:ext>
            </a:extLst>
          </p:cNvPr>
          <p:cNvSpPr/>
          <p:nvPr/>
        </p:nvSpPr>
        <p:spPr>
          <a:xfrm>
            <a:off x="17455832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7F93D62-D75C-BCC5-8D3F-65AF106E6A78}"/>
              </a:ext>
            </a:extLst>
          </p:cNvPr>
          <p:cNvCxnSpPr>
            <a:cxnSpLocks/>
            <a:stCxn id="46" idx="4"/>
            <a:endCxn id="48" idx="0"/>
          </p:cNvCxnSpPr>
          <p:nvPr/>
        </p:nvCxnSpPr>
        <p:spPr>
          <a:xfrm>
            <a:off x="17139548" y="8312211"/>
            <a:ext cx="1036284" cy="121577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B79B8192-C211-CBAE-A535-42B0BC49654F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796149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0828-0624-9A92-1330-21E4B1C92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box">
            <a:extLst>
              <a:ext uri="{FF2B5EF4-FFF2-40B4-BE49-F238E27FC236}">
                <a16:creationId xmlns:a16="http://schemas.microsoft.com/office/drawing/2014/main" id="{0CD295D0-17FD-9CD7-6C46-0CDF2FAD4EB7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FAA205-F3CA-7F77-E078-3A4A6F559224}"/>
              </a:ext>
            </a:extLst>
          </p:cNvPr>
          <p:cNvSpPr/>
          <p:nvPr/>
        </p:nvSpPr>
        <p:spPr>
          <a:xfrm>
            <a:off x="1055730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8E6B62-4DFD-B495-01E0-602E0A80260A}"/>
              </a:ext>
            </a:extLst>
          </p:cNvPr>
          <p:cNvSpPr/>
          <p:nvPr/>
        </p:nvSpPr>
        <p:spPr>
          <a:xfrm>
            <a:off x="13533240" y="9594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A4647A3-CB49-54FD-C1D3-E68151E50BF6}"/>
              </a:ext>
            </a:extLst>
          </p:cNvPr>
          <p:cNvSpPr/>
          <p:nvPr/>
        </p:nvSpPr>
        <p:spPr>
          <a:xfrm>
            <a:off x="1674397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5D50FC-1DD9-4245-4E1B-9BD79684AA6D}"/>
              </a:ext>
            </a:extLst>
          </p:cNvPr>
          <p:cNvCxnSpPr>
            <a:cxnSpLocks/>
            <a:stCxn id="21" idx="4"/>
            <a:endCxn id="12" idx="0"/>
          </p:cNvCxnSpPr>
          <p:nvPr/>
        </p:nvCxnSpPr>
        <p:spPr>
          <a:xfrm flipH="1">
            <a:off x="11277302" y="22722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F68AAB-50EA-D792-D1B1-A77FAF0B9BFE}"/>
              </a:ext>
            </a:extLst>
          </p:cNvPr>
          <p:cNvCxnSpPr>
            <a:cxnSpLocks/>
            <a:stCxn id="21" idx="4"/>
            <a:endCxn id="29" idx="0"/>
          </p:cNvCxnSpPr>
          <p:nvPr/>
        </p:nvCxnSpPr>
        <p:spPr>
          <a:xfrm>
            <a:off x="14253240" y="22722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7208C062-53DC-EA7C-483E-27E6893ADE7C}"/>
              </a:ext>
            </a:extLst>
          </p:cNvPr>
          <p:cNvSpPr/>
          <p:nvPr/>
        </p:nvSpPr>
        <p:spPr>
          <a:xfrm>
            <a:off x="15102312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6F2CB6-6035-BADF-E77A-70EEB2D8EE4C}"/>
              </a:ext>
            </a:extLst>
          </p:cNvPr>
          <p:cNvCxnSpPr>
            <a:cxnSpLocks/>
            <a:stCxn id="29" idx="4"/>
            <a:endCxn id="32" idx="0"/>
          </p:cNvCxnSpPr>
          <p:nvPr/>
        </p:nvCxnSpPr>
        <p:spPr>
          <a:xfrm flipH="1">
            <a:off x="15822312" y="4228133"/>
            <a:ext cx="164166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A20E4D6-D64D-F4CF-7528-34B3C5ABC868}"/>
              </a:ext>
            </a:extLst>
          </p:cNvPr>
          <p:cNvSpPr/>
          <p:nvPr/>
        </p:nvSpPr>
        <p:spPr>
          <a:xfrm>
            <a:off x="18496439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9A96BE8-FFFA-6BF8-A871-4341685B4EF2}"/>
              </a:ext>
            </a:extLst>
          </p:cNvPr>
          <p:cNvSpPr/>
          <p:nvPr/>
        </p:nvSpPr>
        <p:spPr>
          <a:xfrm>
            <a:off x="13865323" y="7214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6FC2418-D53E-2CFD-8753-F7C86D1322E0}"/>
              </a:ext>
            </a:extLst>
          </p:cNvPr>
          <p:cNvSpPr/>
          <p:nvPr/>
        </p:nvSpPr>
        <p:spPr>
          <a:xfrm>
            <a:off x="21486025" y="71577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3F8C7EB-D54C-2A6C-339C-47013B801865}"/>
              </a:ext>
            </a:extLst>
          </p:cNvPr>
          <p:cNvSpPr/>
          <p:nvPr/>
        </p:nvSpPr>
        <p:spPr>
          <a:xfrm>
            <a:off x="11875570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0C8C4BC-4927-278E-5658-20B88F3D1B35}"/>
              </a:ext>
            </a:extLst>
          </p:cNvPr>
          <p:cNvCxnSpPr>
            <a:cxnSpLocks/>
            <a:stCxn id="12" idx="4"/>
            <a:endCxn id="37" idx="0"/>
          </p:cNvCxnSpPr>
          <p:nvPr/>
        </p:nvCxnSpPr>
        <p:spPr>
          <a:xfrm>
            <a:off x="11277302" y="4228133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C2BF70E4-D738-10C9-5829-39CCC238FD55}"/>
              </a:ext>
            </a:extLst>
          </p:cNvPr>
          <p:cNvSpPr/>
          <p:nvPr/>
        </p:nvSpPr>
        <p:spPr>
          <a:xfrm>
            <a:off x="23053217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B88D70-78D1-8F2E-315F-332299B96D99}"/>
              </a:ext>
            </a:extLst>
          </p:cNvPr>
          <p:cNvSpPr/>
          <p:nvPr/>
        </p:nvSpPr>
        <p:spPr>
          <a:xfrm>
            <a:off x="20046025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CB5DDE3-7E59-1706-7839-610EFF76FD2C}"/>
              </a:ext>
            </a:extLst>
          </p:cNvPr>
          <p:cNvCxnSpPr>
            <a:cxnSpLocks/>
            <a:stCxn id="29" idx="4"/>
            <a:endCxn id="34" idx="0"/>
          </p:cNvCxnSpPr>
          <p:nvPr/>
        </p:nvCxnSpPr>
        <p:spPr>
          <a:xfrm>
            <a:off x="17463972" y="4228133"/>
            <a:ext cx="1752467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214C5CE-5E24-1D7F-D887-F7285A01D87A}"/>
              </a:ext>
            </a:extLst>
          </p:cNvPr>
          <p:cNvCxnSpPr>
            <a:cxnSpLocks/>
            <a:stCxn id="32" idx="4"/>
            <a:endCxn id="35" idx="0"/>
          </p:cNvCxnSpPr>
          <p:nvPr/>
        </p:nvCxnSpPr>
        <p:spPr>
          <a:xfrm flipH="1">
            <a:off x="14585323" y="6270172"/>
            <a:ext cx="1236989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43155DA-3BB5-6B29-44D6-9CEC9087E380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19216439" y="6270172"/>
            <a:ext cx="298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C65630E-0728-F87A-B30C-2E014DD1678F}"/>
              </a:ext>
            </a:extLst>
          </p:cNvPr>
          <p:cNvCxnSpPr>
            <a:cxnSpLocks/>
            <a:stCxn id="36" idx="4"/>
            <a:endCxn id="40" idx="0"/>
          </p:cNvCxnSpPr>
          <p:nvPr/>
        </p:nvCxnSpPr>
        <p:spPr>
          <a:xfrm flipH="1">
            <a:off x="20766025" y="8470554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B011797-8A85-C503-7B5E-52163E9BAA3B}"/>
              </a:ext>
            </a:extLst>
          </p:cNvPr>
          <p:cNvCxnSpPr>
            <a:cxnSpLocks/>
            <a:stCxn id="36" idx="4"/>
            <a:endCxn id="39" idx="0"/>
          </p:cNvCxnSpPr>
          <p:nvPr/>
        </p:nvCxnSpPr>
        <p:spPr>
          <a:xfrm>
            <a:off x="22206025" y="847055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E0A911E2-722B-939E-2CC2-A17237B770EA}"/>
              </a:ext>
            </a:extLst>
          </p:cNvPr>
          <p:cNvSpPr/>
          <p:nvPr/>
        </p:nvSpPr>
        <p:spPr>
          <a:xfrm>
            <a:off x="16419548" y="69994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0DE881F-2663-92E5-F045-73C08C5EE486}"/>
              </a:ext>
            </a:extLst>
          </p:cNvPr>
          <p:cNvCxnSpPr>
            <a:cxnSpLocks/>
            <a:stCxn id="34" idx="4"/>
            <a:endCxn id="46" idx="0"/>
          </p:cNvCxnSpPr>
          <p:nvPr/>
        </p:nvCxnSpPr>
        <p:spPr>
          <a:xfrm flipH="1">
            <a:off x="17139548" y="6270172"/>
            <a:ext cx="2076891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55B6883F-9D9C-0089-E1E6-83729A47854C}"/>
              </a:ext>
            </a:extLst>
          </p:cNvPr>
          <p:cNvSpPr/>
          <p:nvPr/>
        </p:nvSpPr>
        <p:spPr>
          <a:xfrm>
            <a:off x="17455832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179C6D0-F587-3A3B-FAF3-CA6C6C096A92}"/>
              </a:ext>
            </a:extLst>
          </p:cNvPr>
          <p:cNvCxnSpPr>
            <a:cxnSpLocks/>
            <a:stCxn id="46" idx="4"/>
            <a:endCxn id="48" idx="0"/>
          </p:cNvCxnSpPr>
          <p:nvPr/>
        </p:nvCxnSpPr>
        <p:spPr>
          <a:xfrm>
            <a:off x="17139548" y="8312211"/>
            <a:ext cx="1036284" cy="121577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F280351-B93B-CEB5-F256-22CE165AB9C6}"/>
              </a:ext>
            </a:extLst>
          </p:cNvPr>
          <p:cNvSpPr/>
          <p:nvPr/>
        </p:nvSpPr>
        <p:spPr>
          <a:xfrm>
            <a:off x="533627" y="8852387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1">
            <a:extLst>
              <a:ext uri="{FF2B5EF4-FFF2-40B4-BE49-F238E27FC236}">
                <a16:creationId xmlns:a16="http://schemas.microsoft.com/office/drawing/2014/main" id="{E31C98D9-80CB-15C5-39D9-F7B145BAD33D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4">
            <a:extLst>
              <a:ext uri="{FF2B5EF4-FFF2-40B4-BE49-F238E27FC236}">
                <a16:creationId xmlns:a16="http://schemas.microsoft.com/office/drawing/2014/main" id="{C985E5F8-3D92-E294-CA50-C0712572A8F3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C8E3C1C3-8B14-934D-7F0A-99F9648EBCB3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9A794643-4A4D-34D0-F3B0-3DB2AF5A43B5}"/>
              </a:ext>
            </a:extLst>
          </p:cNvPr>
          <p:cNvSpPr/>
          <p:nvPr/>
        </p:nvSpPr>
        <p:spPr>
          <a:xfrm>
            <a:off x="19008904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5">
            <a:extLst>
              <a:ext uri="{FF2B5EF4-FFF2-40B4-BE49-F238E27FC236}">
                <a16:creationId xmlns:a16="http://schemas.microsoft.com/office/drawing/2014/main" id="{FE07D6D3-698C-0875-3F78-100D53089E12}"/>
              </a:ext>
            </a:extLst>
          </p:cNvPr>
          <p:cNvSpPr/>
          <p:nvPr/>
        </p:nvSpPr>
        <p:spPr>
          <a:xfrm>
            <a:off x="20071026" y="5102216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13C2145-7462-7516-6508-09122A98C516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3406339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B0FD1-7E95-EF2B-47F5-8B57F4301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box">
            <a:extLst>
              <a:ext uri="{FF2B5EF4-FFF2-40B4-BE49-F238E27FC236}">
                <a16:creationId xmlns:a16="http://schemas.microsoft.com/office/drawing/2014/main" id="{565AE7AE-0CFA-5F4E-E02F-D5D3D645C0E1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8421F2-9177-4358-FF0F-8E4185E1A56E}"/>
              </a:ext>
            </a:extLst>
          </p:cNvPr>
          <p:cNvSpPr/>
          <p:nvPr/>
        </p:nvSpPr>
        <p:spPr>
          <a:xfrm>
            <a:off x="1055730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65073D6-9EBB-0101-A20A-40EEAD5485C4}"/>
              </a:ext>
            </a:extLst>
          </p:cNvPr>
          <p:cNvSpPr/>
          <p:nvPr/>
        </p:nvSpPr>
        <p:spPr>
          <a:xfrm>
            <a:off x="13533240" y="9594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9989809-B0D7-A903-4891-C594D8645FD1}"/>
              </a:ext>
            </a:extLst>
          </p:cNvPr>
          <p:cNvSpPr/>
          <p:nvPr/>
        </p:nvSpPr>
        <p:spPr>
          <a:xfrm>
            <a:off x="1674397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E45F820-B78F-55DC-5DFB-B5070BA226DB}"/>
              </a:ext>
            </a:extLst>
          </p:cNvPr>
          <p:cNvCxnSpPr>
            <a:cxnSpLocks/>
            <a:stCxn id="21" idx="4"/>
            <a:endCxn id="12" idx="0"/>
          </p:cNvCxnSpPr>
          <p:nvPr/>
        </p:nvCxnSpPr>
        <p:spPr>
          <a:xfrm flipH="1">
            <a:off x="11277302" y="22722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0D5A4A-D6FD-C212-0033-DD4B21D4159E}"/>
              </a:ext>
            </a:extLst>
          </p:cNvPr>
          <p:cNvCxnSpPr>
            <a:cxnSpLocks/>
            <a:stCxn id="21" idx="4"/>
            <a:endCxn id="29" idx="0"/>
          </p:cNvCxnSpPr>
          <p:nvPr/>
        </p:nvCxnSpPr>
        <p:spPr>
          <a:xfrm>
            <a:off x="14253240" y="22722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90B258B3-F446-F263-A55B-D2515DB9F481}"/>
              </a:ext>
            </a:extLst>
          </p:cNvPr>
          <p:cNvSpPr/>
          <p:nvPr/>
        </p:nvSpPr>
        <p:spPr>
          <a:xfrm>
            <a:off x="15102312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404BB5-4E3F-CD4A-1478-DF1B23937168}"/>
              </a:ext>
            </a:extLst>
          </p:cNvPr>
          <p:cNvCxnSpPr>
            <a:cxnSpLocks/>
            <a:stCxn id="29" idx="4"/>
            <a:endCxn id="32" idx="0"/>
          </p:cNvCxnSpPr>
          <p:nvPr/>
        </p:nvCxnSpPr>
        <p:spPr>
          <a:xfrm flipH="1">
            <a:off x="15822312" y="4228133"/>
            <a:ext cx="164166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19DA9B1-3935-A403-B81D-B45AE09CD1F4}"/>
              </a:ext>
            </a:extLst>
          </p:cNvPr>
          <p:cNvSpPr/>
          <p:nvPr/>
        </p:nvSpPr>
        <p:spPr>
          <a:xfrm>
            <a:off x="18496439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C0A84CC-C386-C3E5-272A-5FDAE7B6333F}"/>
              </a:ext>
            </a:extLst>
          </p:cNvPr>
          <p:cNvSpPr/>
          <p:nvPr/>
        </p:nvSpPr>
        <p:spPr>
          <a:xfrm>
            <a:off x="13865323" y="7214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9BCE91F-4C48-3C12-EFBE-3C9920EC54DE}"/>
              </a:ext>
            </a:extLst>
          </p:cNvPr>
          <p:cNvSpPr/>
          <p:nvPr/>
        </p:nvSpPr>
        <p:spPr>
          <a:xfrm>
            <a:off x="21486025" y="71577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54B32B5-C781-BAC6-4641-D6558C5E6958}"/>
              </a:ext>
            </a:extLst>
          </p:cNvPr>
          <p:cNvSpPr/>
          <p:nvPr/>
        </p:nvSpPr>
        <p:spPr>
          <a:xfrm>
            <a:off x="11875570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40D040-6C2F-0364-8843-191E36130F10}"/>
              </a:ext>
            </a:extLst>
          </p:cNvPr>
          <p:cNvCxnSpPr>
            <a:cxnSpLocks/>
            <a:stCxn id="12" idx="4"/>
            <a:endCxn id="37" idx="0"/>
          </p:cNvCxnSpPr>
          <p:nvPr/>
        </p:nvCxnSpPr>
        <p:spPr>
          <a:xfrm>
            <a:off x="11277302" y="4228133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169EA120-93F8-FE77-1AC5-A426C008408C}"/>
              </a:ext>
            </a:extLst>
          </p:cNvPr>
          <p:cNvSpPr/>
          <p:nvPr/>
        </p:nvSpPr>
        <p:spPr>
          <a:xfrm>
            <a:off x="23053217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D4EFAC2-D703-7C45-2B4F-A356CB7AE71A}"/>
              </a:ext>
            </a:extLst>
          </p:cNvPr>
          <p:cNvSpPr/>
          <p:nvPr/>
        </p:nvSpPr>
        <p:spPr>
          <a:xfrm>
            <a:off x="20046025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923F311-15D8-D291-7CC5-A5713136D80B}"/>
              </a:ext>
            </a:extLst>
          </p:cNvPr>
          <p:cNvCxnSpPr>
            <a:cxnSpLocks/>
            <a:stCxn id="29" idx="4"/>
            <a:endCxn id="34" idx="0"/>
          </p:cNvCxnSpPr>
          <p:nvPr/>
        </p:nvCxnSpPr>
        <p:spPr>
          <a:xfrm>
            <a:off x="17463972" y="4228133"/>
            <a:ext cx="1752467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E6AE4C5-A3BD-4517-999E-1ED7625C8785}"/>
              </a:ext>
            </a:extLst>
          </p:cNvPr>
          <p:cNvCxnSpPr>
            <a:cxnSpLocks/>
            <a:stCxn id="32" idx="4"/>
            <a:endCxn id="35" idx="0"/>
          </p:cNvCxnSpPr>
          <p:nvPr/>
        </p:nvCxnSpPr>
        <p:spPr>
          <a:xfrm flipH="1">
            <a:off x="14585323" y="6270172"/>
            <a:ext cx="1236989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E819C88-0889-65BD-029D-A59BA7ED4059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19216439" y="6270172"/>
            <a:ext cx="298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F86FA6-FC1D-7F5F-B1DF-4B05BBC74A68}"/>
              </a:ext>
            </a:extLst>
          </p:cNvPr>
          <p:cNvCxnSpPr>
            <a:cxnSpLocks/>
            <a:stCxn id="36" idx="4"/>
            <a:endCxn id="40" idx="0"/>
          </p:cNvCxnSpPr>
          <p:nvPr/>
        </p:nvCxnSpPr>
        <p:spPr>
          <a:xfrm flipH="1">
            <a:off x="20766025" y="8470554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F1F913B-BCE1-EA22-E5A5-73BC2B726D02}"/>
              </a:ext>
            </a:extLst>
          </p:cNvPr>
          <p:cNvCxnSpPr>
            <a:cxnSpLocks/>
            <a:stCxn id="36" idx="4"/>
            <a:endCxn id="39" idx="0"/>
          </p:cNvCxnSpPr>
          <p:nvPr/>
        </p:nvCxnSpPr>
        <p:spPr>
          <a:xfrm>
            <a:off x="22206025" y="847055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5133B30E-55DE-6555-6C2B-3DD7EB480D77}"/>
              </a:ext>
            </a:extLst>
          </p:cNvPr>
          <p:cNvSpPr/>
          <p:nvPr/>
        </p:nvSpPr>
        <p:spPr>
          <a:xfrm>
            <a:off x="16419548" y="69994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19C5506-D56A-C5C3-2AE7-CC6A84B7E2F0}"/>
              </a:ext>
            </a:extLst>
          </p:cNvPr>
          <p:cNvCxnSpPr>
            <a:cxnSpLocks/>
            <a:stCxn id="34" idx="4"/>
            <a:endCxn id="46" idx="0"/>
          </p:cNvCxnSpPr>
          <p:nvPr/>
        </p:nvCxnSpPr>
        <p:spPr>
          <a:xfrm flipH="1">
            <a:off x="17139548" y="6270172"/>
            <a:ext cx="2076891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1CD0D579-1C8F-C7F8-96F3-EE17CE754F41}"/>
              </a:ext>
            </a:extLst>
          </p:cNvPr>
          <p:cNvSpPr/>
          <p:nvPr/>
        </p:nvSpPr>
        <p:spPr>
          <a:xfrm>
            <a:off x="17455832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15E4516-030B-E39F-1C7E-4045290ED570}"/>
              </a:ext>
            </a:extLst>
          </p:cNvPr>
          <p:cNvCxnSpPr>
            <a:cxnSpLocks/>
            <a:stCxn id="46" idx="4"/>
            <a:endCxn id="48" idx="0"/>
          </p:cNvCxnSpPr>
          <p:nvPr/>
        </p:nvCxnSpPr>
        <p:spPr>
          <a:xfrm>
            <a:off x="17139548" y="8312211"/>
            <a:ext cx="1036284" cy="121577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2874DC0-4081-3399-F463-1D5F9B212D49}"/>
              </a:ext>
            </a:extLst>
          </p:cNvPr>
          <p:cNvSpPr/>
          <p:nvPr/>
        </p:nvSpPr>
        <p:spPr>
          <a:xfrm>
            <a:off x="533627" y="8852387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1">
            <a:extLst>
              <a:ext uri="{FF2B5EF4-FFF2-40B4-BE49-F238E27FC236}">
                <a16:creationId xmlns:a16="http://schemas.microsoft.com/office/drawing/2014/main" id="{1DE87B52-E3CC-CB9D-0533-698CAE08D416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4">
            <a:extLst>
              <a:ext uri="{FF2B5EF4-FFF2-40B4-BE49-F238E27FC236}">
                <a16:creationId xmlns:a16="http://schemas.microsoft.com/office/drawing/2014/main" id="{DE067A9B-A19D-2B87-CB3A-043F3C1898C4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AE98D872-6359-1035-F710-E50B8FA3EF86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02E70C26-7BFE-E189-04BB-CADCB3D91E39}"/>
              </a:ext>
            </a:extLst>
          </p:cNvPr>
          <p:cNvSpPr/>
          <p:nvPr/>
        </p:nvSpPr>
        <p:spPr>
          <a:xfrm>
            <a:off x="20162063" y="491762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5">
            <a:extLst>
              <a:ext uri="{FF2B5EF4-FFF2-40B4-BE49-F238E27FC236}">
                <a16:creationId xmlns:a16="http://schemas.microsoft.com/office/drawing/2014/main" id="{03C163A6-C52D-A933-A446-A32F2E7FC8D0}"/>
              </a:ext>
            </a:extLst>
          </p:cNvPr>
          <p:cNvSpPr/>
          <p:nvPr/>
        </p:nvSpPr>
        <p:spPr>
          <a:xfrm>
            <a:off x="17983986" y="7281104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400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089E58E-8F74-E976-220D-85E83A0A0FAC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1199685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75CB-784C-0E29-8816-C1B468D3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box">
            <a:extLst>
              <a:ext uri="{FF2B5EF4-FFF2-40B4-BE49-F238E27FC236}">
                <a16:creationId xmlns:a16="http://schemas.microsoft.com/office/drawing/2014/main" id="{86586F6C-ED10-1710-8172-D8C6708EEBC2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FC4F94-A912-EFC0-A02E-D3EFD6F56EF8}"/>
              </a:ext>
            </a:extLst>
          </p:cNvPr>
          <p:cNvSpPr/>
          <p:nvPr/>
        </p:nvSpPr>
        <p:spPr>
          <a:xfrm>
            <a:off x="1055730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7D91971-F6F0-3FD5-84B2-59551EC2C737}"/>
              </a:ext>
            </a:extLst>
          </p:cNvPr>
          <p:cNvSpPr/>
          <p:nvPr/>
        </p:nvSpPr>
        <p:spPr>
          <a:xfrm>
            <a:off x="13533240" y="9594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DD8182D-F327-4FE7-A9EA-5C3052497F96}"/>
              </a:ext>
            </a:extLst>
          </p:cNvPr>
          <p:cNvSpPr/>
          <p:nvPr/>
        </p:nvSpPr>
        <p:spPr>
          <a:xfrm>
            <a:off x="1674397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6B1AB42-F176-E75B-1D72-732C479CA77B}"/>
              </a:ext>
            </a:extLst>
          </p:cNvPr>
          <p:cNvCxnSpPr>
            <a:cxnSpLocks/>
            <a:stCxn id="21" idx="4"/>
            <a:endCxn id="12" idx="0"/>
          </p:cNvCxnSpPr>
          <p:nvPr/>
        </p:nvCxnSpPr>
        <p:spPr>
          <a:xfrm flipH="1">
            <a:off x="11277302" y="22722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A0FAA2C-DCF1-9605-EA2C-C78F57D70D72}"/>
              </a:ext>
            </a:extLst>
          </p:cNvPr>
          <p:cNvCxnSpPr>
            <a:cxnSpLocks/>
            <a:stCxn id="21" idx="4"/>
            <a:endCxn id="29" idx="0"/>
          </p:cNvCxnSpPr>
          <p:nvPr/>
        </p:nvCxnSpPr>
        <p:spPr>
          <a:xfrm>
            <a:off x="14253240" y="22722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02D84965-BC61-BA25-ACA8-828DE4CCA201}"/>
              </a:ext>
            </a:extLst>
          </p:cNvPr>
          <p:cNvSpPr/>
          <p:nvPr/>
        </p:nvSpPr>
        <p:spPr>
          <a:xfrm>
            <a:off x="15102312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1EB6809-3C61-482C-691F-484FCC036A8D}"/>
              </a:ext>
            </a:extLst>
          </p:cNvPr>
          <p:cNvCxnSpPr>
            <a:cxnSpLocks/>
            <a:stCxn id="29" idx="4"/>
            <a:endCxn id="32" idx="0"/>
          </p:cNvCxnSpPr>
          <p:nvPr/>
        </p:nvCxnSpPr>
        <p:spPr>
          <a:xfrm flipH="1">
            <a:off x="15822312" y="4228133"/>
            <a:ext cx="164166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18B5ED40-8857-2045-EF96-5B466ED64647}"/>
              </a:ext>
            </a:extLst>
          </p:cNvPr>
          <p:cNvSpPr/>
          <p:nvPr/>
        </p:nvSpPr>
        <p:spPr>
          <a:xfrm>
            <a:off x="18496439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C1E3A2D-C88A-FE72-A9AE-83AD12316ECB}"/>
              </a:ext>
            </a:extLst>
          </p:cNvPr>
          <p:cNvSpPr/>
          <p:nvPr/>
        </p:nvSpPr>
        <p:spPr>
          <a:xfrm>
            <a:off x="13865323" y="7214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52DEC8-BBCD-E524-5657-00327986C8B9}"/>
              </a:ext>
            </a:extLst>
          </p:cNvPr>
          <p:cNvSpPr/>
          <p:nvPr/>
        </p:nvSpPr>
        <p:spPr>
          <a:xfrm>
            <a:off x="21486025" y="71577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CC34491-4512-9CC2-10C6-C6F665DAD1C3}"/>
              </a:ext>
            </a:extLst>
          </p:cNvPr>
          <p:cNvSpPr/>
          <p:nvPr/>
        </p:nvSpPr>
        <p:spPr>
          <a:xfrm>
            <a:off x="11875570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8AB0698-D9A6-BD68-56F0-099F8CBA35C7}"/>
              </a:ext>
            </a:extLst>
          </p:cNvPr>
          <p:cNvCxnSpPr>
            <a:cxnSpLocks/>
            <a:stCxn id="12" idx="4"/>
            <a:endCxn id="37" idx="0"/>
          </p:cNvCxnSpPr>
          <p:nvPr/>
        </p:nvCxnSpPr>
        <p:spPr>
          <a:xfrm>
            <a:off x="11277302" y="4228133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A6601890-3181-13AD-52C0-6DF91A760AE6}"/>
              </a:ext>
            </a:extLst>
          </p:cNvPr>
          <p:cNvSpPr/>
          <p:nvPr/>
        </p:nvSpPr>
        <p:spPr>
          <a:xfrm>
            <a:off x="23053217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E6043F-D8A1-D4B6-6047-A05C2BEA46C5}"/>
              </a:ext>
            </a:extLst>
          </p:cNvPr>
          <p:cNvSpPr/>
          <p:nvPr/>
        </p:nvSpPr>
        <p:spPr>
          <a:xfrm>
            <a:off x="20046025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27427A6-BF5F-F12C-CE39-769E678BC921}"/>
              </a:ext>
            </a:extLst>
          </p:cNvPr>
          <p:cNvCxnSpPr>
            <a:cxnSpLocks/>
            <a:stCxn id="29" idx="4"/>
            <a:endCxn id="34" idx="0"/>
          </p:cNvCxnSpPr>
          <p:nvPr/>
        </p:nvCxnSpPr>
        <p:spPr>
          <a:xfrm>
            <a:off x="17463972" y="4228133"/>
            <a:ext cx="1752467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CB10BCC-6537-2963-53E1-10E0226B13CF}"/>
              </a:ext>
            </a:extLst>
          </p:cNvPr>
          <p:cNvCxnSpPr>
            <a:cxnSpLocks/>
            <a:stCxn id="32" idx="4"/>
            <a:endCxn id="35" idx="0"/>
          </p:cNvCxnSpPr>
          <p:nvPr/>
        </p:nvCxnSpPr>
        <p:spPr>
          <a:xfrm flipH="1">
            <a:off x="14585323" y="6270172"/>
            <a:ext cx="1236989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F95FAF-1CE0-15F4-ACB9-FDC852546DA4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19216439" y="6270172"/>
            <a:ext cx="298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A8BD105-BFA2-61DE-481E-35BFAAC9133D}"/>
              </a:ext>
            </a:extLst>
          </p:cNvPr>
          <p:cNvCxnSpPr>
            <a:cxnSpLocks/>
            <a:stCxn id="36" idx="4"/>
            <a:endCxn id="40" idx="0"/>
          </p:cNvCxnSpPr>
          <p:nvPr/>
        </p:nvCxnSpPr>
        <p:spPr>
          <a:xfrm flipH="1">
            <a:off x="20766025" y="8470554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9FD76D4-5E70-E590-4955-BDCC60066BB9}"/>
              </a:ext>
            </a:extLst>
          </p:cNvPr>
          <p:cNvCxnSpPr>
            <a:cxnSpLocks/>
            <a:stCxn id="36" idx="4"/>
            <a:endCxn id="39" idx="0"/>
          </p:cNvCxnSpPr>
          <p:nvPr/>
        </p:nvCxnSpPr>
        <p:spPr>
          <a:xfrm>
            <a:off x="22206025" y="847055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07DA9F0E-A1AF-1FE7-AAB3-6E43E4CBC8A3}"/>
              </a:ext>
            </a:extLst>
          </p:cNvPr>
          <p:cNvSpPr/>
          <p:nvPr/>
        </p:nvSpPr>
        <p:spPr>
          <a:xfrm>
            <a:off x="16419548" y="69994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3FE3A06-19B0-05BF-1615-BDCB0DBC55E1}"/>
              </a:ext>
            </a:extLst>
          </p:cNvPr>
          <p:cNvCxnSpPr>
            <a:cxnSpLocks/>
            <a:stCxn id="34" idx="4"/>
            <a:endCxn id="46" idx="0"/>
          </p:cNvCxnSpPr>
          <p:nvPr/>
        </p:nvCxnSpPr>
        <p:spPr>
          <a:xfrm flipH="1">
            <a:off x="17139548" y="6270172"/>
            <a:ext cx="2076891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2340745-E9CD-D3FF-8FE0-193F9EE242FB}"/>
              </a:ext>
            </a:extLst>
          </p:cNvPr>
          <p:cNvSpPr/>
          <p:nvPr/>
        </p:nvSpPr>
        <p:spPr>
          <a:xfrm>
            <a:off x="17455832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75D10C7-BE8D-239B-3CF7-ABE584FDAFC2}"/>
              </a:ext>
            </a:extLst>
          </p:cNvPr>
          <p:cNvCxnSpPr>
            <a:cxnSpLocks/>
            <a:stCxn id="46" idx="4"/>
            <a:endCxn id="48" idx="0"/>
          </p:cNvCxnSpPr>
          <p:nvPr/>
        </p:nvCxnSpPr>
        <p:spPr>
          <a:xfrm>
            <a:off x="17139548" y="8312211"/>
            <a:ext cx="1036284" cy="121577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8D700BC-8914-B676-0C90-8A5B514DBAB1}"/>
              </a:ext>
            </a:extLst>
          </p:cNvPr>
          <p:cNvSpPr/>
          <p:nvPr/>
        </p:nvSpPr>
        <p:spPr>
          <a:xfrm>
            <a:off x="533628" y="10023406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1">
            <a:extLst>
              <a:ext uri="{FF2B5EF4-FFF2-40B4-BE49-F238E27FC236}">
                <a16:creationId xmlns:a16="http://schemas.microsoft.com/office/drawing/2014/main" id="{C541FC72-5ED5-8440-95E7-A5BB2998F49A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4">
            <a:extLst>
              <a:ext uri="{FF2B5EF4-FFF2-40B4-BE49-F238E27FC236}">
                <a16:creationId xmlns:a16="http://schemas.microsoft.com/office/drawing/2014/main" id="{E9472C55-DABE-7398-D268-B58B40710E8A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3B5EF628-CEBB-2150-3DDC-EFB454C99BA7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E875022A-3766-C99E-42F6-83A369757A43}"/>
              </a:ext>
            </a:extLst>
          </p:cNvPr>
          <p:cNvSpPr/>
          <p:nvPr/>
        </p:nvSpPr>
        <p:spPr>
          <a:xfrm>
            <a:off x="20162063" y="491762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5">
            <a:extLst>
              <a:ext uri="{FF2B5EF4-FFF2-40B4-BE49-F238E27FC236}">
                <a16:creationId xmlns:a16="http://schemas.microsoft.com/office/drawing/2014/main" id="{33E0227F-3A8C-1685-3834-51D10BE006BF}"/>
              </a:ext>
            </a:extLst>
          </p:cNvPr>
          <p:cNvSpPr/>
          <p:nvPr/>
        </p:nvSpPr>
        <p:spPr>
          <a:xfrm>
            <a:off x="17983986" y="7281104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400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900DB82-BC6A-96B2-C8F0-FA5E2ABE4AD0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455161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3206-0142-3CE1-88FF-1D957518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box">
            <a:extLst>
              <a:ext uri="{FF2B5EF4-FFF2-40B4-BE49-F238E27FC236}">
                <a16:creationId xmlns:a16="http://schemas.microsoft.com/office/drawing/2014/main" id="{C2CD44F6-2526-F9DE-4993-8BE7B3661EF4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967168-0A23-AF5E-2B15-FAEC2F709FE1}"/>
              </a:ext>
            </a:extLst>
          </p:cNvPr>
          <p:cNvSpPr/>
          <p:nvPr/>
        </p:nvSpPr>
        <p:spPr>
          <a:xfrm>
            <a:off x="1055730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6CE0994-6FF1-452E-0676-8DF8865776CF}"/>
              </a:ext>
            </a:extLst>
          </p:cNvPr>
          <p:cNvSpPr/>
          <p:nvPr/>
        </p:nvSpPr>
        <p:spPr>
          <a:xfrm>
            <a:off x="13533240" y="9594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1858784-9A56-AF97-DDCD-ABEC256A830E}"/>
              </a:ext>
            </a:extLst>
          </p:cNvPr>
          <p:cNvSpPr/>
          <p:nvPr/>
        </p:nvSpPr>
        <p:spPr>
          <a:xfrm>
            <a:off x="1674397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7757A0F-EA1B-5CD0-7DDB-16E8CB2F00E5}"/>
              </a:ext>
            </a:extLst>
          </p:cNvPr>
          <p:cNvCxnSpPr>
            <a:cxnSpLocks/>
            <a:stCxn id="21" idx="4"/>
            <a:endCxn id="12" idx="0"/>
          </p:cNvCxnSpPr>
          <p:nvPr/>
        </p:nvCxnSpPr>
        <p:spPr>
          <a:xfrm flipH="1">
            <a:off x="11277302" y="22722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00C8F2-CA77-0368-19A8-666D45712676}"/>
              </a:ext>
            </a:extLst>
          </p:cNvPr>
          <p:cNvCxnSpPr>
            <a:cxnSpLocks/>
            <a:stCxn id="21" idx="4"/>
            <a:endCxn id="29" idx="0"/>
          </p:cNvCxnSpPr>
          <p:nvPr/>
        </p:nvCxnSpPr>
        <p:spPr>
          <a:xfrm>
            <a:off x="14253240" y="22722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398DD58-814F-AAE2-C356-DAA3E6F08A37}"/>
              </a:ext>
            </a:extLst>
          </p:cNvPr>
          <p:cNvSpPr/>
          <p:nvPr/>
        </p:nvSpPr>
        <p:spPr>
          <a:xfrm>
            <a:off x="15102312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15E1FA-684C-B7B0-D4F3-C8EF92D6F335}"/>
              </a:ext>
            </a:extLst>
          </p:cNvPr>
          <p:cNvCxnSpPr>
            <a:cxnSpLocks/>
            <a:stCxn id="29" idx="4"/>
            <a:endCxn id="32" idx="0"/>
          </p:cNvCxnSpPr>
          <p:nvPr/>
        </p:nvCxnSpPr>
        <p:spPr>
          <a:xfrm flipH="1">
            <a:off x="15822312" y="4228133"/>
            <a:ext cx="164166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77D8956-6DD5-AB0B-7C02-4A4BD7D09559}"/>
              </a:ext>
            </a:extLst>
          </p:cNvPr>
          <p:cNvSpPr/>
          <p:nvPr/>
        </p:nvSpPr>
        <p:spPr>
          <a:xfrm>
            <a:off x="18496439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BDCD0B8-1DAB-0B24-FF9A-62109655DDE3}"/>
              </a:ext>
            </a:extLst>
          </p:cNvPr>
          <p:cNvSpPr/>
          <p:nvPr/>
        </p:nvSpPr>
        <p:spPr>
          <a:xfrm>
            <a:off x="13865323" y="7214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92EDEF3-C6D7-DB30-8603-18E92BD88D78}"/>
              </a:ext>
            </a:extLst>
          </p:cNvPr>
          <p:cNvSpPr/>
          <p:nvPr/>
        </p:nvSpPr>
        <p:spPr>
          <a:xfrm>
            <a:off x="21486025" y="71577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C723A78-483D-8DFD-455F-DE7BF667E23F}"/>
              </a:ext>
            </a:extLst>
          </p:cNvPr>
          <p:cNvSpPr/>
          <p:nvPr/>
        </p:nvSpPr>
        <p:spPr>
          <a:xfrm>
            <a:off x="11875570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99D11E7-0E4F-702E-2C7D-AEE5A3885D27}"/>
              </a:ext>
            </a:extLst>
          </p:cNvPr>
          <p:cNvCxnSpPr>
            <a:cxnSpLocks/>
            <a:stCxn id="12" idx="4"/>
            <a:endCxn id="37" idx="0"/>
          </p:cNvCxnSpPr>
          <p:nvPr/>
        </p:nvCxnSpPr>
        <p:spPr>
          <a:xfrm>
            <a:off x="11277302" y="4228133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F9839B3-7A1B-CE8A-A77B-80A65E2BC600}"/>
              </a:ext>
            </a:extLst>
          </p:cNvPr>
          <p:cNvSpPr/>
          <p:nvPr/>
        </p:nvSpPr>
        <p:spPr>
          <a:xfrm>
            <a:off x="23053217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5C6C866-2BEB-9E9B-5822-21ABC58B5CCC}"/>
              </a:ext>
            </a:extLst>
          </p:cNvPr>
          <p:cNvSpPr/>
          <p:nvPr/>
        </p:nvSpPr>
        <p:spPr>
          <a:xfrm>
            <a:off x="20046025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A135F2C-DC82-2099-5D91-4022D73E13C8}"/>
              </a:ext>
            </a:extLst>
          </p:cNvPr>
          <p:cNvCxnSpPr>
            <a:cxnSpLocks/>
            <a:stCxn id="29" idx="4"/>
            <a:endCxn id="34" idx="0"/>
          </p:cNvCxnSpPr>
          <p:nvPr/>
        </p:nvCxnSpPr>
        <p:spPr>
          <a:xfrm>
            <a:off x="17463972" y="4228133"/>
            <a:ext cx="1752467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F5E7FFF-C12B-5C7D-0451-9FCD280BE10E}"/>
              </a:ext>
            </a:extLst>
          </p:cNvPr>
          <p:cNvCxnSpPr>
            <a:cxnSpLocks/>
            <a:stCxn id="32" idx="4"/>
            <a:endCxn id="35" idx="0"/>
          </p:cNvCxnSpPr>
          <p:nvPr/>
        </p:nvCxnSpPr>
        <p:spPr>
          <a:xfrm flipH="1">
            <a:off x="14585323" y="6270172"/>
            <a:ext cx="1236989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1F93B62-0D60-F2AC-4521-5578A10C283B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19216439" y="6270172"/>
            <a:ext cx="298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16A80EE-57CD-D494-368A-A2D412C4AC86}"/>
              </a:ext>
            </a:extLst>
          </p:cNvPr>
          <p:cNvCxnSpPr>
            <a:cxnSpLocks/>
            <a:stCxn id="36" idx="4"/>
            <a:endCxn id="40" idx="0"/>
          </p:cNvCxnSpPr>
          <p:nvPr/>
        </p:nvCxnSpPr>
        <p:spPr>
          <a:xfrm flipH="1">
            <a:off x="20766025" y="8470554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16D4DBC-DAA1-D79B-4538-65D7D8FA0550}"/>
              </a:ext>
            </a:extLst>
          </p:cNvPr>
          <p:cNvCxnSpPr>
            <a:cxnSpLocks/>
            <a:stCxn id="36" idx="4"/>
            <a:endCxn id="39" idx="0"/>
          </p:cNvCxnSpPr>
          <p:nvPr/>
        </p:nvCxnSpPr>
        <p:spPr>
          <a:xfrm>
            <a:off x="22206025" y="847055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18CDD5A2-7E37-B0A6-D707-6A82A5694D4C}"/>
              </a:ext>
            </a:extLst>
          </p:cNvPr>
          <p:cNvSpPr/>
          <p:nvPr/>
        </p:nvSpPr>
        <p:spPr>
          <a:xfrm>
            <a:off x="16419548" y="69994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ADA04D-5654-FBBD-2FE8-8338773C0FC8}"/>
              </a:ext>
            </a:extLst>
          </p:cNvPr>
          <p:cNvCxnSpPr>
            <a:cxnSpLocks/>
            <a:stCxn id="34" idx="4"/>
            <a:endCxn id="46" idx="0"/>
          </p:cNvCxnSpPr>
          <p:nvPr/>
        </p:nvCxnSpPr>
        <p:spPr>
          <a:xfrm flipH="1">
            <a:off x="17139548" y="6270172"/>
            <a:ext cx="2076891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6675D396-905F-C987-1F22-BD8BEA66F282}"/>
              </a:ext>
            </a:extLst>
          </p:cNvPr>
          <p:cNvSpPr/>
          <p:nvPr/>
        </p:nvSpPr>
        <p:spPr>
          <a:xfrm>
            <a:off x="17455832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C2C0A70-83F1-FBB1-110B-B0B692D3013A}"/>
              </a:ext>
            </a:extLst>
          </p:cNvPr>
          <p:cNvCxnSpPr>
            <a:cxnSpLocks/>
            <a:stCxn id="46" idx="4"/>
            <a:endCxn id="48" idx="0"/>
          </p:cNvCxnSpPr>
          <p:nvPr/>
        </p:nvCxnSpPr>
        <p:spPr>
          <a:xfrm>
            <a:off x="17139548" y="8312211"/>
            <a:ext cx="1036284" cy="121577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AD420B1-D37F-0D5F-5102-16D62B5D2184}"/>
              </a:ext>
            </a:extLst>
          </p:cNvPr>
          <p:cNvSpPr/>
          <p:nvPr/>
        </p:nvSpPr>
        <p:spPr>
          <a:xfrm>
            <a:off x="533628" y="10273166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1">
            <a:extLst>
              <a:ext uri="{FF2B5EF4-FFF2-40B4-BE49-F238E27FC236}">
                <a16:creationId xmlns:a16="http://schemas.microsoft.com/office/drawing/2014/main" id="{59330B7F-7A3E-BB91-B5F8-3603F700738A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4">
            <a:extLst>
              <a:ext uri="{FF2B5EF4-FFF2-40B4-BE49-F238E27FC236}">
                <a16:creationId xmlns:a16="http://schemas.microsoft.com/office/drawing/2014/main" id="{84C5382F-96F3-1DB8-18EC-342FFF699C3B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2FDACA26-42D0-3684-E612-E2D22090A036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6033C283-CAB7-F392-1742-E54E20DB445B}"/>
              </a:ext>
            </a:extLst>
          </p:cNvPr>
          <p:cNvSpPr/>
          <p:nvPr/>
        </p:nvSpPr>
        <p:spPr>
          <a:xfrm>
            <a:off x="20162063" y="491762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5">
            <a:extLst>
              <a:ext uri="{FF2B5EF4-FFF2-40B4-BE49-F238E27FC236}">
                <a16:creationId xmlns:a16="http://schemas.microsoft.com/office/drawing/2014/main" id="{95F6E175-1716-94A2-D210-ED753630F787}"/>
              </a:ext>
            </a:extLst>
          </p:cNvPr>
          <p:cNvSpPr/>
          <p:nvPr/>
        </p:nvSpPr>
        <p:spPr>
          <a:xfrm>
            <a:off x="17983986" y="7281104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400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2052933-B3BD-E905-31D3-D15B6B1E7C92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2626442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8DCD-6BEB-A03B-C238-3E0146D5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box">
            <a:extLst>
              <a:ext uri="{FF2B5EF4-FFF2-40B4-BE49-F238E27FC236}">
                <a16:creationId xmlns:a16="http://schemas.microsoft.com/office/drawing/2014/main" id="{7775599A-B748-965F-D0A6-AA6D5DC14414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4DD121-FF97-17C2-FC46-B5097F9AB590}"/>
              </a:ext>
            </a:extLst>
          </p:cNvPr>
          <p:cNvSpPr/>
          <p:nvPr/>
        </p:nvSpPr>
        <p:spPr>
          <a:xfrm>
            <a:off x="1055730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5ADDEFC-E7D5-47E7-5A7F-EBFE28687690}"/>
              </a:ext>
            </a:extLst>
          </p:cNvPr>
          <p:cNvSpPr/>
          <p:nvPr/>
        </p:nvSpPr>
        <p:spPr>
          <a:xfrm>
            <a:off x="13533240" y="9594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BEA0892-7509-9558-F3D9-441A91A84028}"/>
              </a:ext>
            </a:extLst>
          </p:cNvPr>
          <p:cNvSpPr/>
          <p:nvPr/>
        </p:nvSpPr>
        <p:spPr>
          <a:xfrm>
            <a:off x="1674397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3928CA-ED8F-89E4-334F-1FC31D7DA186}"/>
              </a:ext>
            </a:extLst>
          </p:cNvPr>
          <p:cNvCxnSpPr>
            <a:cxnSpLocks/>
            <a:stCxn id="21" idx="4"/>
            <a:endCxn id="12" idx="0"/>
          </p:cNvCxnSpPr>
          <p:nvPr/>
        </p:nvCxnSpPr>
        <p:spPr>
          <a:xfrm flipH="1">
            <a:off x="11277302" y="22722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7F85515-56B6-F120-F083-5724D810DC7B}"/>
              </a:ext>
            </a:extLst>
          </p:cNvPr>
          <p:cNvCxnSpPr>
            <a:cxnSpLocks/>
            <a:stCxn id="21" idx="4"/>
            <a:endCxn id="29" idx="0"/>
          </p:cNvCxnSpPr>
          <p:nvPr/>
        </p:nvCxnSpPr>
        <p:spPr>
          <a:xfrm>
            <a:off x="14253240" y="22722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FA7FC979-CE52-04A2-24FF-AFC786E73B7A}"/>
              </a:ext>
            </a:extLst>
          </p:cNvPr>
          <p:cNvSpPr/>
          <p:nvPr/>
        </p:nvSpPr>
        <p:spPr>
          <a:xfrm>
            <a:off x="15102312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18E45C9-8FA1-78CD-1584-CC6907358357}"/>
              </a:ext>
            </a:extLst>
          </p:cNvPr>
          <p:cNvCxnSpPr>
            <a:cxnSpLocks/>
            <a:stCxn id="29" idx="4"/>
            <a:endCxn id="32" idx="0"/>
          </p:cNvCxnSpPr>
          <p:nvPr/>
        </p:nvCxnSpPr>
        <p:spPr>
          <a:xfrm flipH="1">
            <a:off x="15822312" y="4228133"/>
            <a:ext cx="164166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14C91792-575C-978D-E721-190C5D111CE8}"/>
              </a:ext>
            </a:extLst>
          </p:cNvPr>
          <p:cNvSpPr/>
          <p:nvPr/>
        </p:nvSpPr>
        <p:spPr>
          <a:xfrm>
            <a:off x="18496439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B38CCB9-4B00-EC6D-B621-77AFC06B8984}"/>
              </a:ext>
            </a:extLst>
          </p:cNvPr>
          <p:cNvSpPr/>
          <p:nvPr/>
        </p:nvSpPr>
        <p:spPr>
          <a:xfrm>
            <a:off x="13865323" y="7214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406D1C1-E344-79EE-8E8D-9F2CD9BF515B}"/>
              </a:ext>
            </a:extLst>
          </p:cNvPr>
          <p:cNvSpPr/>
          <p:nvPr/>
        </p:nvSpPr>
        <p:spPr>
          <a:xfrm>
            <a:off x="21486025" y="71577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8394EA8-8013-7B52-D4ED-7D2BA3D66061}"/>
              </a:ext>
            </a:extLst>
          </p:cNvPr>
          <p:cNvSpPr/>
          <p:nvPr/>
        </p:nvSpPr>
        <p:spPr>
          <a:xfrm>
            <a:off x="11875570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5A2D28-93AF-2A56-CEBF-3DBF2BCA7D49}"/>
              </a:ext>
            </a:extLst>
          </p:cNvPr>
          <p:cNvCxnSpPr>
            <a:cxnSpLocks/>
            <a:stCxn id="12" idx="4"/>
            <a:endCxn id="37" idx="0"/>
          </p:cNvCxnSpPr>
          <p:nvPr/>
        </p:nvCxnSpPr>
        <p:spPr>
          <a:xfrm>
            <a:off x="11277302" y="4228133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613A4BAC-CF1B-FBC8-0B7D-12613EF82B9E}"/>
              </a:ext>
            </a:extLst>
          </p:cNvPr>
          <p:cNvSpPr/>
          <p:nvPr/>
        </p:nvSpPr>
        <p:spPr>
          <a:xfrm>
            <a:off x="23053217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BCCF6A8-B04F-E380-B292-BA6EB85BECE9}"/>
              </a:ext>
            </a:extLst>
          </p:cNvPr>
          <p:cNvSpPr/>
          <p:nvPr/>
        </p:nvSpPr>
        <p:spPr>
          <a:xfrm>
            <a:off x="20046025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ABB0BD4-2C33-8567-2420-3F820429DFD2}"/>
              </a:ext>
            </a:extLst>
          </p:cNvPr>
          <p:cNvCxnSpPr>
            <a:cxnSpLocks/>
            <a:stCxn id="29" idx="4"/>
            <a:endCxn id="34" idx="0"/>
          </p:cNvCxnSpPr>
          <p:nvPr/>
        </p:nvCxnSpPr>
        <p:spPr>
          <a:xfrm>
            <a:off x="17463972" y="4228133"/>
            <a:ext cx="1752467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DA46ADB-74AB-5C93-58FD-826C6C0D5F1A}"/>
              </a:ext>
            </a:extLst>
          </p:cNvPr>
          <p:cNvCxnSpPr>
            <a:cxnSpLocks/>
            <a:stCxn id="32" idx="4"/>
            <a:endCxn id="35" idx="0"/>
          </p:cNvCxnSpPr>
          <p:nvPr/>
        </p:nvCxnSpPr>
        <p:spPr>
          <a:xfrm flipH="1">
            <a:off x="14585323" y="6270172"/>
            <a:ext cx="1236989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AAED523-DB91-9436-89C3-EE1C1AC97B1E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19216439" y="6270172"/>
            <a:ext cx="298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9C591C-AD15-B763-2E7B-62AE3340889D}"/>
              </a:ext>
            </a:extLst>
          </p:cNvPr>
          <p:cNvCxnSpPr>
            <a:cxnSpLocks/>
            <a:stCxn id="36" idx="4"/>
            <a:endCxn id="40" idx="0"/>
          </p:cNvCxnSpPr>
          <p:nvPr/>
        </p:nvCxnSpPr>
        <p:spPr>
          <a:xfrm flipH="1">
            <a:off x="20766025" y="8470554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90DC07C-1CC5-2852-6454-4341AB2A644C}"/>
              </a:ext>
            </a:extLst>
          </p:cNvPr>
          <p:cNvCxnSpPr>
            <a:cxnSpLocks/>
            <a:stCxn id="36" idx="4"/>
            <a:endCxn id="39" idx="0"/>
          </p:cNvCxnSpPr>
          <p:nvPr/>
        </p:nvCxnSpPr>
        <p:spPr>
          <a:xfrm>
            <a:off x="22206025" y="847055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586017C4-5761-6C5F-382B-F5F07399FDEB}"/>
              </a:ext>
            </a:extLst>
          </p:cNvPr>
          <p:cNvSpPr/>
          <p:nvPr/>
        </p:nvSpPr>
        <p:spPr>
          <a:xfrm>
            <a:off x="16419548" y="699940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A7D4469-6B48-E857-45C8-AAB3F8478886}"/>
              </a:ext>
            </a:extLst>
          </p:cNvPr>
          <p:cNvCxnSpPr>
            <a:cxnSpLocks/>
            <a:stCxn id="34" idx="4"/>
            <a:endCxn id="46" idx="0"/>
          </p:cNvCxnSpPr>
          <p:nvPr/>
        </p:nvCxnSpPr>
        <p:spPr>
          <a:xfrm flipH="1">
            <a:off x="17139548" y="6270172"/>
            <a:ext cx="2076891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E8726FC2-A40A-840D-C210-4813DB32718D}"/>
              </a:ext>
            </a:extLst>
          </p:cNvPr>
          <p:cNvSpPr/>
          <p:nvPr/>
        </p:nvSpPr>
        <p:spPr>
          <a:xfrm>
            <a:off x="17455832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51925CA-DFB8-8659-EEF3-A4B6C5AECC61}"/>
              </a:ext>
            </a:extLst>
          </p:cNvPr>
          <p:cNvCxnSpPr>
            <a:cxnSpLocks/>
            <a:stCxn id="46" idx="4"/>
            <a:endCxn id="48" idx="0"/>
          </p:cNvCxnSpPr>
          <p:nvPr/>
        </p:nvCxnSpPr>
        <p:spPr>
          <a:xfrm>
            <a:off x="17139548" y="8312211"/>
            <a:ext cx="1036284" cy="1215778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28CBD6-F4C3-A502-4F64-0C81B5E72D85}"/>
              </a:ext>
            </a:extLst>
          </p:cNvPr>
          <p:cNvSpPr/>
          <p:nvPr/>
        </p:nvSpPr>
        <p:spPr>
          <a:xfrm>
            <a:off x="533628" y="10547025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1">
            <a:extLst>
              <a:ext uri="{FF2B5EF4-FFF2-40B4-BE49-F238E27FC236}">
                <a16:creationId xmlns:a16="http://schemas.microsoft.com/office/drawing/2014/main" id="{5E97FE17-9EB6-8896-F231-C2C84B38CDB8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4">
            <a:extLst>
              <a:ext uri="{FF2B5EF4-FFF2-40B4-BE49-F238E27FC236}">
                <a16:creationId xmlns:a16="http://schemas.microsoft.com/office/drawing/2014/main" id="{7259A60B-065D-ED9C-B693-6E85559EF0A7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9E0C8DF3-790E-34E5-5E01-F5E61AA34756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C2BDA261-01A1-9AF8-7E2B-ECB8B986B769}"/>
              </a:ext>
            </a:extLst>
          </p:cNvPr>
          <p:cNvSpPr/>
          <p:nvPr/>
        </p:nvSpPr>
        <p:spPr>
          <a:xfrm>
            <a:off x="20162063" y="491762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5">
            <a:extLst>
              <a:ext uri="{FF2B5EF4-FFF2-40B4-BE49-F238E27FC236}">
                <a16:creationId xmlns:a16="http://schemas.microsoft.com/office/drawing/2014/main" id="{525ACF77-E465-CB66-FB15-0C6AFF21E0D1}"/>
              </a:ext>
            </a:extLst>
          </p:cNvPr>
          <p:cNvSpPr/>
          <p:nvPr/>
        </p:nvSpPr>
        <p:spPr>
          <a:xfrm>
            <a:off x="17983986" y="7281104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400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5751D96-07CA-C897-434A-D7303F28101F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2622318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549B-B6EF-CE74-CA39-880F06175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box">
            <a:extLst>
              <a:ext uri="{FF2B5EF4-FFF2-40B4-BE49-F238E27FC236}">
                <a16:creationId xmlns:a16="http://schemas.microsoft.com/office/drawing/2014/main" id="{CA93AF24-BA1A-EEF7-A296-08C5D60BCE1F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082CF4-14C1-A277-4D9A-162ED9E0049A}"/>
              </a:ext>
            </a:extLst>
          </p:cNvPr>
          <p:cNvSpPr/>
          <p:nvPr/>
        </p:nvSpPr>
        <p:spPr>
          <a:xfrm>
            <a:off x="1055730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6EDADF8-EC2F-0CB6-BF00-7CDC2AB0C2CB}"/>
              </a:ext>
            </a:extLst>
          </p:cNvPr>
          <p:cNvSpPr/>
          <p:nvPr/>
        </p:nvSpPr>
        <p:spPr>
          <a:xfrm>
            <a:off x="13533240" y="9594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B64058F-13C5-0825-A75B-A0EED431B0AD}"/>
              </a:ext>
            </a:extLst>
          </p:cNvPr>
          <p:cNvSpPr/>
          <p:nvPr/>
        </p:nvSpPr>
        <p:spPr>
          <a:xfrm>
            <a:off x="1674397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967CC2A-FF2E-AB3E-4CD2-96F8686340AF}"/>
              </a:ext>
            </a:extLst>
          </p:cNvPr>
          <p:cNvCxnSpPr>
            <a:cxnSpLocks/>
            <a:stCxn id="21" idx="4"/>
            <a:endCxn id="12" idx="0"/>
          </p:cNvCxnSpPr>
          <p:nvPr/>
        </p:nvCxnSpPr>
        <p:spPr>
          <a:xfrm flipH="1">
            <a:off x="11277302" y="22722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1A05C14-D4F6-0D7F-2140-0C365FB5D333}"/>
              </a:ext>
            </a:extLst>
          </p:cNvPr>
          <p:cNvCxnSpPr>
            <a:cxnSpLocks/>
            <a:stCxn id="21" idx="4"/>
            <a:endCxn id="29" idx="0"/>
          </p:cNvCxnSpPr>
          <p:nvPr/>
        </p:nvCxnSpPr>
        <p:spPr>
          <a:xfrm>
            <a:off x="14253240" y="22722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233738B4-810F-B8D8-FB98-6F6D2B8B21A1}"/>
              </a:ext>
            </a:extLst>
          </p:cNvPr>
          <p:cNvSpPr/>
          <p:nvPr/>
        </p:nvSpPr>
        <p:spPr>
          <a:xfrm>
            <a:off x="15102312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A24ED4-FEC1-33D6-7CEE-4B1827AC2773}"/>
              </a:ext>
            </a:extLst>
          </p:cNvPr>
          <p:cNvCxnSpPr>
            <a:cxnSpLocks/>
            <a:stCxn id="29" idx="4"/>
            <a:endCxn id="32" idx="0"/>
          </p:cNvCxnSpPr>
          <p:nvPr/>
        </p:nvCxnSpPr>
        <p:spPr>
          <a:xfrm flipH="1">
            <a:off x="15822312" y="4228133"/>
            <a:ext cx="164166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68A1ADFF-951F-943A-29ED-9135B1C47CAF}"/>
              </a:ext>
            </a:extLst>
          </p:cNvPr>
          <p:cNvSpPr/>
          <p:nvPr/>
        </p:nvSpPr>
        <p:spPr>
          <a:xfrm>
            <a:off x="18496439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2B84494-5B6B-8704-45CF-10120BC4B143}"/>
              </a:ext>
            </a:extLst>
          </p:cNvPr>
          <p:cNvSpPr/>
          <p:nvPr/>
        </p:nvSpPr>
        <p:spPr>
          <a:xfrm>
            <a:off x="13865323" y="7214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C20A45F-607D-BAB3-B4E5-920B4828AD50}"/>
              </a:ext>
            </a:extLst>
          </p:cNvPr>
          <p:cNvSpPr/>
          <p:nvPr/>
        </p:nvSpPr>
        <p:spPr>
          <a:xfrm>
            <a:off x="21486025" y="71577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44BCA00-B1E0-FF58-50A7-E27AA0EB419D}"/>
              </a:ext>
            </a:extLst>
          </p:cNvPr>
          <p:cNvSpPr/>
          <p:nvPr/>
        </p:nvSpPr>
        <p:spPr>
          <a:xfrm>
            <a:off x="11875570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A37FBE3-5267-6C7A-D470-22AAD9D7DEB0}"/>
              </a:ext>
            </a:extLst>
          </p:cNvPr>
          <p:cNvCxnSpPr>
            <a:cxnSpLocks/>
            <a:stCxn id="12" idx="4"/>
            <a:endCxn id="37" idx="0"/>
          </p:cNvCxnSpPr>
          <p:nvPr/>
        </p:nvCxnSpPr>
        <p:spPr>
          <a:xfrm>
            <a:off x="11277302" y="4228133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34B90FA-FE04-4D07-D8EA-345E73117B63}"/>
              </a:ext>
            </a:extLst>
          </p:cNvPr>
          <p:cNvSpPr/>
          <p:nvPr/>
        </p:nvSpPr>
        <p:spPr>
          <a:xfrm>
            <a:off x="23053217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15260E6-FD88-E382-E39B-813B666500F5}"/>
              </a:ext>
            </a:extLst>
          </p:cNvPr>
          <p:cNvSpPr/>
          <p:nvPr/>
        </p:nvSpPr>
        <p:spPr>
          <a:xfrm>
            <a:off x="20046025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AB318C7-B500-D052-173A-A4D331428789}"/>
              </a:ext>
            </a:extLst>
          </p:cNvPr>
          <p:cNvCxnSpPr>
            <a:cxnSpLocks/>
            <a:stCxn id="29" idx="4"/>
            <a:endCxn id="34" idx="0"/>
          </p:cNvCxnSpPr>
          <p:nvPr/>
        </p:nvCxnSpPr>
        <p:spPr>
          <a:xfrm>
            <a:off x="17463972" y="4228133"/>
            <a:ext cx="1752467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D9C55B1-8198-2334-ADA6-EC480056623D}"/>
              </a:ext>
            </a:extLst>
          </p:cNvPr>
          <p:cNvCxnSpPr>
            <a:cxnSpLocks/>
            <a:stCxn id="32" idx="4"/>
            <a:endCxn id="35" idx="0"/>
          </p:cNvCxnSpPr>
          <p:nvPr/>
        </p:nvCxnSpPr>
        <p:spPr>
          <a:xfrm flipH="1">
            <a:off x="14585323" y="6270172"/>
            <a:ext cx="1236989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896474B-6B3F-7CE8-E92A-02966305915D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19216439" y="6270172"/>
            <a:ext cx="298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887D50-365A-3D1A-C14E-0369D35CD24B}"/>
              </a:ext>
            </a:extLst>
          </p:cNvPr>
          <p:cNvCxnSpPr>
            <a:cxnSpLocks/>
            <a:stCxn id="36" idx="4"/>
            <a:endCxn id="40" idx="0"/>
          </p:cNvCxnSpPr>
          <p:nvPr/>
        </p:nvCxnSpPr>
        <p:spPr>
          <a:xfrm flipH="1">
            <a:off x="20766025" y="8470554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BD46A3E-0F47-9E64-4B15-F4FAC7B1B6C5}"/>
              </a:ext>
            </a:extLst>
          </p:cNvPr>
          <p:cNvCxnSpPr>
            <a:cxnSpLocks/>
            <a:stCxn id="36" idx="4"/>
            <a:endCxn id="39" idx="0"/>
          </p:cNvCxnSpPr>
          <p:nvPr/>
        </p:nvCxnSpPr>
        <p:spPr>
          <a:xfrm>
            <a:off x="22206025" y="847055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35845563-002F-BC7B-F30D-114CB5BE0867}"/>
              </a:ext>
            </a:extLst>
          </p:cNvPr>
          <p:cNvSpPr/>
          <p:nvPr/>
        </p:nvSpPr>
        <p:spPr>
          <a:xfrm>
            <a:off x="10149328" y="105470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00A832E-2C2F-B02E-BB4B-BEF910ED48C1}"/>
              </a:ext>
            </a:extLst>
          </p:cNvPr>
          <p:cNvSpPr/>
          <p:nvPr/>
        </p:nvSpPr>
        <p:spPr>
          <a:xfrm>
            <a:off x="16372065" y="7214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1F1DA0B-5AD9-324B-A187-5ED6542F9BD2}"/>
              </a:ext>
            </a:extLst>
          </p:cNvPr>
          <p:cNvCxnSpPr>
            <a:cxnSpLocks/>
            <a:stCxn id="34" idx="4"/>
            <a:endCxn id="48" idx="0"/>
          </p:cNvCxnSpPr>
          <p:nvPr/>
        </p:nvCxnSpPr>
        <p:spPr>
          <a:xfrm flipH="1">
            <a:off x="17092065" y="6270172"/>
            <a:ext cx="2124374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4A152B5-FE6B-1093-4A37-FB7F2E95B55B}"/>
              </a:ext>
            </a:extLst>
          </p:cNvPr>
          <p:cNvSpPr/>
          <p:nvPr/>
        </p:nvSpPr>
        <p:spPr>
          <a:xfrm>
            <a:off x="533628" y="11348779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1">
            <a:extLst>
              <a:ext uri="{FF2B5EF4-FFF2-40B4-BE49-F238E27FC236}">
                <a16:creationId xmlns:a16="http://schemas.microsoft.com/office/drawing/2014/main" id="{13EF6F18-1BAD-40E1-C45E-F85F04F94C73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4">
            <a:extLst>
              <a:ext uri="{FF2B5EF4-FFF2-40B4-BE49-F238E27FC236}">
                <a16:creationId xmlns:a16="http://schemas.microsoft.com/office/drawing/2014/main" id="{9F6F242E-E6CD-AA97-EE0E-3FA24DCF6E71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B589046E-0914-824A-4EB0-9456A00F3C81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C4BBF9B9-D1BE-9B6E-8565-0E8DE2E4986A}"/>
              </a:ext>
            </a:extLst>
          </p:cNvPr>
          <p:cNvSpPr/>
          <p:nvPr/>
        </p:nvSpPr>
        <p:spPr>
          <a:xfrm>
            <a:off x="20162063" y="491762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5">
            <a:extLst>
              <a:ext uri="{FF2B5EF4-FFF2-40B4-BE49-F238E27FC236}">
                <a16:creationId xmlns:a16="http://schemas.microsoft.com/office/drawing/2014/main" id="{67086016-ED48-57D1-5844-792214C51509}"/>
              </a:ext>
            </a:extLst>
          </p:cNvPr>
          <p:cNvSpPr/>
          <p:nvPr/>
        </p:nvSpPr>
        <p:spPr>
          <a:xfrm>
            <a:off x="11713766" y="1082872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400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4D1E7EE-B0F3-77E5-E3D2-C7DCEE883258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2696158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12F4-8BB9-7432-4C8B-7D97E9BBD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box">
            <a:extLst>
              <a:ext uri="{FF2B5EF4-FFF2-40B4-BE49-F238E27FC236}">
                <a16:creationId xmlns:a16="http://schemas.microsoft.com/office/drawing/2014/main" id="{BD855367-7DF5-0484-778D-BC6B6E0BB945}"/>
              </a:ext>
            </a:extLst>
          </p:cNvPr>
          <p:cNvSpPr/>
          <p:nvPr/>
        </p:nvSpPr>
        <p:spPr>
          <a:xfrm>
            <a:off x="533628" y="209521"/>
            <a:ext cx="6710826" cy="126590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 </a:t>
            </a:r>
            <a:r>
              <a:rPr lang="en-IN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v!=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element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&lt;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root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parent-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child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//symmetrical to above code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node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){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}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right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     </a:t>
            </a:r>
            <a:r>
              <a:rPr lang="en-IN" sz="20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spcBef>
                <a:spcPts val="0"/>
              </a:spcBef>
            </a:pPr>
            <a:endParaRPr lang="en-IN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spcBef>
                <a:spcPts val="0"/>
              </a:spcBef>
            </a:pPr>
            <a:r>
              <a:rPr lang="en-IN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EAD993-C7A4-09C2-9AAC-F2A6CD18C40E}"/>
              </a:ext>
            </a:extLst>
          </p:cNvPr>
          <p:cNvSpPr/>
          <p:nvPr/>
        </p:nvSpPr>
        <p:spPr>
          <a:xfrm>
            <a:off x="1055730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C7899F3-8B5C-3017-242D-4ECFDA2CE7DD}"/>
              </a:ext>
            </a:extLst>
          </p:cNvPr>
          <p:cNvSpPr/>
          <p:nvPr/>
        </p:nvSpPr>
        <p:spPr>
          <a:xfrm>
            <a:off x="13533240" y="95948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92347A7-740B-309B-B6FE-B9CF9B240264}"/>
              </a:ext>
            </a:extLst>
          </p:cNvPr>
          <p:cNvSpPr/>
          <p:nvPr/>
        </p:nvSpPr>
        <p:spPr>
          <a:xfrm>
            <a:off x="16743972" y="2915330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11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1F9E18-4A7A-ABDC-2809-5AA59EFC9057}"/>
              </a:ext>
            </a:extLst>
          </p:cNvPr>
          <p:cNvCxnSpPr>
            <a:cxnSpLocks/>
            <a:stCxn id="21" idx="4"/>
            <a:endCxn id="12" idx="0"/>
          </p:cNvCxnSpPr>
          <p:nvPr/>
        </p:nvCxnSpPr>
        <p:spPr>
          <a:xfrm flipH="1">
            <a:off x="11277302" y="2272283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B51B47C-1C13-FD41-A02D-3FECEC370445}"/>
              </a:ext>
            </a:extLst>
          </p:cNvPr>
          <p:cNvCxnSpPr>
            <a:cxnSpLocks/>
            <a:stCxn id="21" idx="4"/>
            <a:endCxn id="29" idx="0"/>
          </p:cNvCxnSpPr>
          <p:nvPr/>
        </p:nvCxnSpPr>
        <p:spPr>
          <a:xfrm>
            <a:off x="14253240" y="2272283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4130949D-EAC1-38A0-85F2-2308859EB4AD}"/>
              </a:ext>
            </a:extLst>
          </p:cNvPr>
          <p:cNvSpPr/>
          <p:nvPr/>
        </p:nvSpPr>
        <p:spPr>
          <a:xfrm>
            <a:off x="15102312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AF94724-AF6F-C4FE-E52F-2B715919C0AB}"/>
              </a:ext>
            </a:extLst>
          </p:cNvPr>
          <p:cNvCxnSpPr>
            <a:cxnSpLocks/>
            <a:stCxn id="29" idx="4"/>
            <a:endCxn id="32" idx="0"/>
          </p:cNvCxnSpPr>
          <p:nvPr/>
        </p:nvCxnSpPr>
        <p:spPr>
          <a:xfrm flipH="1">
            <a:off x="15822312" y="4228133"/>
            <a:ext cx="1641660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4A443925-E60B-7B99-BA2F-F03EC2747C6E}"/>
              </a:ext>
            </a:extLst>
          </p:cNvPr>
          <p:cNvSpPr/>
          <p:nvPr/>
        </p:nvSpPr>
        <p:spPr>
          <a:xfrm>
            <a:off x="18496439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2F40C78-4799-6338-A796-E3FF28FAEAE9}"/>
              </a:ext>
            </a:extLst>
          </p:cNvPr>
          <p:cNvSpPr/>
          <p:nvPr/>
        </p:nvSpPr>
        <p:spPr>
          <a:xfrm>
            <a:off x="13865323" y="7214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3EB255D-FEDA-7120-8745-26F1227AF3AF}"/>
              </a:ext>
            </a:extLst>
          </p:cNvPr>
          <p:cNvSpPr/>
          <p:nvPr/>
        </p:nvSpPr>
        <p:spPr>
          <a:xfrm>
            <a:off x="21486025" y="715775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F405368-C870-5641-1A64-343563C7743A}"/>
              </a:ext>
            </a:extLst>
          </p:cNvPr>
          <p:cNvSpPr/>
          <p:nvPr/>
        </p:nvSpPr>
        <p:spPr>
          <a:xfrm>
            <a:off x="11875570" y="4957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E93F22D-5471-9670-69D6-BA9C40CA1986}"/>
              </a:ext>
            </a:extLst>
          </p:cNvPr>
          <p:cNvCxnSpPr>
            <a:cxnSpLocks/>
            <a:stCxn id="12" idx="4"/>
            <a:endCxn id="37" idx="0"/>
          </p:cNvCxnSpPr>
          <p:nvPr/>
        </p:nvCxnSpPr>
        <p:spPr>
          <a:xfrm>
            <a:off x="11277302" y="4228133"/>
            <a:ext cx="1318268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2DB2B461-1CFF-E780-1172-0944BC22F9F9}"/>
              </a:ext>
            </a:extLst>
          </p:cNvPr>
          <p:cNvSpPr/>
          <p:nvPr/>
        </p:nvSpPr>
        <p:spPr>
          <a:xfrm>
            <a:off x="23053217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5A4B7FB-D622-ABD4-21A8-E3F5FA0A7DB7}"/>
              </a:ext>
            </a:extLst>
          </p:cNvPr>
          <p:cNvSpPr/>
          <p:nvPr/>
        </p:nvSpPr>
        <p:spPr>
          <a:xfrm>
            <a:off x="20046025" y="952798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14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6356E1A-5FF7-5706-002B-E8BA9EE14020}"/>
              </a:ext>
            </a:extLst>
          </p:cNvPr>
          <p:cNvCxnSpPr>
            <a:cxnSpLocks/>
            <a:stCxn id="29" idx="4"/>
            <a:endCxn id="34" idx="0"/>
          </p:cNvCxnSpPr>
          <p:nvPr/>
        </p:nvCxnSpPr>
        <p:spPr>
          <a:xfrm>
            <a:off x="17463972" y="4228133"/>
            <a:ext cx="1752467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20B5758-59C7-10ED-FAC4-4448F5C1DE24}"/>
              </a:ext>
            </a:extLst>
          </p:cNvPr>
          <p:cNvCxnSpPr>
            <a:cxnSpLocks/>
            <a:stCxn id="32" idx="4"/>
            <a:endCxn id="35" idx="0"/>
          </p:cNvCxnSpPr>
          <p:nvPr/>
        </p:nvCxnSpPr>
        <p:spPr>
          <a:xfrm flipH="1">
            <a:off x="14585323" y="6270172"/>
            <a:ext cx="1236989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112C7B3-E2E0-5E85-9951-813B3126EB15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>
            <a:off x="19216439" y="6270172"/>
            <a:ext cx="2989586" cy="887579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9B11B54-BDFA-8A53-ECF1-EFCE888F265E}"/>
              </a:ext>
            </a:extLst>
          </p:cNvPr>
          <p:cNvCxnSpPr>
            <a:cxnSpLocks/>
            <a:stCxn id="36" idx="4"/>
            <a:endCxn id="40" idx="0"/>
          </p:cNvCxnSpPr>
          <p:nvPr/>
        </p:nvCxnSpPr>
        <p:spPr>
          <a:xfrm flipH="1">
            <a:off x="20766025" y="8470554"/>
            <a:ext cx="1440000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D781E29-71A1-D9DA-1237-FE9E6175836B}"/>
              </a:ext>
            </a:extLst>
          </p:cNvPr>
          <p:cNvCxnSpPr>
            <a:cxnSpLocks/>
            <a:stCxn id="36" idx="4"/>
            <a:endCxn id="39" idx="0"/>
          </p:cNvCxnSpPr>
          <p:nvPr/>
        </p:nvCxnSpPr>
        <p:spPr>
          <a:xfrm>
            <a:off x="22206025" y="8470554"/>
            <a:ext cx="1567192" cy="1057435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C6071D5-791B-3145-8E69-5A0A08F4BD80}"/>
              </a:ext>
            </a:extLst>
          </p:cNvPr>
          <p:cNvSpPr/>
          <p:nvPr/>
        </p:nvSpPr>
        <p:spPr>
          <a:xfrm>
            <a:off x="16372065" y="7214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312278E-3A24-CC49-6703-84157302056B}"/>
              </a:ext>
            </a:extLst>
          </p:cNvPr>
          <p:cNvCxnSpPr>
            <a:cxnSpLocks/>
            <a:stCxn id="34" idx="4"/>
            <a:endCxn id="48" idx="0"/>
          </p:cNvCxnSpPr>
          <p:nvPr/>
        </p:nvCxnSpPr>
        <p:spPr>
          <a:xfrm flipH="1">
            <a:off x="17092065" y="6270172"/>
            <a:ext cx="2124374" cy="944764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6512AB-3508-EAAF-4C62-F71F76894A11}"/>
              </a:ext>
            </a:extLst>
          </p:cNvPr>
          <p:cNvSpPr/>
          <p:nvPr/>
        </p:nvSpPr>
        <p:spPr>
          <a:xfrm>
            <a:off x="533628" y="11348779"/>
            <a:ext cx="6710826" cy="29376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ox1">
            <a:extLst>
              <a:ext uri="{FF2B5EF4-FFF2-40B4-BE49-F238E27FC236}">
                <a16:creationId xmlns:a16="http://schemas.microsoft.com/office/drawing/2014/main" id="{42B8FA25-C481-5B9E-FE20-77B55BA32823}"/>
              </a:ext>
            </a:extLst>
          </p:cNvPr>
          <p:cNvSpPr/>
          <p:nvPr/>
        </p:nvSpPr>
        <p:spPr>
          <a:xfrm>
            <a:off x="11908963" y="230729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root: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!!box4">
            <a:extLst>
              <a:ext uri="{FF2B5EF4-FFF2-40B4-BE49-F238E27FC236}">
                <a16:creationId xmlns:a16="http://schemas.microsoft.com/office/drawing/2014/main" id="{53754479-198A-5C68-0D88-70A008B2286B}"/>
              </a:ext>
            </a:extLst>
          </p:cNvPr>
          <p:cNvSpPr/>
          <p:nvPr/>
        </p:nvSpPr>
        <p:spPr>
          <a:xfrm>
            <a:off x="14742697" y="230728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parent: 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!!box2">
            <a:extLst>
              <a:ext uri="{FF2B5EF4-FFF2-40B4-BE49-F238E27FC236}">
                <a16:creationId xmlns:a16="http://schemas.microsoft.com/office/drawing/2014/main" id="{820FF82E-F559-394C-6B43-FC7EE5A2FC6E}"/>
              </a:ext>
            </a:extLst>
          </p:cNvPr>
          <p:cNvSpPr/>
          <p:nvPr/>
        </p:nvSpPr>
        <p:spPr>
          <a:xfrm>
            <a:off x="16456263" y="182696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!!box3">
            <a:extLst>
              <a:ext uri="{FF2B5EF4-FFF2-40B4-BE49-F238E27FC236}">
                <a16:creationId xmlns:a16="http://schemas.microsoft.com/office/drawing/2014/main" id="{B53A68F8-11E2-FFD6-E58E-2EAA122520EA}"/>
              </a:ext>
            </a:extLst>
          </p:cNvPr>
          <p:cNvSpPr/>
          <p:nvPr/>
        </p:nvSpPr>
        <p:spPr>
          <a:xfrm>
            <a:off x="20162063" y="4917620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5">
            <a:extLst>
              <a:ext uri="{FF2B5EF4-FFF2-40B4-BE49-F238E27FC236}">
                <a16:creationId xmlns:a16="http://schemas.microsoft.com/office/drawing/2014/main" id="{5CA9F8BB-2459-F1B8-E5B3-0275B62D3AA2}"/>
              </a:ext>
            </a:extLst>
          </p:cNvPr>
          <p:cNvSpPr/>
          <p:nvPr/>
        </p:nvSpPr>
        <p:spPr>
          <a:xfrm>
            <a:off x="11713766" y="10828721"/>
            <a:ext cx="2464905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p: 400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4701D3-89BD-C03F-19FA-7616C9521D58}"/>
              </a:ext>
            </a:extLst>
          </p:cNvPr>
          <p:cNvSpPr/>
          <p:nvPr/>
        </p:nvSpPr>
        <p:spPr>
          <a:xfrm>
            <a:off x="919168" y="12643831"/>
            <a:ext cx="5939746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delete(10)</a:t>
            </a:r>
          </a:p>
        </p:txBody>
      </p:sp>
    </p:spTree>
    <p:extLst>
      <p:ext uri="{BB962C8B-B14F-4D97-AF65-F5344CB8AC3E}">
        <p14:creationId xmlns:p14="http://schemas.microsoft.com/office/powerpoint/2010/main" val="514636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10348</TotalTime>
  <Words>20549</Words>
  <Application>Microsoft Macintosh PowerPoint</Application>
  <PresentationFormat>Custom</PresentationFormat>
  <Paragraphs>3935</Paragraphs>
  <Slides>102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8" baseType="lpstr">
      <vt:lpstr>Arial</vt:lpstr>
      <vt:lpstr>Bradley Hand</vt:lpstr>
      <vt:lpstr>Cambria Math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1874</cp:revision>
  <dcterms:modified xsi:type="dcterms:W3CDTF">2026-09-29T04:56:58Z</dcterms:modified>
</cp:coreProperties>
</file>