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65" r:id="rId2"/>
    <p:sldId id="317" r:id="rId3"/>
    <p:sldId id="410" r:id="rId4"/>
    <p:sldId id="411" r:id="rId5"/>
    <p:sldId id="412" r:id="rId6"/>
    <p:sldId id="416" r:id="rId7"/>
    <p:sldId id="417" r:id="rId8"/>
    <p:sldId id="413" r:id="rId9"/>
    <p:sldId id="436" r:id="rId10"/>
    <p:sldId id="418" r:id="rId11"/>
    <p:sldId id="419" r:id="rId12"/>
    <p:sldId id="424" r:id="rId13"/>
    <p:sldId id="425" r:id="rId14"/>
    <p:sldId id="426" r:id="rId15"/>
    <p:sldId id="427" r:id="rId16"/>
    <p:sldId id="428" r:id="rId17"/>
    <p:sldId id="429" r:id="rId18"/>
    <p:sldId id="430" r:id="rId19"/>
    <p:sldId id="431" r:id="rId20"/>
    <p:sldId id="432" r:id="rId21"/>
    <p:sldId id="433" r:id="rId22"/>
    <p:sldId id="434" r:id="rId23"/>
    <p:sldId id="435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62" r:id="rId33"/>
    <p:sldId id="446" r:id="rId34"/>
    <p:sldId id="445" r:id="rId35"/>
    <p:sldId id="447" r:id="rId36"/>
    <p:sldId id="448" r:id="rId37"/>
    <p:sldId id="449" r:id="rId38"/>
    <p:sldId id="450" r:id="rId39"/>
    <p:sldId id="451" r:id="rId40"/>
    <p:sldId id="452" r:id="rId41"/>
    <p:sldId id="453" r:id="rId42"/>
    <p:sldId id="454" r:id="rId43"/>
    <p:sldId id="455" r:id="rId44"/>
    <p:sldId id="456" r:id="rId45"/>
    <p:sldId id="457" r:id="rId46"/>
    <p:sldId id="458" r:id="rId47"/>
    <p:sldId id="459" r:id="rId48"/>
    <p:sldId id="460" r:id="rId49"/>
    <p:sldId id="461" r:id="rId50"/>
    <p:sldId id="463" r:id="rId51"/>
    <p:sldId id="465" r:id="rId52"/>
    <p:sldId id="468" r:id="rId53"/>
    <p:sldId id="469" r:id="rId54"/>
    <p:sldId id="470" r:id="rId55"/>
    <p:sldId id="471" r:id="rId56"/>
    <p:sldId id="472" r:id="rId57"/>
    <p:sldId id="473" r:id="rId58"/>
    <p:sldId id="474" r:id="rId59"/>
    <p:sldId id="475" r:id="rId60"/>
    <p:sldId id="476" r:id="rId61"/>
    <p:sldId id="477" r:id="rId62"/>
    <p:sldId id="478" r:id="rId63"/>
    <p:sldId id="479" r:id="rId64"/>
    <p:sldId id="480" r:id="rId65"/>
    <p:sldId id="481" r:id="rId66"/>
    <p:sldId id="482" r:id="rId67"/>
    <p:sldId id="484" r:id="rId68"/>
    <p:sldId id="485" r:id="rId69"/>
    <p:sldId id="486" r:id="rId70"/>
    <p:sldId id="487" r:id="rId71"/>
    <p:sldId id="488" r:id="rId72"/>
    <p:sldId id="489" r:id="rId73"/>
    <p:sldId id="490" r:id="rId74"/>
    <p:sldId id="491" r:id="rId75"/>
    <p:sldId id="492" r:id="rId76"/>
    <p:sldId id="493" r:id="rId77"/>
    <p:sldId id="494" r:id="rId78"/>
    <p:sldId id="496" r:id="rId79"/>
    <p:sldId id="495" r:id="rId80"/>
    <p:sldId id="497" r:id="rId81"/>
    <p:sldId id="498" r:id="rId82"/>
    <p:sldId id="499" r:id="rId8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70"/>
    <p:restoredTop sz="94762"/>
  </p:normalViewPr>
  <p:slideViewPr>
    <p:cSldViewPr snapToGrid="0">
      <p:cViewPr varScale="1">
        <p:scale>
          <a:sx n="59" d="100"/>
          <a:sy n="59" d="100"/>
        </p:scale>
        <p:origin x="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60EE9F9-2D75-D511-8559-3779F6165FFC}"/>
              </a:ext>
            </a:extLst>
          </p:cNvPr>
          <p:cNvSpPr/>
          <p:nvPr/>
        </p:nvSpPr>
        <p:spPr>
          <a:xfrm>
            <a:off x="1700197" y="1122299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4C147F-57ED-10D3-6C79-E4863B1881C9}"/>
              </a:ext>
            </a:extLst>
          </p:cNvPr>
          <p:cNvSpPr/>
          <p:nvPr/>
        </p:nvSpPr>
        <p:spPr>
          <a:xfrm>
            <a:off x="8405797" y="112229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9AADA8-F5BB-C1B8-A520-80D02917C562}"/>
              </a:ext>
            </a:extLst>
          </p:cNvPr>
          <p:cNvSpPr/>
          <p:nvPr/>
        </p:nvSpPr>
        <p:spPr>
          <a:xfrm>
            <a:off x="1700197" y="2755156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43FA0C4-BC5D-5A1B-6ACC-E6FC26311A29}"/>
              </a:ext>
            </a:extLst>
          </p:cNvPr>
          <p:cNvSpPr/>
          <p:nvPr/>
        </p:nvSpPr>
        <p:spPr>
          <a:xfrm>
            <a:off x="8405797" y="2755156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CD5497-8F44-8218-53AE-EA0D0F2447F7}"/>
              </a:ext>
            </a:extLst>
          </p:cNvPr>
          <p:cNvSpPr/>
          <p:nvPr/>
        </p:nvSpPr>
        <p:spPr>
          <a:xfrm>
            <a:off x="1700196" y="4388013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0F6C4C-EA91-1A67-E361-670ECCC18A7C}"/>
              </a:ext>
            </a:extLst>
          </p:cNvPr>
          <p:cNvSpPr/>
          <p:nvPr/>
        </p:nvSpPr>
        <p:spPr>
          <a:xfrm>
            <a:off x="8405797" y="4388013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936580B-CAC1-9939-952E-24942D04BEED}"/>
                  </a:ext>
                </a:extLst>
              </p:cNvPr>
              <p:cNvSpPr/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Get the </a:t>
                </a:r>
                <a14:m>
                  <m:oMath xmlns:m="http://schemas.openxmlformats.org/officeDocument/2006/math">
                    <m:r>
                      <a:rPr lang="en-US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C936580B-CAC1-9939-952E-24942D04BE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4D419EC-284B-482E-D16F-08BA71AECF26}"/>
              </a:ext>
            </a:extLst>
          </p:cNvPr>
          <p:cNvSpPr/>
          <p:nvPr/>
        </p:nvSpPr>
        <p:spPr>
          <a:xfrm>
            <a:off x="8253397" y="6020870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A608EB1-03A3-06B6-95B3-0EA7857FC8E0}"/>
              </a:ext>
            </a:extLst>
          </p:cNvPr>
          <p:cNvSpPr/>
          <p:nvPr/>
        </p:nvSpPr>
        <p:spPr>
          <a:xfrm>
            <a:off x="676938" y="8015984"/>
            <a:ext cx="23030120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Is there any other data-structure that can perform all these operations in O(1) time?</a:t>
            </a:r>
          </a:p>
        </p:txBody>
      </p:sp>
    </p:spTree>
    <p:extLst>
      <p:ext uri="{BB962C8B-B14F-4D97-AF65-F5344CB8AC3E}">
        <p14:creationId xmlns:p14="http://schemas.microsoft.com/office/powerpoint/2010/main" val="1529561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40D5-42CC-4E8B-529B-3E4F2A0D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E12D184E-C203-745B-192E-84EB0A45851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Lists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96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F7324-510D-A3A9-E992-F7BAE222A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3D9D98C-F0D5-A7E9-B032-8B8D7993AB11}"/>
              </a:ext>
            </a:extLst>
          </p:cNvPr>
          <p:cNvSpPr/>
          <p:nvPr/>
        </p:nvSpPr>
        <p:spPr>
          <a:xfrm>
            <a:off x="1700197" y="1122299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19996F-9232-D1F3-AEB1-5EFA28E27E9C}"/>
              </a:ext>
            </a:extLst>
          </p:cNvPr>
          <p:cNvSpPr/>
          <p:nvPr/>
        </p:nvSpPr>
        <p:spPr>
          <a:xfrm>
            <a:off x="8405797" y="1122299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7DD2A6-55F2-18C9-6D7F-C10EE313D03D}"/>
              </a:ext>
            </a:extLst>
          </p:cNvPr>
          <p:cNvSpPr/>
          <p:nvPr/>
        </p:nvSpPr>
        <p:spPr>
          <a:xfrm>
            <a:off x="1700197" y="2755156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138216D-8088-E993-BD67-EED3E65FD859}"/>
              </a:ext>
            </a:extLst>
          </p:cNvPr>
          <p:cNvSpPr/>
          <p:nvPr/>
        </p:nvSpPr>
        <p:spPr>
          <a:xfrm>
            <a:off x="8405797" y="2755156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61F2FA8-C145-8878-C931-F5C5F91CACEB}"/>
              </a:ext>
            </a:extLst>
          </p:cNvPr>
          <p:cNvSpPr/>
          <p:nvPr/>
        </p:nvSpPr>
        <p:spPr>
          <a:xfrm>
            <a:off x="1700196" y="4388013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42369A5-A081-2BE4-C559-07C05561FE6A}"/>
              </a:ext>
            </a:extLst>
          </p:cNvPr>
          <p:cNvSpPr/>
          <p:nvPr/>
        </p:nvSpPr>
        <p:spPr>
          <a:xfrm>
            <a:off x="8405797" y="4388013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4957C9D-4ACB-C275-DFF1-8787D973D745}"/>
                  </a:ext>
                </a:extLst>
              </p:cNvPr>
              <p:cNvSpPr/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Get the </a:t>
                </a:r>
                <a14:m>
                  <m:oMath xmlns:m="http://schemas.openxmlformats.org/officeDocument/2006/math">
                    <m:r>
                      <a:rPr lang="en-US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</a:t>
                </a: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04957C9D-4ACB-C275-DFF1-8787D973D7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797" y="5701419"/>
                <a:ext cx="5419058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8432D7-A6F4-D377-FFA2-6881BDFD545E}"/>
              </a:ext>
            </a:extLst>
          </p:cNvPr>
          <p:cNvSpPr/>
          <p:nvPr/>
        </p:nvSpPr>
        <p:spPr>
          <a:xfrm>
            <a:off x="8253397" y="6020870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834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510FAB-3BF5-ED96-3844-741B1DE52D30}"/>
              </a:ext>
            </a:extLst>
          </p:cNvPr>
          <p:cNvSpPr/>
          <p:nvPr/>
        </p:nvSpPr>
        <p:spPr>
          <a:xfrm>
            <a:off x="9259350" y="2077208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num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2A08F4-3450-C4D9-680D-F337ECCF0445}"/>
              </a:ext>
            </a:extLst>
          </p:cNvPr>
          <p:cNvSpPr/>
          <p:nvPr/>
        </p:nvSpPr>
        <p:spPr>
          <a:xfrm>
            <a:off x="9259350" y="3143271"/>
            <a:ext cx="2693582" cy="20544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Pointer to the next element</a:t>
            </a:r>
          </a:p>
        </p:txBody>
      </p:sp>
    </p:spTree>
    <p:extLst>
      <p:ext uri="{BB962C8B-B14F-4D97-AF65-F5344CB8AC3E}">
        <p14:creationId xmlns:p14="http://schemas.microsoft.com/office/powerpoint/2010/main" val="24518766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A063693-9FDD-5EE2-D26B-BBE0B7E776EA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A2EDF4E-561B-AE4E-BFC9-9526B8949488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1D0A1C-3645-8449-45C3-9753A5F2BD5F}"/>
              </a:ext>
            </a:extLst>
          </p:cNvPr>
          <p:cNvSpPr/>
          <p:nvPr/>
        </p:nvSpPr>
        <p:spPr>
          <a:xfrm>
            <a:off x="2011057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58673AF-20CC-F17F-90B8-A8CDC9682C7C}"/>
              </a:ext>
            </a:extLst>
          </p:cNvPr>
          <p:cNvSpPr/>
          <p:nvPr/>
        </p:nvSpPr>
        <p:spPr>
          <a:xfrm>
            <a:off x="5932570" y="749670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6079AEF-8CC4-3CF3-DC52-3206A03AFEB9}"/>
              </a:ext>
            </a:extLst>
          </p:cNvPr>
          <p:cNvSpPr/>
          <p:nvPr/>
        </p:nvSpPr>
        <p:spPr>
          <a:xfrm>
            <a:off x="5932570" y="852960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C7730F-67C1-BA97-E313-F8FDBD99A179}"/>
              </a:ext>
            </a:extLst>
          </p:cNvPr>
          <p:cNvSpPr/>
          <p:nvPr/>
        </p:nvSpPr>
        <p:spPr>
          <a:xfrm>
            <a:off x="5932570" y="103970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7A0162-24AB-E0BC-C7EB-D6EDDDBACD0C}"/>
              </a:ext>
            </a:extLst>
          </p:cNvPr>
          <p:cNvSpPr/>
          <p:nvPr/>
        </p:nvSpPr>
        <p:spPr>
          <a:xfrm>
            <a:off x="11615974" y="1382335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AA6DD22-1320-CEE9-4BF3-10CD4917BCD7}"/>
              </a:ext>
            </a:extLst>
          </p:cNvPr>
          <p:cNvSpPr/>
          <p:nvPr/>
        </p:nvSpPr>
        <p:spPr>
          <a:xfrm>
            <a:off x="11615974" y="2415242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A1DCCF-8159-8CB6-4EF4-91286C55F3D4}"/>
              </a:ext>
            </a:extLst>
          </p:cNvPr>
          <p:cNvSpPr/>
          <p:nvPr/>
        </p:nvSpPr>
        <p:spPr>
          <a:xfrm>
            <a:off x="11615974" y="428265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12CCA9-4BD4-961F-F6B2-6D15A7035664}"/>
              </a:ext>
            </a:extLst>
          </p:cNvPr>
          <p:cNvSpPr/>
          <p:nvPr/>
        </p:nvSpPr>
        <p:spPr>
          <a:xfrm>
            <a:off x="17104639" y="538933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9A942AA-9EE6-8ABB-80CB-6271384EC84A}"/>
              </a:ext>
            </a:extLst>
          </p:cNvPr>
          <p:cNvSpPr/>
          <p:nvPr/>
        </p:nvSpPr>
        <p:spPr>
          <a:xfrm>
            <a:off x="17104639" y="642224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05B7E97-089C-840F-66DC-6346AB4F9814}"/>
              </a:ext>
            </a:extLst>
          </p:cNvPr>
          <p:cNvSpPr/>
          <p:nvPr/>
        </p:nvSpPr>
        <p:spPr>
          <a:xfrm>
            <a:off x="17104639" y="828965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D8AB27-AA1C-F3DF-9637-03B5B2483766}"/>
              </a:ext>
            </a:extLst>
          </p:cNvPr>
          <p:cNvSpPr/>
          <p:nvPr/>
        </p:nvSpPr>
        <p:spPr>
          <a:xfrm>
            <a:off x="12775702" y="1071052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head:1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50634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47E5DB8-228A-9D9E-7CDC-A9A3A1C1EBEF}"/>
              </a:ext>
            </a:extLst>
          </p:cNvPr>
          <p:cNvSpPr/>
          <p:nvPr/>
        </p:nvSpPr>
        <p:spPr>
          <a:xfrm>
            <a:off x="745957" y="489068"/>
            <a:ext cx="10106527" cy="1215588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  <a:endParaRPr lang="en-IN" sz="3600" dirty="0">
              <a:solidFill>
                <a:schemeClr val="accent1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3;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4;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F8D09BD-B013-CD3C-ECED-152CE292D029}"/>
              </a:ext>
            </a:extLst>
          </p:cNvPr>
          <p:cNvSpPr/>
          <p:nvPr/>
        </p:nvSpPr>
        <p:spPr>
          <a:xfrm>
            <a:off x="17140607" y="244732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num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F3C5C2-D4D8-4F8F-45EE-F3575F332BE4}"/>
              </a:ext>
            </a:extLst>
          </p:cNvPr>
          <p:cNvSpPr/>
          <p:nvPr/>
        </p:nvSpPr>
        <p:spPr>
          <a:xfrm>
            <a:off x="17140607" y="3513385"/>
            <a:ext cx="2693582" cy="20544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Pointer to the next element</a:t>
            </a:r>
          </a:p>
        </p:txBody>
      </p:sp>
    </p:spTree>
    <p:extLst>
      <p:ext uri="{BB962C8B-B14F-4D97-AF65-F5344CB8AC3E}">
        <p14:creationId xmlns:p14="http://schemas.microsoft.com/office/powerpoint/2010/main" val="121571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82851-6BC9-F203-A627-5E123B7D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5793D21-34BA-1983-E6C6-9F9D7E86C5D4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F5418A9-310D-137D-E4F8-C4127DC5038D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A703F8-F551-AB4F-010A-09EA5146B06D}"/>
              </a:ext>
            </a:extLst>
          </p:cNvPr>
          <p:cNvSpPr/>
          <p:nvPr/>
        </p:nvSpPr>
        <p:spPr>
          <a:xfrm>
            <a:off x="2011057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C55BE2C-6F62-5D22-3E35-EBA878395678}"/>
              </a:ext>
            </a:extLst>
          </p:cNvPr>
          <p:cNvSpPr/>
          <p:nvPr/>
        </p:nvSpPr>
        <p:spPr>
          <a:xfrm>
            <a:off x="5932570" y="7496702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6D98133-5F13-3739-D6D4-54727EF756E0}"/>
              </a:ext>
            </a:extLst>
          </p:cNvPr>
          <p:cNvSpPr/>
          <p:nvPr/>
        </p:nvSpPr>
        <p:spPr>
          <a:xfrm>
            <a:off x="5932570" y="8529609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4C4464-1C93-A918-D2B7-90DCC9C97835}"/>
              </a:ext>
            </a:extLst>
          </p:cNvPr>
          <p:cNvSpPr/>
          <p:nvPr/>
        </p:nvSpPr>
        <p:spPr>
          <a:xfrm>
            <a:off x="5932570" y="103970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297B64-C7A2-0E55-3B66-EA04C0342E1F}"/>
              </a:ext>
            </a:extLst>
          </p:cNvPr>
          <p:cNvSpPr/>
          <p:nvPr/>
        </p:nvSpPr>
        <p:spPr>
          <a:xfrm>
            <a:off x="11615974" y="1382335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79128AD-F7FE-D0C7-7E6C-D48205947804}"/>
              </a:ext>
            </a:extLst>
          </p:cNvPr>
          <p:cNvSpPr/>
          <p:nvPr/>
        </p:nvSpPr>
        <p:spPr>
          <a:xfrm>
            <a:off x="11615974" y="2415242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C9A26EB-8408-05F4-8F41-386D87218533}"/>
              </a:ext>
            </a:extLst>
          </p:cNvPr>
          <p:cNvSpPr/>
          <p:nvPr/>
        </p:nvSpPr>
        <p:spPr>
          <a:xfrm>
            <a:off x="11615974" y="428265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586F977-AB22-1C08-64C4-93C1B480A9AF}"/>
              </a:ext>
            </a:extLst>
          </p:cNvPr>
          <p:cNvSpPr/>
          <p:nvPr/>
        </p:nvSpPr>
        <p:spPr>
          <a:xfrm>
            <a:off x="17104639" y="5389337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AFB4E40-B332-122F-A8DE-1D3D72EB1A4C}"/>
              </a:ext>
            </a:extLst>
          </p:cNvPr>
          <p:cNvSpPr/>
          <p:nvPr/>
        </p:nvSpPr>
        <p:spPr>
          <a:xfrm>
            <a:off x="17104639" y="6422244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22A4A7F-B45C-7C92-17FB-9EC42F1BD5D1}"/>
              </a:ext>
            </a:extLst>
          </p:cNvPr>
          <p:cNvSpPr/>
          <p:nvPr/>
        </p:nvSpPr>
        <p:spPr>
          <a:xfrm>
            <a:off x="17104639" y="828965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D4C962-9302-FABF-BA6C-286BCB697685}"/>
              </a:ext>
            </a:extLst>
          </p:cNvPr>
          <p:cNvSpPr/>
          <p:nvPr/>
        </p:nvSpPr>
        <p:spPr>
          <a:xfrm>
            <a:off x="12775702" y="1071052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head:1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85356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D1231-6AED-F3BB-5F74-7151E6040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CB4F194-B116-9D2E-EE42-30BE997A3932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9700769-7137-EDB7-A3E5-11F818526BBB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257D330-0D67-9EAE-AD46-75CB735A6B8C}"/>
              </a:ext>
            </a:extLst>
          </p:cNvPr>
          <p:cNvSpPr/>
          <p:nvPr/>
        </p:nvSpPr>
        <p:spPr>
          <a:xfrm>
            <a:off x="2011057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6A1E491-D7D4-91EA-6963-00105C00FCB8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5B9093F-F022-4A5C-2C5C-A8A0A2E9FC5B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7A8934A-7CF5-5883-E66B-EAD0260BAB23}"/>
              </a:ext>
            </a:extLst>
          </p:cNvPr>
          <p:cNvSpPr/>
          <p:nvPr/>
        </p:nvSpPr>
        <p:spPr>
          <a:xfrm>
            <a:off x="7538345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629B3F2-5E73-C43F-8F8C-218B0B289D77}"/>
              </a:ext>
            </a:extLst>
          </p:cNvPr>
          <p:cNvSpPr/>
          <p:nvPr/>
        </p:nvSpPr>
        <p:spPr>
          <a:xfrm>
            <a:off x="13065633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2E71E4-3626-2AA1-8A8A-78A9C397F880}"/>
              </a:ext>
            </a:extLst>
          </p:cNvPr>
          <p:cNvSpPr/>
          <p:nvPr/>
        </p:nvSpPr>
        <p:spPr>
          <a:xfrm>
            <a:off x="13065633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2991929-15C2-8D65-BC1D-49AD8CC3838C}"/>
              </a:ext>
            </a:extLst>
          </p:cNvPr>
          <p:cNvSpPr/>
          <p:nvPr/>
        </p:nvSpPr>
        <p:spPr>
          <a:xfrm>
            <a:off x="13065633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8B95BA9-B5F5-608C-93E6-B792BAF7E23B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234AFE4-6EFE-5EAD-79E1-A9A625E8752C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5A1148-C0B2-FA2D-9E63-2E701F8F2CA4}"/>
              </a:ext>
            </a:extLst>
          </p:cNvPr>
          <p:cNvSpPr/>
          <p:nvPr/>
        </p:nvSpPr>
        <p:spPr>
          <a:xfrm>
            <a:off x="18592921" y="479910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Address: 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9D9623-9FF7-DB99-1EFC-143F4CEC1061}"/>
              </a:ext>
            </a:extLst>
          </p:cNvPr>
          <p:cNvSpPr/>
          <p:nvPr/>
        </p:nvSpPr>
        <p:spPr>
          <a:xfrm>
            <a:off x="1535273" y="1122697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head:1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60A3BA-1F2A-C907-04A6-31D50A855BEA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DB64721-A137-9B94-8819-31E15494F328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0231927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522E11E-5432-B33F-734C-4B8E92F5E11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15759215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891F87-4AC9-8F30-50A3-C5E66F9B617F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B37B5AF-B8EA-AD2E-361D-C9A184450BCA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71EA61-ED55-B0BE-37FD-94BDDE08368D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C137DA-4F8B-C761-4236-4862F1E52568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9982EE7-EB33-55F2-FF46-186EC37D99D1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47724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B1EB-48A9-26EF-98D4-A06523175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93F3536-79B0-6E14-8789-00B0C9D479C8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FEDEF13-6B9D-5275-119E-349A8150B486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2FF2CB5-95B6-4575-834A-BC638581F927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4B26DF-8A8B-54F2-DF47-6584DA19FA76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5D39E94-4D6D-736D-F3F8-30ADC5F4878C}"/>
              </a:ext>
            </a:extLst>
          </p:cNvPr>
          <p:cNvSpPr/>
          <p:nvPr/>
        </p:nvSpPr>
        <p:spPr>
          <a:xfrm>
            <a:off x="13065633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C425536-5036-41A9-39B4-62234BB0889C}"/>
              </a:ext>
            </a:extLst>
          </p:cNvPr>
          <p:cNvSpPr/>
          <p:nvPr/>
        </p:nvSpPr>
        <p:spPr>
          <a:xfrm>
            <a:off x="13065633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FD713B7-42C1-16C3-4EFC-389A371817CE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764B362-BAD2-D830-B4A3-59EE7528A920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F0B82A3-D365-E7A6-9F95-69A35035D08E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06CFB51-3163-EC2E-23D2-C0F690BE0CA7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>
            <a:off x="10231927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5A2BA57-74FD-B4D2-AEF3-2A07829035BC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15759215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91BCBC0-C404-24F7-E449-3D0E5F507374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DED982F-8043-BD85-3900-D59360339B21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BF49964-D605-CA99-C46B-314DCEAB50F2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BDDB61C-FB86-7BF6-BB6A-8C34016C239E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2067430-D754-DA4E-D050-8E4C4E6128F3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E034AF-6984-3BEF-45BA-63BF5DD25091}"/>
              </a:ext>
            </a:extLst>
          </p:cNvPr>
          <p:cNvSpPr/>
          <p:nvPr/>
        </p:nvSpPr>
        <p:spPr>
          <a:xfrm>
            <a:off x="2011057" y="640397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4E18A06-2C49-5EA5-CB2D-63BDD9F3BAA4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3357848" y="3688877"/>
            <a:ext cx="0" cy="271509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31088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9F140-800E-5A54-AA84-51BAD0E77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A3D4D44E-DE4D-3E2B-FAE4-AAA330EC9601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Printing a List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252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470921-1EF6-7143-4076-1BBB3FA10AC6}"/>
              </a:ext>
            </a:extLst>
          </p:cNvPr>
          <p:cNvSpPr/>
          <p:nvPr/>
        </p:nvSpPr>
        <p:spPr>
          <a:xfrm>
            <a:off x="745957" y="244712"/>
            <a:ext cx="10106527" cy="1264459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1;</a:t>
            </a:r>
            <a:endParaRPr lang="en-IN" sz="3600" dirty="0">
              <a:solidFill>
                <a:schemeClr val="accent1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2;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3;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4;</a:t>
            </a: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p2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p3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p4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.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&amp;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p1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E156AB9-A941-495F-54D7-AD5402FE64D2}"/>
              </a:ext>
            </a:extLst>
          </p:cNvPr>
          <p:cNvSpPr/>
          <p:nvPr/>
        </p:nvSpPr>
        <p:spPr>
          <a:xfrm>
            <a:off x="12978062" y="4043045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29896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B08AC-5A44-ED4D-A659-7B1B078AE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8B858F8-91CD-B800-9835-FC98B471668B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1431137-4AD1-0910-B641-F5FFCA720CBD}"/>
              </a:ext>
            </a:extLst>
          </p:cNvPr>
          <p:cNvSpPr/>
          <p:nvPr/>
        </p:nvSpPr>
        <p:spPr>
          <a:xfrm>
            <a:off x="778040" y="2383168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101E738-37FE-BE78-3A2C-D58C8FFE73F6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EC682B2-46B7-284E-BE85-5129C4C16D42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E9CC1E4-4D5D-26BA-50D6-B69CF2513D71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044F67C-9968-571A-594F-25A051E17D03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716F782-0808-FBC6-B226-EC84595F7EE1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5343F4-D8B5-F5F7-89EF-D4BCE7447535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A32CB9F-C6B6-1DAC-FB65-712B9DD61DF5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171E77-1035-1A4A-55A7-07BA25D89927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B8DFDEF-8AA4-0598-F096-A0080C0C8342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B466E5B-E9EB-0604-B1AD-97E7F43F2186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AC0AD7-C990-8DA7-870D-1BEC4C1C79DF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ACF45F-A9A2-38BA-CC7D-6FB6D29D070E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B510BC8-DD27-F33A-820F-083B585CDACE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648AC63-1AB1-3D60-162E-42EEFF268552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C57A1DD-6BB1-7F3F-6EFA-8956C859A6E9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C5869C6-BC9F-9B33-ACAD-68A8448794BC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25321690-37A5-3F8F-E2AF-34D6783B771C}"/>
              </a:ext>
            </a:extLst>
          </p:cNvPr>
          <p:cNvSpPr/>
          <p:nvPr/>
        </p:nvSpPr>
        <p:spPr>
          <a:xfrm>
            <a:off x="1794489" y="1147235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FB6693-B50D-BCB0-0BFC-34A0A7AAEF9D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3141280" y="10445683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447552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3F82-1A00-9A60-F4D0-EB76A1A5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CFD95BD-D2F2-F235-5C49-C9AB6F3BEF18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28D6E06-48A7-E168-ECB4-D62F66C3DB9C}"/>
              </a:ext>
            </a:extLst>
          </p:cNvPr>
          <p:cNvSpPr/>
          <p:nvPr/>
        </p:nvSpPr>
        <p:spPr>
          <a:xfrm>
            <a:off x="778040" y="3466010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2D5A3DE-F320-B59E-6368-66D4551436E7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C331EA2-2D8D-2E20-600A-3FAB70A0D3DC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A01E49A-6B86-C24A-20C5-E7FC4172684E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A65FE45-4F22-8786-F8F3-50A2E6E255F6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3F97F73-D894-B8E3-8FA5-6B1507D5BF97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C0D8128-3B74-B0B3-58A2-91E0A6A70131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7830CDC-1E81-3891-F378-26C8074CF74A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C099D81-ECC9-8F4D-62F5-D2B0E593997E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16C2BB4-E3B4-9AC3-BC45-D24F8E8DF42B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0E917F9-9A3C-3D97-6B4D-25C34F7587D8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0BA3EA0-28AC-5D99-D8ED-9068E1325003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57215D-6E46-6EF8-E88F-13A0969B5A1A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ABB2C72-C405-28B2-97C6-C964F2115DDE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288650-0838-9447-4C2F-2C8403A52E7C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33C2CC8-7F75-3A06-DC77-A67B1B6E18B5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64DAC1F-633A-4AD7-D194-0521FF084E43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EB45F197-04E3-7F3B-E1D7-D44C0CBE0BF0}"/>
              </a:ext>
            </a:extLst>
          </p:cNvPr>
          <p:cNvSpPr/>
          <p:nvPr/>
        </p:nvSpPr>
        <p:spPr>
          <a:xfrm>
            <a:off x="1794489" y="1147235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1AF425-A50C-0B38-AEB7-F4B7BFEA1608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3141280" y="10445683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311424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A5DFA-369C-72C5-4EE8-1499E24F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881C385-3146-6A9B-357B-3B32A272E7D6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6ABA07D-F988-CC38-1B2B-27639007C377}"/>
              </a:ext>
            </a:extLst>
          </p:cNvPr>
          <p:cNvSpPr/>
          <p:nvPr/>
        </p:nvSpPr>
        <p:spPr>
          <a:xfrm>
            <a:off x="778040" y="3923210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01A34E-AD00-42F3-BF03-766216BB0608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335BFB2-D863-A0EE-B1D7-E56E5A6E5B95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E9C15D0-7D6E-3272-A686-7BB265938405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3C52406-FFDC-E92C-331B-24AD2DF68AC4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ADC4891-7240-B8A4-F27F-D62996D4D1E8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B34A05C-AC73-C309-E0E9-63590FD8D1D2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A271338-0B1E-F508-CE76-9B9F6E00573D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D9052E4-5F1C-050C-E356-2A17EAE2367C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25D31AA-C048-4E18-4D04-3CBCDA3ABF5C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3D26532-9339-3455-8B88-1B3F699E223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5F26AF0-3660-04BA-1281-9E1678A070A0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FEF7ED-DDF8-9CF7-5A30-05A45677993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463EC87-C365-4A04-04DF-FC357E319F09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89E75B6-2DA8-55B9-CD6D-2B9015EFCD61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13686E5-E48F-0FB1-1A3D-51129C017C9C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9F5216B-D0C6-AF39-930E-2A0BD3FCDC6E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54DFB431-038F-CA9F-1967-3AB5CA3E4200}"/>
              </a:ext>
            </a:extLst>
          </p:cNvPr>
          <p:cNvSpPr/>
          <p:nvPr/>
        </p:nvSpPr>
        <p:spPr>
          <a:xfrm>
            <a:off x="1794489" y="1147235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398BAB-35A1-2F69-C467-058EA5F38215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3141280" y="10445683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386154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A2AC-5DB0-B681-4B8D-DC35312E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1E18574-68E5-1A1A-ADE8-B7FF075642EF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46CD39A-238A-3289-F510-9E284F1BC92B}"/>
              </a:ext>
            </a:extLst>
          </p:cNvPr>
          <p:cNvSpPr/>
          <p:nvPr/>
        </p:nvSpPr>
        <p:spPr>
          <a:xfrm>
            <a:off x="778040" y="2419458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E4C9844-92A0-C9EB-6525-CFA7CD6ED813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EA1FE26-8203-5998-9B53-04E59AD21B58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DE29C2A-8511-9253-6678-C228F518EEAB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E66E0DE-703D-CC59-C67D-EF49F2904283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62E9FDD-A110-9492-B238-C25E500A595B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24D4328-6EC0-6CDB-4106-2B916451055D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9E93E2-CB16-6216-FD28-2FFCC5C3F22E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F30CF1C-AD40-BE69-3E99-1590375CFBA1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C4EC3D-C676-8119-666B-B30253646D09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BD792D5-5588-A208-D74E-C6633D7D2036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83721A-4F24-AF84-5759-4E975A08F05C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0EA748D-D164-211B-2976-B008308FB43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2452BB-2562-38A9-2A83-590A3BDB6FF3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D2CCD43-79F2-DEFF-220F-1E58550D50F9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5D132B0-C6A9-C8C7-A11D-FE2081918A1E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5C056E1-F30E-8DF2-5462-B07F6069D583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55B25AD2-A761-BB2A-5A83-5C74A00F46D9}"/>
              </a:ext>
            </a:extLst>
          </p:cNvPr>
          <p:cNvSpPr/>
          <p:nvPr/>
        </p:nvSpPr>
        <p:spPr>
          <a:xfrm>
            <a:off x="7321777" y="112965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AAB209-0971-664A-9ADA-7CC96CBF117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8668568" y="102698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85926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7E33F-2EE4-1A03-FF16-38F4CE23B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2FBE692-333E-7E0B-25DF-CD6E0F553B85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C9AA597-1DD0-3861-F45D-75CC2D0DD100}"/>
              </a:ext>
            </a:extLst>
          </p:cNvPr>
          <p:cNvSpPr/>
          <p:nvPr/>
        </p:nvSpPr>
        <p:spPr>
          <a:xfrm>
            <a:off x="778040" y="3439366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D8CA74E-96C5-682E-CF64-6FD2482C2C25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5EFD147-CAAF-B982-7AA5-B8D1C93E5555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E1BA7AC-7AB3-92E5-D079-ECB784F7E709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99023E0-C3EC-D2F3-30E0-BBCF78E30627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D512B39-E185-D16A-5603-E637050412F2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9A8CE7F-BD23-5DF9-5D5A-3362CC3B339D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CAB2E38-0E7D-342F-1267-21B705233903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DDD04CA-A32B-6A97-EA5F-B69EC80B23C8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7EC6C4-A662-2D63-E202-43A390E5B50A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6E30992-CC85-D1B0-44CC-834DF1D91978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193F85-73F1-B91A-917C-1199D2E46A77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0046071-FB4F-E05E-3496-64E9312CA07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85A7130-85C7-FC79-FF9B-02964065F22B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B2EECE-9069-AA2A-028F-AA4AEC6286ED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0F2E8E3-9451-A6A6-6859-C9C8737B205B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2AE4685-AA8C-049A-09B7-E256BD2C51B9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4CCDBF1F-BDE4-9B69-BB31-219F7652852B}"/>
              </a:ext>
            </a:extLst>
          </p:cNvPr>
          <p:cNvSpPr/>
          <p:nvPr/>
        </p:nvSpPr>
        <p:spPr>
          <a:xfrm>
            <a:off x="7321777" y="112965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39798C4-443F-3FA8-0B61-966558D03F20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8668568" y="102698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1296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09AE1-CFEC-E93B-3433-50CF9B4F2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D54DA21-30CC-7BF5-4575-71F7D4274505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18CAD76-6BD7-028E-324B-53116E5CF051}"/>
              </a:ext>
            </a:extLst>
          </p:cNvPr>
          <p:cNvSpPr/>
          <p:nvPr/>
        </p:nvSpPr>
        <p:spPr>
          <a:xfrm>
            <a:off x="778040" y="3931735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42A8DA-DE4D-DC80-54E4-8ECCCEEA74AB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6031C70-F6C5-97A1-62EF-064538E392CD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D298A6-9173-C7A1-CA87-58D91904C20A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3FC92E0-6252-7448-E4B2-CA313B927D42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99CEF79-3551-3B7D-FFD8-CF26B296AD17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C68D92E-0580-7A13-EC77-B4E080412872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446B3C-2C5A-A160-937B-D6CE58F3BD46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ED75E54-1F05-BB59-3A4A-BEF6A4BE6177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EDC29F-C33F-1476-C732-F47466FF03BA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BB53DD9-1148-3495-ABB7-3A97ABEFFAAE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BDD66F-4005-386B-01C0-285CFB1947D1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8BFFDF0-45FF-D8DE-DBCC-3AC6CE2FEDB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0CAC684-E675-AEC4-2C45-9C5686ABE116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AEC5746-F22B-5604-755A-60BE3A902801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7EF5C4-B1A8-1686-43C2-31DF2CC77AC5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8305FDE-EAF5-AE99-08ED-FE3EEADC072C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CA2B05B0-6AD7-ED64-B14E-DB106B6BF713}"/>
              </a:ext>
            </a:extLst>
          </p:cNvPr>
          <p:cNvSpPr/>
          <p:nvPr/>
        </p:nvSpPr>
        <p:spPr>
          <a:xfrm>
            <a:off x="7321777" y="112965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F4C275C-1A8E-A06A-DC46-31613692216C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8668568" y="102698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21754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522B3-F1A2-FE69-7A25-5742BC6E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742138D-3DE3-B142-1F3D-0E2BA342DF8F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1717390-D199-74E9-0613-F569BFC2B016}"/>
              </a:ext>
            </a:extLst>
          </p:cNvPr>
          <p:cNvSpPr/>
          <p:nvPr/>
        </p:nvSpPr>
        <p:spPr>
          <a:xfrm>
            <a:off x="778040" y="2201224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E7189F-8E6A-B7F4-8D3C-C526B6638F81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80A6EEE-11BF-7057-B2DE-E7B878969378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9CF2013-C1C3-8DC8-802E-FC3929DE4FCF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6A00524-DC7A-BD70-CB65-439BED6EB21B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B6C9CC0-F74D-78E1-A118-0D6FE84AA68A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1712D60-D0C3-F975-44B8-0538E408B600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8782D25-7274-9D8C-2B78-41BD5279302D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438399B-0BEC-A19A-D794-FA2B226CF061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A448CA1-CCF5-8CA8-6C04-F35B667DE82F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45D74D-1702-6157-DF0C-C8A7638CFA6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0038298-AA92-FD4D-C43A-9039AE84EAC4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8437604-A585-D973-2339-22B6B5BDBE1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B86E986-3A27-9A60-0E54-A93FD9FE1CF0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D87333FE-CE7F-FC7F-D82E-7CA3DA3F2384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87D484B-112C-A3B0-4348-7BFBAB2645C2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A9ED34A-C7EB-6BAC-3603-C9C91A0F4A09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4719F020-2AF5-6F3E-30AA-E3F5EFB11137}"/>
              </a:ext>
            </a:extLst>
          </p:cNvPr>
          <p:cNvSpPr/>
          <p:nvPr/>
        </p:nvSpPr>
        <p:spPr>
          <a:xfrm>
            <a:off x="12849065" y="1117723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5BE03A1-7AFB-7A06-F9E0-A723D6152AA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4195856" y="10150568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286248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2C07A-B7A2-4213-C055-094BD4D78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7CDF27-94C9-E671-A2D5-D2729DF22844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82A33B6-70F4-B20F-1A70-033FE5B3A077}"/>
              </a:ext>
            </a:extLst>
          </p:cNvPr>
          <p:cNvSpPr/>
          <p:nvPr/>
        </p:nvSpPr>
        <p:spPr>
          <a:xfrm>
            <a:off x="778040" y="2201224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2CB0D56-933B-C93F-7F1C-0FC56A51B33F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5D17419-DFFF-AE40-8720-EB5696858843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46571EC-BCC7-1B66-5FEC-8F782D90E05B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D3F3D05-DE3D-32E3-C3B0-07909C7EB731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7FDD9E9-1531-BA28-6E01-F112CCDDDD4B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1C3D7F4-2284-6C2C-B353-9AD802A5EA2D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3653D0B-1CA8-59F0-4301-818A4A631440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8D56B16-C817-65A0-BA82-FD1E78E4F210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1EC0369-6CE2-E8DA-8008-6FCDE57FA8D8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E29F3CD-57EC-3DA7-E1CA-F57F04ABACE7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1C01BDB-6D2A-4ADA-FD0E-211103CEDE79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43C3A0C-3317-8882-1F1F-050C8A0584A0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985FCB1-20A2-0182-E4EF-2396D4B1E05B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4C9C22-A84C-A076-2238-61F8FED81566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FB3EB29-8754-739C-CD62-CB687CE711F1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C25C93-0164-EE51-B0FD-822AE39CFC19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1B53038C-4507-B0E4-643E-CA6B06E8AA7B}"/>
              </a:ext>
            </a:extLst>
          </p:cNvPr>
          <p:cNvSpPr/>
          <p:nvPr/>
        </p:nvSpPr>
        <p:spPr>
          <a:xfrm>
            <a:off x="18376353" y="110296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563439F-9C1C-FD2F-0C94-3B6B3B6A717E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9723144" y="100029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950974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DAFEB-AEAC-C785-2017-D55B3A8DD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E10429-ABA8-88A5-C677-070B33A91EF5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3DB4121-6A8A-DE56-ACED-8A468669C1A4}"/>
              </a:ext>
            </a:extLst>
          </p:cNvPr>
          <p:cNvSpPr/>
          <p:nvPr/>
        </p:nvSpPr>
        <p:spPr>
          <a:xfrm>
            <a:off x="851660" y="3432147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7248BD-AB51-0161-DBA1-FF07963C694B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7C31D25-CCAF-54DA-DF39-825FFCE76A8F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D505363-7CAE-F4C3-BB23-326BE68C4C97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1B1D7D2-DD5E-D4B2-5135-5658587331B7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D30F9F3-CF0C-5ACE-73E4-E1F709E37163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605BB689-B8CF-3E51-87FA-4D6B75A4ED5D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DA15C0-6769-775E-294B-A329AEA9604E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B2C59CF-EFE1-B519-4CEA-61F44D38CD90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A66396-7F2A-B4C6-BE72-B3F1E36DF8F7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ED7819-0363-9AB4-CE22-1E2E7C5D68D3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61285AB-E2ED-C1FF-A85F-1C35A2445616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35E6D17-1BBE-9555-938E-682FB426162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772679-8BD1-93AA-657A-C991B8FF5D91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F2E69FD-0654-A99D-67F0-FD820AEED064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A3E660B-C2A7-89F4-61EA-BE4B8B2B272B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D6C2E5C-F8B2-C385-F357-12CA68078F09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DFF41D76-141E-B1ED-B1E0-F46FF8A68A4C}"/>
              </a:ext>
            </a:extLst>
          </p:cNvPr>
          <p:cNvSpPr/>
          <p:nvPr/>
        </p:nvSpPr>
        <p:spPr>
          <a:xfrm>
            <a:off x="18376353" y="110296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5575D1E-8FAA-A9FD-E321-41B630C646B1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9723144" y="100029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126822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C48-37A5-ED28-E46E-901842313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2F86A43-F1BD-250C-AE6F-F827F705D64A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0BB68A-DF4F-B404-802F-017DE0B50681}"/>
              </a:ext>
            </a:extLst>
          </p:cNvPr>
          <p:cNvSpPr/>
          <p:nvPr/>
        </p:nvSpPr>
        <p:spPr>
          <a:xfrm>
            <a:off x="851660" y="3949636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51C5E1-E648-5F47-849A-13C48098F7BE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6DAC1B1-DC8C-C2C2-BA3B-FE470107EE32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245B311-9AE9-8F5A-7EC4-5B73D031E806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D13E43-2D57-FA57-01A4-4A7BD5CFE9D2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2FAE244-D59C-CDBB-454F-3F7BC9533A47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BFDFB0C-9CDA-762C-38AE-63D7019914E6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EBFC4AB-4F34-BF40-6B0D-9BB1807911DD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34221D1-8F42-50E9-ED5E-155CEB35BECF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AC66C35-D0BA-4261-4AA7-0E635DB925E6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D16F397-5072-890D-A578-30940EA8A504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0603F26-E914-A63E-70C3-A0AFE96151E6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44147C8-CB05-1A4C-873A-67DF560378E6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B04E425-52A5-8444-8FB0-DAE62FAFE15F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C66B10A-1BCF-0FA3-B6D7-E31BE789B4CD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A6A507D-682D-0DDF-2FF7-750393647A89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2CA6BD7-497D-ADB5-5967-33F5E6A00035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D220D57B-3B88-BDDD-67BA-28617AE5C126}"/>
              </a:ext>
            </a:extLst>
          </p:cNvPr>
          <p:cNvSpPr/>
          <p:nvPr/>
        </p:nvSpPr>
        <p:spPr>
          <a:xfrm>
            <a:off x="18376353" y="1102964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3B3CC16-1610-189E-5AA5-A4FBA6281906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19723144" y="1000297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791195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427C9-4DBF-557F-F558-EE95BAE37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5B5AAAC-A2F2-0C3F-0583-51484F8D27B5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0B5CC46-84EF-77C6-2999-04D98A772D19}"/>
              </a:ext>
            </a:extLst>
          </p:cNvPr>
          <p:cNvSpPr/>
          <p:nvPr/>
        </p:nvSpPr>
        <p:spPr>
          <a:xfrm>
            <a:off x="851660" y="2339980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9A33BB-A865-8562-E224-95B3470704C6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0E984D9-2E83-21A5-41A4-F2FF7E52A648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3246506-976E-236C-384E-C2BF0E9C1961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428A3DB-4AF8-36AF-A6E3-8B8A6A7F1A12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1B705B-AD7A-C5EA-A9FF-B9C4CFFFA295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6F11AA5-0E7E-7309-B135-AF027518D608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90243EE-6AD1-FF0E-7D49-D6335088947B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60C8481-5D44-E474-36B2-69560BC49234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BFD6A9-C02C-CE83-6A6D-E1B265A108CC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15ED27-4AE9-4767-1056-A0F29F54B91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604255E-8B77-382D-BDDE-482DB1B2015B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A42AC9D-2962-99BA-438F-57CBA3D8B855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5026F2F-C233-8E7C-21DB-1B92C8E35CF2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A686992-4B86-6106-C0A2-FA15D788412F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03C963E-2C91-6B8C-BAE4-8266CBFBC247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577038F-9D05-BE23-7757-A4F02BC65AF2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67862A25-F6D6-7171-5FBC-BD534F5ECD1E}"/>
              </a:ext>
            </a:extLst>
          </p:cNvPr>
          <p:cNvSpPr/>
          <p:nvPr/>
        </p:nvSpPr>
        <p:spPr>
          <a:xfrm>
            <a:off x="21271956" y="1181341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22BEFD4-BFA0-6882-27E1-46B37B666477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2618747" y="10786747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3589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8766-2F08-9156-1485-8495A5763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6447E3A-CA0D-53F7-64C6-8A4ABA9FB208}"/>
              </a:ext>
            </a:extLst>
          </p:cNvPr>
          <p:cNvSpPr/>
          <p:nvPr/>
        </p:nvSpPr>
        <p:spPr>
          <a:xfrm>
            <a:off x="778041" y="337319"/>
            <a:ext cx="10106527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36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printList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36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printf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“%d ”,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head-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IN" sz="36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36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2A62F04-4E91-FB9F-2A99-7380647533C7}"/>
              </a:ext>
            </a:extLst>
          </p:cNvPr>
          <p:cNvSpPr/>
          <p:nvPr/>
        </p:nvSpPr>
        <p:spPr>
          <a:xfrm>
            <a:off x="778040" y="15631437"/>
            <a:ext cx="10106527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4C5EDA2-35A1-6C1D-F299-CFAF4DBE853C}"/>
              </a:ext>
            </a:extLst>
          </p:cNvPr>
          <p:cNvSpPr/>
          <p:nvPr/>
        </p:nvSpPr>
        <p:spPr>
          <a:xfrm>
            <a:off x="1794489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7F71666-AFDE-A1DD-FF97-93DE88384B39}"/>
              </a:ext>
            </a:extLst>
          </p:cNvPr>
          <p:cNvSpPr/>
          <p:nvPr/>
        </p:nvSpPr>
        <p:spPr>
          <a:xfrm>
            <a:off x="1794489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EEAF536-2D22-F7BA-82C7-E19E4BB086C8}"/>
              </a:ext>
            </a:extLst>
          </p:cNvPr>
          <p:cNvSpPr/>
          <p:nvPr/>
        </p:nvSpPr>
        <p:spPr>
          <a:xfrm>
            <a:off x="7321777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6E10797-7729-E7CD-F9D9-FEE18A224E3C}"/>
              </a:ext>
            </a:extLst>
          </p:cNvPr>
          <p:cNvSpPr/>
          <p:nvPr/>
        </p:nvSpPr>
        <p:spPr>
          <a:xfrm>
            <a:off x="7321777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7397D2F-C7DB-E534-CF6E-31E9EB6060A2}"/>
              </a:ext>
            </a:extLst>
          </p:cNvPr>
          <p:cNvSpPr/>
          <p:nvPr/>
        </p:nvSpPr>
        <p:spPr>
          <a:xfrm>
            <a:off x="12849065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6AB68C8-364B-5613-082C-86EDFDECCCC5}"/>
              </a:ext>
            </a:extLst>
          </p:cNvPr>
          <p:cNvSpPr/>
          <p:nvPr/>
        </p:nvSpPr>
        <p:spPr>
          <a:xfrm>
            <a:off x="12849065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22134B6-F1EC-3E59-2901-2D21943E9142}"/>
              </a:ext>
            </a:extLst>
          </p:cNvPr>
          <p:cNvSpPr/>
          <p:nvPr/>
        </p:nvSpPr>
        <p:spPr>
          <a:xfrm>
            <a:off x="18376353" y="8203336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D589EF7-ED06-1628-ED88-02E44D7545ED}"/>
              </a:ext>
            </a:extLst>
          </p:cNvPr>
          <p:cNvSpPr/>
          <p:nvPr/>
        </p:nvSpPr>
        <p:spPr>
          <a:xfrm>
            <a:off x="18376353" y="9236243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DE6FEED-1D82-FC74-473B-14C925FEBFF2}"/>
              </a:ext>
            </a:extLst>
          </p:cNvPr>
          <p:cNvCxnSpPr>
            <a:stCxn id="3" idx="3"/>
            <a:endCxn id="20" idx="1"/>
          </p:cNvCxnSpPr>
          <p:nvPr/>
        </p:nvCxnSpPr>
        <p:spPr>
          <a:xfrm>
            <a:off x="4488071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577633-49D8-A41A-B89E-DA07B9383602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>
            <a:off x="10015359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9947F29-EE97-1EF5-361F-4F23359E08E3}"/>
              </a:ext>
            </a:extLst>
          </p:cNvPr>
          <p:cNvCxnSpPr>
            <a:cxnSpLocks/>
            <a:stCxn id="22" idx="3"/>
            <a:endCxn id="24" idx="1"/>
          </p:cNvCxnSpPr>
          <p:nvPr/>
        </p:nvCxnSpPr>
        <p:spPr>
          <a:xfrm>
            <a:off x="15542647" y="8719790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D3DD764-1C45-42BF-F84B-3305766E73E4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21069935" y="871979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4365608-0311-78BB-9B2C-D7F28A4482CF}"/>
              </a:ext>
            </a:extLst>
          </p:cNvPr>
          <p:cNvCxnSpPr>
            <a:cxnSpLocks/>
          </p:cNvCxnSpPr>
          <p:nvPr/>
        </p:nvCxnSpPr>
        <p:spPr>
          <a:xfrm>
            <a:off x="22536730" y="864807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5E7E854-1152-2A15-02CD-903E76A473F4}"/>
              </a:ext>
            </a:extLst>
          </p:cNvPr>
          <p:cNvCxnSpPr>
            <a:cxnSpLocks/>
          </p:cNvCxnSpPr>
          <p:nvPr/>
        </p:nvCxnSpPr>
        <p:spPr>
          <a:xfrm flipH="1">
            <a:off x="22128835" y="945147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A25E0F4-DD86-47B0-FE99-2E64A80E7FD4}"/>
              </a:ext>
            </a:extLst>
          </p:cNvPr>
          <p:cNvCxnSpPr>
            <a:cxnSpLocks/>
          </p:cNvCxnSpPr>
          <p:nvPr/>
        </p:nvCxnSpPr>
        <p:spPr>
          <a:xfrm flipH="1">
            <a:off x="22248985" y="961652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FAA8F8F-B8D0-CFB9-EDEB-258300758F3C}"/>
              </a:ext>
            </a:extLst>
          </p:cNvPr>
          <p:cNvCxnSpPr>
            <a:cxnSpLocks/>
          </p:cNvCxnSpPr>
          <p:nvPr/>
        </p:nvCxnSpPr>
        <p:spPr>
          <a:xfrm flipH="1">
            <a:off x="22409526" y="978487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4" name="!!box">
            <a:extLst>
              <a:ext uri="{FF2B5EF4-FFF2-40B4-BE49-F238E27FC236}">
                <a16:creationId xmlns:a16="http://schemas.microsoft.com/office/drawing/2014/main" id="{E252691A-3D04-C886-7DD3-8ABA92F1FAC6}"/>
              </a:ext>
            </a:extLst>
          </p:cNvPr>
          <p:cNvSpPr/>
          <p:nvPr/>
        </p:nvSpPr>
        <p:spPr>
          <a:xfrm>
            <a:off x="21271956" y="1181341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05AA7A-B0F2-8C68-2B94-9DCC93C6D1FD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22618747" y="10786747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95195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8BD7B-FD91-0426-EA86-C0D0569C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73959A6A-FE89-960B-E4F1-C0FD4973F88F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Add an element to the list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866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0A76BA7-D401-A133-BFCA-4A384508C555}"/>
              </a:ext>
            </a:extLst>
          </p:cNvPr>
          <p:cNvSpPr/>
          <p:nvPr/>
        </p:nvSpPr>
        <p:spPr>
          <a:xfrm>
            <a:off x="7385573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9A1442F-6EA9-5517-8327-565D167691AD}"/>
              </a:ext>
            </a:extLst>
          </p:cNvPr>
          <p:cNvSpPr/>
          <p:nvPr/>
        </p:nvSpPr>
        <p:spPr>
          <a:xfrm>
            <a:off x="7385573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7D72FD0-8B7B-D6DF-D1BC-ABFA070E1A33}"/>
              </a:ext>
            </a:extLst>
          </p:cNvPr>
          <p:cNvSpPr/>
          <p:nvPr/>
        </p:nvSpPr>
        <p:spPr>
          <a:xfrm>
            <a:off x="12912861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92D75D0-C142-79F2-E5E1-A445D114EB42}"/>
              </a:ext>
            </a:extLst>
          </p:cNvPr>
          <p:cNvSpPr/>
          <p:nvPr/>
        </p:nvSpPr>
        <p:spPr>
          <a:xfrm>
            <a:off x="12912861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A43CC15-737A-D5CB-5258-3ED8A49644D6}"/>
              </a:ext>
            </a:extLst>
          </p:cNvPr>
          <p:cNvSpPr/>
          <p:nvPr/>
        </p:nvSpPr>
        <p:spPr>
          <a:xfrm>
            <a:off x="18440149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BC5A35-D546-72C9-E095-8C7009A04ED2}"/>
              </a:ext>
            </a:extLst>
          </p:cNvPr>
          <p:cNvSpPr/>
          <p:nvPr/>
        </p:nvSpPr>
        <p:spPr>
          <a:xfrm>
            <a:off x="18440149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4EE25C-DFDE-2022-D769-3EA89763FA21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0079155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529029-0D0D-F641-2D14-D6374AB3EA29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5606443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CF027E6-48AA-47D7-63CA-061DE13B8A0E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1133731" y="2042544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4B2619-BDB6-4F05-E250-6DCFD60A109E}"/>
              </a:ext>
            </a:extLst>
          </p:cNvPr>
          <p:cNvCxnSpPr>
            <a:cxnSpLocks/>
          </p:cNvCxnSpPr>
          <p:nvPr/>
        </p:nvCxnSpPr>
        <p:spPr>
          <a:xfrm>
            <a:off x="22600526" y="1970826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818AD8F-AE91-F133-3398-2944EBE018C1}"/>
              </a:ext>
            </a:extLst>
          </p:cNvPr>
          <p:cNvCxnSpPr>
            <a:cxnSpLocks/>
          </p:cNvCxnSpPr>
          <p:nvPr/>
        </p:nvCxnSpPr>
        <p:spPr>
          <a:xfrm flipH="1">
            <a:off x="22192631" y="2774233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15D947C-705B-E798-4F08-38B683B86921}"/>
              </a:ext>
            </a:extLst>
          </p:cNvPr>
          <p:cNvCxnSpPr>
            <a:cxnSpLocks/>
          </p:cNvCxnSpPr>
          <p:nvPr/>
        </p:nvCxnSpPr>
        <p:spPr>
          <a:xfrm flipH="1">
            <a:off x="22312781" y="2939278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5AE4419-AC9E-3DC7-23E3-70512CE665C1}"/>
              </a:ext>
            </a:extLst>
          </p:cNvPr>
          <p:cNvCxnSpPr>
            <a:cxnSpLocks/>
          </p:cNvCxnSpPr>
          <p:nvPr/>
        </p:nvCxnSpPr>
        <p:spPr>
          <a:xfrm flipH="1">
            <a:off x="22473322" y="3107626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!!box">
            <a:extLst>
              <a:ext uri="{FF2B5EF4-FFF2-40B4-BE49-F238E27FC236}">
                <a16:creationId xmlns:a16="http://schemas.microsoft.com/office/drawing/2014/main" id="{F321D3F3-A1D9-73CD-8B26-A3CA1ABAAB78}"/>
              </a:ext>
            </a:extLst>
          </p:cNvPr>
          <p:cNvSpPr/>
          <p:nvPr/>
        </p:nvSpPr>
        <p:spPr>
          <a:xfrm>
            <a:off x="7385573" y="461929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B3CD992-7D9E-ED79-A63C-49553D8D9E90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732364" y="3592629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D5F2AC1-4EA8-B448-2C97-74532AC980A0}"/>
              </a:ext>
            </a:extLst>
          </p:cNvPr>
          <p:cNvSpPr/>
          <p:nvPr/>
        </p:nvSpPr>
        <p:spPr>
          <a:xfrm>
            <a:off x="676938" y="70965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P-&gt;next should point to head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BD732F4-588D-CAE0-B583-5A9AB6070B4F}"/>
              </a:ext>
            </a:extLst>
          </p:cNvPr>
          <p:cNvSpPr/>
          <p:nvPr/>
        </p:nvSpPr>
        <p:spPr>
          <a:xfrm>
            <a:off x="2351117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88BCD1-8B6B-1139-23D7-8CF176D4B862}"/>
              </a:ext>
            </a:extLst>
          </p:cNvPr>
          <p:cNvSpPr/>
          <p:nvPr/>
        </p:nvSpPr>
        <p:spPr>
          <a:xfrm>
            <a:off x="2351117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">
            <a:extLst>
              <a:ext uri="{FF2B5EF4-FFF2-40B4-BE49-F238E27FC236}">
                <a16:creationId xmlns:a16="http://schemas.microsoft.com/office/drawing/2014/main" id="{84DBC8DA-9EC1-7582-1BD7-6569D9C0497D}"/>
              </a:ext>
            </a:extLst>
          </p:cNvPr>
          <p:cNvSpPr/>
          <p:nvPr/>
        </p:nvSpPr>
        <p:spPr>
          <a:xfrm>
            <a:off x="2351117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1EB04D0-92F3-FB25-AC29-FBDA16CFECE6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97908" y="3642214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778992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15733-DCAB-EBC7-A1E9-E710BF5B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4EB185-7F91-1B0B-5E46-B972EAADFB99}"/>
              </a:ext>
            </a:extLst>
          </p:cNvPr>
          <p:cNvSpPr/>
          <p:nvPr/>
        </p:nvSpPr>
        <p:spPr>
          <a:xfrm>
            <a:off x="7385573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C057C2-CDCE-A7FB-AA74-DB87ED0B859F}"/>
              </a:ext>
            </a:extLst>
          </p:cNvPr>
          <p:cNvSpPr/>
          <p:nvPr/>
        </p:nvSpPr>
        <p:spPr>
          <a:xfrm>
            <a:off x="7385573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BBCD044-123F-550B-62A7-BA519E8A2D5F}"/>
              </a:ext>
            </a:extLst>
          </p:cNvPr>
          <p:cNvSpPr/>
          <p:nvPr/>
        </p:nvSpPr>
        <p:spPr>
          <a:xfrm>
            <a:off x="12912861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7AEA2F-0E41-7889-737A-A3209BB957CB}"/>
              </a:ext>
            </a:extLst>
          </p:cNvPr>
          <p:cNvSpPr/>
          <p:nvPr/>
        </p:nvSpPr>
        <p:spPr>
          <a:xfrm>
            <a:off x="12912861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662239D-0892-6D65-9932-C9891DD2CC9A}"/>
              </a:ext>
            </a:extLst>
          </p:cNvPr>
          <p:cNvSpPr/>
          <p:nvPr/>
        </p:nvSpPr>
        <p:spPr>
          <a:xfrm>
            <a:off x="18440149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449323-7C29-86D9-1729-A6D7977B5FDE}"/>
              </a:ext>
            </a:extLst>
          </p:cNvPr>
          <p:cNvSpPr/>
          <p:nvPr/>
        </p:nvSpPr>
        <p:spPr>
          <a:xfrm>
            <a:off x="18440149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992099-74BE-EA25-77BA-A050EE78FA73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0079155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A579E90-86FC-2AB6-2922-C754275CEFBA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5606443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AC8ED2-E263-82E8-32D4-AB2B53A8D33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1133731" y="2042544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D2EC5E-C718-29C4-A5D1-646D11BBB3A8}"/>
              </a:ext>
            </a:extLst>
          </p:cNvPr>
          <p:cNvCxnSpPr>
            <a:cxnSpLocks/>
          </p:cNvCxnSpPr>
          <p:nvPr/>
        </p:nvCxnSpPr>
        <p:spPr>
          <a:xfrm>
            <a:off x="22600526" y="1970826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68DEDE-A3C6-3058-0DC7-BDF7F5A8E796}"/>
              </a:ext>
            </a:extLst>
          </p:cNvPr>
          <p:cNvCxnSpPr>
            <a:cxnSpLocks/>
          </p:cNvCxnSpPr>
          <p:nvPr/>
        </p:nvCxnSpPr>
        <p:spPr>
          <a:xfrm flipH="1">
            <a:off x="22192631" y="2774233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EECC463-FD2B-64ED-A005-653D4BD4E91B}"/>
              </a:ext>
            </a:extLst>
          </p:cNvPr>
          <p:cNvCxnSpPr>
            <a:cxnSpLocks/>
          </p:cNvCxnSpPr>
          <p:nvPr/>
        </p:nvCxnSpPr>
        <p:spPr>
          <a:xfrm flipH="1">
            <a:off x="22312781" y="2939278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548F46-9E85-C4E2-BAEA-A20E3BC4A0E9}"/>
              </a:ext>
            </a:extLst>
          </p:cNvPr>
          <p:cNvCxnSpPr>
            <a:cxnSpLocks/>
          </p:cNvCxnSpPr>
          <p:nvPr/>
        </p:nvCxnSpPr>
        <p:spPr>
          <a:xfrm flipH="1">
            <a:off x="22473322" y="3107626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!!box">
            <a:extLst>
              <a:ext uri="{FF2B5EF4-FFF2-40B4-BE49-F238E27FC236}">
                <a16:creationId xmlns:a16="http://schemas.microsoft.com/office/drawing/2014/main" id="{CB2ADF09-4887-9606-8AC9-1BD5B86A14AE}"/>
              </a:ext>
            </a:extLst>
          </p:cNvPr>
          <p:cNvSpPr/>
          <p:nvPr/>
        </p:nvSpPr>
        <p:spPr>
          <a:xfrm>
            <a:off x="7385573" y="461929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EB6F8B-8F3B-DBCC-2959-6C687A252041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8732364" y="3592629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48AB857-EFE7-B625-1798-1D0B592F4A3B}"/>
              </a:ext>
            </a:extLst>
          </p:cNvPr>
          <p:cNvSpPr/>
          <p:nvPr/>
        </p:nvSpPr>
        <p:spPr>
          <a:xfrm>
            <a:off x="676938" y="70965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P-&gt;next should point to head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head should become 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6AED68C-6D8E-9F00-51E8-EBC2FDEBDCAA}"/>
              </a:ext>
            </a:extLst>
          </p:cNvPr>
          <p:cNvSpPr/>
          <p:nvPr/>
        </p:nvSpPr>
        <p:spPr>
          <a:xfrm>
            <a:off x="2351117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1BFA9F9-352B-279E-A9EE-9570F94642D5}"/>
              </a:ext>
            </a:extLst>
          </p:cNvPr>
          <p:cNvSpPr/>
          <p:nvPr/>
        </p:nvSpPr>
        <p:spPr>
          <a:xfrm>
            <a:off x="2351117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3" name="!!box">
            <a:extLst>
              <a:ext uri="{FF2B5EF4-FFF2-40B4-BE49-F238E27FC236}">
                <a16:creationId xmlns:a16="http://schemas.microsoft.com/office/drawing/2014/main" id="{B25F61D8-6D9E-E24C-B3C2-695F0C213A26}"/>
              </a:ext>
            </a:extLst>
          </p:cNvPr>
          <p:cNvSpPr/>
          <p:nvPr/>
        </p:nvSpPr>
        <p:spPr>
          <a:xfrm>
            <a:off x="2351117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8AEEEA-7A67-E58B-CA12-CAAA81987E2E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97908" y="3642214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1E6D5F9-0F12-DC60-E73F-5872879446E7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044699" y="2042544"/>
            <a:ext cx="2340874" cy="353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85783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BE2D5-A195-1814-75B6-41CE960B7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5079E3-C7F1-03BE-71DF-6D670313EEAE}"/>
              </a:ext>
            </a:extLst>
          </p:cNvPr>
          <p:cNvSpPr/>
          <p:nvPr/>
        </p:nvSpPr>
        <p:spPr>
          <a:xfrm>
            <a:off x="7385573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ED6B56-F9DA-FEA0-99D9-DC6B60D4CB9D}"/>
              </a:ext>
            </a:extLst>
          </p:cNvPr>
          <p:cNvSpPr/>
          <p:nvPr/>
        </p:nvSpPr>
        <p:spPr>
          <a:xfrm>
            <a:off x="7385573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9E99FD-FEB1-AC78-AB67-38DC2892310D}"/>
              </a:ext>
            </a:extLst>
          </p:cNvPr>
          <p:cNvSpPr/>
          <p:nvPr/>
        </p:nvSpPr>
        <p:spPr>
          <a:xfrm>
            <a:off x="12912861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67F73B-A965-1929-0AC2-5BE87AFAD1E1}"/>
              </a:ext>
            </a:extLst>
          </p:cNvPr>
          <p:cNvSpPr/>
          <p:nvPr/>
        </p:nvSpPr>
        <p:spPr>
          <a:xfrm>
            <a:off x="12912861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1CDC6DE-B9F3-B14A-3E4A-4D5153B714CD}"/>
              </a:ext>
            </a:extLst>
          </p:cNvPr>
          <p:cNvSpPr/>
          <p:nvPr/>
        </p:nvSpPr>
        <p:spPr>
          <a:xfrm>
            <a:off x="18440149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2CAEB5-FB76-66A9-7B8E-76F62E2AE114}"/>
              </a:ext>
            </a:extLst>
          </p:cNvPr>
          <p:cNvSpPr/>
          <p:nvPr/>
        </p:nvSpPr>
        <p:spPr>
          <a:xfrm>
            <a:off x="18440149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EC5FAB9-E6BB-8EC0-22F5-20CB228FD994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0079155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AC992E-EF93-47EF-FE00-4DEE4AA97055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15606443" y="2042544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B18B18E-52B6-5861-9748-285D5BE30E84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21133731" y="2042544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A92AF2-94D2-7AC8-AF72-A1FB304074EC}"/>
              </a:ext>
            </a:extLst>
          </p:cNvPr>
          <p:cNvCxnSpPr>
            <a:cxnSpLocks/>
          </p:cNvCxnSpPr>
          <p:nvPr/>
        </p:nvCxnSpPr>
        <p:spPr>
          <a:xfrm>
            <a:off x="22600526" y="1970826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868E94C-9427-C312-A357-8E5910B14A1D}"/>
              </a:ext>
            </a:extLst>
          </p:cNvPr>
          <p:cNvCxnSpPr>
            <a:cxnSpLocks/>
          </p:cNvCxnSpPr>
          <p:nvPr/>
        </p:nvCxnSpPr>
        <p:spPr>
          <a:xfrm flipH="1">
            <a:off x="22192631" y="2774233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F11A02-6859-0C82-00DE-C372BFCBCC75}"/>
              </a:ext>
            </a:extLst>
          </p:cNvPr>
          <p:cNvCxnSpPr>
            <a:cxnSpLocks/>
          </p:cNvCxnSpPr>
          <p:nvPr/>
        </p:nvCxnSpPr>
        <p:spPr>
          <a:xfrm flipH="1">
            <a:off x="22312781" y="2939278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B078306-4121-6B35-6FA9-A477DA0DF5A7}"/>
              </a:ext>
            </a:extLst>
          </p:cNvPr>
          <p:cNvCxnSpPr>
            <a:cxnSpLocks/>
          </p:cNvCxnSpPr>
          <p:nvPr/>
        </p:nvCxnSpPr>
        <p:spPr>
          <a:xfrm flipH="1">
            <a:off x="22473322" y="3107626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8" name="!!box">
            <a:extLst>
              <a:ext uri="{FF2B5EF4-FFF2-40B4-BE49-F238E27FC236}">
                <a16:creationId xmlns:a16="http://schemas.microsoft.com/office/drawing/2014/main" id="{79875ECA-635C-914F-7BEB-98FB2AB71ED3}"/>
              </a:ext>
            </a:extLst>
          </p:cNvPr>
          <p:cNvSpPr/>
          <p:nvPr/>
        </p:nvSpPr>
        <p:spPr>
          <a:xfrm>
            <a:off x="2351117" y="544480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103A590-AA5F-E784-7137-8D1A7A1A12AF}"/>
              </a:ext>
            </a:extLst>
          </p:cNvPr>
          <p:cNvSpPr/>
          <p:nvPr/>
        </p:nvSpPr>
        <p:spPr>
          <a:xfrm>
            <a:off x="676938" y="70965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P-&gt;next should point to head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head should become 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C6E8091-AD7B-1E1D-5FF0-C94C45048395}"/>
              </a:ext>
            </a:extLst>
          </p:cNvPr>
          <p:cNvSpPr/>
          <p:nvPr/>
        </p:nvSpPr>
        <p:spPr>
          <a:xfrm>
            <a:off x="2351117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FB20899-141B-7E8C-7792-FCC0A859C4C3}"/>
              </a:ext>
            </a:extLst>
          </p:cNvPr>
          <p:cNvSpPr/>
          <p:nvPr/>
        </p:nvSpPr>
        <p:spPr>
          <a:xfrm>
            <a:off x="2351117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23" name="!!box">
            <a:extLst>
              <a:ext uri="{FF2B5EF4-FFF2-40B4-BE49-F238E27FC236}">
                <a16:creationId xmlns:a16="http://schemas.microsoft.com/office/drawing/2014/main" id="{C752AAB5-5C99-6BE6-A60C-7BEDA2577DAA}"/>
              </a:ext>
            </a:extLst>
          </p:cNvPr>
          <p:cNvSpPr/>
          <p:nvPr/>
        </p:nvSpPr>
        <p:spPr>
          <a:xfrm>
            <a:off x="2351117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EA1C0F9-65D7-F2E0-AEBB-5BBA15D99CFF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97908" y="3642214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477E233-DEC4-0536-8A9C-CE1638298A41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5044699" y="2042544"/>
            <a:ext cx="2340874" cy="353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28382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E28F0-E699-57C8-75EB-EF47E2B3D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box">
            <a:extLst>
              <a:ext uri="{FF2B5EF4-FFF2-40B4-BE49-F238E27FC236}">
                <a16:creationId xmlns:a16="http://schemas.microsoft.com/office/drawing/2014/main" id="{6354B2E4-8B1A-9754-1CEA-1024E77FB859}"/>
              </a:ext>
            </a:extLst>
          </p:cNvPr>
          <p:cNvSpPr/>
          <p:nvPr/>
        </p:nvSpPr>
        <p:spPr>
          <a:xfrm>
            <a:off x="7758690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B7BD0EA-865F-1D82-7D6D-177B5E7F99FD}"/>
              </a:ext>
            </a:extLst>
          </p:cNvPr>
          <p:cNvSpPr/>
          <p:nvPr/>
        </p:nvSpPr>
        <p:spPr>
          <a:xfrm>
            <a:off x="676938" y="70965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P-&gt;next should point to head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head should become 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A5927BB-654B-4644-2883-51300904A80D}"/>
              </a:ext>
            </a:extLst>
          </p:cNvPr>
          <p:cNvSpPr/>
          <p:nvPr/>
        </p:nvSpPr>
        <p:spPr>
          <a:xfrm>
            <a:off x="2351117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C8F720-ADCF-24AA-ADA3-EC27F935AB1F}"/>
              </a:ext>
            </a:extLst>
          </p:cNvPr>
          <p:cNvSpPr/>
          <p:nvPr/>
        </p:nvSpPr>
        <p:spPr>
          <a:xfrm>
            <a:off x="2351117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">
            <a:extLst>
              <a:ext uri="{FF2B5EF4-FFF2-40B4-BE49-F238E27FC236}">
                <a16:creationId xmlns:a16="http://schemas.microsoft.com/office/drawing/2014/main" id="{14D83DF0-5C4F-9396-A249-AD1ADBC0C539}"/>
              </a:ext>
            </a:extLst>
          </p:cNvPr>
          <p:cNvSpPr/>
          <p:nvPr/>
        </p:nvSpPr>
        <p:spPr>
          <a:xfrm>
            <a:off x="2351117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9055F7A-8754-E0E6-0181-F4AAA9EA256C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97908" y="3642214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844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C3E72-7D6F-6C15-42E7-8B642143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!!box">
            <a:extLst>
              <a:ext uri="{FF2B5EF4-FFF2-40B4-BE49-F238E27FC236}">
                <a16:creationId xmlns:a16="http://schemas.microsoft.com/office/drawing/2014/main" id="{F462FA57-90E7-BE11-5F4A-39FAF19B9D1F}"/>
              </a:ext>
            </a:extLst>
          </p:cNvPr>
          <p:cNvSpPr/>
          <p:nvPr/>
        </p:nvSpPr>
        <p:spPr>
          <a:xfrm>
            <a:off x="2351117" y="5428040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760154E-FB6B-09BF-7215-D90DA757F942}"/>
              </a:ext>
            </a:extLst>
          </p:cNvPr>
          <p:cNvSpPr/>
          <p:nvPr/>
        </p:nvSpPr>
        <p:spPr>
          <a:xfrm>
            <a:off x="676938" y="70965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P-&gt;next should point to head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head should become 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D2447B7-F6B3-0EB5-8500-DFE5D510AA30}"/>
              </a:ext>
            </a:extLst>
          </p:cNvPr>
          <p:cNvSpPr/>
          <p:nvPr/>
        </p:nvSpPr>
        <p:spPr>
          <a:xfrm>
            <a:off x="2351117" y="152609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FF32C5E-13B1-C613-2073-A3FCA8696D91}"/>
              </a:ext>
            </a:extLst>
          </p:cNvPr>
          <p:cNvSpPr/>
          <p:nvPr/>
        </p:nvSpPr>
        <p:spPr>
          <a:xfrm>
            <a:off x="2351117" y="255899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23" name="!!box">
            <a:extLst>
              <a:ext uri="{FF2B5EF4-FFF2-40B4-BE49-F238E27FC236}">
                <a16:creationId xmlns:a16="http://schemas.microsoft.com/office/drawing/2014/main" id="{0EA926BB-A6A7-8146-654B-C582C959DA8A}"/>
              </a:ext>
            </a:extLst>
          </p:cNvPr>
          <p:cNvSpPr/>
          <p:nvPr/>
        </p:nvSpPr>
        <p:spPr>
          <a:xfrm>
            <a:off x="2351117" y="4668881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p=150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C20BA3-3BDC-B0AF-6E79-01200C8AC3E9}"/>
              </a:ext>
            </a:extLst>
          </p:cNvPr>
          <p:cNvCxnSpPr>
            <a:cxnSpLocks/>
            <a:stCxn id="23" idx="0"/>
          </p:cNvCxnSpPr>
          <p:nvPr/>
        </p:nvCxnSpPr>
        <p:spPr>
          <a:xfrm flipV="1">
            <a:off x="3697908" y="3642214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D9906C-58FA-E757-A624-64C20308B77E}"/>
              </a:ext>
            </a:extLst>
          </p:cNvPr>
          <p:cNvSpPr/>
          <p:nvPr/>
        </p:nvSpPr>
        <p:spPr>
          <a:xfrm>
            <a:off x="676938" y="10975392"/>
            <a:ext cx="23030120" cy="24290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record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4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add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record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head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that adds an element at the start of the list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161E868-8624-2C79-8003-E620C8ECDC2E}"/>
              </a:ext>
            </a:extLst>
          </p:cNvPr>
          <p:cNvCxnSpPr>
            <a:cxnSpLocks/>
          </p:cNvCxnSpPr>
          <p:nvPr/>
        </p:nvCxnSpPr>
        <p:spPr>
          <a:xfrm>
            <a:off x="5044699" y="2137137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B00301A-BC97-3B57-94C1-437A8483CD8A}"/>
              </a:ext>
            </a:extLst>
          </p:cNvPr>
          <p:cNvCxnSpPr>
            <a:cxnSpLocks/>
          </p:cNvCxnSpPr>
          <p:nvPr/>
        </p:nvCxnSpPr>
        <p:spPr>
          <a:xfrm flipH="1">
            <a:off x="6103599" y="2868826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6135E4B-969D-1426-AE64-C18CAC5EAD87}"/>
              </a:ext>
            </a:extLst>
          </p:cNvPr>
          <p:cNvCxnSpPr>
            <a:cxnSpLocks/>
          </p:cNvCxnSpPr>
          <p:nvPr/>
        </p:nvCxnSpPr>
        <p:spPr>
          <a:xfrm flipH="1">
            <a:off x="6223749" y="3033871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CB55C34-B1D8-800C-0B0D-3156368F032F}"/>
              </a:ext>
            </a:extLst>
          </p:cNvPr>
          <p:cNvCxnSpPr>
            <a:cxnSpLocks/>
          </p:cNvCxnSpPr>
          <p:nvPr/>
        </p:nvCxnSpPr>
        <p:spPr>
          <a:xfrm flipH="1">
            <a:off x="6384290" y="3202219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95396FD-BC37-5B77-CE31-3340C353D4C2}"/>
              </a:ext>
            </a:extLst>
          </p:cNvPr>
          <p:cNvCxnSpPr>
            <a:cxnSpLocks/>
          </p:cNvCxnSpPr>
          <p:nvPr/>
        </p:nvCxnSpPr>
        <p:spPr>
          <a:xfrm>
            <a:off x="6511494" y="2065419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0323386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4D15FDCA-C845-1512-C491-46D0FC67A46F}"/>
              </a:ext>
            </a:extLst>
          </p:cNvPr>
          <p:cNvSpPr/>
          <p:nvPr/>
        </p:nvSpPr>
        <p:spPr>
          <a:xfrm>
            <a:off x="778041" y="1188617"/>
            <a:ext cx="10106527" cy="392731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Make a new node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P-&gt;next should point to head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head should become p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1577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59515-9239-A3F8-DEB8-08259020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C5C97DC3-BD2B-4911-1264-46AA138F0649}"/>
              </a:ext>
            </a:extLst>
          </p:cNvPr>
          <p:cNvSpPr/>
          <p:nvPr/>
        </p:nvSpPr>
        <p:spPr>
          <a:xfrm>
            <a:off x="778041" y="711890"/>
            <a:ext cx="10106527" cy="488076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P-&gt;next should point to head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head should become p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93029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3122E-DBCD-1D90-CDF7-3B97EC0C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2F98E3CE-54A1-C2C5-2F0A-1A3FD8B2A0FC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exit(1);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head should become p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48059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4586D-BD1E-346A-F780-3BE1CD8DE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6881C096-4CC1-A02E-E4D9-832CBAB05250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0596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D099-707B-D627-8056-4C28E3534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001718-EB92-24E9-AAC2-CD31568C451F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814E52E-B10D-933C-3ADE-45B7CFC1DE08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E5A29DF-5EB3-BC87-DDB1-14E3BB7182F6}"/>
              </a:ext>
            </a:extLst>
          </p:cNvPr>
          <p:cNvSpPr/>
          <p:nvPr/>
        </p:nvSpPr>
        <p:spPr>
          <a:xfrm>
            <a:off x="651363" y="10348864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BBA86BA7-CFB3-8285-C270-30F545EE78CA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15155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F649-F3BD-0EB3-F0A4-5AC19906D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08AE4A4-C7C0-0D93-B326-EB7EF8978D1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73D08BE-2635-8583-70E5-A19F1950842C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8C10DE71-ED35-80F7-C1A9-9893BEC71028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00C144F-D3BC-899E-183C-03D985771BF4}"/>
              </a:ext>
            </a:extLst>
          </p:cNvPr>
          <p:cNvSpPr/>
          <p:nvPr/>
        </p:nvSpPr>
        <p:spPr>
          <a:xfrm>
            <a:off x="778041" y="2119264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407B29D3-808C-C1A8-B548-EFE3FDC98E65}"/>
              </a:ext>
            </a:extLst>
          </p:cNvPr>
          <p:cNvSpPr/>
          <p:nvPr/>
        </p:nvSpPr>
        <p:spPr>
          <a:xfrm>
            <a:off x="18142911" y="285715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39075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30DD-D89C-3B09-F6D5-60927A325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4440476-811B-A393-5EC2-D59918136B5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D31DE7-FBE7-5B10-B3AC-571CD17FC550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2BF3B23D-5430-4553-40A5-D2855992A1B6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4EC46B-0385-B72E-D908-D0A93EB4A48D}"/>
              </a:ext>
            </a:extLst>
          </p:cNvPr>
          <p:cNvSpPr/>
          <p:nvPr/>
        </p:nvSpPr>
        <p:spPr>
          <a:xfrm>
            <a:off x="778041" y="2549382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544CCD26-C26F-D7DF-D61D-25BAE1300C0B}"/>
              </a:ext>
            </a:extLst>
          </p:cNvPr>
          <p:cNvSpPr/>
          <p:nvPr/>
        </p:nvSpPr>
        <p:spPr>
          <a:xfrm>
            <a:off x="18142911" y="285715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EBBA7E-893C-388C-3FC7-88DAF9BD8957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B88682D-58F4-E4D5-C539-B51D26D33803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4D74E06C-EC18-B83F-DB49-3FDF9826A074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BB6144-227F-7D2C-E4B2-EFE24FADA78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371907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0FD94-CDE8-C11F-EC76-7553B10EF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BF62559-D09D-5CB1-FDEB-37DF4BEC169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5670868-34F5-2D4F-8767-1BB685C12370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C9116AEF-DF9F-FF41-ED7B-7B2951693906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2BB870-F86E-22EC-0B13-311FA030208A}"/>
              </a:ext>
            </a:extLst>
          </p:cNvPr>
          <p:cNvSpPr/>
          <p:nvPr/>
        </p:nvSpPr>
        <p:spPr>
          <a:xfrm>
            <a:off x="778040" y="339664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6AB825C9-4B0D-4A3A-6318-065A684FBD95}"/>
              </a:ext>
            </a:extLst>
          </p:cNvPr>
          <p:cNvSpPr/>
          <p:nvPr/>
        </p:nvSpPr>
        <p:spPr>
          <a:xfrm>
            <a:off x="18142911" y="285715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5C555A-DF0A-5E67-5D60-065048E5FDB1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27FBB88-CCD8-07DF-F276-F6471278CA66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3DC3AEE2-A00B-C4EE-8678-ACC982ADA748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EAB3F99-01DC-95FB-59F7-574E06361A19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684216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31B10-8C23-3363-62C1-27F5A32DD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85CE54B-E051-F6BD-694D-179473948500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24BF8C6-D4EB-4DE5-D2AB-578D3333DA2E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FB4A826E-1621-22A7-81AD-B7E6031C9AEE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8377F5F-52BE-8ED3-209E-AF1F660DA492}"/>
              </a:ext>
            </a:extLst>
          </p:cNvPr>
          <p:cNvSpPr/>
          <p:nvPr/>
        </p:nvSpPr>
        <p:spPr>
          <a:xfrm>
            <a:off x="778040" y="3815635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58CEFBF3-7BD1-8F7B-EFE8-4317841EABEA}"/>
              </a:ext>
            </a:extLst>
          </p:cNvPr>
          <p:cNvSpPr/>
          <p:nvPr/>
        </p:nvSpPr>
        <p:spPr>
          <a:xfrm>
            <a:off x="18142911" y="285715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1C1A163-0F1A-D01F-756D-3A3D603D87CF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FB89AFF-B8E5-9D3B-A8E1-E9E7949F1E1D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5A1F5FF1-68F8-FB3A-F8EC-57C195216D39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C7DD8BC-4341-0E47-38EE-CF592814B185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61773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8964-91EE-AECD-8B35-703BFB4B6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F90A95-2AF4-5521-CFFC-43DE3F7D6A3E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2C44FE-639D-EF62-D0D2-61A7E40D4F33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A5AA2738-B5B0-7CD6-569C-D763425CFB90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ACF2B39-6436-D8B3-7362-4AB1728F1512}"/>
              </a:ext>
            </a:extLst>
          </p:cNvPr>
          <p:cNvSpPr/>
          <p:nvPr/>
        </p:nvSpPr>
        <p:spPr>
          <a:xfrm>
            <a:off x="778040" y="4235765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E27D993E-7042-65DB-4F94-BCF5E919C3A3}"/>
              </a:ext>
            </a:extLst>
          </p:cNvPr>
          <p:cNvSpPr/>
          <p:nvPr/>
        </p:nvSpPr>
        <p:spPr>
          <a:xfrm>
            <a:off x="18142911" y="285715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CCF6BCA-A964-AF01-CE96-3E2831283978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F0A658-9725-5F87-1087-6BBCD8EB19E2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C3BFF382-DF9A-0FED-B497-C8422F6BE31A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09B0668-F06B-4FC0-43B4-D87D53D3FF2F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C7491B-12FD-34A7-E9A6-7367DEBAB672}"/>
              </a:ext>
            </a:extLst>
          </p:cNvPr>
          <p:cNvCxnSpPr>
            <a:cxnSpLocks/>
          </p:cNvCxnSpPr>
          <p:nvPr/>
        </p:nvCxnSpPr>
        <p:spPr>
          <a:xfrm>
            <a:off x="15781016" y="237362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BAE248C-88E5-87E3-D5AA-FE0CB561BA9D}"/>
              </a:ext>
            </a:extLst>
          </p:cNvPr>
          <p:cNvCxnSpPr>
            <a:cxnSpLocks/>
          </p:cNvCxnSpPr>
          <p:nvPr/>
        </p:nvCxnSpPr>
        <p:spPr>
          <a:xfrm flipH="1">
            <a:off x="16839916" y="310530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ACB9B94-77D7-1537-4C5F-F10EF44DEDB0}"/>
              </a:ext>
            </a:extLst>
          </p:cNvPr>
          <p:cNvCxnSpPr>
            <a:cxnSpLocks/>
          </p:cNvCxnSpPr>
          <p:nvPr/>
        </p:nvCxnSpPr>
        <p:spPr>
          <a:xfrm flipH="1">
            <a:off x="16960066" y="327035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D456CE5-6B86-2590-73BE-7FA8257B42B5}"/>
              </a:ext>
            </a:extLst>
          </p:cNvPr>
          <p:cNvCxnSpPr>
            <a:cxnSpLocks/>
          </p:cNvCxnSpPr>
          <p:nvPr/>
        </p:nvCxnSpPr>
        <p:spPr>
          <a:xfrm flipH="1">
            <a:off x="17120607" y="343870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5F6D4B5-EE33-EB1F-AD40-B68ADDA65A70}"/>
              </a:ext>
            </a:extLst>
          </p:cNvPr>
          <p:cNvCxnSpPr>
            <a:cxnSpLocks/>
          </p:cNvCxnSpPr>
          <p:nvPr/>
        </p:nvCxnSpPr>
        <p:spPr>
          <a:xfrm>
            <a:off x="17247811" y="230190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44282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CFF24-0872-DC3C-E8A4-37E3E4628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EDAE308-AA24-A780-EC8C-1AA29CD1283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1A2800D-8E98-3E86-B452-F01FED5A2809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709036C6-6AB4-C55C-5C08-1D7E3E5BED10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AD9C9D1-6529-5595-A276-0C209FA948E9}"/>
              </a:ext>
            </a:extLst>
          </p:cNvPr>
          <p:cNvSpPr/>
          <p:nvPr/>
        </p:nvSpPr>
        <p:spPr>
          <a:xfrm>
            <a:off x="778040" y="463280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">
            <a:extLst>
              <a:ext uri="{FF2B5EF4-FFF2-40B4-BE49-F238E27FC236}">
                <a16:creationId xmlns:a16="http://schemas.microsoft.com/office/drawing/2014/main" id="{FA5AE612-74DF-9E52-660C-4CCC06C1A840}"/>
              </a:ext>
            </a:extLst>
          </p:cNvPr>
          <p:cNvSpPr/>
          <p:nvPr/>
        </p:nvSpPr>
        <p:spPr>
          <a:xfrm>
            <a:off x="13087434" y="557385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000BF9A-22F3-F41E-E498-571AE0CBA58E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59AD005-E512-1DD3-84D7-4392E73148BB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sp>
        <p:nvSpPr>
          <p:cNvPr id="9" name="!!box">
            <a:extLst>
              <a:ext uri="{FF2B5EF4-FFF2-40B4-BE49-F238E27FC236}">
                <a16:creationId xmlns:a16="http://schemas.microsoft.com/office/drawing/2014/main" id="{1041E5A0-1B3D-7F9A-BB75-E18EC0CD4664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F6233D8-0B61-32F2-2492-C179ADE99F5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7F1760-E964-041A-E58B-85454C04578D}"/>
              </a:ext>
            </a:extLst>
          </p:cNvPr>
          <p:cNvCxnSpPr>
            <a:cxnSpLocks/>
          </p:cNvCxnSpPr>
          <p:nvPr/>
        </p:nvCxnSpPr>
        <p:spPr>
          <a:xfrm>
            <a:off x="15781016" y="237362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985C7D2-BE97-668F-62E1-93227A24B91C}"/>
              </a:ext>
            </a:extLst>
          </p:cNvPr>
          <p:cNvCxnSpPr>
            <a:cxnSpLocks/>
          </p:cNvCxnSpPr>
          <p:nvPr/>
        </p:nvCxnSpPr>
        <p:spPr>
          <a:xfrm flipH="1">
            <a:off x="16839916" y="310530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11C44B9-9284-84DF-550A-83E49455520F}"/>
              </a:ext>
            </a:extLst>
          </p:cNvPr>
          <p:cNvCxnSpPr>
            <a:cxnSpLocks/>
          </p:cNvCxnSpPr>
          <p:nvPr/>
        </p:nvCxnSpPr>
        <p:spPr>
          <a:xfrm flipH="1">
            <a:off x="16960066" y="327035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AA48EA-6AE1-5149-DBD8-4F62E5D2893B}"/>
              </a:ext>
            </a:extLst>
          </p:cNvPr>
          <p:cNvCxnSpPr>
            <a:cxnSpLocks/>
          </p:cNvCxnSpPr>
          <p:nvPr/>
        </p:nvCxnSpPr>
        <p:spPr>
          <a:xfrm flipH="1">
            <a:off x="17120607" y="343870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B0BAEE-B01E-9310-2C40-EFB3F842FFE3}"/>
              </a:ext>
            </a:extLst>
          </p:cNvPr>
          <p:cNvCxnSpPr>
            <a:cxnSpLocks/>
          </p:cNvCxnSpPr>
          <p:nvPr/>
        </p:nvCxnSpPr>
        <p:spPr>
          <a:xfrm>
            <a:off x="17247811" y="230190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26180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0536-0CE4-7720-C4DF-D98843384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DB310FC-F5E8-7239-523D-B6A50624266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C12E03-0A3B-D3B5-EC7A-E3D1CACDA940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392A5C43-2602-53CE-4F7F-17DB28E5E7A5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C861775-ADBF-3793-CA7A-77A06B459E97}"/>
              </a:ext>
            </a:extLst>
          </p:cNvPr>
          <p:cNvSpPr/>
          <p:nvPr/>
        </p:nvSpPr>
        <p:spPr>
          <a:xfrm>
            <a:off x="651363" y="10715393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78AF33-E527-0242-0B16-23D0DD4C73A5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6596B9-A6D1-CAC0-7188-F842ABAB45A8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03006B-6221-5C31-D82D-F24C8668F91E}"/>
              </a:ext>
            </a:extLst>
          </p:cNvPr>
          <p:cNvCxnSpPr>
            <a:cxnSpLocks/>
          </p:cNvCxnSpPr>
          <p:nvPr/>
        </p:nvCxnSpPr>
        <p:spPr>
          <a:xfrm flipH="1" flipV="1">
            <a:off x="14386929" y="3815635"/>
            <a:ext cx="4941595" cy="517071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FA2D52-C837-EBBE-3079-FF7D1AB8613F}"/>
              </a:ext>
            </a:extLst>
          </p:cNvPr>
          <p:cNvCxnSpPr>
            <a:cxnSpLocks/>
          </p:cNvCxnSpPr>
          <p:nvPr/>
        </p:nvCxnSpPr>
        <p:spPr>
          <a:xfrm>
            <a:off x="15781016" y="2373620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6722D74-7FCA-7756-82EB-339157D9D784}"/>
              </a:ext>
            </a:extLst>
          </p:cNvPr>
          <p:cNvCxnSpPr>
            <a:cxnSpLocks/>
          </p:cNvCxnSpPr>
          <p:nvPr/>
        </p:nvCxnSpPr>
        <p:spPr>
          <a:xfrm flipH="1">
            <a:off x="16839916" y="3105309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D766EAD-4CE6-D5D8-8FFE-3CC7ABC8862A}"/>
              </a:ext>
            </a:extLst>
          </p:cNvPr>
          <p:cNvCxnSpPr>
            <a:cxnSpLocks/>
          </p:cNvCxnSpPr>
          <p:nvPr/>
        </p:nvCxnSpPr>
        <p:spPr>
          <a:xfrm flipH="1">
            <a:off x="16960066" y="3270354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6CDDB6D-84DD-A754-192C-07ABF16AD153}"/>
              </a:ext>
            </a:extLst>
          </p:cNvPr>
          <p:cNvCxnSpPr>
            <a:cxnSpLocks/>
          </p:cNvCxnSpPr>
          <p:nvPr/>
        </p:nvCxnSpPr>
        <p:spPr>
          <a:xfrm flipH="1">
            <a:off x="17120607" y="3438702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E4F105F-8DEA-7274-3FA5-688B4F5F3638}"/>
              </a:ext>
            </a:extLst>
          </p:cNvPr>
          <p:cNvCxnSpPr>
            <a:cxnSpLocks/>
          </p:cNvCxnSpPr>
          <p:nvPr/>
        </p:nvCxnSpPr>
        <p:spPr>
          <a:xfrm>
            <a:off x="17247811" y="2301902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!!box">
            <a:extLst>
              <a:ext uri="{FF2B5EF4-FFF2-40B4-BE49-F238E27FC236}">
                <a16:creationId xmlns:a16="http://schemas.microsoft.com/office/drawing/2014/main" id="{5958B837-462E-C74C-6281-AA7F4DC67CF6}"/>
              </a:ext>
            </a:extLst>
          </p:cNvPr>
          <p:cNvSpPr/>
          <p:nvPr/>
        </p:nvSpPr>
        <p:spPr>
          <a:xfrm>
            <a:off x="13040138" y="-114698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!!box">
            <a:extLst>
              <a:ext uri="{FF2B5EF4-FFF2-40B4-BE49-F238E27FC236}">
                <a16:creationId xmlns:a16="http://schemas.microsoft.com/office/drawing/2014/main" id="{C2D8260C-F867-D38F-4A70-CF672EE07D2B}"/>
              </a:ext>
            </a:extLst>
          </p:cNvPr>
          <p:cNvSpPr/>
          <p:nvPr/>
        </p:nvSpPr>
        <p:spPr>
          <a:xfrm>
            <a:off x="12992842" y="-187853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59035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420F5-F6D7-7E8A-4E8F-F0D3A27C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1F6439-D0D1-3D8D-2536-919EBF229887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3616511-E5B9-CA72-4CB0-5E07E7BE760E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9573DC40-ABC1-9B38-B931-7BE4D499D985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51F2B4C-80C8-F358-16CA-E8BD952C1C94}"/>
              </a:ext>
            </a:extLst>
          </p:cNvPr>
          <p:cNvSpPr/>
          <p:nvPr/>
        </p:nvSpPr>
        <p:spPr>
          <a:xfrm>
            <a:off x="651363" y="10715393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9D85E61-9381-DEBA-A992-6789E8292873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E92DE3F-0CB7-AC81-494A-44AAECE3ACD2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DA7BD0-F8BC-35BC-C1D8-611F7D224C23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37D406-924D-78CD-1400-8C3115868C51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CA5BB9-26AA-9ED6-7580-EC2D91A2D620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E3771D9-34C3-12FC-5BFD-3573E980A032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93AC0D4-066F-3697-0D9C-014C4DDE80EF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38394B6-930B-B628-E448-F4C38DC0996C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1452286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7895C-2667-624B-FD78-98610F933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2E6B5F-7C71-2C10-974C-DD1BBDA28F71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4B8F54-9B9A-BEF9-7666-B27ABA942AD3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32437506-D390-4942-8584-0492A04EDCCF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1D93C10-B564-0777-9554-B5A6251E63B4}"/>
              </a:ext>
            </a:extLst>
          </p:cNvPr>
          <p:cNvSpPr/>
          <p:nvPr/>
        </p:nvSpPr>
        <p:spPr>
          <a:xfrm>
            <a:off x="825337" y="2115553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1F479C6-EEDC-B77C-93F3-D18F7915B1BB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75C28EE-E460-1E46-2EBD-E9CDF0C75A69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81A9A19-C435-0752-2746-4BCC3047253E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1621CA1-A218-B666-C3B8-E1C30BF3F7DB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5FD008F-0B28-B87F-724C-13A278A1B752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495F54A-C846-1A32-A1B3-EA37E71FE0D5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103756-EA65-2B7C-73BC-BD18335E2F26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A851231-CB89-2C66-F564-9E56732D5F00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D7E9B8C1-2E43-4B28-CECF-E70126835E69}"/>
              </a:ext>
            </a:extLst>
          </p:cNvPr>
          <p:cNvSpPr/>
          <p:nvPr/>
        </p:nvSpPr>
        <p:spPr>
          <a:xfrm>
            <a:off x="19751987" y="510600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CCB296-2494-11BA-A619-4C59A673C521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19328524" y="3840480"/>
            <a:ext cx="1770254" cy="126552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49603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AFD7-0F04-68CE-F4D2-A8B758194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7A230C-53C0-20E9-4C5C-2AD2076B46D5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B15975-4929-79D7-E3F4-9190B7C80F41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B80DC97E-56CE-BEAC-1F8C-0E36AD179B99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903BDC4-7BF2-1956-3BB0-FA2FDC007C3A}"/>
              </a:ext>
            </a:extLst>
          </p:cNvPr>
          <p:cNvSpPr/>
          <p:nvPr/>
        </p:nvSpPr>
        <p:spPr>
          <a:xfrm>
            <a:off x="778041" y="2460446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12910EA-6649-DA14-DAC6-6D2999A9B06F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E1C1386-98FF-438F-C4C8-ABAC99F46E59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2283CA-EDFC-490F-F6E8-0A11AD46CE26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9A224D9-F7D5-F45B-4556-AD9711EBBD9C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A34B06B-7581-7CEE-5997-4A2BBB59510E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66CB922-EA80-6149-D6C4-E0D741979599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3893272-3E7B-80C0-CD65-17E8D8CBDDF7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2413988-BF35-AB62-E666-B3A115043B54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49CC754C-2CD1-2C75-BF2B-83B6775874A7}"/>
              </a:ext>
            </a:extLst>
          </p:cNvPr>
          <p:cNvSpPr/>
          <p:nvPr/>
        </p:nvSpPr>
        <p:spPr>
          <a:xfrm>
            <a:off x="19751987" y="510600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4046F95-72BC-9696-0454-C0DC9EFD3AAF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19328524" y="3840480"/>
            <a:ext cx="1770254" cy="126552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5AF301B-C85F-421C-8D15-CAB31EA39AA0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C9D55DF-38C3-629E-01E5-3060F92AF88E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E7412D07-522C-8257-7551-A342B72694B2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66278EC-7397-C9F9-7F08-EB845F9DC014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93185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9C6BB-D567-B8B0-83F3-68B2046DB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7A98D20-809E-27E4-C720-B26C279A0AA0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9AD4D26-9F65-51AC-A6C7-EB1A68C2992A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1AD675BC-ADFA-54F5-B04D-BC7F2129DB16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54CD18-092A-9281-11F1-5DD8E9B678E1}"/>
              </a:ext>
            </a:extLst>
          </p:cNvPr>
          <p:cNvSpPr/>
          <p:nvPr/>
        </p:nvSpPr>
        <p:spPr>
          <a:xfrm>
            <a:off x="778041" y="339664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D9B92AD-D1B9-EB4F-DAD4-F3E0B7BA7985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9E59C8-C60F-A552-E019-3185E2446FA1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B48126-45E7-E9D1-A9E8-70B514F55E47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9D145A1-09DE-7BC4-3519-65C1D4E0EBF0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5B8F85-E4AD-D285-B0A0-A72FD318EA57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32C9F6-D907-0017-80A1-7B4F2DA6A73F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987809-6DBC-43FA-F5DB-78F73C5975F3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DC44CA1-6959-0F12-30F6-2BD1339BFC45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66AA7B6E-7945-AB41-4CB2-DFC2DCD014E3}"/>
              </a:ext>
            </a:extLst>
          </p:cNvPr>
          <p:cNvSpPr/>
          <p:nvPr/>
        </p:nvSpPr>
        <p:spPr>
          <a:xfrm>
            <a:off x="19751987" y="510600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A5FF28B-2C09-3196-E7F3-A180FDB1B946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19328524" y="3840480"/>
            <a:ext cx="1770254" cy="126552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20B6480-6497-0C33-55EB-34923BECB681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8B0B6D1-2422-889D-794D-26FD8477A3F5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212FB466-D13B-FEB6-7764-B70A201BE553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B8EBFFD-C965-85C7-4AE4-3F24E0C84AE1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08973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2A1EF-7C9F-EF79-5E67-CC5691595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FD9276-E35E-5E9E-7407-3C83560366B9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269530-73F0-A7EB-11CD-11CF5E8A8FA2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4C36717F-7D0B-33F4-2506-F0F2637EA80E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3DF955-4D22-77AE-109F-5BCCCBF1743E}"/>
              </a:ext>
            </a:extLst>
          </p:cNvPr>
          <p:cNvSpPr/>
          <p:nvPr/>
        </p:nvSpPr>
        <p:spPr>
          <a:xfrm>
            <a:off x="778041" y="3840480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E9B5972-231B-A3C2-02A6-D020CC09B461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0A8D682-5F2D-C5C4-9E64-83A94AD52E80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DA3BDB-874E-E81D-67F1-E0D96655E877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B428345-67E0-9F74-E4EF-150488ADF24F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F24665B-45EA-351B-52D3-91E36469A259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245488-F81D-A84A-572A-A2D916501933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EE8F228-AEB1-3F58-BA21-4EA33AC3E8B2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FEC1A34-4687-47CC-7002-3193E8C9EB89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B1AE2204-F2BC-FA19-2F7E-E745C7A216FD}"/>
              </a:ext>
            </a:extLst>
          </p:cNvPr>
          <p:cNvSpPr/>
          <p:nvPr/>
        </p:nvSpPr>
        <p:spPr>
          <a:xfrm>
            <a:off x="19751987" y="510600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8EEED9-6AFF-B248-6B49-723E8C336445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19328524" y="3840480"/>
            <a:ext cx="1770254" cy="126552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6C5736C-B20F-B276-BAEC-738F31F3ECD3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B9F1A8D-79BC-71E6-0909-B26BFAE64A77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37DC3A5C-7DB4-697F-67B0-2FCE18502609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FD8B49-16D9-2126-AD1D-627278646751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195500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070FC-70E4-C14F-D349-96F5F3C7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72B3535-617A-6C52-53B4-C3D9257B1399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A2F1C0-02C0-7969-B0B7-A1E35AD543E9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A1C0D440-8BDF-16C7-3BFF-830C2E2888F0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2D582A3-E393-D787-F739-449118DF9F5C}"/>
              </a:ext>
            </a:extLst>
          </p:cNvPr>
          <p:cNvSpPr/>
          <p:nvPr/>
        </p:nvSpPr>
        <p:spPr>
          <a:xfrm>
            <a:off x="778040" y="4263751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675A901-A4D4-5853-08D6-F7656B183B10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81BB30-6BC8-2397-1889-F47D9573B460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AFB8A8-C008-1D48-A219-D9E82CDF4072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908E431-F04D-FFF6-64B2-48F48F9CD953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0C0E08-7079-D9AB-7DC1-D50D61276BEB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2EAC2F3-4F21-C621-8DDE-5B9974A8B1D3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A199D42-C9CC-5B68-EC6E-6F7E9EE565C3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76B121-98E5-728D-F18C-1F647F14B807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B46220EA-9A6E-EFE6-9CE1-8DD9F637C90D}"/>
              </a:ext>
            </a:extLst>
          </p:cNvPr>
          <p:cNvSpPr/>
          <p:nvPr/>
        </p:nvSpPr>
        <p:spPr>
          <a:xfrm>
            <a:off x="19751987" y="5106009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0653E7-B42C-2F6A-1B48-0EC5A6F0EBC2}"/>
              </a:ext>
            </a:extLst>
          </p:cNvPr>
          <p:cNvCxnSpPr>
            <a:cxnSpLocks/>
            <a:stCxn id="2" idx="0"/>
          </p:cNvCxnSpPr>
          <p:nvPr/>
        </p:nvCxnSpPr>
        <p:spPr>
          <a:xfrm flipH="1" flipV="1">
            <a:off x="19328524" y="3840480"/>
            <a:ext cx="1770254" cy="126552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165AFF2-B4F1-604D-4559-584E153F9B6C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725A633-11C9-E013-CD5B-EB9F6E42E9D1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1000</a:t>
            </a: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E76D940E-5A2F-CFED-B2C1-8740AD4BFE47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4965EE8-EFE7-E6AC-D818-0758B87FCFDE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AD45E6B-F1DE-73B0-A3DF-24917A585344}"/>
              </a:ext>
            </a:extLst>
          </p:cNvPr>
          <p:cNvCxnSpPr>
            <a:cxnSpLocks/>
          </p:cNvCxnSpPr>
          <p:nvPr/>
        </p:nvCxnSpPr>
        <p:spPr>
          <a:xfrm>
            <a:off x="15910556" y="2285146"/>
            <a:ext cx="1691644" cy="109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7075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9D167-A3E8-3ABA-D1EE-0CFFA138C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85CCD07-2C66-4D1C-2CA1-6B6AFCDDF9D2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381562-16C8-12EF-50F6-10A9E0DD58F2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92CDB086-8514-A10D-3E31-AA7E18A59B57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9A7649-7090-DA8C-2DE4-72BCD29D611A}"/>
              </a:ext>
            </a:extLst>
          </p:cNvPr>
          <p:cNvSpPr/>
          <p:nvPr/>
        </p:nvSpPr>
        <p:spPr>
          <a:xfrm>
            <a:off x="785661" y="463280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7AE6A9-EFB2-9756-E0EE-9290A7956930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B0CAB5-C44A-228E-91AC-DC63CD734081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C0170ED-D0F0-4E9E-DD02-3ABEE088FF6B}"/>
              </a:ext>
            </a:extLst>
          </p:cNvPr>
          <p:cNvCxnSpPr>
            <a:cxnSpLocks/>
          </p:cNvCxnSpPr>
          <p:nvPr/>
        </p:nvCxnSpPr>
        <p:spPr>
          <a:xfrm flipV="1">
            <a:off x="19328524" y="5011412"/>
            <a:ext cx="0" cy="397493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77234D-314E-6955-D687-02D8DDEC760E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6621A3-E058-39FE-1973-2FD72A37485E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548012-65CD-2E17-9F28-D49006E08272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3E6FC2-A35C-6B8B-14B7-2E0D00D4D6E7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60992E-4B99-3354-1BEF-2734D1B056D1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648EE165-FACE-13FA-DB96-75BF12E383A8}"/>
              </a:ext>
            </a:extLst>
          </p:cNvPr>
          <p:cNvSpPr/>
          <p:nvPr/>
        </p:nvSpPr>
        <p:spPr>
          <a:xfrm>
            <a:off x="13040138" y="557385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AB74129-611D-7B59-EC8E-2F097D4AA4A4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ED20127-6831-8E78-2A94-661AEBCF1C7C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1000</a:t>
            </a: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E5884C79-5E71-BE3D-B668-2F26FE05E547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6E3C1E6-06FA-5D6C-F09E-6DA2273C098F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6CC7ACD-2FA1-9C5A-E0C8-3E85FAFF641C}"/>
              </a:ext>
            </a:extLst>
          </p:cNvPr>
          <p:cNvCxnSpPr>
            <a:cxnSpLocks/>
          </p:cNvCxnSpPr>
          <p:nvPr/>
        </p:nvCxnSpPr>
        <p:spPr>
          <a:xfrm>
            <a:off x="15910556" y="2285146"/>
            <a:ext cx="1691644" cy="109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616581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40761-B99F-A313-0091-1D07810C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3C42481-C786-64E9-63FE-9F0AF70F154B}"/>
              </a:ext>
            </a:extLst>
          </p:cNvPr>
          <p:cNvSpPr/>
          <p:nvPr/>
        </p:nvSpPr>
        <p:spPr>
          <a:xfrm>
            <a:off x="651364" y="7132157"/>
            <a:ext cx="10106527" cy="460835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4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void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main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  <a:endParaRPr lang="en-IN" sz="2400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3);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, 4);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F0E6DB1-DE46-DFF7-D656-031CB8CCAC24}"/>
              </a:ext>
            </a:extLst>
          </p:cNvPr>
          <p:cNvSpPr/>
          <p:nvPr/>
        </p:nvSpPr>
        <p:spPr>
          <a:xfrm>
            <a:off x="778041" y="473527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6" name="!!box">
            <a:extLst>
              <a:ext uri="{FF2B5EF4-FFF2-40B4-BE49-F238E27FC236}">
                <a16:creationId xmlns:a16="http://schemas.microsoft.com/office/drawing/2014/main" id="{8D1E7490-C50E-3B55-1225-D4696E7ABCF7}"/>
              </a:ext>
            </a:extLst>
          </p:cNvPr>
          <p:cNvSpPr/>
          <p:nvPr/>
        </p:nvSpPr>
        <p:spPr>
          <a:xfrm>
            <a:off x="18142911" y="914121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53F6EEE-13A3-89CE-5A1B-97D776661F4B}"/>
              </a:ext>
            </a:extLst>
          </p:cNvPr>
          <p:cNvSpPr/>
          <p:nvPr/>
        </p:nvSpPr>
        <p:spPr>
          <a:xfrm>
            <a:off x="651364" y="1473692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614708-28DD-0182-0718-5999477D103C}"/>
              </a:ext>
            </a:extLst>
          </p:cNvPr>
          <p:cNvSpPr/>
          <p:nvPr/>
        </p:nvSpPr>
        <p:spPr>
          <a:xfrm>
            <a:off x="17795018" y="1808593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460535F-D0F4-6E80-A549-5AB7CDF31B99}"/>
              </a:ext>
            </a:extLst>
          </p:cNvPr>
          <p:cNvSpPr/>
          <p:nvPr/>
        </p:nvSpPr>
        <p:spPr>
          <a:xfrm>
            <a:off x="17795018" y="2841500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4C44C7D-C1DF-B317-9D13-99CA5952880C}"/>
              </a:ext>
            </a:extLst>
          </p:cNvPr>
          <p:cNvCxnSpPr>
            <a:cxnSpLocks/>
          </p:cNvCxnSpPr>
          <p:nvPr/>
        </p:nvCxnSpPr>
        <p:spPr>
          <a:xfrm flipH="1" flipV="1">
            <a:off x="14607540" y="4000500"/>
            <a:ext cx="4720984" cy="4985845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F9962BB-8C0E-8263-BA37-253908BD0903}"/>
              </a:ext>
            </a:extLst>
          </p:cNvPr>
          <p:cNvCxnSpPr>
            <a:cxnSpLocks/>
          </p:cNvCxnSpPr>
          <p:nvPr/>
        </p:nvCxnSpPr>
        <p:spPr>
          <a:xfrm>
            <a:off x="20535896" y="235796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1AB7072-D33C-5B14-204B-C505C4A774A2}"/>
              </a:ext>
            </a:extLst>
          </p:cNvPr>
          <p:cNvCxnSpPr>
            <a:cxnSpLocks/>
          </p:cNvCxnSpPr>
          <p:nvPr/>
        </p:nvCxnSpPr>
        <p:spPr>
          <a:xfrm flipH="1">
            <a:off x="21594796" y="308965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8D0520-625B-29E1-50D3-D4DE5ADECC5C}"/>
              </a:ext>
            </a:extLst>
          </p:cNvPr>
          <p:cNvCxnSpPr>
            <a:cxnSpLocks/>
          </p:cNvCxnSpPr>
          <p:nvPr/>
        </p:nvCxnSpPr>
        <p:spPr>
          <a:xfrm flipH="1">
            <a:off x="21714946" y="325469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555310-C99C-0D59-2AB7-09E6007CEA0A}"/>
              </a:ext>
            </a:extLst>
          </p:cNvPr>
          <p:cNvCxnSpPr>
            <a:cxnSpLocks/>
          </p:cNvCxnSpPr>
          <p:nvPr/>
        </p:nvCxnSpPr>
        <p:spPr>
          <a:xfrm flipH="1">
            <a:off x="21875487" y="342304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1F75A05-6BD8-4263-4DC4-150A76E08982}"/>
              </a:ext>
            </a:extLst>
          </p:cNvPr>
          <p:cNvCxnSpPr>
            <a:cxnSpLocks/>
          </p:cNvCxnSpPr>
          <p:nvPr/>
        </p:nvCxnSpPr>
        <p:spPr>
          <a:xfrm>
            <a:off x="22002691" y="228624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" name="!!box">
            <a:extLst>
              <a:ext uri="{FF2B5EF4-FFF2-40B4-BE49-F238E27FC236}">
                <a16:creationId xmlns:a16="http://schemas.microsoft.com/office/drawing/2014/main" id="{C3A69F94-73DF-65CA-EAC3-26C8257BB3B5}"/>
              </a:ext>
            </a:extLst>
          </p:cNvPr>
          <p:cNvSpPr/>
          <p:nvPr/>
        </p:nvSpPr>
        <p:spPr>
          <a:xfrm>
            <a:off x="12857258" y="-121556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351693-4006-31EC-BC6E-B33E50E539F1}"/>
              </a:ext>
            </a:extLst>
          </p:cNvPr>
          <p:cNvSpPr/>
          <p:nvPr/>
        </p:nvSpPr>
        <p:spPr>
          <a:xfrm>
            <a:off x="13040138" y="1824250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95331B9-F7BE-613F-EBFB-93A19D546034}"/>
              </a:ext>
            </a:extLst>
          </p:cNvPr>
          <p:cNvSpPr/>
          <p:nvPr/>
        </p:nvSpPr>
        <p:spPr>
          <a:xfrm>
            <a:off x="13040138" y="2857157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1000</a:t>
            </a:r>
          </a:p>
        </p:txBody>
      </p:sp>
      <p:sp>
        <p:nvSpPr>
          <p:cNvPr id="20" name="!!box">
            <a:extLst>
              <a:ext uri="{FF2B5EF4-FFF2-40B4-BE49-F238E27FC236}">
                <a16:creationId xmlns:a16="http://schemas.microsoft.com/office/drawing/2014/main" id="{C27C1805-B5C3-499C-1B06-3AB6C5A74C97}"/>
              </a:ext>
            </a:extLst>
          </p:cNvPr>
          <p:cNvSpPr/>
          <p:nvPr/>
        </p:nvSpPr>
        <p:spPr>
          <a:xfrm>
            <a:off x="12857258" y="-194711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0B29E21-4408-A406-E7BD-878C339F9C5B}"/>
              </a:ext>
            </a:extLst>
          </p:cNvPr>
          <p:cNvCxnSpPr>
            <a:cxnSpLocks/>
          </p:cNvCxnSpPr>
          <p:nvPr/>
        </p:nvCxnSpPr>
        <p:spPr>
          <a:xfrm>
            <a:off x="15910556" y="2285146"/>
            <a:ext cx="1691644" cy="1099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2393738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9B186-704D-7AB6-A342-71DBFA9A7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1AD67738-B1E7-F71F-5697-DA98C242166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Remove an element from the list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079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0FD2-7624-A1A4-A6B1-C1C0DCF66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9FDBD7-EC46-E71C-AC2C-6BDAA1744538}"/>
              </a:ext>
            </a:extLst>
          </p:cNvPr>
          <p:cNvSpPr/>
          <p:nvPr/>
        </p:nvSpPr>
        <p:spPr>
          <a:xfrm>
            <a:off x="676940" y="91539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the number in the list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7A943F1-4A46-AB3E-852F-3EC64A0E5F0D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A73E9D3-48CE-064E-CF98-F6B0BFF9A75C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A76E608-F7A2-236E-16DF-548A46016423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E3BFBEA-91D0-37E0-AA30-368A7AD6F577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BA7BABA-CCB4-5238-F46B-8F6C490F3C8D}"/>
              </a:ext>
            </a:extLst>
          </p:cNvPr>
          <p:cNvSpPr/>
          <p:nvPr/>
        </p:nvSpPr>
        <p:spPr>
          <a:xfrm>
            <a:off x="13065633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CC9322B-4D4A-3999-5B2F-7117E0C0DF16}"/>
              </a:ext>
            </a:extLst>
          </p:cNvPr>
          <p:cNvSpPr/>
          <p:nvPr/>
        </p:nvSpPr>
        <p:spPr>
          <a:xfrm>
            <a:off x="13065633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62D236F-16D0-BEE1-8631-ED1DBA0FEEF1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3986D35-2D37-65BA-BB80-517BAA5DC18B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51D78C8-52B4-A205-C4B2-89E4CA33DA02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734BED4-E1A8-AF71-846F-EAD9CFBFE11F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10231927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E4021AC-251E-26CF-9DF1-6C21539AA646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15759215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FAE4E99-C9DF-B814-2AE4-FD07BA5899F2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7E40AA3-905B-E519-E9AC-4ADF80EDAA7C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E8A8365-AE16-15CE-8365-ECDD4BCA875F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E9DFCFD-0FCC-F673-339B-3FFF8A168E04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CADBE3A-B55D-4BDA-A7CC-767BE61CCBBA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F9AFA55A-67D1-60AC-2265-8FA7479A995C}"/>
              </a:ext>
            </a:extLst>
          </p:cNvPr>
          <p:cNvSpPr/>
          <p:nvPr/>
        </p:nvSpPr>
        <p:spPr>
          <a:xfrm>
            <a:off x="2011057" y="503386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8B4E8C2-A41E-ADAE-C6B5-73514FB1BC3E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3357848" y="390906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91948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0CB34-FEF4-5C9B-352B-E8B574206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AFB1CBF-7210-365E-A064-88528867A9F4}"/>
              </a:ext>
            </a:extLst>
          </p:cNvPr>
          <p:cNvSpPr/>
          <p:nvPr/>
        </p:nvSpPr>
        <p:spPr>
          <a:xfrm>
            <a:off x="676940" y="91539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the number in the list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Keep track of the previous record also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Set q-&gt;next to p-&gt;next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BAD663E-3564-41A4-ED78-5129FBA323E5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7A058CD-26E6-F804-E65E-9112A894CB3A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9BB896B-CF10-1E28-8025-56794336E2DA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B2730D4-E03F-93E5-A013-71A534B9B1A5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5000152-CBCF-11F4-45D9-D937239389A1}"/>
              </a:ext>
            </a:extLst>
          </p:cNvPr>
          <p:cNvSpPr/>
          <p:nvPr/>
        </p:nvSpPr>
        <p:spPr>
          <a:xfrm>
            <a:off x="13065633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AA8B9CC-0A92-6A92-9000-812C67FB25E4}"/>
              </a:ext>
            </a:extLst>
          </p:cNvPr>
          <p:cNvSpPr/>
          <p:nvPr/>
        </p:nvSpPr>
        <p:spPr>
          <a:xfrm>
            <a:off x="13065633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685AC85-6D54-F230-79FE-A85F215877E5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E3B6FCA-8007-F439-1294-039419338517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EC53A91-37D6-38FC-E5D1-46E609C19A5D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1D8FAAC-7DAF-96D4-4272-A0A48F8F27F0}"/>
              </a:ext>
            </a:extLst>
          </p:cNvPr>
          <p:cNvCxnSpPr>
            <a:cxnSpLocks/>
            <a:stCxn id="10" idx="3"/>
            <a:endCxn id="26" idx="1"/>
          </p:cNvCxnSpPr>
          <p:nvPr/>
        </p:nvCxnSpPr>
        <p:spPr>
          <a:xfrm>
            <a:off x="10231927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E581ABA-7409-D292-1473-E796988B4ED2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15759215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E2795F-DAE1-E348-3E03-22556FCFB313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F61F92-3A89-493E-BF97-D56A867FDA44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5612F5-271B-30F3-640D-165F9F9FBB95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509BA3B-2365-F728-BA7C-ECDF110D0548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4852BD-3FD3-FF92-93B5-AA2E7479BF3B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5273EEA2-24CA-B402-791B-9E0025945A09}"/>
              </a:ext>
            </a:extLst>
          </p:cNvPr>
          <p:cNvSpPr/>
          <p:nvPr/>
        </p:nvSpPr>
        <p:spPr>
          <a:xfrm>
            <a:off x="2011057" y="503386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B3A2A07-EF17-069E-0A7A-DDD3B36D537C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3357848" y="390906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!!box">
            <a:extLst>
              <a:ext uri="{FF2B5EF4-FFF2-40B4-BE49-F238E27FC236}">
                <a16:creationId xmlns:a16="http://schemas.microsoft.com/office/drawing/2014/main" id="{8C389B0A-8669-8553-85BC-B14A6528F695}"/>
              </a:ext>
            </a:extLst>
          </p:cNvPr>
          <p:cNvSpPr/>
          <p:nvPr/>
        </p:nvSpPr>
        <p:spPr>
          <a:xfrm>
            <a:off x="13040138" y="48423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75EDD1-50E6-9776-7556-B8EDF9A72538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4386929" y="3815635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!!box">
            <a:extLst>
              <a:ext uri="{FF2B5EF4-FFF2-40B4-BE49-F238E27FC236}">
                <a16:creationId xmlns:a16="http://schemas.microsoft.com/office/drawing/2014/main" id="{E1C6DE20-2F8E-11A4-BE30-14AA75CAE8BC}"/>
              </a:ext>
            </a:extLst>
          </p:cNvPr>
          <p:cNvSpPr/>
          <p:nvPr/>
        </p:nvSpPr>
        <p:spPr>
          <a:xfrm>
            <a:off x="7538345" y="488106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F4DB7D-44DB-0231-F280-865ED8650B80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885136" y="3854400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690419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6982E-BAF4-0414-A8FD-2867340AC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EAE6CBA-2DBE-DE99-2E87-D25E523229D6}"/>
              </a:ext>
            </a:extLst>
          </p:cNvPr>
          <p:cNvSpPr/>
          <p:nvPr/>
        </p:nvSpPr>
        <p:spPr>
          <a:xfrm>
            <a:off x="676940" y="91539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the number in the list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Keep track of the previous record also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Set q-&gt;next to p-&gt;next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free(p)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8F21D3C-E5C4-E303-A8C7-B696C7C48AD3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4E5645-FE5F-260B-92F0-BDFCA359BDAA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D010335-E3D0-1300-F173-3B75102AB431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0346361-4940-2A8F-D860-4CC33DB6F4DA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06DE72B-3C58-DE7F-2C44-E970B0ECCE8C}"/>
              </a:ext>
            </a:extLst>
          </p:cNvPr>
          <p:cNvSpPr/>
          <p:nvPr/>
        </p:nvSpPr>
        <p:spPr>
          <a:xfrm>
            <a:off x="13065632" y="4642401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ABCF6C4-C67E-CE21-5921-EC3712EF49A9}"/>
              </a:ext>
            </a:extLst>
          </p:cNvPr>
          <p:cNvSpPr/>
          <p:nvPr/>
        </p:nvSpPr>
        <p:spPr>
          <a:xfrm>
            <a:off x="13065632" y="5675308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698B936-08C0-6423-E7D4-ADE615B4BA77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41AEF11-D0E1-8F43-8593-0110536F9DDE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18259DC-DC10-D1C1-738D-91F04E10EB29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41C5D6B-FFC6-6A49-3CBA-29DD646DA9FD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10231927" y="2415243"/>
            <a:ext cx="8360994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46021B-4739-057D-99B1-39D09910444C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 flipV="1">
            <a:off x="15759214" y="2415243"/>
            <a:ext cx="2833707" cy="2743612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1A46E97-D075-F13C-6CAE-831C023B9D04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4FFB189-E098-EFD9-6614-468C3745CE71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5425CAF-9B32-4402-1EBF-36DE87797578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BA40B40-570F-4894-631F-5FBB4F26A03F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A3E4C7D-76E3-71E8-976C-105AAB2940AA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83205C0C-1DF1-B5D2-DCEA-8A8F4009A0DF}"/>
              </a:ext>
            </a:extLst>
          </p:cNvPr>
          <p:cNvSpPr/>
          <p:nvPr/>
        </p:nvSpPr>
        <p:spPr>
          <a:xfrm>
            <a:off x="2011057" y="503386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4C935E-BC8D-C983-41F9-CC480F902C64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3357848" y="390906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!!box">
            <a:extLst>
              <a:ext uri="{FF2B5EF4-FFF2-40B4-BE49-F238E27FC236}">
                <a16:creationId xmlns:a16="http://schemas.microsoft.com/office/drawing/2014/main" id="{A935C421-B568-F2B6-9905-C68A3A1C1A6D}"/>
              </a:ext>
            </a:extLst>
          </p:cNvPr>
          <p:cNvSpPr/>
          <p:nvPr/>
        </p:nvSpPr>
        <p:spPr>
          <a:xfrm>
            <a:off x="13040137" y="7585914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18712C-2A38-0A77-254B-9D8393A4ADFA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14386928" y="6559247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!!box">
            <a:extLst>
              <a:ext uri="{FF2B5EF4-FFF2-40B4-BE49-F238E27FC236}">
                <a16:creationId xmlns:a16="http://schemas.microsoft.com/office/drawing/2014/main" id="{DC0E5150-747F-E5E3-91AC-785B5F834428}"/>
              </a:ext>
            </a:extLst>
          </p:cNvPr>
          <p:cNvSpPr/>
          <p:nvPr/>
        </p:nvSpPr>
        <p:spPr>
          <a:xfrm>
            <a:off x="7538345" y="488106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3BF42E9-5C9C-1828-387B-6B383568D004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885136" y="3854400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319582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07060-EDA2-8AA2-73AA-5385D7154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0FC48D32-E262-67DE-3964-C549A6374866}"/>
              </a:ext>
            </a:extLst>
          </p:cNvPr>
          <p:cNvSpPr/>
          <p:nvPr/>
        </p:nvSpPr>
        <p:spPr>
          <a:xfrm>
            <a:off x="676940" y="9153984"/>
            <a:ext cx="23030120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 the number in the list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Keep track of the previous record also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Set q-&gt;next to p-&gt;next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free(p)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75F3E51-7501-63BC-9E4D-A9C1080DB94A}"/>
              </a:ext>
            </a:extLst>
          </p:cNvPr>
          <p:cNvSpPr/>
          <p:nvPr/>
        </p:nvSpPr>
        <p:spPr>
          <a:xfrm>
            <a:off x="2011057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5C69E3-50A7-6007-93CB-9A998F7E4CDE}"/>
              </a:ext>
            </a:extLst>
          </p:cNvPr>
          <p:cNvSpPr/>
          <p:nvPr/>
        </p:nvSpPr>
        <p:spPr>
          <a:xfrm>
            <a:off x="2011057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DEBF7A7-439D-ADE9-BA7F-63B5B2D7C7F6}"/>
              </a:ext>
            </a:extLst>
          </p:cNvPr>
          <p:cNvSpPr/>
          <p:nvPr/>
        </p:nvSpPr>
        <p:spPr>
          <a:xfrm>
            <a:off x="7538345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E3E1BC1-4A17-01BD-9F58-6D18BC365848}"/>
              </a:ext>
            </a:extLst>
          </p:cNvPr>
          <p:cNvSpPr/>
          <p:nvPr/>
        </p:nvSpPr>
        <p:spPr>
          <a:xfrm>
            <a:off x="7538345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B46A28E-C0FA-CC30-2F8F-95DF26498853}"/>
              </a:ext>
            </a:extLst>
          </p:cNvPr>
          <p:cNvSpPr/>
          <p:nvPr/>
        </p:nvSpPr>
        <p:spPr>
          <a:xfrm>
            <a:off x="18592921" y="189878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7203C9E-D99F-0632-39A1-2008DE9DC85F}"/>
              </a:ext>
            </a:extLst>
          </p:cNvPr>
          <p:cNvSpPr/>
          <p:nvPr/>
        </p:nvSpPr>
        <p:spPr>
          <a:xfrm>
            <a:off x="18592921" y="293169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C1BF216-C22A-8DB1-4E43-ECDE3EAD391E}"/>
              </a:ext>
            </a:extLst>
          </p:cNvPr>
          <p:cNvCxnSpPr>
            <a:stCxn id="2" idx="3"/>
            <a:endCxn id="10" idx="1"/>
          </p:cNvCxnSpPr>
          <p:nvPr/>
        </p:nvCxnSpPr>
        <p:spPr>
          <a:xfrm>
            <a:off x="4704639" y="241524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BE5E50-99C4-B983-DBF1-64D8B0F1B41C}"/>
              </a:ext>
            </a:extLst>
          </p:cNvPr>
          <p:cNvCxnSpPr>
            <a:cxnSpLocks/>
            <a:stCxn id="10" idx="3"/>
            <a:endCxn id="28" idx="1"/>
          </p:cNvCxnSpPr>
          <p:nvPr/>
        </p:nvCxnSpPr>
        <p:spPr>
          <a:xfrm>
            <a:off x="10231927" y="2415243"/>
            <a:ext cx="8360994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207029E-A3B4-CF4A-EEAF-B468AB5221E6}"/>
              </a:ext>
            </a:extLst>
          </p:cNvPr>
          <p:cNvCxnSpPr>
            <a:cxnSpLocks/>
            <a:stCxn id="28" idx="3"/>
          </p:cNvCxnSpPr>
          <p:nvPr/>
        </p:nvCxnSpPr>
        <p:spPr>
          <a:xfrm>
            <a:off x="21286503" y="241524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DC5F055-E12E-EC45-C2FA-2403495A7B76}"/>
              </a:ext>
            </a:extLst>
          </p:cNvPr>
          <p:cNvCxnSpPr>
            <a:cxnSpLocks/>
          </p:cNvCxnSpPr>
          <p:nvPr/>
        </p:nvCxnSpPr>
        <p:spPr>
          <a:xfrm>
            <a:off x="22753298" y="234352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D3D2F7E-FA5F-A724-1805-8C36B870E3DD}"/>
              </a:ext>
            </a:extLst>
          </p:cNvPr>
          <p:cNvCxnSpPr>
            <a:cxnSpLocks/>
          </p:cNvCxnSpPr>
          <p:nvPr/>
        </p:nvCxnSpPr>
        <p:spPr>
          <a:xfrm flipH="1">
            <a:off x="22345403" y="314693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55DA0B5-D925-8484-54B6-3F05A3483A09}"/>
              </a:ext>
            </a:extLst>
          </p:cNvPr>
          <p:cNvCxnSpPr>
            <a:cxnSpLocks/>
          </p:cNvCxnSpPr>
          <p:nvPr/>
        </p:nvCxnSpPr>
        <p:spPr>
          <a:xfrm flipH="1">
            <a:off x="22465553" y="331197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EF2AF90-A809-84D8-022D-039248451B63}"/>
              </a:ext>
            </a:extLst>
          </p:cNvPr>
          <p:cNvCxnSpPr>
            <a:cxnSpLocks/>
          </p:cNvCxnSpPr>
          <p:nvPr/>
        </p:nvCxnSpPr>
        <p:spPr>
          <a:xfrm flipH="1">
            <a:off x="22626094" y="348032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B751D27-5AC8-6D70-5A18-F2DE291AF625}"/>
              </a:ext>
            </a:extLst>
          </p:cNvPr>
          <p:cNvSpPr/>
          <p:nvPr/>
        </p:nvSpPr>
        <p:spPr>
          <a:xfrm>
            <a:off x="2011057" y="503386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BF6036D-723A-B489-6EA6-51ECC861CF71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3357848" y="390906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6" name="!!box">
            <a:extLst>
              <a:ext uri="{FF2B5EF4-FFF2-40B4-BE49-F238E27FC236}">
                <a16:creationId xmlns:a16="http://schemas.microsoft.com/office/drawing/2014/main" id="{A18E9A42-935C-191E-699B-D21411ED08C2}"/>
              </a:ext>
            </a:extLst>
          </p:cNvPr>
          <p:cNvSpPr/>
          <p:nvPr/>
        </p:nvSpPr>
        <p:spPr>
          <a:xfrm>
            <a:off x="7538345" y="488106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q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B495B0-2E06-B65E-A0FE-D26A2F539477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8885136" y="3854400"/>
            <a:ext cx="0" cy="1026667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3918858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6ACEBE3-6A0F-F607-9EBD-D908D0690EBE}"/>
              </a:ext>
            </a:extLst>
          </p:cNvPr>
          <p:cNvSpPr/>
          <p:nvPr/>
        </p:nvSpPr>
        <p:spPr>
          <a:xfrm>
            <a:off x="859818" y="1145592"/>
            <a:ext cx="23030120" cy="24290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Write a function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record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4400" dirty="0">
                <a:solidFill>
                  <a:schemeClr val="accent2">
                    <a:lumMod val="40000"/>
                    <a:lumOff val="60000"/>
                  </a:schemeClr>
                </a:solidFill>
                <a:latin typeface="Bradley Hand" pitchFamily="2" charset="77"/>
              </a:rPr>
              <a:t>delete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struct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record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*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head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4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that removes the first record with </a:t>
            </a:r>
            <a:r>
              <a:rPr lang="en-US" sz="4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num</a:t>
            </a: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 in the list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738784B-178E-F4BF-A6BC-4AEB1EF8F948}"/>
              </a:ext>
            </a:extLst>
          </p:cNvPr>
          <p:cNvSpPr/>
          <p:nvPr/>
        </p:nvSpPr>
        <p:spPr>
          <a:xfrm>
            <a:off x="859818" y="5761645"/>
            <a:ext cx="23030120" cy="8626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400" dirty="0">
                <a:solidFill>
                  <a:schemeClr val="bg1"/>
                </a:solidFill>
                <a:latin typeface="Bradley Hand" pitchFamily="2" charset="77"/>
              </a:rPr>
              <a:t>Think about all possible scenarios before writing the code</a:t>
            </a:r>
          </a:p>
        </p:txBody>
      </p:sp>
    </p:spTree>
    <p:extLst>
      <p:ext uri="{BB962C8B-B14F-4D97-AF65-F5344CB8AC3E}">
        <p14:creationId xmlns:p14="http://schemas.microsoft.com/office/powerpoint/2010/main" val="1345134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12295034-0E23-0B7A-F49D-1F06E8DDC2C9}"/>
              </a:ext>
            </a:extLst>
          </p:cNvPr>
          <p:cNvSpPr/>
          <p:nvPr/>
        </p:nvSpPr>
        <p:spPr>
          <a:xfrm>
            <a:off x="778041" y="950254"/>
            <a:ext cx="10106527" cy="440404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Search num in the list using two pointers p and q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4247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1759B-4A41-887C-ACF1-CB906F92B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BE66D9F2-4338-DBC0-BB28-10004F39F679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01C9557-6475-7988-F6EA-DB8DA161F8CE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207F9E-E4D9-B7F7-EB07-55204DA962F7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2E655B9-9576-F5CC-8132-A38A05743C23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372C8FD-4DB7-B766-29E7-C02CD5BC1A02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57635E1-7262-E06B-8C53-D7C81DE58A0B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A6D456E-7646-09CA-261A-D7BA00650103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6E08C0D-F635-5AAC-142F-5E65E31C2A85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85911F-824F-EB7D-6406-2B48BD98A95E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3DC0A7-4067-52D9-DC04-CDB98BFEBB8B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C310DE7-97D7-382F-0DAE-306D92EB429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B434E4-D3EA-F896-473D-5FCD821C9E67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DA1BDF-EE39-49BA-7EC0-3AC95AA50BE4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C047007-3824-8C47-2241-23321B3FE8F6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A74F699-108B-F0D6-7AE4-E6F705D350F3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F69B6E-3C07-681C-9284-1DAFE3DCE161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9BC5B2-6E1C-11FB-E333-78914666EE4B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42201FDA-4539-2811-D56A-3509787CD442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3ADF7B-C7EE-000C-6BF8-BC9FB03E0883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7D9FCF9-8035-8048-D223-61832B453A5B}"/>
              </a:ext>
            </a:extLst>
          </p:cNvPr>
          <p:cNvSpPr/>
          <p:nvPr/>
        </p:nvSpPr>
        <p:spPr>
          <a:xfrm>
            <a:off x="732320" y="2046331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630403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CABEB-2A78-C110-38AE-E8BFF72AE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F476AEB1-75A9-82F8-353E-6EC4F4C17D41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55DD4F9-F12D-648C-38D6-925C7A90672F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C668D04-CE23-EE73-5BA7-089C6A0DA8B2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1C1F79B-3B7A-6ABB-2DE0-FBF06E4F6C86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7D0F651-E625-4F6D-D809-6B6004FB6325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770880F-AFE6-6E97-101C-886D8F0BAECA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8989C9A-B148-E3F0-C322-E39791BF4046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C71B4AF-B6FA-E463-10AD-D320C6F4AAF6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43510B5-47E9-87F8-A743-049B6A0B4A76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D49B55-A896-45D5-A5F8-7FC7F8A700BB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4D9C703-226F-24F0-E250-658F942A9EB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ECCEEB-E487-CB74-4C40-ED2C7E5E8894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9FDD8C-86CD-099C-6AD9-CEF68F446CD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B5F237-5B72-5F7D-2FDC-42D74264BF95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25E1D5A-2C43-4A7C-B133-BF95532C84AE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0C34D72-A1F2-7F22-AA96-E88F62F04091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C7E580-5595-3AE4-AF0D-931A58A970E1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69E0DC15-D0E6-0147-84E3-792C0F787E88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EE7EA14-C46B-1DB0-FE62-136F762CC3CC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119DD90-15B6-B18C-A3AB-22E37D3B7300}"/>
              </a:ext>
            </a:extLst>
          </p:cNvPr>
          <p:cNvSpPr/>
          <p:nvPr/>
        </p:nvSpPr>
        <p:spPr>
          <a:xfrm>
            <a:off x="732320" y="2862101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B117F996-424C-5CF4-4379-273177D55931}"/>
              </a:ext>
            </a:extLst>
          </p:cNvPr>
          <p:cNvSpPr/>
          <p:nvPr/>
        </p:nvSpPr>
        <p:spPr>
          <a:xfrm>
            <a:off x="1599577" y="1284904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229C501D-618A-F8A0-2293-92350091AA82}"/>
              </a:ext>
            </a:extLst>
          </p:cNvPr>
          <p:cNvSpPr/>
          <p:nvPr/>
        </p:nvSpPr>
        <p:spPr>
          <a:xfrm>
            <a:off x="15487859" y="7073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8686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A303F-186A-C6A7-4FA1-3902D71AD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F96761F5-2EE0-3777-F55A-17C40418742A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E1D610A-9BEB-C2CE-7053-0FD2D971F99F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72C4CC-0F02-AA3F-BB4D-E9841217719F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64B9F2E-F9BB-CE16-1CEC-C1C1C3D46D02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55405E0-04D1-A59E-4687-C41320E1BE48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0B1FF6B-A7CC-130A-B5E8-3E8C85156CF8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27D4CC-80AE-A684-A17C-A9A6C9D2B3F3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37BC20F-1039-57BC-73B0-32559CDE0AC6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0BD015-23E7-23CD-3DB3-AA319EBFED95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030FFB2-90A7-3738-8E95-C8EFBD2B03A0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17E5D61-C814-891D-8AFE-59782583818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B28A2D6-5300-EA6E-9B83-6DDBCB7A885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F4E669A-971C-081B-BB27-C8267921FF2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53FAF0-EDC7-CD68-912E-307674A41655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C6FBD0-329E-D218-48D2-505F7875DF65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A52974-97C8-5264-B088-A70D3894EDF6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A6648F9-432E-8DA1-8918-98164AA359DD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C733A33E-E76D-6979-CCE2-47FF7B6483B2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E9AC1A-DBD8-937E-F8F2-CEAB234CE13A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1A272461-46D4-0FAF-C3F2-F3EFE90626CE}"/>
              </a:ext>
            </a:extLst>
          </p:cNvPr>
          <p:cNvSpPr/>
          <p:nvPr/>
        </p:nvSpPr>
        <p:spPr>
          <a:xfrm>
            <a:off x="732320" y="3731397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7FCC2872-5A40-D246-8A56-5BB0B1452BF7}"/>
              </a:ext>
            </a:extLst>
          </p:cNvPr>
          <p:cNvSpPr/>
          <p:nvPr/>
        </p:nvSpPr>
        <p:spPr>
          <a:xfrm>
            <a:off x="1599577" y="1284904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704FEB19-C511-B770-9D38-58492265EE79}"/>
              </a:ext>
            </a:extLst>
          </p:cNvPr>
          <p:cNvSpPr/>
          <p:nvPr/>
        </p:nvSpPr>
        <p:spPr>
          <a:xfrm>
            <a:off x="15487859" y="707395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85527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15049-BF36-3D85-6CB6-575B49438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box1">
            <a:extLst>
              <a:ext uri="{FF2B5EF4-FFF2-40B4-BE49-F238E27FC236}">
                <a16:creationId xmlns:a16="http://schemas.microsoft.com/office/drawing/2014/main" id="{08FE646B-DDA7-F315-FBD8-0DEC81656D6A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5EDA9956-0321-8EFE-4DCA-C8040B070B26}"/>
              </a:ext>
            </a:extLst>
          </p:cNvPr>
          <p:cNvSpPr/>
          <p:nvPr/>
        </p:nvSpPr>
        <p:spPr>
          <a:xfrm>
            <a:off x="1599577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1">
            <a:extLst>
              <a:ext uri="{FF2B5EF4-FFF2-40B4-BE49-F238E27FC236}">
                <a16:creationId xmlns:a16="http://schemas.microsoft.com/office/drawing/2014/main" id="{EBD98EA1-13E5-F966-910D-58D874E71763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B5C8637-E949-50BE-8186-6F48B65A62F0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5407CAE-2A79-F3AA-F7B9-8675EA488931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80B91A7-3998-EE5E-76C9-2FE3742FFCF9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4DA2A1E-647B-4B6F-5E36-44710F8AFD8A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A6E21CA-2EAA-7D96-326A-A9A31F296D6B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196412-C139-B3C8-1BDF-22724D9B6674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78F058-754E-2A0A-5D18-C94528891749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4584F9-EE0B-54E8-1A01-F28656470ED1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BBD6EC-0FAB-D379-1BAD-69EF487901EB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EAFC960-EA49-4749-4408-DA3DBBAA805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7BED13-B2C0-BE29-84D6-DCA52E53801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F3E7EB-BDB8-DB85-4C9B-142E467B630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768C7D3-0824-6084-0AB0-F01308B75D94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98918C-3758-22B8-A4CC-53C4302DEDA6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3B383AC-0B90-C09B-2975-219A08A190E1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578CB16-4F51-F02C-1355-6B63036F8760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398075-5D37-F234-0B69-500EE436AE53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23EE7C9-FB49-01A6-8293-E9509758FC66}"/>
              </a:ext>
            </a:extLst>
          </p:cNvPr>
          <p:cNvSpPr/>
          <p:nvPr/>
        </p:nvSpPr>
        <p:spPr>
          <a:xfrm>
            <a:off x="732320" y="4197928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4506B655-F44D-9097-A133-112A9BF04BE4}"/>
              </a:ext>
            </a:extLst>
          </p:cNvPr>
          <p:cNvSpPr/>
          <p:nvPr/>
        </p:nvSpPr>
        <p:spPr>
          <a:xfrm>
            <a:off x="1599577" y="12849045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560140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750">
        <p159:morph option="byObject"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63FF6-F5F9-918C-252B-B59D601C6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FA51369-E6CB-BC05-8CE2-5309688CB39F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A4068573-1619-6C4A-D87C-4FB9CABE3350}"/>
              </a:ext>
            </a:extLst>
          </p:cNvPr>
          <p:cNvSpPr/>
          <p:nvPr/>
        </p:nvSpPr>
        <p:spPr>
          <a:xfrm>
            <a:off x="1599577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1">
            <a:extLst>
              <a:ext uri="{FF2B5EF4-FFF2-40B4-BE49-F238E27FC236}">
                <a16:creationId xmlns:a16="http://schemas.microsoft.com/office/drawing/2014/main" id="{907D6BEA-6888-268A-F984-891030A3A591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6791689-FDBA-ECB3-53E7-56295174A8E3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526963B-F8EC-537A-2CA0-3D094A46AAAB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523B110-09A2-8502-5319-5622F6B796C4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4C07528-3A03-DCFD-B1D2-F8AC9F60A840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76BBD0A-651A-678A-D4A0-87627A996FA6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95BFF7D-80FB-E2E4-2232-AF62430835E6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D2E0CA3-DBB6-8E80-DC99-D05752890494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3E04585-96D3-A6F3-75BC-66AB7E7FA9DA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F349232-5AC5-ACAE-1E55-82CABB60B85F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EA51449-C79D-8929-9AF0-57E4767D3B70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6067053-A39C-B1BF-3A01-833096C398E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B0A8AD4-4219-2A5E-3A6F-B4D35CBE236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0BA99FD-860B-33FE-5898-10261DFCFDE2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8E142B2-622F-B3D7-C928-5EA5100B9A7C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02B2B6-5492-B3D2-357A-159850A95470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3381F15-4481-7C45-1F01-9F73A854E866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8D4B0F-A461-6FD4-8C39-EF55FF8951C7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06D1786-2A69-B7F7-7923-30040CC9514D}"/>
              </a:ext>
            </a:extLst>
          </p:cNvPr>
          <p:cNvSpPr/>
          <p:nvPr/>
        </p:nvSpPr>
        <p:spPr>
          <a:xfrm>
            <a:off x="732320" y="2858864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99E96026-6B83-36D7-1B84-7C2F009F6CCB}"/>
              </a:ext>
            </a:extLst>
          </p:cNvPr>
          <p:cNvSpPr/>
          <p:nvPr/>
        </p:nvSpPr>
        <p:spPr>
          <a:xfrm>
            <a:off x="7126865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3BB769-81F4-6FAD-A26A-990322BD0224}"/>
              </a:ext>
            </a:extLst>
          </p:cNvPr>
          <p:cNvCxnSpPr>
            <a:cxnSpLocks/>
          </p:cNvCxnSpPr>
          <p:nvPr/>
        </p:nvCxnSpPr>
        <p:spPr>
          <a:xfrm flipV="1">
            <a:off x="8473656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485917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C3301-3831-DDC2-73B0-18E36F212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!!box1">
            <a:extLst>
              <a:ext uri="{FF2B5EF4-FFF2-40B4-BE49-F238E27FC236}">
                <a16:creationId xmlns:a16="http://schemas.microsoft.com/office/drawing/2014/main" id="{56F8CF33-06A3-E8AB-248A-69D557075D90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F0160279-0F0E-A9DD-5418-B58DA3C5C307}"/>
              </a:ext>
            </a:extLst>
          </p:cNvPr>
          <p:cNvSpPr/>
          <p:nvPr/>
        </p:nvSpPr>
        <p:spPr>
          <a:xfrm>
            <a:off x="1599577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ox1">
            <a:extLst>
              <a:ext uri="{FF2B5EF4-FFF2-40B4-BE49-F238E27FC236}">
                <a16:creationId xmlns:a16="http://schemas.microsoft.com/office/drawing/2014/main" id="{783924FD-4167-41F9-F245-3244ED6491C9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AA65BE7-AB58-B20B-0F37-9B6C0CF1E7A4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FB5BCA-25FB-2E3B-891E-871F00FB3CC7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941B4B5-1C40-6A33-91BF-FF4D5F18F7AD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09A750B-A2A6-CDE7-9C74-6700A3C0F860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07C04E2-44A8-C49E-064B-47B5B5892D5B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FBCEFD9-8CE9-FEA6-D464-7679FB138F80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D4D048E-9EC8-DF0D-D2DF-7454CDE65EE0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9A5976-0399-7EAD-DD2E-DF3A4B6EB9FA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B50429-9EEE-5CDF-5CF9-FD7FCA83D87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A53A10-DADA-CA6F-7528-2CB04259747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B3815E9-8BD8-E13F-5B18-B7754CF30241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B93E80E-10A4-0828-6EE0-1858221E6640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FCC01F-4645-CEED-BF11-34D99C70235A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727F1F-D89E-9E06-C40B-F41259959B7C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E18957-07C9-779F-736C-70B1C5B55ACB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661DDF-48BD-037F-7FB7-FC7BA77F84C3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422CB9E-CA40-EAC6-3596-235EBEFD2F52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B77F289-5DF1-227C-87AE-32CC8E1E21D7}"/>
              </a:ext>
            </a:extLst>
          </p:cNvPr>
          <p:cNvSpPr/>
          <p:nvPr/>
        </p:nvSpPr>
        <p:spPr>
          <a:xfrm>
            <a:off x="732321" y="3731397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E6C6FA87-92C5-F52B-05DB-BBA78DAFF72C}"/>
              </a:ext>
            </a:extLst>
          </p:cNvPr>
          <p:cNvSpPr/>
          <p:nvPr/>
        </p:nvSpPr>
        <p:spPr>
          <a:xfrm>
            <a:off x="7126865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9AABF2B-60C6-3D2F-B8A5-6C297F82A4CC}"/>
              </a:ext>
            </a:extLst>
          </p:cNvPr>
          <p:cNvCxnSpPr>
            <a:cxnSpLocks/>
          </p:cNvCxnSpPr>
          <p:nvPr/>
        </p:nvCxnSpPr>
        <p:spPr>
          <a:xfrm flipV="1">
            <a:off x="8473656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66673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63670-73EE-0E46-6F39-7FAFDAA86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400C247E-5AD8-A022-E286-B44E6D2D7721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8B5932C-D8FF-08A9-EE65-E96B078B8F4D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28203EF-9F15-2A25-F1E7-75B09723D82E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8B5C711-6B7F-B252-6D78-94D15FCDA1AC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588DCC-998D-BD5F-497F-B3E4C2A21323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7D8BA0-95B0-F479-0FC9-810F21011BC5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8FAA52-D39D-008D-A6D8-E5024CD63A07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C7CFE51-4398-21DD-9ABF-072A2A0D94F2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336690-54A9-FE5E-292F-1A836E2AD8D0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6ACED6-AB56-D61A-BD8A-6CF1A8E9F8FA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E11602-53FC-1E48-2D32-ADF0E538123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6E5914-9760-4623-C2CC-5434609FF1C4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C6C7CF4-5FDB-7993-B437-326E65472C1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F6FA114-9206-A828-DCE3-ECCAED46A346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3208C4-99C3-5286-CE03-433427D4AE09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7E93C8F-C8F1-4D30-1024-CD99692447C8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FF7FEB-C125-FC30-3951-C4E9388487A1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E6741A00-91B4-525E-E0DD-41A24D67569C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9506D14-05E8-7462-53BE-43F612FD6031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4FE23F5-A230-D657-4FEB-BC78B98B34A0}"/>
              </a:ext>
            </a:extLst>
          </p:cNvPr>
          <p:cNvSpPr/>
          <p:nvPr/>
        </p:nvSpPr>
        <p:spPr>
          <a:xfrm>
            <a:off x="732320" y="4199229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32CF5FF3-A63F-6397-4B85-A711158826B9}"/>
              </a:ext>
            </a:extLst>
          </p:cNvPr>
          <p:cNvSpPr/>
          <p:nvPr/>
        </p:nvSpPr>
        <p:spPr>
          <a:xfrm>
            <a:off x="7126865" y="1209760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0954E58E-546C-DBD8-60E5-A8A2C5BD9168}"/>
              </a:ext>
            </a:extLst>
          </p:cNvPr>
          <p:cNvSpPr/>
          <p:nvPr/>
        </p:nvSpPr>
        <p:spPr>
          <a:xfrm>
            <a:off x="7126865" y="12817077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BE6781C-EEE1-8E48-2A35-4A3C0B4B6853}"/>
              </a:ext>
            </a:extLst>
          </p:cNvPr>
          <p:cNvCxnSpPr>
            <a:cxnSpLocks/>
          </p:cNvCxnSpPr>
          <p:nvPr/>
        </p:nvCxnSpPr>
        <p:spPr>
          <a:xfrm flipV="1">
            <a:off x="8473656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26832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F9E1A-CF4F-4D19-5296-AD4000A31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15371577-2ACD-01FD-8171-D8157590F4D8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DFD771B-44CC-4282-C8B8-CF9C932EBA98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AB86992-FD71-B8AD-E10B-FBA5306B5ECB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9A2229A-5464-A0AA-50A7-8EFFEB0B2EFF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B7527E-C6FC-BA0D-025B-1C4517F782AB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8FF06D3-5FB4-6BD9-770A-F9BEC2790435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B432C35-7CA7-ECF4-8C8A-41ED4C1938FC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772AC98-E9FF-89E9-DEC0-A0CE294BB7CF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6B9AD2A-7723-E098-2D36-B7B3FDF49090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3121A1-E2DD-C759-CAE0-6B0DFE33F1F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0C29B2D-E45C-BF63-416D-8BE36B074E0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FDF141-5E0F-DD49-1408-4ECAB6CB1D0E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FB01DD3-835B-3389-5FC3-5A1CE919267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4F730BE-6668-8D98-CA3B-8097DE537B8B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476DE1-52DC-3999-5B98-249E26A7CF73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E4F2553-3754-CBB2-4213-5DEBE5D4CF06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3598CB-E2D7-4AD9-8971-4DA71242FF67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46C37053-A700-D717-A4A8-E96F221D128C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BB22402-C821-E950-92B7-7E14594FBE7E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7DA594E-E863-0A98-F369-98ECCF45B636}"/>
              </a:ext>
            </a:extLst>
          </p:cNvPr>
          <p:cNvSpPr/>
          <p:nvPr/>
        </p:nvSpPr>
        <p:spPr>
          <a:xfrm>
            <a:off x="732321" y="2873575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33343CAC-E201-DD50-06E5-7CA61D21A453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C6662B95-466E-788E-06D2-E6064883458F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99DFC4E-19D0-D354-97C2-009C3D6652D3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AFC593-C605-9E16-5969-CC033E710534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24683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49232-81AD-1BB9-4E83-99953B83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D400DCB7-91B0-A026-CBFF-0724CFD82DED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endParaRPr lang="en-US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</a:rPr>
              <a:t>	Set q-&gt;next to be p-&gt;next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2D99399-7213-4617-E65B-6CF472F0D155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56AD433-E387-AB2B-8FBB-8898B2241774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977254D-E170-29F4-22B1-886195C4E45B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8D46CAE-D108-39C9-B485-F4F3ED2324A7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B1F04D-E0A9-B165-689E-0AE37716A2FC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8F6F574-9077-3571-F7D0-5F1D420AD07D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C0C401E-1863-E764-7545-909583E50445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A26EBED-8CC3-AD7C-2400-D6CB602ADD69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696CEE5-9180-ACBB-D471-82B376C3E96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F21BBD-743F-3607-8321-577EC9A8402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9C81946-9D91-6573-ECDC-025A69B2856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AD5C8A-E5C2-79E9-D2A1-8DECA2CCE83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3B7842-F662-531C-D761-49F6047A52D0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6C1C97D-DD5D-3DB2-2304-A620A559CD6D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CD1BF5-4224-14F0-CCE2-6F0EFBFB0194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741C667-C109-1F06-8D23-D7A4577DD6C7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!!box1">
            <a:extLst>
              <a:ext uri="{FF2B5EF4-FFF2-40B4-BE49-F238E27FC236}">
                <a16:creationId xmlns:a16="http://schemas.microsoft.com/office/drawing/2014/main" id="{1D5BB200-3AD3-A17E-D9A8-9BB800DCBDBB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589A7F7-4E7C-253D-D5ED-5C3C6F260C79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39F15C4-68CE-E3A0-62D3-66D069877043}"/>
              </a:ext>
            </a:extLst>
          </p:cNvPr>
          <p:cNvSpPr/>
          <p:nvPr/>
        </p:nvSpPr>
        <p:spPr>
          <a:xfrm>
            <a:off x="732321" y="4981775"/>
            <a:ext cx="10106527" cy="4189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!!box3">
            <a:extLst>
              <a:ext uri="{FF2B5EF4-FFF2-40B4-BE49-F238E27FC236}">
                <a16:creationId xmlns:a16="http://schemas.microsoft.com/office/drawing/2014/main" id="{4A45CF0F-AF6A-BAB9-E3D3-2ADDC78B2752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!!box2">
            <a:extLst>
              <a:ext uri="{FF2B5EF4-FFF2-40B4-BE49-F238E27FC236}">
                <a16:creationId xmlns:a16="http://schemas.microsoft.com/office/drawing/2014/main" id="{5F0D6D99-385B-8659-DE97-0478709023D1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892FD3A-BDDE-619A-609D-F12ADA197D71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83FF76C-D4C3-1AB0-033D-EAE6132B4F68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71045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FB35-9FDA-7E06-8BF9-31C4AE3CE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8A75E96B-97D2-62EF-0BE2-27073219F443}"/>
              </a:ext>
            </a:extLst>
          </p:cNvPr>
          <p:cNvSpPr/>
          <p:nvPr/>
        </p:nvSpPr>
        <p:spPr>
          <a:xfrm>
            <a:off x="732321" y="308690"/>
            <a:ext cx="10106527" cy="726440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free(p)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58458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B92B-E9A0-9840-E7E0-936922F13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43CA3F72-D013-092D-51E0-A6025D49A546}"/>
              </a:ext>
            </a:extLst>
          </p:cNvPr>
          <p:cNvSpPr/>
          <p:nvPr/>
        </p:nvSpPr>
        <p:spPr>
          <a:xfrm>
            <a:off x="732321" y="70327"/>
            <a:ext cx="10106527" cy="774112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What happens when p is the first record in the list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2800" dirty="0">
                <a:solidFill>
                  <a:schemeClr val="bg1"/>
                </a:solidFill>
                <a:latin typeface="Bradley Hand" pitchFamily="2" charset="77"/>
                <a:ea typeface="Cambria Math" panose="02040503050406030204" pitchFamily="18" charset="0"/>
              </a:rPr>
              <a:t>	Are there any other cases</a:t>
            </a: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6341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E03E-6C62-F690-370D-D30058E8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697B0EA1-99F2-3544-9E81-50BC523990B7}"/>
              </a:ext>
            </a:extLst>
          </p:cNvPr>
          <p:cNvSpPr/>
          <p:nvPr/>
        </p:nvSpPr>
        <p:spPr>
          <a:xfrm>
            <a:off x="732321" y="1228964"/>
            <a:ext cx="10106527" cy="8217853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51394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34F0-FD78-D484-9F2E-4B6A3DE77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9547CE0A-D970-12EC-60BB-41740484BFE7}"/>
              </a:ext>
            </a:extLst>
          </p:cNvPr>
          <p:cNvSpPr/>
          <p:nvPr/>
        </p:nvSpPr>
        <p:spPr>
          <a:xfrm>
            <a:off x="732321" y="513875"/>
            <a:ext cx="10106527" cy="964803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7677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4A0B9-E680-31B3-8511-CE5E580E2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6EBDE840-2D07-D6A4-5AB1-A2C5C4127BED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835EDB-26E6-2641-6BA3-C9487B8E5FD8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3967E5D-C688-4E67-3B63-9E788D6809CC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F59FC63-0CBD-0DC9-4F00-D7CF7F6678AF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1A50B2-78F6-380C-C084-D93099A2F6EE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6ECFB5C-F7CD-D4D9-AE6A-91D1A762AC87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CAA2D44-D6E6-CC09-096A-9965F656E147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E2F4610-4E54-BDAF-3909-AC3AF8DBBED9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F677988-4599-E9C5-34BF-94B35D604BCC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CF2C768-AD7D-D112-83CD-75C7A069418A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2FC9C4A-8ABB-8320-AC29-D3A8DE74DFE8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BCE345-E6C7-3FA8-4414-A0206E02E0A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FCADFF-F9D4-A774-67EE-55240BF4D483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3DB3874-5643-C2AB-F8A2-FBD580BB9A21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FB925A-19AA-DAF4-0BD0-860C14863B68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6D1D5F-63EC-1977-D305-DEA123731773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E5D5D1B-7C96-9645-77EE-981741216809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002A360-9F20-DD53-10BD-5C5329210349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CAEADDB-43AB-4F81-82EB-C9F7EFEF744F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4BC8F3E-9FE0-C222-8A3F-9919841AEA9B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2483308-53CC-5385-0D40-EF683D0C9191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E71B246-1BF0-33E7-427C-29AEC42D73F5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BC302A-9255-F765-3B07-F6B89985EB09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496EEB9-8366-FD89-30FA-305BB29DF7D8}"/>
              </a:ext>
            </a:extLst>
          </p:cNvPr>
          <p:cNvSpPr/>
          <p:nvPr/>
        </p:nvSpPr>
        <p:spPr>
          <a:xfrm>
            <a:off x="579921" y="3859151"/>
            <a:ext cx="8586381" cy="60133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94218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32ADF-41CF-C4CD-DFE9-BC94979CF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box1">
            <a:extLst>
              <a:ext uri="{FF2B5EF4-FFF2-40B4-BE49-F238E27FC236}">
                <a16:creationId xmlns:a16="http://schemas.microsoft.com/office/drawing/2014/main" id="{018D8E94-AAF9-C634-F6B7-5984A6E2F813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7A62A24-CB36-0E8E-6348-F6771D64CF22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CD7AF29-8990-E39E-496C-3D43170354A9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E450995-F81D-1F04-E20D-8365C73FF685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E03C15-D655-151C-32DD-7B440F43DE0A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854A048-8994-3376-D900-AE57AD115813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7D17DD0-2128-64AA-7986-EFB8E14B73CA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147F02-34A1-F77A-A459-672D34BBC24B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F307EB-D2C0-2002-E823-42E4FEBC34E1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A7D06B-7617-7353-EC32-076C19F46091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8CE0BB-C6D5-44D0-7A8C-EEF118ADADD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B0A8F8E-1D9D-761A-2C94-859BE2F53502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E1E38B-70BC-000C-196D-CC5C7092C62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C0AC0D-E39F-4928-BF03-0E5208E56279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FF7B38-CD6A-1EFE-D71B-671405E0E7E3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40FFBB9-36A9-D36A-191D-C2CCA856D750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C512C9-9214-A25F-728E-E46B5FE14541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20DFC3-CC2A-30CA-97A5-F069453E822A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DC51E3D-EF27-AF5A-2120-43EC5B519BA7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C6C7F0-FC1D-2988-28D8-215C1DF8C05E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AEAA0E9-E63B-2CD9-5CDA-E568F887C7CE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69B7125-E436-826D-1269-AC4C083DAD71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84FD1AF-7809-B6B2-4B30-067B99DD8674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54357AA-5E40-41A3-A2F9-6CB5667F0AEE}"/>
              </a:ext>
            </a:extLst>
          </p:cNvPr>
          <p:cNvSpPr/>
          <p:nvPr/>
        </p:nvSpPr>
        <p:spPr>
          <a:xfrm>
            <a:off x="579921" y="4610339"/>
            <a:ext cx="8586381" cy="51922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3902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3190-B1D2-FC13-0783-560748E0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box1">
            <a:extLst>
              <a:ext uri="{FF2B5EF4-FFF2-40B4-BE49-F238E27FC236}">
                <a16:creationId xmlns:a16="http://schemas.microsoft.com/office/drawing/2014/main" id="{CE63AA86-B408-CB29-E40A-5ABE3B30FEB3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F78D90-92AA-8E42-66BB-1527DD668822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8663EA9-8D81-7606-4F4E-129FC4C22C15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852A8E3-3DFE-1468-50D2-0335A573B5D8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8F81425-41A1-0AD2-6B9F-EAE62CA6AD58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B114078-1CB5-44BE-7B20-29AC76526EF8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832CD66-45E0-249F-5193-3AA687115191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C863FD3-DED2-92BA-CC1E-3C33221A414F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C5E43B-F830-D8C6-01F8-C7DF50A43251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F2A920-E010-02BB-2C26-51DADC6CA0F2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6A41DB-AA40-FDE4-5010-B471EB2274A7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9820447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B5F697F-0D58-FC15-46EB-27A93D921673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F82439-596C-38F4-BA7E-241586E676E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6C2E6E-CE5A-EABA-5551-711E9C0B8D9C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F4BC9BB-8DA9-1FEC-A1EB-FF0CD9BF51A1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9DA14D8-A60D-C4B0-8A2A-E98F3694D13C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B45F019-A837-8421-420F-565C4CF8137D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C1A4224-2B7B-9E6C-332D-71418ADCD53B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8A1F987-28F9-15CD-E854-5B0F1C3EE0CD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D2BF7EA6-DDA9-D198-7F45-1959E8B22123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9D53705-E164-6EA4-BE2B-D111F51386E7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A48254B-8C2E-5F56-6122-6BEADB114360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AE2D40-1999-232E-E8E7-126D1B6FC312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64441C3-B4A0-6284-AA3C-CCC6B0A0CA06}"/>
              </a:ext>
            </a:extLst>
          </p:cNvPr>
          <p:cNvSpPr/>
          <p:nvPr/>
        </p:nvSpPr>
        <p:spPr>
          <a:xfrm>
            <a:off x="579921" y="5048278"/>
            <a:ext cx="8586381" cy="48272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9420912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4FE9-BC08-9FF3-A3DD-55412DD52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!!box1">
            <a:extLst>
              <a:ext uri="{FF2B5EF4-FFF2-40B4-BE49-F238E27FC236}">
                <a16:creationId xmlns:a16="http://schemas.microsoft.com/office/drawing/2014/main" id="{B8AE1220-7C4F-EDCE-2FE2-6858BBA97791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89E286B-1C7C-6835-E0B3-6B7E586D6842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544743-B30D-1329-91BC-DB68EF5C5B01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6A03DD-6FAA-8623-B3B4-411357FC49C8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6476FD9-8778-EC47-966D-14E6AEA0771A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5A9F500-C62D-23E9-B9BE-9DDB9BF71720}"/>
              </a:ext>
            </a:extLst>
          </p:cNvPr>
          <p:cNvSpPr/>
          <p:nvPr/>
        </p:nvSpPr>
        <p:spPr>
          <a:xfrm>
            <a:off x="12654153" y="4427331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519502B-ABD0-2243-13C6-8CDF55795670}"/>
              </a:ext>
            </a:extLst>
          </p:cNvPr>
          <p:cNvSpPr/>
          <p:nvPr/>
        </p:nvSpPr>
        <p:spPr>
          <a:xfrm>
            <a:off x="12654153" y="5460238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BD1EBC9-FB08-956F-D26C-0FCD37B6ED7C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85DA3CF3-7F7B-25AF-4767-49D9C8002184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0ABF1D-7688-33E1-8986-5D06AC8F9629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ED37ED-CC80-9677-872B-C0B59FB4068D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9820447" y="9478983"/>
            <a:ext cx="8360994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B81FDF-94BC-BE66-459E-51D53E24046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5347735" y="4943785"/>
            <a:ext cx="2833706" cy="453519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14C799-E0AD-3684-3D51-C2317B00D015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86897B-2D3B-0FC4-28C6-F0F16E4F5470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F3A538F-7B55-5912-048A-798BD686B2B4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9EE62AD-14EF-76C7-DE40-7244024004C1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D5C97D2-3221-6AE0-C7DC-ABFB7051E6C9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6E6CEB-DABE-14CC-AABA-1FF122433A79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9CE8D2-C735-8804-F67E-59221FE70196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F3AFECD9-8AD6-556B-F692-DD450CE4358B}"/>
              </a:ext>
            </a:extLst>
          </p:cNvPr>
          <p:cNvSpPr/>
          <p:nvPr/>
        </p:nvSpPr>
        <p:spPr>
          <a:xfrm>
            <a:off x="12654153" y="764686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6C5324D-B472-97CD-B719-4F7D86898BA8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CCAB60-EECA-4CFC-8D93-4B63C41747EC}"/>
              </a:ext>
            </a:extLst>
          </p:cNvPr>
          <p:cNvCxnSpPr>
            <a:cxnSpLocks/>
          </p:cNvCxnSpPr>
          <p:nvPr/>
        </p:nvCxnSpPr>
        <p:spPr>
          <a:xfrm flipV="1">
            <a:off x="14000944" y="6522066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05C58F-C666-07FD-3F41-B8793ABD1E28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631264B-43DC-49CC-9362-93ED152EAB87}"/>
              </a:ext>
            </a:extLst>
          </p:cNvPr>
          <p:cNvSpPr/>
          <p:nvPr/>
        </p:nvSpPr>
        <p:spPr>
          <a:xfrm>
            <a:off x="579920" y="6085595"/>
            <a:ext cx="8586381" cy="51662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256473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AF942-17BB-2A5F-1A67-724707E9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!!box1">
            <a:extLst>
              <a:ext uri="{FF2B5EF4-FFF2-40B4-BE49-F238E27FC236}">
                <a16:creationId xmlns:a16="http://schemas.microsoft.com/office/drawing/2014/main" id="{553799FA-C63E-D7BC-6F19-96DBC0262799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6C6B204-BF5B-C014-9BF5-E4EEFBF351E9}"/>
              </a:ext>
            </a:extLst>
          </p:cNvPr>
          <p:cNvSpPr/>
          <p:nvPr/>
        </p:nvSpPr>
        <p:spPr>
          <a:xfrm>
            <a:off x="1599577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FEBC589-E741-69F8-FD6C-064E80328E16}"/>
              </a:ext>
            </a:extLst>
          </p:cNvPr>
          <p:cNvSpPr/>
          <p:nvPr/>
        </p:nvSpPr>
        <p:spPr>
          <a:xfrm>
            <a:off x="1599577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100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2AD990-32A1-5EA8-AC8B-B52A726594AD}"/>
              </a:ext>
            </a:extLst>
          </p:cNvPr>
          <p:cNvSpPr/>
          <p:nvPr/>
        </p:nvSpPr>
        <p:spPr>
          <a:xfrm>
            <a:off x="7126865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C50B467-0038-0993-BEFE-340E9C2D8325}"/>
              </a:ext>
            </a:extLst>
          </p:cNvPr>
          <p:cNvSpPr/>
          <p:nvPr/>
        </p:nvSpPr>
        <p:spPr>
          <a:xfrm>
            <a:off x="7126865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39B390-1BE4-748F-0A12-7D06C54BCB7D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C53AE8A-FFD5-A498-8CEA-F814BF1609DA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4090251-C64C-FB41-2E4E-E0928670E2B3}"/>
              </a:ext>
            </a:extLst>
          </p:cNvPr>
          <p:cNvCxnSpPr>
            <a:stCxn id="3" idx="3"/>
            <a:endCxn id="5" idx="1"/>
          </p:cNvCxnSpPr>
          <p:nvPr/>
        </p:nvCxnSpPr>
        <p:spPr>
          <a:xfrm>
            <a:off x="4293159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3548C9-3671-D42C-BD37-022789B392C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9820447" y="9478983"/>
            <a:ext cx="8360994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A0B0AB7-014A-3416-813A-4F547908B53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A3AF0F-2287-6E05-C42F-B4D5938B6B7A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78D023B-C381-35C6-A063-6A55449E4FD1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08159B-8761-74E4-1D46-8D3AA26D30BD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DB9261-2C21-7E53-9508-9E8932CE2050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6BC5A15-C45C-C608-9542-9A5AC7F6B6B7}"/>
              </a:ext>
            </a:extLst>
          </p:cNvPr>
          <p:cNvSpPr/>
          <p:nvPr/>
        </p:nvSpPr>
        <p:spPr>
          <a:xfrm>
            <a:off x="1599577" y="1209760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head=1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6074F19-2244-1D24-6F0A-F676ED76F89F}"/>
              </a:ext>
            </a:extLst>
          </p:cNvPr>
          <p:cNvCxnSpPr>
            <a:cxnSpLocks/>
            <a:stCxn id="19" idx="0"/>
          </p:cNvCxnSpPr>
          <p:nvPr/>
        </p:nvCxnSpPr>
        <p:spPr>
          <a:xfrm flipV="1">
            <a:off x="2946368" y="10972800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C189056-C89A-8077-C1E4-06E70B23F9E6}"/>
              </a:ext>
            </a:extLst>
          </p:cNvPr>
          <p:cNvSpPr/>
          <p:nvPr/>
        </p:nvSpPr>
        <p:spPr>
          <a:xfrm>
            <a:off x="7126865" y="12220608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q=100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54BFBE-4EA2-2720-9500-CBBD14ED234C}"/>
              </a:ext>
            </a:extLst>
          </p:cNvPr>
          <p:cNvCxnSpPr>
            <a:cxnSpLocks/>
          </p:cNvCxnSpPr>
          <p:nvPr/>
        </p:nvCxnSpPr>
        <p:spPr>
          <a:xfrm flipV="1">
            <a:off x="8560619" y="11057263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674A68B-FA06-1421-9333-7185FBC957A3}"/>
              </a:ext>
            </a:extLst>
          </p:cNvPr>
          <p:cNvSpPr/>
          <p:nvPr/>
        </p:nvSpPr>
        <p:spPr>
          <a:xfrm>
            <a:off x="579920" y="6737359"/>
            <a:ext cx="8586381" cy="63984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77471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6A53D-5892-1B4C-EED7-47081F0A5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!!box1">
            <a:extLst>
              <a:ext uri="{FF2B5EF4-FFF2-40B4-BE49-F238E27FC236}">
                <a16:creationId xmlns:a16="http://schemas.microsoft.com/office/drawing/2014/main" id="{91E21FCE-6CA5-109E-53BF-C90B9A8E53F6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F730C75-3374-BB0D-9D0C-DE48A761E915}"/>
              </a:ext>
            </a:extLst>
          </p:cNvPr>
          <p:cNvSpPr/>
          <p:nvPr/>
        </p:nvSpPr>
        <p:spPr>
          <a:xfrm>
            <a:off x="579921" y="2106061"/>
            <a:ext cx="8586381" cy="436417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75CF95-D883-ECCE-3A52-F0DCF9BDC2B3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4DBC0D2-CFC4-F213-9098-542E9F5B371C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134D7D5-8401-4591-45D2-5606459D0979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4A25C6D-7B5B-4FB4-290E-7CAA9F0C63F2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2760DAC-64BA-67EB-5039-079797518AEA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27AE0CC-5C6C-2533-68B5-51833485843B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1BBA0E9-4E7E-7392-CA08-39A79F1A0950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15F91C3-24E1-11F5-AF34-E8DF7F12C37F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A9F4D3E-70B3-87D6-5A8F-EB25F7641934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1823320-6AC3-6450-7E31-BB3A1E89E6AE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8FBD09BB-B516-851F-6F0B-072117E44F19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5E19AA-BFE1-E6ED-9CC7-D1CE42DEB02A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096BED2-328E-8AD0-DE92-E705464389AC}"/>
              </a:ext>
            </a:extLst>
          </p:cNvPr>
          <p:cNvSpPr/>
          <p:nvPr/>
        </p:nvSpPr>
        <p:spPr>
          <a:xfrm>
            <a:off x="12654153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90736B6-C2D7-C1BE-7185-E94707536A08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367246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415C6-B2E2-A4DA-2304-6E94A840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1">
            <a:extLst>
              <a:ext uri="{FF2B5EF4-FFF2-40B4-BE49-F238E27FC236}">
                <a16:creationId xmlns:a16="http://schemas.microsoft.com/office/drawing/2014/main" id="{5340393D-5AC7-DF24-89F9-A00F1F02F531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DDA7DD9-AEC9-8261-C7D8-AA37CFC5E7D2}"/>
              </a:ext>
            </a:extLst>
          </p:cNvPr>
          <p:cNvSpPr/>
          <p:nvPr/>
        </p:nvSpPr>
        <p:spPr>
          <a:xfrm>
            <a:off x="579921" y="3865324"/>
            <a:ext cx="8586381" cy="483652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190F9B-746B-4005-B9C6-45365A2B198A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5D622A8-B341-B2CA-3FA4-35E4382DC2D8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5A77EE6-2286-3841-B667-BB5F5EBC93FD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D20FDEF-8675-5BC9-4A9C-1E51F12459F0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84388D-82EC-352E-E315-9B0C79B708B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9646F10-F205-6001-F025-0A7FCE909B38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93C6455-E4A1-E594-4E4D-A62FE12A3CE1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D7ADCF8-F5F6-908B-E33B-1CE2A2A2FF6F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7189A102-9D86-1AE4-0469-01F1E315317B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75A584D-F1CA-A753-40E3-18757610A152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BB9A2744-A66D-90BC-B3D5-0F350C37057B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7170DC5-4A11-D257-30DA-61DC3D83B326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7EF764B-8BEF-5963-2A81-46B41F1CCDE1}"/>
              </a:ext>
            </a:extLst>
          </p:cNvPr>
          <p:cNvSpPr/>
          <p:nvPr/>
        </p:nvSpPr>
        <p:spPr>
          <a:xfrm>
            <a:off x="12654153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5E14B44-EAB0-0A38-64BE-EA4BC1E6C1E2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35060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AFE6F-3EF0-C9E4-9475-C3D9BCE9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1">
            <a:extLst>
              <a:ext uri="{FF2B5EF4-FFF2-40B4-BE49-F238E27FC236}">
                <a16:creationId xmlns:a16="http://schemas.microsoft.com/office/drawing/2014/main" id="{39845E18-013A-872C-C586-DDAAF28AD719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DDA370B-7763-F719-0057-B5ECCF48ADD5}"/>
              </a:ext>
            </a:extLst>
          </p:cNvPr>
          <p:cNvSpPr/>
          <p:nvPr/>
        </p:nvSpPr>
        <p:spPr>
          <a:xfrm>
            <a:off x="579921" y="4631936"/>
            <a:ext cx="8586381" cy="49762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7B9756-87AB-423C-A1DC-673E11EEEECA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4C046BA-8D3E-0924-6D76-A6C047CFD75C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B8971D-2029-23AD-687E-16D5457E0391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C2F4B053-6526-1D1E-E7A8-41900DC165D5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2B4CD5-BABC-A0A3-40DD-4D33102DCCA1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360FCBD-DF6F-46AB-8593-E6708BB72557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E39CB0F-B0DC-7E75-EF93-D184E67B8DDF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AEF402-0345-0417-B81E-CF1662A1B4B9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D293D19-445A-1A8C-3ECF-5033894AA7CC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DBFB6A-018E-6C04-332F-339D84681D68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39F2CC29-A10D-E5F7-0892-01B0FD055F02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2B183D8-99C5-DB7F-6D55-B7680EF9D347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E4DA9C2-170B-9D4C-D20B-F0BED2F846DC}"/>
              </a:ext>
            </a:extLst>
          </p:cNvPr>
          <p:cNvSpPr/>
          <p:nvPr/>
        </p:nvSpPr>
        <p:spPr>
          <a:xfrm>
            <a:off x="12654153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361D541-8BFC-9A58-70CC-36F19388D015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04026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6F94D-39E7-D932-DFDC-9F4C2BC6F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ox1">
            <a:extLst>
              <a:ext uri="{FF2B5EF4-FFF2-40B4-BE49-F238E27FC236}">
                <a16:creationId xmlns:a16="http://schemas.microsoft.com/office/drawing/2014/main" id="{D529DBDA-3843-6D9A-EE45-F33AA4F55C54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D3AA0F4-5212-34AD-A921-BFB9B68D0FD8}"/>
              </a:ext>
            </a:extLst>
          </p:cNvPr>
          <p:cNvSpPr/>
          <p:nvPr/>
        </p:nvSpPr>
        <p:spPr>
          <a:xfrm>
            <a:off x="579921" y="5702453"/>
            <a:ext cx="8586381" cy="45302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2422EE2-BBB9-A911-498C-D631D277CEB9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0FA7D2-C0F4-8173-F8FF-CB2897D3278F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EA273B5-B836-A5E0-AA35-C234D11D7EF2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22FB292B-4216-62FA-5073-CE794DD6DC88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B31EFF0-7829-6E2E-D893-AF8D112E3C03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3B95658-6429-8809-3B9A-111D5D8DF8CC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C428A94-E9DD-C0BA-52F9-5F3B0536F3F3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9BECFE5-7FDC-C19B-DE35-E92F7A268C3D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6DDCE1-BA90-D994-BB58-84794122622C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6BCF52-0D38-3A0E-152B-F1C57A254FC6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C2DB015B-C63D-D371-616E-764467443D47}"/>
              </a:ext>
            </a:extLst>
          </p:cNvPr>
          <p:cNvSpPr/>
          <p:nvPr/>
        </p:nvSpPr>
        <p:spPr>
          <a:xfrm>
            <a:off x="12654153" y="1218206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1DFB1E6-D77D-CA91-E04F-8F3DD38916D6}"/>
              </a:ext>
            </a:extLst>
          </p:cNvPr>
          <p:cNvCxnSpPr>
            <a:cxnSpLocks/>
          </p:cNvCxnSpPr>
          <p:nvPr/>
        </p:nvCxnSpPr>
        <p:spPr>
          <a:xfrm flipV="1">
            <a:off x="14000944" y="1105726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8B8BCE9A-5CB2-B58E-0D79-ED1C2F710CF6}"/>
              </a:ext>
            </a:extLst>
          </p:cNvPr>
          <p:cNvSpPr/>
          <p:nvPr/>
        </p:nvSpPr>
        <p:spPr>
          <a:xfrm>
            <a:off x="12654153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4DE88BF-0A70-0C76-4998-E867779F618F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8772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825F-7050-EEF2-0378-B5684FA5A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1">
            <a:extLst>
              <a:ext uri="{FF2B5EF4-FFF2-40B4-BE49-F238E27FC236}">
                <a16:creationId xmlns:a16="http://schemas.microsoft.com/office/drawing/2014/main" id="{EE9EB756-FB7D-2F62-F9D9-903433DAE655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355D9ED-F463-AB62-924A-E16F89DBCC2E}"/>
              </a:ext>
            </a:extLst>
          </p:cNvPr>
          <p:cNvSpPr/>
          <p:nvPr/>
        </p:nvSpPr>
        <p:spPr>
          <a:xfrm>
            <a:off x="579921" y="6038042"/>
            <a:ext cx="8586381" cy="45196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96DA147-C663-DAC9-F1E1-1C128AAEEFCB}"/>
              </a:ext>
            </a:extLst>
          </p:cNvPr>
          <p:cNvSpPr/>
          <p:nvPr/>
        </p:nvSpPr>
        <p:spPr>
          <a:xfrm>
            <a:off x="12654153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5543DF3-AE41-717E-2ADA-6171C7D71018}"/>
              </a:ext>
            </a:extLst>
          </p:cNvPr>
          <p:cNvSpPr/>
          <p:nvPr/>
        </p:nvSpPr>
        <p:spPr>
          <a:xfrm>
            <a:off x="12654153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8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300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6C1DF2A-0ABE-A883-2CA0-E05F505E7C58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FA1AC09-09B1-10F8-9AB5-5965F65DC1D4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875DD9-77EB-1A6C-A5B1-B4A81F2E5B6E}"/>
              </a:ext>
            </a:extLst>
          </p:cNvPr>
          <p:cNvCxnSpPr>
            <a:cxnSpLocks/>
            <a:stCxn id="7" idx="3"/>
            <a:endCxn id="13" idx="1"/>
          </p:cNvCxnSpPr>
          <p:nvPr/>
        </p:nvCxnSpPr>
        <p:spPr>
          <a:xfrm>
            <a:off x="15347735" y="9478983"/>
            <a:ext cx="2833706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79A34D3-BDB2-8874-1F14-BB6950AADC1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85361E5-0E95-5F55-C50F-B9F1E3733E68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2A13B1-C970-81C0-EB47-32A4B3C489A2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6BC29FB-94D4-5848-C49E-A5E32EDA55D5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AD5D4D-1A2D-1088-830B-FDEA44DE2444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70DD1EB6-9B37-336F-1C24-FC46E720C01E}"/>
              </a:ext>
            </a:extLst>
          </p:cNvPr>
          <p:cNvSpPr/>
          <p:nvPr/>
        </p:nvSpPr>
        <p:spPr>
          <a:xfrm>
            <a:off x="18181441" y="1209285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2538C19-23EF-B382-1C6E-685E4954E3A4}"/>
              </a:ext>
            </a:extLst>
          </p:cNvPr>
          <p:cNvCxnSpPr>
            <a:cxnSpLocks/>
          </p:cNvCxnSpPr>
          <p:nvPr/>
        </p:nvCxnSpPr>
        <p:spPr>
          <a:xfrm flipV="1">
            <a:off x="19528232" y="1096805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AF11EF0F-CE66-6A07-8788-0910CCF58C65}"/>
              </a:ext>
            </a:extLst>
          </p:cNvPr>
          <p:cNvSpPr/>
          <p:nvPr/>
        </p:nvSpPr>
        <p:spPr>
          <a:xfrm>
            <a:off x="12691324" y="123879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3E1D4B0-032C-B8D9-6BF6-EDC9D541394E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F408C84-4AE0-BDD0-E285-9790640E95A4}"/>
              </a:ext>
            </a:extLst>
          </p:cNvPr>
          <p:cNvCxnSpPr>
            <a:cxnSpLocks/>
          </p:cNvCxnSpPr>
          <p:nvPr/>
        </p:nvCxnSpPr>
        <p:spPr>
          <a:xfrm flipV="1">
            <a:off x="14038115" y="11142756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68899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C7755-3EAE-C99F-392B-404F211EC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1">
            <a:extLst>
              <a:ext uri="{FF2B5EF4-FFF2-40B4-BE49-F238E27FC236}">
                <a16:creationId xmlns:a16="http://schemas.microsoft.com/office/drawing/2014/main" id="{4C6DB98E-B1F3-395D-1750-899C3AD0930A}"/>
              </a:ext>
            </a:extLst>
          </p:cNvPr>
          <p:cNvSpPr/>
          <p:nvPr/>
        </p:nvSpPr>
        <p:spPr>
          <a:xfrm>
            <a:off x="579921" y="157618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B25CDE8-F511-E2C7-C4F9-61FAEF11CD26}"/>
              </a:ext>
            </a:extLst>
          </p:cNvPr>
          <p:cNvSpPr/>
          <p:nvPr/>
        </p:nvSpPr>
        <p:spPr>
          <a:xfrm>
            <a:off x="579920" y="6858000"/>
            <a:ext cx="8586381" cy="4572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B27303-31CB-A376-E35F-30DBE65AFD67}"/>
              </a:ext>
            </a:extLst>
          </p:cNvPr>
          <p:cNvSpPr/>
          <p:nvPr/>
        </p:nvSpPr>
        <p:spPr>
          <a:xfrm>
            <a:off x="18181441" y="8962529"/>
            <a:ext cx="2693582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54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50B397D-3B4C-EF76-37C1-98B1BBE7D9A2}"/>
              </a:ext>
            </a:extLst>
          </p:cNvPr>
          <p:cNvSpPr/>
          <p:nvPr/>
        </p:nvSpPr>
        <p:spPr>
          <a:xfrm>
            <a:off x="18181441" y="9995436"/>
            <a:ext cx="2693582" cy="76049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63500" cap="flat">
            <a:solidFill>
              <a:schemeClr val="accent2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NULL</a:t>
            </a:r>
            <a:endParaRPr kumimoji="0" lang="en-US" sz="3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8F193B5-4461-8412-75BB-EC328ED99054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875023" y="9478983"/>
            <a:ext cx="1484287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0829C5-A302-261F-6895-6C21CEC6F847}"/>
              </a:ext>
            </a:extLst>
          </p:cNvPr>
          <p:cNvCxnSpPr>
            <a:cxnSpLocks/>
          </p:cNvCxnSpPr>
          <p:nvPr/>
        </p:nvCxnSpPr>
        <p:spPr>
          <a:xfrm>
            <a:off x="22341818" y="9407265"/>
            <a:ext cx="0" cy="767388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AE0E2B-4639-D251-6299-E24C122F05B5}"/>
              </a:ext>
            </a:extLst>
          </p:cNvPr>
          <p:cNvCxnSpPr>
            <a:cxnSpLocks/>
          </p:cNvCxnSpPr>
          <p:nvPr/>
        </p:nvCxnSpPr>
        <p:spPr>
          <a:xfrm flipH="1">
            <a:off x="21933923" y="10210672"/>
            <a:ext cx="850773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76FC873-736E-2619-77F4-21E42E61EAD8}"/>
              </a:ext>
            </a:extLst>
          </p:cNvPr>
          <p:cNvCxnSpPr>
            <a:cxnSpLocks/>
          </p:cNvCxnSpPr>
          <p:nvPr/>
        </p:nvCxnSpPr>
        <p:spPr>
          <a:xfrm flipH="1">
            <a:off x="22054073" y="10375717"/>
            <a:ext cx="591671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20F1F95-704B-DE70-D0E2-75FA4692DDBB}"/>
              </a:ext>
            </a:extLst>
          </p:cNvPr>
          <p:cNvCxnSpPr>
            <a:cxnSpLocks/>
          </p:cNvCxnSpPr>
          <p:nvPr/>
        </p:nvCxnSpPr>
        <p:spPr>
          <a:xfrm flipH="1">
            <a:off x="22214614" y="10544065"/>
            <a:ext cx="233082" cy="0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non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!!box3">
            <a:extLst>
              <a:ext uri="{FF2B5EF4-FFF2-40B4-BE49-F238E27FC236}">
                <a16:creationId xmlns:a16="http://schemas.microsoft.com/office/drawing/2014/main" id="{F21AF06A-DED6-EFCF-E01E-DEF3DD2A7C39}"/>
              </a:ext>
            </a:extLst>
          </p:cNvPr>
          <p:cNvSpPr/>
          <p:nvPr/>
        </p:nvSpPr>
        <p:spPr>
          <a:xfrm>
            <a:off x="18181441" y="12092856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head=300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8FFB45C-F139-AEDF-82F0-CBAEFB733745}"/>
              </a:ext>
            </a:extLst>
          </p:cNvPr>
          <p:cNvCxnSpPr>
            <a:cxnSpLocks/>
          </p:cNvCxnSpPr>
          <p:nvPr/>
        </p:nvCxnSpPr>
        <p:spPr>
          <a:xfrm flipV="1">
            <a:off x="19528232" y="10968054"/>
            <a:ext cx="0" cy="1124803"/>
          </a:xfrm>
          <a:prstGeom prst="straightConnector1">
            <a:avLst/>
          </a:prstGeom>
          <a:noFill/>
          <a:ln w="1270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C009EE79-D773-4F01-245B-888791103718}"/>
              </a:ext>
            </a:extLst>
          </p:cNvPr>
          <p:cNvSpPr/>
          <p:nvPr/>
        </p:nvSpPr>
        <p:spPr>
          <a:xfrm>
            <a:off x="12691324" y="12387972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p=200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668DA78-2C17-E7A7-E4DC-60EA6B10EF4D}"/>
              </a:ext>
            </a:extLst>
          </p:cNvPr>
          <p:cNvSpPr/>
          <p:nvPr/>
        </p:nvSpPr>
        <p:spPr>
          <a:xfrm>
            <a:off x="8795662" y="12909253"/>
            <a:ext cx="2693582" cy="590233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63500" cap="flat">
            <a:solidFill>
              <a:schemeClr val="accent3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q=NULL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893895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58179-4C52-406F-2023-2F31E4890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!!box1">
            <a:extLst>
              <a:ext uri="{FF2B5EF4-FFF2-40B4-BE49-F238E27FC236}">
                <a16:creationId xmlns:a16="http://schemas.microsoft.com/office/drawing/2014/main" id="{067F4C69-C0AA-A866-5C76-2CC1F168BEB7}"/>
              </a:ext>
            </a:extLst>
          </p:cNvPr>
          <p:cNvSpPr/>
          <p:nvPr/>
        </p:nvSpPr>
        <p:spPr>
          <a:xfrm>
            <a:off x="1201845" y="2885281"/>
            <a:ext cx="8586381" cy="794543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delete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while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&amp;&amp;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q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 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else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	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free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}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4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4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400" dirty="0">
              <a:solidFill>
                <a:schemeClr val="bg1"/>
              </a:solidFill>
              <a:latin typeface="Bradley Hand" pitchFamily="2" charset="77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484134F-D1B8-5AFA-B845-5A5E626D1965}"/>
              </a:ext>
            </a:extLst>
          </p:cNvPr>
          <p:cNvSpPr/>
          <p:nvPr/>
        </p:nvSpPr>
        <p:spPr>
          <a:xfrm>
            <a:off x="12598333" y="4532692"/>
            <a:ext cx="10106527" cy="5357495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IN" sz="2800" dirty="0">
              <a:solidFill>
                <a:schemeClr val="bg1"/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add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head,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int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{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*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malloc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 err="1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sizeof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struct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record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if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== 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NULL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exit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(1);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num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-&gt;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next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en-US" sz="2800" dirty="0">
              <a:solidFill>
                <a:schemeClr val="bg1"/>
              </a:solidFill>
              <a:latin typeface="Bradley Hand" pitchFamily="2" charset="77"/>
            </a:endParaRP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IN" sz="2800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IN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head</a:t>
            </a: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;	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IN" sz="28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}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7A553EF-1704-FBE5-3089-D3083B4972A8}"/>
              </a:ext>
            </a:extLst>
          </p:cNvPr>
          <p:cNvSpPr/>
          <p:nvPr/>
        </p:nvSpPr>
        <p:spPr>
          <a:xfrm>
            <a:off x="9010243" y="424504"/>
            <a:ext cx="787270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Running Time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E48951F-B6CF-A9EC-672D-AC99ACD96A49}"/>
              </a:ext>
            </a:extLst>
          </p:cNvPr>
          <p:cNvSpPr/>
          <p:nvPr/>
        </p:nvSpPr>
        <p:spPr>
          <a:xfrm>
            <a:off x="1558683" y="11225682"/>
            <a:ext cx="787270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741638B-CA2D-EFD9-93DC-1174D727CB42}"/>
              </a:ext>
            </a:extLst>
          </p:cNvPr>
          <p:cNvSpPr/>
          <p:nvPr/>
        </p:nvSpPr>
        <p:spPr>
          <a:xfrm>
            <a:off x="13286049" y="11225681"/>
            <a:ext cx="7872703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</a:p>
        </p:txBody>
      </p:sp>
    </p:spTree>
    <p:extLst>
      <p:ext uri="{BB962C8B-B14F-4D97-AF65-F5344CB8AC3E}">
        <p14:creationId xmlns:p14="http://schemas.microsoft.com/office/powerpoint/2010/main" val="4503911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AF235-A58F-2590-26EC-201BE2F5B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55D904A-0E1A-8E92-D43C-49037EF852FC}"/>
              </a:ext>
            </a:extLst>
          </p:cNvPr>
          <p:cNvSpPr/>
          <p:nvPr/>
        </p:nvSpPr>
        <p:spPr>
          <a:xfrm>
            <a:off x="6925340" y="4222338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Insert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A3FB308-5723-4EEA-188A-F4EBB89EE656}"/>
              </a:ext>
            </a:extLst>
          </p:cNvPr>
          <p:cNvSpPr/>
          <p:nvPr/>
        </p:nvSpPr>
        <p:spPr>
          <a:xfrm>
            <a:off x="13630940" y="4222338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O(1)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53BCE05-4C93-AED5-A0A7-55D156A20712}"/>
              </a:ext>
            </a:extLst>
          </p:cNvPr>
          <p:cNvSpPr/>
          <p:nvPr/>
        </p:nvSpPr>
        <p:spPr>
          <a:xfrm>
            <a:off x="6925340" y="5855195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Delete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CED1719-2E49-E330-1682-5A56FEB9F210}"/>
              </a:ext>
            </a:extLst>
          </p:cNvPr>
          <p:cNvSpPr/>
          <p:nvPr/>
        </p:nvSpPr>
        <p:spPr>
          <a:xfrm>
            <a:off x="13630940" y="5855195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6C9914D-4CDE-15BF-FD06-D7FE491ADC0C}"/>
              </a:ext>
            </a:extLst>
          </p:cNvPr>
          <p:cNvSpPr/>
          <p:nvPr/>
        </p:nvSpPr>
        <p:spPr>
          <a:xfrm>
            <a:off x="6925339" y="7488052"/>
            <a:ext cx="5266659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search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4B5EEA6-EC43-863B-211E-9A1CAD92552B}"/>
              </a:ext>
            </a:extLst>
          </p:cNvPr>
          <p:cNvSpPr/>
          <p:nvPr/>
        </p:nvSpPr>
        <p:spPr>
          <a:xfrm>
            <a:off x="13630940" y="7488052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98F394E-BA11-A533-8360-4678A8BA2E64}"/>
              </a:ext>
            </a:extLst>
          </p:cNvPr>
          <p:cNvSpPr/>
          <p:nvPr/>
        </p:nvSpPr>
        <p:spPr>
          <a:xfrm>
            <a:off x="9285682" y="2073027"/>
            <a:ext cx="5266660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Lists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F3A7CBF-2AF2-D43E-2580-491AA2EEADD5}"/>
                  </a:ext>
                </a:extLst>
              </p:cNvPr>
              <p:cNvSpPr/>
              <p:nvPr/>
            </p:nvSpPr>
            <p:spPr>
              <a:xfrm>
                <a:off x="6925340" y="9076047"/>
                <a:ext cx="5419058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Get the </a:t>
                </a:r>
                <a14:m>
                  <m:oMath xmlns:m="http://schemas.openxmlformats.org/officeDocument/2006/math">
                    <m:r>
                      <a:rPr lang="en-US" sz="5400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element</a:t>
                </a:r>
              </a:p>
            </p:txBody>
          </p:sp>
        </mc:Choice>
        <mc:Fallback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7F3A7CBF-2AF2-D43E-2580-491AA2EEAD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5340" y="9076047"/>
                <a:ext cx="5419058" cy="1952308"/>
              </a:xfrm>
              <a:prstGeom prst="roundRect">
                <a:avLst/>
              </a:prstGeom>
              <a:blipFill>
                <a:blip r:embed="rId2"/>
                <a:stretch>
                  <a:fillRect b="-119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138AC05-8CC1-9CD7-3251-DB4E87DF3D13}"/>
              </a:ext>
            </a:extLst>
          </p:cNvPr>
          <p:cNvSpPr/>
          <p:nvPr/>
        </p:nvSpPr>
        <p:spPr>
          <a:xfrm>
            <a:off x="13630940" y="9395498"/>
            <a:ext cx="3089518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O(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  <a:endParaRPr lang="en-US" sz="5400" dirty="0">
              <a:solidFill>
                <a:schemeClr val="accent6">
                  <a:lumMod val="40000"/>
                  <a:lumOff val="60000"/>
                </a:schemeClr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72409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8884</TotalTime>
  <Words>6600</Words>
  <Application>Microsoft Macintosh PowerPoint</Application>
  <PresentationFormat>Custom</PresentationFormat>
  <Paragraphs>1564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9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1232</cp:revision>
  <dcterms:modified xsi:type="dcterms:W3CDTF">2026-09-11T04:18:39Z</dcterms:modified>
</cp:coreProperties>
</file>