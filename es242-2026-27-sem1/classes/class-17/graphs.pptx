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558" r:id="rId2"/>
    <p:sldId id="559" r:id="rId3"/>
    <p:sldId id="560" r:id="rId4"/>
    <p:sldId id="561" r:id="rId5"/>
    <p:sldId id="562" r:id="rId6"/>
    <p:sldId id="563" r:id="rId7"/>
    <p:sldId id="567" r:id="rId8"/>
    <p:sldId id="564" r:id="rId9"/>
    <p:sldId id="565" r:id="rId10"/>
    <p:sldId id="566" r:id="rId11"/>
    <p:sldId id="568" r:id="rId12"/>
    <p:sldId id="569" r:id="rId13"/>
    <p:sldId id="570" r:id="rId14"/>
    <p:sldId id="571" r:id="rId15"/>
    <p:sldId id="572" r:id="rId16"/>
    <p:sldId id="573" r:id="rId17"/>
    <p:sldId id="574" r:id="rId18"/>
    <p:sldId id="575" r:id="rId19"/>
    <p:sldId id="576" r:id="rId20"/>
    <p:sldId id="577" r:id="rId21"/>
    <p:sldId id="578" r:id="rId22"/>
    <p:sldId id="583" r:id="rId23"/>
    <p:sldId id="579" r:id="rId24"/>
    <p:sldId id="580" r:id="rId25"/>
    <p:sldId id="581" r:id="rId26"/>
    <p:sldId id="582" r:id="rId27"/>
    <p:sldId id="584" r:id="rId28"/>
    <p:sldId id="585" r:id="rId29"/>
    <p:sldId id="586" r:id="rId30"/>
    <p:sldId id="587" r:id="rId31"/>
    <p:sldId id="588" r:id="rId32"/>
    <p:sldId id="590" r:id="rId33"/>
    <p:sldId id="591" r:id="rId3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F2"/>
    <a:srgbClr val="941651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76"/>
    <p:restoredTop sz="93610"/>
  </p:normalViewPr>
  <p:slideViewPr>
    <p:cSldViewPr snapToGrid="0">
      <p:cViewPr varScale="1">
        <p:scale>
          <a:sx n="64" d="100"/>
          <a:sy n="64" d="100"/>
        </p:scale>
        <p:origin x="17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16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5E231-9A1C-8BCA-7631-2FCB8280F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061E60-0E90-3348-5BCF-59FF2442E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1BF783-A662-AF1A-3508-7E21966CE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822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DB054-EA95-A8AD-2A3B-3E02A3AE0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5C375-EC57-FC12-AA02-CBA994278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984E1C-3A89-3A1D-5EE5-38103F085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726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 and houmo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61595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dy: A problem on leetcode">
            <a:extLst>
              <a:ext uri="{FF2B5EF4-FFF2-40B4-BE49-F238E27FC236}">
                <a16:creationId xmlns:a16="http://schemas.microsoft.com/office/drawing/2014/main" id="{0D4094CE-C2B7-1651-6871-F9F2FE298CB9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7300" dirty="0">
                <a:latin typeface="Chalkduster" panose="03050602040202020205" pitchFamily="66" charset="77"/>
                <a:cs typeface="Fave Script Bold Pro" panose="020F0502020204030204" pitchFamily="34" charset="0"/>
              </a:rPr>
              <a:t>Graphs</a:t>
            </a:r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210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AF54ADA-84C2-34CA-5C7B-9FA95305CCE4}"/>
              </a:ext>
            </a:extLst>
          </p:cNvPr>
          <p:cNvSpPr/>
          <p:nvPr/>
        </p:nvSpPr>
        <p:spPr>
          <a:xfrm>
            <a:off x="639258" y="1574687"/>
            <a:ext cx="23105484" cy="259588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A graph contains a set of vertices 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And a set of edges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An edge is between two vertices in the graph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E6A6233-E12E-F0E0-4654-25560A880614}"/>
              </a:ext>
            </a:extLst>
          </p:cNvPr>
          <p:cNvSpPr/>
          <p:nvPr/>
        </p:nvSpPr>
        <p:spPr>
          <a:xfrm>
            <a:off x="7532786" y="700472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87FBC1-4A19-9659-94B6-1325854B44D7}"/>
              </a:ext>
            </a:extLst>
          </p:cNvPr>
          <p:cNvSpPr/>
          <p:nvPr/>
        </p:nvSpPr>
        <p:spPr>
          <a:xfrm>
            <a:off x="10508724" y="504887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C585E6F-3464-3048-4736-A8EE5E00A1BA}"/>
              </a:ext>
            </a:extLst>
          </p:cNvPr>
          <p:cNvSpPr/>
          <p:nvPr/>
        </p:nvSpPr>
        <p:spPr>
          <a:xfrm>
            <a:off x="13719456" y="700472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21B17E-585A-D168-1DF4-BC957367F0FF}"/>
              </a:ext>
            </a:extLst>
          </p:cNvPr>
          <p:cNvCxnSpPr>
            <a:cxnSpLocks/>
            <a:stCxn id="4" idx="4"/>
            <a:endCxn id="3" idx="0"/>
          </p:cNvCxnSpPr>
          <p:nvPr/>
        </p:nvCxnSpPr>
        <p:spPr>
          <a:xfrm flipH="1">
            <a:off x="8252786" y="636167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E0171F-E6AC-FDE6-75BE-D03C671A07BA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11228724" y="636167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7ABD6C63-D18C-4CC2-BFE6-1EDFC38C34E4}"/>
              </a:ext>
            </a:extLst>
          </p:cNvPr>
          <p:cNvSpPr/>
          <p:nvPr/>
        </p:nvSpPr>
        <p:spPr>
          <a:xfrm>
            <a:off x="12329322" y="904675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F61B781-17A0-1A47-3AEF-0F9ECEE2C685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13049322" y="831752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273616B5-41C1-709A-17F6-82988A3155FC}"/>
              </a:ext>
            </a:extLst>
          </p:cNvPr>
          <p:cNvSpPr/>
          <p:nvPr/>
        </p:nvSpPr>
        <p:spPr>
          <a:xfrm>
            <a:off x="5783825" y="904675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10009A-4E75-5F02-C27E-DC4559E79C1E}"/>
              </a:ext>
            </a:extLst>
          </p:cNvPr>
          <p:cNvCxnSpPr>
            <a:cxnSpLocks/>
            <a:stCxn id="3" idx="4"/>
            <a:endCxn id="10" idx="0"/>
          </p:cNvCxnSpPr>
          <p:nvPr/>
        </p:nvCxnSpPr>
        <p:spPr>
          <a:xfrm flipH="1">
            <a:off x="6503825" y="831752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83D9F714-4DA4-1E48-72EF-95FB0B6A9253}"/>
              </a:ext>
            </a:extLst>
          </p:cNvPr>
          <p:cNvSpPr/>
          <p:nvPr/>
        </p:nvSpPr>
        <p:spPr>
          <a:xfrm>
            <a:off x="10508724" y="1140132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F85A66-B990-F39D-30E9-59E386C17EF0}"/>
              </a:ext>
            </a:extLst>
          </p:cNvPr>
          <p:cNvCxnSpPr>
            <a:cxnSpLocks/>
            <a:stCxn id="8" idx="4"/>
            <a:endCxn id="12" idx="0"/>
          </p:cNvCxnSpPr>
          <p:nvPr/>
        </p:nvCxnSpPr>
        <p:spPr>
          <a:xfrm flipH="1">
            <a:off x="11228724" y="1035956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301650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E8B3F-AF41-31A5-5815-86FFC43B8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56D3A56-32A0-6DB5-5F0F-60262B26915C}"/>
              </a:ext>
            </a:extLst>
          </p:cNvPr>
          <p:cNvSpPr/>
          <p:nvPr/>
        </p:nvSpPr>
        <p:spPr>
          <a:xfrm>
            <a:off x="639258" y="1574687"/>
            <a:ext cx="23105484" cy="259588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A graph contains a set of vertices 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And a set of edges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An edge is between two vertices in the graph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DB67C27-1C1F-88F4-4206-3CF952B482B8}"/>
              </a:ext>
            </a:extLst>
          </p:cNvPr>
          <p:cNvSpPr/>
          <p:nvPr/>
        </p:nvSpPr>
        <p:spPr>
          <a:xfrm>
            <a:off x="7532786" y="700472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4F616B6-190E-5C90-8E77-D5E8849AD514}"/>
              </a:ext>
            </a:extLst>
          </p:cNvPr>
          <p:cNvSpPr/>
          <p:nvPr/>
        </p:nvSpPr>
        <p:spPr>
          <a:xfrm>
            <a:off x="10508724" y="504887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65A0E5C-1058-A424-8874-1B8E8F2F3C70}"/>
              </a:ext>
            </a:extLst>
          </p:cNvPr>
          <p:cNvSpPr/>
          <p:nvPr/>
        </p:nvSpPr>
        <p:spPr>
          <a:xfrm>
            <a:off x="13719456" y="700472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0F0526-48DF-AC97-7761-0E9D2A3C6049}"/>
              </a:ext>
            </a:extLst>
          </p:cNvPr>
          <p:cNvCxnSpPr>
            <a:cxnSpLocks/>
            <a:stCxn id="4" idx="4"/>
            <a:endCxn id="3" idx="0"/>
          </p:cNvCxnSpPr>
          <p:nvPr/>
        </p:nvCxnSpPr>
        <p:spPr>
          <a:xfrm flipH="1">
            <a:off x="8252786" y="636167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F79186-DC41-B7D5-A10D-1B32F024055D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11228724" y="636167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414958D6-01CC-8C63-01D6-9891544A48F2}"/>
              </a:ext>
            </a:extLst>
          </p:cNvPr>
          <p:cNvSpPr/>
          <p:nvPr/>
        </p:nvSpPr>
        <p:spPr>
          <a:xfrm>
            <a:off x="12329322" y="904675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F3B44A-3B4E-38FA-CA42-1E536A6F8F21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13049322" y="831752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9FABABC5-15F2-6554-E306-0BE5D8D6983A}"/>
              </a:ext>
            </a:extLst>
          </p:cNvPr>
          <p:cNvSpPr/>
          <p:nvPr/>
        </p:nvSpPr>
        <p:spPr>
          <a:xfrm>
            <a:off x="5783825" y="904675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50F0E1-8A69-11AC-710E-A59323DD8C8B}"/>
              </a:ext>
            </a:extLst>
          </p:cNvPr>
          <p:cNvCxnSpPr>
            <a:cxnSpLocks/>
            <a:stCxn id="3" idx="4"/>
            <a:endCxn id="10" idx="0"/>
          </p:cNvCxnSpPr>
          <p:nvPr/>
        </p:nvCxnSpPr>
        <p:spPr>
          <a:xfrm flipH="1">
            <a:off x="6503825" y="831752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F5637AB4-5351-F384-B976-600FDCEBABB7}"/>
              </a:ext>
            </a:extLst>
          </p:cNvPr>
          <p:cNvSpPr/>
          <p:nvPr/>
        </p:nvSpPr>
        <p:spPr>
          <a:xfrm>
            <a:off x="10508724" y="1140132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FD1BB7F-3183-F078-57CC-5A8143A748F3}"/>
              </a:ext>
            </a:extLst>
          </p:cNvPr>
          <p:cNvCxnSpPr>
            <a:cxnSpLocks/>
            <a:stCxn id="8" idx="4"/>
            <a:endCxn id="12" idx="0"/>
          </p:cNvCxnSpPr>
          <p:nvPr/>
        </p:nvCxnSpPr>
        <p:spPr>
          <a:xfrm flipH="1">
            <a:off x="11228724" y="1035956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93D35A-15AB-173D-C4B4-AA25C26CD028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>
            <a:off x="6503825" y="10359561"/>
            <a:ext cx="4724899" cy="104176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97F9A25-4955-5250-0806-F582812D6E04}"/>
              </a:ext>
            </a:extLst>
          </p:cNvPr>
          <p:cNvCxnSpPr>
            <a:cxnSpLocks/>
            <a:stCxn id="3" idx="6"/>
            <a:endCxn id="5" idx="2"/>
          </p:cNvCxnSpPr>
          <p:nvPr/>
        </p:nvCxnSpPr>
        <p:spPr>
          <a:xfrm>
            <a:off x="8972786" y="7661122"/>
            <a:ext cx="4746670" cy="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3ADF01E-8434-D622-27C9-B1783F2E9D96}"/>
              </a:ext>
            </a:extLst>
          </p:cNvPr>
          <p:cNvCxnSpPr>
            <a:cxnSpLocks/>
            <a:stCxn id="3" idx="5"/>
            <a:endCxn id="8" idx="0"/>
          </p:cNvCxnSpPr>
          <p:nvPr/>
        </p:nvCxnSpPr>
        <p:spPr>
          <a:xfrm>
            <a:off x="8761903" y="8125267"/>
            <a:ext cx="4287419" cy="92149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139715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99531BC-E9FF-FBA9-8ABE-5FAA821B0C43}"/>
              </a:ext>
            </a:extLst>
          </p:cNvPr>
          <p:cNvSpPr/>
          <p:nvPr/>
        </p:nvSpPr>
        <p:spPr>
          <a:xfrm>
            <a:off x="639258" y="634307"/>
            <a:ext cx="23105484" cy="94096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Let us first see how we should represent a graph in our data-structure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8D36CF9-ECB0-4083-2E48-21383C3472A8}"/>
              </a:ext>
            </a:extLst>
          </p:cNvPr>
          <p:cNvSpPr/>
          <p:nvPr/>
        </p:nvSpPr>
        <p:spPr>
          <a:xfrm>
            <a:off x="14074469" y="3174614"/>
            <a:ext cx="5028836" cy="75606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6 8</a:t>
            </a:r>
          </a:p>
          <a:p>
            <a:pPr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4 2</a:t>
            </a:r>
          </a:p>
          <a:p>
            <a:pPr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4 3</a:t>
            </a:r>
          </a:p>
          <a:p>
            <a:pPr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2 3</a:t>
            </a:r>
          </a:p>
          <a:p>
            <a:pPr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3 5</a:t>
            </a:r>
          </a:p>
          <a:p>
            <a:pPr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2 5</a:t>
            </a:r>
          </a:p>
          <a:p>
            <a:pPr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2 0</a:t>
            </a:r>
          </a:p>
          <a:p>
            <a:pPr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0 1</a:t>
            </a:r>
          </a:p>
          <a:p>
            <a:pPr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5 1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4E3AEF8-E271-074D-DA79-A4892E508711}"/>
              </a:ext>
            </a:extLst>
          </p:cNvPr>
          <p:cNvSpPr/>
          <p:nvPr/>
        </p:nvSpPr>
        <p:spPr>
          <a:xfrm>
            <a:off x="2756851" y="50258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333BD8E-6256-8BE8-D68D-78A85207D470}"/>
              </a:ext>
            </a:extLst>
          </p:cNvPr>
          <p:cNvSpPr/>
          <p:nvPr/>
        </p:nvSpPr>
        <p:spPr>
          <a:xfrm>
            <a:off x="5732789" y="3070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BCDA4AC-1C2C-A04B-2B9F-CAAB7F728119}"/>
              </a:ext>
            </a:extLst>
          </p:cNvPr>
          <p:cNvSpPr/>
          <p:nvPr/>
        </p:nvSpPr>
        <p:spPr>
          <a:xfrm>
            <a:off x="8943521" y="50258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CEF13D1-C3B0-4328-4476-DF6D7C847B29}"/>
              </a:ext>
            </a:extLst>
          </p:cNvPr>
          <p:cNvCxnSpPr>
            <a:cxnSpLocks/>
            <a:stCxn id="19" idx="4"/>
            <a:endCxn id="18" idx="0"/>
          </p:cNvCxnSpPr>
          <p:nvPr/>
        </p:nvCxnSpPr>
        <p:spPr>
          <a:xfrm flipH="1">
            <a:off x="3476851" y="4382807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C1E6FDC-25DF-3CBD-5068-450B1477EC70}"/>
              </a:ext>
            </a:extLst>
          </p:cNvPr>
          <p:cNvCxnSpPr>
            <a:cxnSpLocks/>
            <a:stCxn id="19" idx="4"/>
            <a:endCxn id="20" idx="0"/>
          </p:cNvCxnSpPr>
          <p:nvPr/>
        </p:nvCxnSpPr>
        <p:spPr>
          <a:xfrm>
            <a:off x="6452789" y="4382807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9098D4FE-C7E4-8C12-53E9-07229FA3CE5D}"/>
              </a:ext>
            </a:extLst>
          </p:cNvPr>
          <p:cNvSpPr/>
          <p:nvPr/>
        </p:nvSpPr>
        <p:spPr>
          <a:xfrm>
            <a:off x="7553387" y="7067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F4F8304-AB2A-2125-1030-889FF7ECDF23}"/>
              </a:ext>
            </a:extLst>
          </p:cNvPr>
          <p:cNvCxnSpPr>
            <a:cxnSpLocks/>
            <a:stCxn id="20" idx="4"/>
            <a:endCxn id="23" idx="0"/>
          </p:cNvCxnSpPr>
          <p:nvPr/>
        </p:nvCxnSpPr>
        <p:spPr>
          <a:xfrm flipH="1">
            <a:off x="8273387" y="6338657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0074E2A8-7698-1825-461C-FD4424FD09BC}"/>
              </a:ext>
            </a:extLst>
          </p:cNvPr>
          <p:cNvSpPr/>
          <p:nvPr/>
        </p:nvSpPr>
        <p:spPr>
          <a:xfrm>
            <a:off x="1007890" y="706789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FF62250-93D3-5FE1-B8DF-A38D6F0B10B8}"/>
              </a:ext>
            </a:extLst>
          </p:cNvPr>
          <p:cNvCxnSpPr>
            <a:cxnSpLocks/>
            <a:stCxn id="18" idx="4"/>
            <a:endCxn id="25" idx="0"/>
          </p:cNvCxnSpPr>
          <p:nvPr/>
        </p:nvCxnSpPr>
        <p:spPr>
          <a:xfrm flipH="1">
            <a:off x="1727890" y="6338657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8804530E-6397-FC80-77F6-E760766BE487}"/>
              </a:ext>
            </a:extLst>
          </p:cNvPr>
          <p:cNvSpPr/>
          <p:nvPr/>
        </p:nvSpPr>
        <p:spPr>
          <a:xfrm>
            <a:off x="5732789" y="94224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1411EFD-BBE8-18BE-2BA4-04B02E7D51F7}"/>
              </a:ext>
            </a:extLst>
          </p:cNvPr>
          <p:cNvCxnSpPr>
            <a:cxnSpLocks/>
            <a:stCxn id="23" idx="4"/>
            <a:endCxn id="27" idx="0"/>
          </p:cNvCxnSpPr>
          <p:nvPr/>
        </p:nvCxnSpPr>
        <p:spPr>
          <a:xfrm flipH="1">
            <a:off x="6452789" y="8380696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96D2915-602B-2353-BB2E-44B1109CFB17}"/>
              </a:ext>
            </a:extLst>
          </p:cNvPr>
          <p:cNvCxnSpPr>
            <a:cxnSpLocks/>
            <a:stCxn id="25" idx="4"/>
            <a:endCxn id="27" idx="0"/>
          </p:cNvCxnSpPr>
          <p:nvPr/>
        </p:nvCxnSpPr>
        <p:spPr>
          <a:xfrm>
            <a:off x="1727890" y="8380695"/>
            <a:ext cx="4724899" cy="104176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666E70C-F332-06B5-C481-1631205BAB45}"/>
              </a:ext>
            </a:extLst>
          </p:cNvPr>
          <p:cNvCxnSpPr>
            <a:cxnSpLocks/>
            <a:stCxn id="18" idx="6"/>
            <a:endCxn id="20" idx="2"/>
          </p:cNvCxnSpPr>
          <p:nvPr/>
        </p:nvCxnSpPr>
        <p:spPr>
          <a:xfrm>
            <a:off x="4196851" y="5682256"/>
            <a:ext cx="4746670" cy="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4463328-85E1-903B-8FF8-1A292DDA6E18}"/>
              </a:ext>
            </a:extLst>
          </p:cNvPr>
          <p:cNvCxnSpPr>
            <a:cxnSpLocks/>
            <a:stCxn id="18" idx="5"/>
            <a:endCxn id="23" idx="0"/>
          </p:cNvCxnSpPr>
          <p:nvPr/>
        </p:nvCxnSpPr>
        <p:spPr>
          <a:xfrm>
            <a:off x="3985968" y="6146401"/>
            <a:ext cx="4287419" cy="92149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C9D05F6-B53E-E5A5-5CA0-62825D414D23}"/>
              </a:ext>
            </a:extLst>
          </p:cNvPr>
          <p:cNvSpPr/>
          <p:nvPr/>
        </p:nvSpPr>
        <p:spPr>
          <a:xfrm>
            <a:off x="639258" y="11864121"/>
            <a:ext cx="23105484" cy="94096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spcBef>
                <a:spcPts val="0"/>
              </a:spcBef>
            </a:pPr>
            <a:r>
              <a:rPr lang="en-IN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How would you represent a graph in your preferred data-structure?</a:t>
            </a:r>
          </a:p>
        </p:txBody>
      </p:sp>
    </p:spTree>
    <p:extLst>
      <p:ext uri="{BB962C8B-B14F-4D97-AF65-F5344CB8AC3E}">
        <p14:creationId xmlns:p14="http://schemas.microsoft.com/office/powerpoint/2010/main" val="257191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2634B4A-4922-423D-7213-A932FEA93C28}"/>
              </a:ext>
            </a:extLst>
          </p:cNvPr>
          <p:cNvSpPr/>
          <p:nvPr/>
        </p:nvSpPr>
        <p:spPr>
          <a:xfrm>
            <a:off x="2106611" y="19558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CECE277-13B0-CEE3-0092-A84410A42209}"/>
              </a:ext>
            </a:extLst>
          </p:cNvPr>
          <p:cNvSpPr/>
          <p:nvPr/>
        </p:nvSpPr>
        <p:spPr>
          <a:xfrm>
            <a:off x="5082549" y="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FC8F2C4-99A6-C95D-2292-9C384FB571B0}"/>
              </a:ext>
            </a:extLst>
          </p:cNvPr>
          <p:cNvSpPr/>
          <p:nvPr/>
        </p:nvSpPr>
        <p:spPr>
          <a:xfrm>
            <a:off x="8293281" y="19558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402ACED-8013-9E5B-9622-0BBEC152E353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2826611" y="131280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275F8C7-E96D-CE78-BAC2-1584B520502F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5802549" y="131280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7C025924-F894-452B-A38A-457ED3084313}"/>
              </a:ext>
            </a:extLst>
          </p:cNvPr>
          <p:cNvSpPr/>
          <p:nvPr/>
        </p:nvSpPr>
        <p:spPr>
          <a:xfrm>
            <a:off x="6903147" y="39978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C5A9FB-0620-6CF4-7D1F-C7D81960DF81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7623147" y="326865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353F314F-9CF9-1C91-B368-94CFB573E0B7}"/>
              </a:ext>
            </a:extLst>
          </p:cNvPr>
          <p:cNvSpPr/>
          <p:nvPr/>
        </p:nvSpPr>
        <p:spPr>
          <a:xfrm>
            <a:off x="357650" y="399788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2FB451-C028-B422-0CA6-399A0599C711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1077650" y="326865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A1FA3D4-21F7-084B-FE13-00ABDC4F0750}"/>
              </a:ext>
            </a:extLst>
          </p:cNvPr>
          <p:cNvSpPr/>
          <p:nvPr/>
        </p:nvSpPr>
        <p:spPr>
          <a:xfrm>
            <a:off x="5082549" y="635245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B1C627E-1DC8-44AB-235C-516F7270B005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802549" y="531069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74E5BA-1231-AC68-D7AD-A709BA4422FD}"/>
              </a:ext>
            </a:extLst>
          </p:cNvPr>
          <p:cNvCxnSpPr>
            <a:cxnSpLocks/>
            <a:stCxn id="9" idx="4"/>
            <a:endCxn id="11" idx="0"/>
          </p:cNvCxnSpPr>
          <p:nvPr/>
        </p:nvCxnSpPr>
        <p:spPr>
          <a:xfrm>
            <a:off x="1077650" y="5310691"/>
            <a:ext cx="4724899" cy="104176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3EF54D3-F15E-DFEA-DAC8-31180CBCE111}"/>
              </a:ext>
            </a:extLst>
          </p:cNvPr>
          <p:cNvCxnSpPr>
            <a:cxnSpLocks/>
            <a:stCxn id="2" idx="6"/>
            <a:endCxn id="4" idx="2"/>
          </p:cNvCxnSpPr>
          <p:nvPr/>
        </p:nvCxnSpPr>
        <p:spPr>
          <a:xfrm>
            <a:off x="3546611" y="2612252"/>
            <a:ext cx="4746670" cy="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36F0621-840A-01FD-D96D-3783E6BE4BE4}"/>
              </a:ext>
            </a:extLst>
          </p:cNvPr>
          <p:cNvCxnSpPr>
            <a:cxnSpLocks/>
            <a:stCxn id="2" idx="5"/>
            <a:endCxn id="7" idx="0"/>
          </p:cNvCxnSpPr>
          <p:nvPr/>
        </p:nvCxnSpPr>
        <p:spPr>
          <a:xfrm>
            <a:off x="3335728" y="3076397"/>
            <a:ext cx="4287419" cy="92149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120C8968-9C24-E61D-172D-D362301AC1DC}"/>
              </a:ext>
            </a:extLst>
          </p:cNvPr>
          <p:cNvSpPr/>
          <p:nvPr/>
        </p:nvSpPr>
        <p:spPr>
          <a:xfrm>
            <a:off x="11190566" y="26122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49C1286-52BC-E08A-CDBC-C89688FEAB3D}"/>
              </a:ext>
            </a:extLst>
          </p:cNvPr>
          <p:cNvSpPr/>
          <p:nvPr/>
        </p:nvSpPr>
        <p:spPr>
          <a:xfrm>
            <a:off x="11190566" y="40811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F40857-7F88-504A-4035-FFF18E377054}"/>
              </a:ext>
            </a:extLst>
          </p:cNvPr>
          <p:cNvSpPr/>
          <p:nvPr/>
        </p:nvSpPr>
        <p:spPr>
          <a:xfrm>
            <a:off x="11190566" y="555010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F410A99-6B94-2015-0412-EBB44B097D92}"/>
              </a:ext>
            </a:extLst>
          </p:cNvPr>
          <p:cNvSpPr/>
          <p:nvPr/>
        </p:nvSpPr>
        <p:spPr>
          <a:xfrm>
            <a:off x="11190566" y="70190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70E031-AC38-9EF7-B870-2DED75FCBD97}"/>
              </a:ext>
            </a:extLst>
          </p:cNvPr>
          <p:cNvSpPr/>
          <p:nvPr/>
        </p:nvSpPr>
        <p:spPr>
          <a:xfrm>
            <a:off x="11190566" y="84879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4C99D70-413D-8362-D8BF-1FF428CED094}"/>
              </a:ext>
            </a:extLst>
          </p:cNvPr>
          <p:cNvSpPr/>
          <p:nvPr/>
        </p:nvSpPr>
        <p:spPr>
          <a:xfrm>
            <a:off x="11190566" y="995687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8D0DBDB-7999-469B-1E5A-9A042C8B5F0A}"/>
              </a:ext>
            </a:extLst>
          </p:cNvPr>
          <p:cNvSpPr/>
          <p:nvPr/>
        </p:nvSpPr>
        <p:spPr>
          <a:xfrm>
            <a:off x="12749366" y="98377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18E82DE-43F2-A7C5-E3EA-F19CC5EE0791}"/>
              </a:ext>
            </a:extLst>
          </p:cNvPr>
          <p:cNvSpPr/>
          <p:nvPr/>
        </p:nvSpPr>
        <p:spPr>
          <a:xfrm>
            <a:off x="14308166" y="98377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C884B29-A4A0-B230-07F2-EDC3C8AAC004}"/>
              </a:ext>
            </a:extLst>
          </p:cNvPr>
          <p:cNvSpPr/>
          <p:nvPr/>
        </p:nvSpPr>
        <p:spPr>
          <a:xfrm>
            <a:off x="17430408" y="98377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1BD93C-3BD8-FE8B-9BB5-ABD06198948C}"/>
              </a:ext>
            </a:extLst>
          </p:cNvPr>
          <p:cNvSpPr/>
          <p:nvPr/>
        </p:nvSpPr>
        <p:spPr>
          <a:xfrm>
            <a:off x="15866966" y="98377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6F2B978-F095-41E5-808E-A4A1673D3CAC}"/>
              </a:ext>
            </a:extLst>
          </p:cNvPr>
          <p:cNvSpPr/>
          <p:nvPr/>
        </p:nvSpPr>
        <p:spPr>
          <a:xfrm>
            <a:off x="19007827" y="98377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85429C5-C200-AE16-26DB-A5B3F5F67567}"/>
              </a:ext>
            </a:extLst>
          </p:cNvPr>
          <p:cNvSpPr/>
          <p:nvPr/>
        </p:nvSpPr>
        <p:spPr>
          <a:xfrm>
            <a:off x="20598252" y="98377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D0999ED-28B7-7489-2957-7A5AF4ED9EE6}"/>
              </a:ext>
            </a:extLst>
          </p:cNvPr>
          <p:cNvSpPr/>
          <p:nvPr/>
        </p:nvSpPr>
        <p:spPr>
          <a:xfrm>
            <a:off x="12749366" y="261225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F3A93AF-4EB9-B48F-C901-9CFC32EA1417}"/>
              </a:ext>
            </a:extLst>
          </p:cNvPr>
          <p:cNvSpPr/>
          <p:nvPr/>
        </p:nvSpPr>
        <p:spPr>
          <a:xfrm>
            <a:off x="12749366" y="408117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B6C845C-1426-DDC6-A8CF-2BDFA896FCFF}"/>
              </a:ext>
            </a:extLst>
          </p:cNvPr>
          <p:cNvSpPr/>
          <p:nvPr/>
        </p:nvSpPr>
        <p:spPr>
          <a:xfrm>
            <a:off x="12749366" y="555010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623A46F-1C10-1952-5EDC-C52AA9774EA2}"/>
              </a:ext>
            </a:extLst>
          </p:cNvPr>
          <p:cNvSpPr/>
          <p:nvPr/>
        </p:nvSpPr>
        <p:spPr>
          <a:xfrm>
            <a:off x="12749366" y="701902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8106379-1D86-E43E-4D8E-DD0A87EEF576}"/>
              </a:ext>
            </a:extLst>
          </p:cNvPr>
          <p:cNvSpPr/>
          <p:nvPr/>
        </p:nvSpPr>
        <p:spPr>
          <a:xfrm>
            <a:off x="12749366" y="848795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0CA91F4-FCFC-CA48-9638-ECA37F0E5D00}"/>
              </a:ext>
            </a:extLst>
          </p:cNvPr>
          <p:cNvSpPr/>
          <p:nvPr/>
        </p:nvSpPr>
        <p:spPr>
          <a:xfrm>
            <a:off x="12749366" y="9956877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7CCC18F-7B99-22A5-DB27-0948F9BF2131}"/>
              </a:ext>
            </a:extLst>
          </p:cNvPr>
          <p:cNvSpPr/>
          <p:nvPr/>
        </p:nvSpPr>
        <p:spPr>
          <a:xfrm>
            <a:off x="14308166" y="261225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901D9DA-25D6-119B-C38F-F3A47019346F}"/>
              </a:ext>
            </a:extLst>
          </p:cNvPr>
          <p:cNvSpPr/>
          <p:nvPr/>
        </p:nvSpPr>
        <p:spPr>
          <a:xfrm>
            <a:off x="14308166" y="408117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36BDFF9-19EE-99D2-AE9E-A0DC302C610F}"/>
              </a:ext>
            </a:extLst>
          </p:cNvPr>
          <p:cNvSpPr/>
          <p:nvPr/>
        </p:nvSpPr>
        <p:spPr>
          <a:xfrm>
            <a:off x="14308166" y="555010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78C55B7-CBE1-79C0-6033-8C4093C78A67}"/>
              </a:ext>
            </a:extLst>
          </p:cNvPr>
          <p:cNvSpPr/>
          <p:nvPr/>
        </p:nvSpPr>
        <p:spPr>
          <a:xfrm>
            <a:off x="14308166" y="701902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7F38340-ACD4-65B6-C8A1-55A11C127649}"/>
              </a:ext>
            </a:extLst>
          </p:cNvPr>
          <p:cNvSpPr/>
          <p:nvPr/>
        </p:nvSpPr>
        <p:spPr>
          <a:xfrm>
            <a:off x="14308166" y="848795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3780E90-E634-641D-E177-FF38796738A7}"/>
              </a:ext>
            </a:extLst>
          </p:cNvPr>
          <p:cNvSpPr/>
          <p:nvPr/>
        </p:nvSpPr>
        <p:spPr>
          <a:xfrm>
            <a:off x="14308166" y="9956877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5D44087-2425-F9BC-7161-D6B06A484B87}"/>
              </a:ext>
            </a:extLst>
          </p:cNvPr>
          <p:cNvSpPr/>
          <p:nvPr/>
        </p:nvSpPr>
        <p:spPr>
          <a:xfrm>
            <a:off x="15866966" y="261225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EBE9F7A-1C81-9D47-8525-43BB683CD9FE}"/>
              </a:ext>
            </a:extLst>
          </p:cNvPr>
          <p:cNvSpPr/>
          <p:nvPr/>
        </p:nvSpPr>
        <p:spPr>
          <a:xfrm>
            <a:off x="15866966" y="408117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6C20D52-C21D-CD58-9C28-1F36B502FFBE}"/>
              </a:ext>
            </a:extLst>
          </p:cNvPr>
          <p:cNvSpPr/>
          <p:nvPr/>
        </p:nvSpPr>
        <p:spPr>
          <a:xfrm>
            <a:off x="15866966" y="555010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1C59B4F-CE95-45BC-B9A9-A143CE253517}"/>
              </a:ext>
            </a:extLst>
          </p:cNvPr>
          <p:cNvSpPr/>
          <p:nvPr/>
        </p:nvSpPr>
        <p:spPr>
          <a:xfrm>
            <a:off x="15866966" y="701902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1BF3EC0-EBC8-4C05-714D-5ABCC4E637C6}"/>
              </a:ext>
            </a:extLst>
          </p:cNvPr>
          <p:cNvSpPr/>
          <p:nvPr/>
        </p:nvSpPr>
        <p:spPr>
          <a:xfrm>
            <a:off x="15866966" y="848795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B164557-91A5-A4F7-4942-AA69590528C0}"/>
              </a:ext>
            </a:extLst>
          </p:cNvPr>
          <p:cNvSpPr/>
          <p:nvPr/>
        </p:nvSpPr>
        <p:spPr>
          <a:xfrm>
            <a:off x="15866966" y="9956877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B9779D1-5F15-C8C4-BACE-02FBAFC6803E}"/>
              </a:ext>
            </a:extLst>
          </p:cNvPr>
          <p:cNvSpPr/>
          <p:nvPr/>
        </p:nvSpPr>
        <p:spPr>
          <a:xfrm>
            <a:off x="17430408" y="261225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F260092-9114-3F49-06AE-B59F3BE2D86D}"/>
              </a:ext>
            </a:extLst>
          </p:cNvPr>
          <p:cNvSpPr/>
          <p:nvPr/>
        </p:nvSpPr>
        <p:spPr>
          <a:xfrm>
            <a:off x="17430408" y="408117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1E5FCD3D-ADCA-2E94-5819-74C7F299D20C}"/>
              </a:ext>
            </a:extLst>
          </p:cNvPr>
          <p:cNvSpPr/>
          <p:nvPr/>
        </p:nvSpPr>
        <p:spPr>
          <a:xfrm>
            <a:off x="17430408" y="555010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6C3FAC4-7D60-1D9E-F88D-0611C5B12E71}"/>
              </a:ext>
            </a:extLst>
          </p:cNvPr>
          <p:cNvSpPr/>
          <p:nvPr/>
        </p:nvSpPr>
        <p:spPr>
          <a:xfrm>
            <a:off x="17430408" y="701902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899CBE9-7C20-9DBB-4141-BAFEB451F5AF}"/>
              </a:ext>
            </a:extLst>
          </p:cNvPr>
          <p:cNvSpPr/>
          <p:nvPr/>
        </p:nvSpPr>
        <p:spPr>
          <a:xfrm>
            <a:off x="17430408" y="848795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AA687B9-CE0C-8F0F-851C-EEDDB433A336}"/>
              </a:ext>
            </a:extLst>
          </p:cNvPr>
          <p:cNvSpPr/>
          <p:nvPr/>
        </p:nvSpPr>
        <p:spPr>
          <a:xfrm>
            <a:off x="17430408" y="9956877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F07562D-9244-F1BA-4D1A-D1E0F7AE1507}"/>
              </a:ext>
            </a:extLst>
          </p:cNvPr>
          <p:cNvSpPr/>
          <p:nvPr/>
        </p:nvSpPr>
        <p:spPr>
          <a:xfrm>
            <a:off x="19007827" y="261225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C3A9AE6-749A-472A-92D6-237DD7BD0C12}"/>
              </a:ext>
            </a:extLst>
          </p:cNvPr>
          <p:cNvSpPr/>
          <p:nvPr/>
        </p:nvSpPr>
        <p:spPr>
          <a:xfrm>
            <a:off x="19007827" y="408117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D6C4A61-433A-5E58-C529-6F58F729A07D}"/>
              </a:ext>
            </a:extLst>
          </p:cNvPr>
          <p:cNvSpPr/>
          <p:nvPr/>
        </p:nvSpPr>
        <p:spPr>
          <a:xfrm>
            <a:off x="19007827" y="555010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43888A5-DA38-01A2-8CED-DB94CC9F9E96}"/>
              </a:ext>
            </a:extLst>
          </p:cNvPr>
          <p:cNvSpPr/>
          <p:nvPr/>
        </p:nvSpPr>
        <p:spPr>
          <a:xfrm>
            <a:off x="19007827" y="701902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9708806-AC29-5775-0EAB-97BD25A03476}"/>
              </a:ext>
            </a:extLst>
          </p:cNvPr>
          <p:cNvSpPr/>
          <p:nvPr/>
        </p:nvSpPr>
        <p:spPr>
          <a:xfrm>
            <a:off x="19007827" y="848795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611C1B8-52A1-582B-2274-17F4D78F1BB2}"/>
              </a:ext>
            </a:extLst>
          </p:cNvPr>
          <p:cNvSpPr/>
          <p:nvPr/>
        </p:nvSpPr>
        <p:spPr>
          <a:xfrm>
            <a:off x="19007827" y="9956877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D268803-EFC5-CFA4-7529-7533018E0289}"/>
              </a:ext>
            </a:extLst>
          </p:cNvPr>
          <p:cNvSpPr/>
          <p:nvPr/>
        </p:nvSpPr>
        <p:spPr>
          <a:xfrm>
            <a:off x="20598252" y="261225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62883BF-595F-BD2C-422D-08CB5C1C6640}"/>
              </a:ext>
            </a:extLst>
          </p:cNvPr>
          <p:cNvSpPr/>
          <p:nvPr/>
        </p:nvSpPr>
        <p:spPr>
          <a:xfrm>
            <a:off x="20598252" y="408117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C312907-341B-7573-21FD-E477ACA19715}"/>
              </a:ext>
            </a:extLst>
          </p:cNvPr>
          <p:cNvSpPr/>
          <p:nvPr/>
        </p:nvSpPr>
        <p:spPr>
          <a:xfrm>
            <a:off x="20598252" y="555010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BCF9232A-3330-B16C-CAFA-D217D8123CEC}"/>
              </a:ext>
            </a:extLst>
          </p:cNvPr>
          <p:cNvSpPr/>
          <p:nvPr/>
        </p:nvSpPr>
        <p:spPr>
          <a:xfrm>
            <a:off x="20598252" y="701902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9121195-A841-D3F3-8A09-8401618451A1}"/>
              </a:ext>
            </a:extLst>
          </p:cNvPr>
          <p:cNvSpPr/>
          <p:nvPr/>
        </p:nvSpPr>
        <p:spPr>
          <a:xfrm>
            <a:off x="20598252" y="848795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C83BC0A-AA7F-1A14-D728-2491254ABDF6}"/>
              </a:ext>
            </a:extLst>
          </p:cNvPr>
          <p:cNvSpPr/>
          <p:nvPr/>
        </p:nvSpPr>
        <p:spPr>
          <a:xfrm>
            <a:off x="20598252" y="9956877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8197F76C-0D47-1F97-0A3D-D334DEB96501}"/>
              </a:ext>
            </a:extLst>
          </p:cNvPr>
          <p:cNvSpPr/>
          <p:nvPr/>
        </p:nvSpPr>
        <p:spPr>
          <a:xfrm>
            <a:off x="11648795" y="12039467"/>
            <a:ext cx="9876342" cy="94096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Adjacency Matrix</a:t>
            </a:r>
          </a:p>
        </p:txBody>
      </p:sp>
    </p:spTree>
    <p:extLst>
      <p:ext uri="{BB962C8B-B14F-4D97-AF65-F5344CB8AC3E}">
        <p14:creationId xmlns:p14="http://schemas.microsoft.com/office/powerpoint/2010/main" val="879136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766AC-4251-EB10-03CB-8C0BA1F23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F34D7C4-CFD7-A7D3-74A3-B8D6B7F06096}"/>
              </a:ext>
            </a:extLst>
          </p:cNvPr>
          <p:cNvSpPr/>
          <p:nvPr/>
        </p:nvSpPr>
        <p:spPr>
          <a:xfrm>
            <a:off x="2106611" y="19558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4943E96-9689-9A70-F9AB-D03958D51F74}"/>
              </a:ext>
            </a:extLst>
          </p:cNvPr>
          <p:cNvSpPr/>
          <p:nvPr/>
        </p:nvSpPr>
        <p:spPr>
          <a:xfrm>
            <a:off x="5082549" y="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2801B0D-FFC6-348C-0F31-58AA5D3A0DC2}"/>
              </a:ext>
            </a:extLst>
          </p:cNvPr>
          <p:cNvSpPr/>
          <p:nvPr/>
        </p:nvSpPr>
        <p:spPr>
          <a:xfrm>
            <a:off x="8293281" y="19558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A81C426-36FD-9A1D-53A2-93216FFAC30D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2826611" y="131280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E385BB7-E729-152A-7EEE-8E5CD0F17FA6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5802549" y="131280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CD09764-EDA5-AEA8-3BAE-C7EA61134DAD}"/>
              </a:ext>
            </a:extLst>
          </p:cNvPr>
          <p:cNvSpPr/>
          <p:nvPr/>
        </p:nvSpPr>
        <p:spPr>
          <a:xfrm>
            <a:off x="6903147" y="39978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5AD529-994D-9BCD-68DC-D25767190C38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7623147" y="326865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89829B31-FA9C-6833-9B8C-16FFB0428AEB}"/>
              </a:ext>
            </a:extLst>
          </p:cNvPr>
          <p:cNvSpPr/>
          <p:nvPr/>
        </p:nvSpPr>
        <p:spPr>
          <a:xfrm>
            <a:off x="357650" y="399788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50B1BF5-E2B5-2C9D-8F08-2AF8AED002FF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1077650" y="326865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A560C5D-C952-180D-F73C-14ACE1909552}"/>
              </a:ext>
            </a:extLst>
          </p:cNvPr>
          <p:cNvSpPr/>
          <p:nvPr/>
        </p:nvSpPr>
        <p:spPr>
          <a:xfrm>
            <a:off x="5082549" y="635245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8A4D464-3465-348E-F057-1F59036104D5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802549" y="531069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9956B4C-C8B3-EAEC-FF69-2AA0B79D683A}"/>
              </a:ext>
            </a:extLst>
          </p:cNvPr>
          <p:cNvCxnSpPr>
            <a:cxnSpLocks/>
            <a:stCxn id="9" idx="4"/>
            <a:endCxn id="11" idx="0"/>
          </p:cNvCxnSpPr>
          <p:nvPr/>
        </p:nvCxnSpPr>
        <p:spPr>
          <a:xfrm>
            <a:off x="1077650" y="5310691"/>
            <a:ext cx="4724899" cy="104176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D41791-9C84-ECFA-8A8C-1A65AE0170E2}"/>
              </a:ext>
            </a:extLst>
          </p:cNvPr>
          <p:cNvCxnSpPr>
            <a:cxnSpLocks/>
            <a:stCxn id="2" idx="6"/>
            <a:endCxn id="4" idx="2"/>
          </p:cNvCxnSpPr>
          <p:nvPr/>
        </p:nvCxnSpPr>
        <p:spPr>
          <a:xfrm>
            <a:off x="3546611" y="2612252"/>
            <a:ext cx="4746670" cy="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B6BB04E-1B95-386C-682D-3439C3DEC6C2}"/>
              </a:ext>
            </a:extLst>
          </p:cNvPr>
          <p:cNvCxnSpPr>
            <a:cxnSpLocks/>
            <a:stCxn id="2" idx="5"/>
            <a:endCxn id="7" idx="0"/>
          </p:cNvCxnSpPr>
          <p:nvPr/>
        </p:nvCxnSpPr>
        <p:spPr>
          <a:xfrm>
            <a:off x="3335728" y="3076397"/>
            <a:ext cx="4287419" cy="92149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619E65B6-9200-3D26-3AC6-F0FD680784D0}"/>
              </a:ext>
            </a:extLst>
          </p:cNvPr>
          <p:cNvSpPr/>
          <p:nvPr/>
        </p:nvSpPr>
        <p:spPr>
          <a:xfrm>
            <a:off x="11190566" y="26122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AB74F4A-306B-2EFE-1CE7-9F9660EA3DC5}"/>
              </a:ext>
            </a:extLst>
          </p:cNvPr>
          <p:cNvSpPr/>
          <p:nvPr/>
        </p:nvSpPr>
        <p:spPr>
          <a:xfrm>
            <a:off x="11190566" y="40811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62D3772-7212-F66D-A6CA-A5672D43ED82}"/>
              </a:ext>
            </a:extLst>
          </p:cNvPr>
          <p:cNvSpPr/>
          <p:nvPr/>
        </p:nvSpPr>
        <p:spPr>
          <a:xfrm>
            <a:off x="11190566" y="555010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C27631F-6883-BBCA-1943-2B1860E1A225}"/>
              </a:ext>
            </a:extLst>
          </p:cNvPr>
          <p:cNvSpPr/>
          <p:nvPr/>
        </p:nvSpPr>
        <p:spPr>
          <a:xfrm>
            <a:off x="11190566" y="70190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9EB5468-CFD4-160A-F617-8DC0BEADA6A3}"/>
              </a:ext>
            </a:extLst>
          </p:cNvPr>
          <p:cNvSpPr/>
          <p:nvPr/>
        </p:nvSpPr>
        <p:spPr>
          <a:xfrm>
            <a:off x="11190566" y="84879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F3DAF2B-FEC8-8B95-6D57-FEBF4D3DAC15}"/>
              </a:ext>
            </a:extLst>
          </p:cNvPr>
          <p:cNvSpPr/>
          <p:nvPr/>
        </p:nvSpPr>
        <p:spPr>
          <a:xfrm>
            <a:off x="11190566" y="995687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A5FC062-4E2B-838A-8B8A-8A874FADBF9C}"/>
              </a:ext>
            </a:extLst>
          </p:cNvPr>
          <p:cNvSpPr/>
          <p:nvPr/>
        </p:nvSpPr>
        <p:spPr>
          <a:xfrm>
            <a:off x="12749366" y="98377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863C1DC-940D-4E7A-3148-93DAB6B368B3}"/>
              </a:ext>
            </a:extLst>
          </p:cNvPr>
          <p:cNvSpPr/>
          <p:nvPr/>
        </p:nvSpPr>
        <p:spPr>
          <a:xfrm>
            <a:off x="14308166" y="98377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9C40545-C6F6-F843-BDC9-D8A1740395AA}"/>
              </a:ext>
            </a:extLst>
          </p:cNvPr>
          <p:cNvSpPr/>
          <p:nvPr/>
        </p:nvSpPr>
        <p:spPr>
          <a:xfrm>
            <a:off x="17430408" y="98377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2014114-AF58-1400-9F3C-E8E418546673}"/>
              </a:ext>
            </a:extLst>
          </p:cNvPr>
          <p:cNvSpPr/>
          <p:nvPr/>
        </p:nvSpPr>
        <p:spPr>
          <a:xfrm>
            <a:off x="15866966" y="98377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060B090-89B6-0127-001A-30FA74D939FD}"/>
              </a:ext>
            </a:extLst>
          </p:cNvPr>
          <p:cNvSpPr/>
          <p:nvPr/>
        </p:nvSpPr>
        <p:spPr>
          <a:xfrm>
            <a:off x="19007827" y="98377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4A3603C-56FA-BCD2-E97B-C5EE35E06327}"/>
              </a:ext>
            </a:extLst>
          </p:cNvPr>
          <p:cNvSpPr/>
          <p:nvPr/>
        </p:nvSpPr>
        <p:spPr>
          <a:xfrm>
            <a:off x="20598252" y="98377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7F4FFE1-6507-D405-28D3-828F36358848}"/>
              </a:ext>
            </a:extLst>
          </p:cNvPr>
          <p:cNvSpPr/>
          <p:nvPr/>
        </p:nvSpPr>
        <p:spPr>
          <a:xfrm>
            <a:off x="12749366" y="261225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9378ADD-00EA-7569-0879-7457E1709FBA}"/>
              </a:ext>
            </a:extLst>
          </p:cNvPr>
          <p:cNvSpPr/>
          <p:nvPr/>
        </p:nvSpPr>
        <p:spPr>
          <a:xfrm>
            <a:off x="12749366" y="408117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CEB5E50-53F3-2DB3-ADCE-CB461AA17547}"/>
              </a:ext>
            </a:extLst>
          </p:cNvPr>
          <p:cNvSpPr/>
          <p:nvPr/>
        </p:nvSpPr>
        <p:spPr>
          <a:xfrm>
            <a:off x="12749366" y="555010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C3F9FCC-D3F1-3F13-68FC-C00C75A202A4}"/>
              </a:ext>
            </a:extLst>
          </p:cNvPr>
          <p:cNvSpPr/>
          <p:nvPr/>
        </p:nvSpPr>
        <p:spPr>
          <a:xfrm>
            <a:off x="12749366" y="701902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B9FC434-F154-364E-159F-97F33F4AB1A9}"/>
              </a:ext>
            </a:extLst>
          </p:cNvPr>
          <p:cNvSpPr/>
          <p:nvPr/>
        </p:nvSpPr>
        <p:spPr>
          <a:xfrm>
            <a:off x="12749366" y="848795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0DFB18D-77B3-1656-FC2B-CEB02132268B}"/>
              </a:ext>
            </a:extLst>
          </p:cNvPr>
          <p:cNvSpPr/>
          <p:nvPr/>
        </p:nvSpPr>
        <p:spPr>
          <a:xfrm>
            <a:off x="12749366" y="9956877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74F8C69-DE05-A3C3-EA02-BC8CB0CF0284}"/>
              </a:ext>
            </a:extLst>
          </p:cNvPr>
          <p:cNvSpPr/>
          <p:nvPr/>
        </p:nvSpPr>
        <p:spPr>
          <a:xfrm>
            <a:off x="14308166" y="261225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6A3679F-6D3D-F2DB-40B2-CCD67CED53E0}"/>
              </a:ext>
            </a:extLst>
          </p:cNvPr>
          <p:cNvSpPr/>
          <p:nvPr/>
        </p:nvSpPr>
        <p:spPr>
          <a:xfrm>
            <a:off x="14308166" y="408117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0CF0D90-2131-67AC-875F-E7F02E0E0EDD}"/>
              </a:ext>
            </a:extLst>
          </p:cNvPr>
          <p:cNvSpPr/>
          <p:nvPr/>
        </p:nvSpPr>
        <p:spPr>
          <a:xfrm>
            <a:off x="14308166" y="555010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9EE442F-B885-2E6B-E4B2-2EDECD858A85}"/>
              </a:ext>
            </a:extLst>
          </p:cNvPr>
          <p:cNvSpPr/>
          <p:nvPr/>
        </p:nvSpPr>
        <p:spPr>
          <a:xfrm>
            <a:off x="14308166" y="701902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B83AA18-DC54-BFC5-13D6-3B448615A5D9}"/>
              </a:ext>
            </a:extLst>
          </p:cNvPr>
          <p:cNvSpPr/>
          <p:nvPr/>
        </p:nvSpPr>
        <p:spPr>
          <a:xfrm>
            <a:off x="14308166" y="848795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9EA6C71-ABE6-D1D4-75D1-0FDBC15B721E}"/>
              </a:ext>
            </a:extLst>
          </p:cNvPr>
          <p:cNvSpPr/>
          <p:nvPr/>
        </p:nvSpPr>
        <p:spPr>
          <a:xfrm>
            <a:off x="14308166" y="9956877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F6F0A16-9D71-D873-6168-E1EFD66AF689}"/>
              </a:ext>
            </a:extLst>
          </p:cNvPr>
          <p:cNvSpPr/>
          <p:nvPr/>
        </p:nvSpPr>
        <p:spPr>
          <a:xfrm>
            <a:off x="15866966" y="261225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547BD2C-6E4E-A609-258B-CBA19E7519D6}"/>
              </a:ext>
            </a:extLst>
          </p:cNvPr>
          <p:cNvSpPr/>
          <p:nvPr/>
        </p:nvSpPr>
        <p:spPr>
          <a:xfrm>
            <a:off x="15866966" y="408117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F0DFC1D-87DE-97A5-8097-576643F695B1}"/>
              </a:ext>
            </a:extLst>
          </p:cNvPr>
          <p:cNvSpPr/>
          <p:nvPr/>
        </p:nvSpPr>
        <p:spPr>
          <a:xfrm>
            <a:off x="15866966" y="555010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35A7740-2888-EBE9-A823-BAA1EFF11F4F}"/>
              </a:ext>
            </a:extLst>
          </p:cNvPr>
          <p:cNvSpPr/>
          <p:nvPr/>
        </p:nvSpPr>
        <p:spPr>
          <a:xfrm>
            <a:off x="15866966" y="701902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CD4BAF8-8A41-EB10-826D-BCDE4DA25AE5}"/>
              </a:ext>
            </a:extLst>
          </p:cNvPr>
          <p:cNvSpPr/>
          <p:nvPr/>
        </p:nvSpPr>
        <p:spPr>
          <a:xfrm>
            <a:off x="15866966" y="848795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8549DCF-BB20-24A3-E65C-0C89AE92550A}"/>
              </a:ext>
            </a:extLst>
          </p:cNvPr>
          <p:cNvSpPr/>
          <p:nvPr/>
        </p:nvSpPr>
        <p:spPr>
          <a:xfrm>
            <a:off x="15866966" y="9956877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3CC4987-1BF2-AFD4-6F47-ACBF1DBC6519}"/>
              </a:ext>
            </a:extLst>
          </p:cNvPr>
          <p:cNvSpPr/>
          <p:nvPr/>
        </p:nvSpPr>
        <p:spPr>
          <a:xfrm>
            <a:off x="17430408" y="261225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E925F49-4BFF-DBB6-682D-86165D53AD7E}"/>
              </a:ext>
            </a:extLst>
          </p:cNvPr>
          <p:cNvSpPr/>
          <p:nvPr/>
        </p:nvSpPr>
        <p:spPr>
          <a:xfrm>
            <a:off x="17430408" y="408117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4CB87F4-8EFD-F91C-B047-E4FE9CC453CB}"/>
              </a:ext>
            </a:extLst>
          </p:cNvPr>
          <p:cNvSpPr/>
          <p:nvPr/>
        </p:nvSpPr>
        <p:spPr>
          <a:xfrm>
            <a:off x="17430408" y="555010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7A8A330-5F16-6C25-D266-1C63054F183C}"/>
              </a:ext>
            </a:extLst>
          </p:cNvPr>
          <p:cNvSpPr/>
          <p:nvPr/>
        </p:nvSpPr>
        <p:spPr>
          <a:xfrm>
            <a:off x="17430408" y="701902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B07CC034-CB42-75C9-782B-C89ADA75B76D}"/>
              </a:ext>
            </a:extLst>
          </p:cNvPr>
          <p:cNvSpPr/>
          <p:nvPr/>
        </p:nvSpPr>
        <p:spPr>
          <a:xfrm>
            <a:off x="17430408" y="848795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284A417-FE2F-A2EE-66D6-984DDF36A7D2}"/>
              </a:ext>
            </a:extLst>
          </p:cNvPr>
          <p:cNvSpPr/>
          <p:nvPr/>
        </p:nvSpPr>
        <p:spPr>
          <a:xfrm>
            <a:off x="17430408" y="9956877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9465FA2-71F3-8172-78AD-1C37F4CAEAEC}"/>
              </a:ext>
            </a:extLst>
          </p:cNvPr>
          <p:cNvSpPr/>
          <p:nvPr/>
        </p:nvSpPr>
        <p:spPr>
          <a:xfrm>
            <a:off x="19007827" y="261225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408DCD88-ABCB-B3FD-BBF9-E0B039FA08B9}"/>
              </a:ext>
            </a:extLst>
          </p:cNvPr>
          <p:cNvSpPr/>
          <p:nvPr/>
        </p:nvSpPr>
        <p:spPr>
          <a:xfrm>
            <a:off x="19007827" y="408117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8572945-D258-9F7A-9337-5888B0E6CBF1}"/>
              </a:ext>
            </a:extLst>
          </p:cNvPr>
          <p:cNvSpPr/>
          <p:nvPr/>
        </p:nvSpPr>
        <p:spPr>
          <a:xfrm>
            <a:off x="19007827" y="555010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B99D5DF-F165-3900-698A-BBAF4ACD0A86}"/>
              </a:ext>
            </a:extLst>
          </p:cNvPr>
          <p:cNvSpPr/>
          <p:nvPr/>
        </p:nvSpPr>
        <p:spPr>
          <a:xfrm>
            <a:off x="19007827" y="701902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C9052AD-1EA2-A4B9-810B-02E3451171F4}"/>
              </a:ext>
            </a:extLst>
          </p:cNvPr>
          <p:cNvSpPr/>
          <p:nvPr/>
        </p:nvSpPr>
        <p:spPr>
          <a:xfrm>
            <a:off x="19007827" y="848795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4EEC829-B54B-A1DF-2EA3-12E9753FF3C1}"/>
              </a:ext>
            </a:extLst>
          </p:cNvPr>
          <p:cNvSpPr/>
          <p:nvPr/>
        </p:nvSpPr>
        <p:spPr>
          <a:xfrm>
            <a:off x="19007827" y="9956877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FD56A4F-1D31-08C1-8CB1-D66193E1E0BD}"/>
              </a:ext>
            </a:extLst>
          </p:cNvPr>
          <p:cNvSpPr/>
          <p:nvPr/>
        </p:nvSpPr>
        <p:spPr>
          <a:xfrm>
            <a:off x="20598252" y="261225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20F1BB0-B091-49FE-DB48-22DA3504A270}"/>
              </a:ext>
            </a:extLst>
          </p:cNvPr>
          <p:cNvSpPr/>
          <p:nvPr/>
        </p:nvSpPr>
        <p:spPr>
          <a:xfrm>
            <a:off x="20598252" y="408117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5C715EB-86E3-E8BA-35C0-E502A9F6FB8B}"/>
              </a:ext>
            </a:extLst>
          </p:cNvPr>
          <p:cNvSpPr/>
          <p:nvPr/>
        </p:nvSpPr>
        <p:spPr>
          <a:xfrm>
            <a:off x="20598252" y="555010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F35A37B2-CCE1-4696-398D-475DA54409EC}"/>
              </a:ext>
            </a:extLst>
          </p:cNvPr>
          <p:cNvSpPr/>
          <p:nvPr/>
        </p:nvSpPr>
        <p:spPr>
          <a:xfrm>
            <a:off x="20598252" y="701902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14D2774-6339-E275-6A7F-552F12F550A0}"/>
              </a:ext>
            </a:extLst>
          </p:cNvPr>
          <p:cNvSpPr/>
          <p:nvPr/>
        </p:nvSpPr>
        <p:spPr>
          <a:xfrm>
            <a:off x="20598252" y="848795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0FC6068-E660-539A-2043-4F60AF203638}"/>
              </a:ext>
            </a:extLst>
          </p:cNvPr>
          <p:cNvSpPr/>
          <p:nvPr/>
        </p:nvSpPr>
        <p:spPr>
          <a:xfrm>
            <a:off x="20598252" y="9956877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F1C1C2D-A6D3-E6A9-4421-27E6A34DC8F4}"/>
              </a:ext>
            </a:extLst>
          </p:cNvPr>
          <p:cNvSpPr/>
          <p:nvPr/>
        </p:nvSpPr>
        <p:spPr>
          <a:xfrm>
            <a:off x="229999" y="8501454"/>
            <a:ext cx="10498875" cy="94096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Space taken by adjacency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16ED3E36-41B5-0A94-8A94-FE11840D0952}"/>
                  </a:ext>
                </a:extLst>
              </p:cNvPr>
              <p:cNvSpPr/>
              <p:nvPr/>
            </p:nvSpPr>
            <p:spPr>
              <a:xfrm>
                <a:off x="2826611" y="9869661"/>
                <a:ext cx="4507128" cy="94096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spcBef>
                    <a:spcPts val="0"/>
                  </a:spcBef>
                </a:pPr>
                <a:r>
                  <a:rPr lang="en-IN" sz="5400" dirty="0">
                    <a:solidFill>
                      <a:schemeClr val="bg1"/>
                    </a:solidFill>
                    <a:latin typeface="Bradley Hand" pitchFamily="2" charset="77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sz="5400" dirty="0">
                    <a:solidFill>
                      <a:schemeClr val="bg1"/>
                    </a:solidFill>
                    <a:latin typeface="Bradley Hand" pitchFamily="2" charset="77"/>
                  </a:rPr>
                  <a:t>)</a:t>
                </a:r>
              </a:p>
            </p:txBody>
          </p:sp>
        </mc:Choice>
        <mc:Fallback xmlns=""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16ED3E36-41B5-0A94-8A94-FE11840D09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6611" y="9869661"/>
                <a:ext cx="4507128" cy="940967"/>
              </a:xfrm>
              <a:prstGeom prst="roundRect">
                <a:avLst/>
              </a:prstGeom>
              <a:blipFill>
                <a:blip r:embed="rId2"/>
                <a:stretch>
                  <a:fillRect t="-10000" b="-3375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D3AA65A-77AE-777D-DD8A-16EF967296D2}"/>
              </a:ext>
            </a:extLst>
          </p:cNvPr>
          <p:cNvSpPr/>
          <p:nvPr/>
        </p:nvSpPr>
        <p:spPr>
          <a:xfrm>
            <a:off x="11648795" y="12039467"/>
            <a:ext cx="9876342" cy="94096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Adjacency Matrix</a:t>
            </a:r>
          </a:p>
        </p:txBody>
      </p:sp>
    </p:spTree>
    <p:extLst>
      <p:ext uri="{BB962C8B-B14F-4D97-AF65-F5344CB8AC3E}">
        <p14:creationId xmlns:p14="http://schemas.microsoft.com/office/powerpoint/2010/main" val="3061140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DCB1C-A01A-6891-61ED-4B4DBE24C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777EB104-EC16-E875-ECB1-0A013DB4BE1F}"/>
              </a:ext>
            </a:extLst>
          </p:cNvPr>
          <p:cNvSpPr/>
          <p:nvPr/>
        </p:nvSpPr>
        <p:spPr>
          <a:xfrm>
            <a:off x="583526" y="199503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6C0EE59-2743-41F9-00C1-A9873F99D452}"/>
              </a:ext>
            </a:extLst>
          </p:cNvPr>
          <p:cNvSpPr/>
          <p:nvPr/>
        </p:nvSpPr>
        <p:spPr>
          <a:xfrm>
            <a:off x="583526" y="346395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798B4C9-5EAD-247A-EBF8-EBCE0FA46E40}"/>
              </a:ext>
            </a:extLst>
          </p:cNvPr>
          <p:cNvSpPr/>
          <p:nvPr/>
        </p:nvSpPr>
        <p:spPr>
          <a:xfrm>
            <a:off x="583526" y="493288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6DCF69B-F76D-1A2C-E54D-8277369712E7}"/>
              </a:ext>
            </a:extLst>
          </p:cNvPr>
          <p:cNvSpPr/>
          <p:nvPr/>
        </p:nvSpPr>
        <p:spPr>
          <a:xfrm>
            <a:off x="583526" y="640180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440EC72-730B-D4CC-F8C2-F3F7A7A7815C}"/>
              </a:ext>
            </a:extLst>
          </p:cNvPr>
          <p:cNvSpPr/>
          <p:nvPr/>
        </p:nvSpPr>
        <p:spPr>
          <a:xfrm>
            <a:off x="583526" y="787073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2334CE8-DA05-ABD6-9FBA-AEA52632BE1C}"/>
              </a:ext>
            </a:extLst>
          </p:cNvPr>
          <p:cNvSpPr/>
          <p:nvPr/>
        </p:nvSpPr>
        <p:spPr>
          <a:xfrm>
            <a:off x="583526" y="933965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E7CD940-9BE9-52B9-C984-E98AF9C75221}"/>
              </a:ext>
            </a:extLst>
          </p:cNvPr>
          <p:cNvSpPr/>
          <p:nvPr/>
        </p:nvSpPr>
        <p:spPr>
          <a:xfrm>
            <a:off x="2142326" y="36655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A9D2546-C412-1692-C2AC-6FAA31C4FD0E}"/>
              </a:ext>
            </a:extLst>
          </p:cNvPr>
          <p:cNvSpPr/>
          <p:nvPr/>
        </p:nvSpPr>
        <p:spPr>
          <a:xfrm>
            <a:off x="3701126" y="36655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87AA95F-06B4-F71E-DDDB-FE3633315E2B}"/>
              </a:ext>
            </a:extLst>
          </p:cNvPr>
          <p:cNvSpPr/>
          <p:nvPr/>
        </p:nvSpPr>
        <p:spPr>
          <a:xfrm>
            <a:off x="6823368" y="36655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ADC0D0C-3080-A309-276C-8A9D74135162}"/>
              </a:ext>
            </a:extLst>
          </p:cNvPr>
          <p:cNvSpPr/>
          <p:nvPr/>
        </p:nvSpPr>
        <p:spPr>
          <a:xfrm>
            <a:off x="5259926" y="36655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AC0A119-F951-DA0C-CBD5-EFE8DDD8DD23}"/>
              </a:ext>
            </a:extLst>
          </p:cNvPr>
          <p:cNvSpPr/>
          <p:nvPr/>
        </p:nvSpPr>
        <p:spPr>
          <a:xfrm>
            <a:off x="8400787" y="36655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DE638A-DF0B-CAE1-77CE-938D9055D23A}"/>
              </a:ext>
            </a:extLst>
          </p:cNvPr>
          <p:cNvSpPr/>
          <p:nvPr/>
        </p:nvSpPr>
        <p:spPr>
          <a:xfrm>
            <a:off x="9991212" y="36655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958F42D-D0B5-6F46-ECE4-D5E9E077D4BA}"/>
              </a:ext>
            </a:extLst>
          </p:cNvPr>
          <p:cNvSpPr/>
          <p:nvPr/>
        </p:nvSpPr>
        <p:spPr>
          <a:xfrm>
            <a:off x="2142326" y="199503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344DBAE-7C53-ECB3-55A3-1FC885233ACA}"/>
              </a:ext>
            </a:extLst>
          </p:cNvPr>
          <p:cNvSpPr/>
          <p:nvPr/>
        </p:nvSpPr>
        <p:spPr>
          <a:xfrm>
            <a:off x="2142326" y="346395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83642FA-17BC-89CB-1E76-A9AE2E879645}"/>
              </a:ext>
            </a:extLst>
          </p:cNvPr>
          <p:cNvSpPr/>
          <p:nvPr/>
        </p:nvSpPr>
        <p:spPr>
          <a:xfrm>
            <a:off x="2142326" y="493288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96D169E-A4DC-3621-7D5D-CBE35ACAB2A3}"/>
              </a:ext>
            </a:extLst>
          </p:cNvPr>
          <p:cNvSpPr/>
          <p:nvPr/>
        </p:nvSpPr>
        <p:spPr>
          <a:xfrm>
            <a:off x="2142326" y="640180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F338C6B-6D38-11B2-2B6E-6FF8D9DCEAB0}"/>
              </a:ext>
            </a:extLst>
          </p:cNvPr>
          <p:cNvSpPr/>
          <p:nvPr/>
        </p:nvSpPr>
        <p:spPr>
          <a:xfrm>
            <a:off x="2142326" y="787073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F3A8E36-E475-155B-8277-05F7AFC31334}"/>
              </a:ext>
            </a:extLst>
          </p:cNvPr>
          <p:cNvSpPr/>
          <p:nvPr/>
        </p:nvSpPr>
        <p:spPr>
          <a:xfrm>
            <a:off x="2142326" y="9339657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7ED3229-18FC-1002-144A-B7D1978643AD}"/>
              </a:ext>
            </a:extLst>
          </p:cNvPr>
          <p:cNvSpPr/>
          <p:nvPr/>
        </p:nvSpPr>
        <p:spPr>
          <a:xfrm>
            <a:off x="3701126" y="199503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4F5A9DB-F603-1CAE-5AFD-E0E5D09E7A08}"/>
              </a:ext>
            </a:extLst>
          </p:cNvPr>
          <p:cNvSpPr/>
          <p:nvPr/>
        </p:nvSpPr>
        <p:spPr>
          <a:xfrm>
            <a:off x="3701126" y="346395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0363531-1447-834E-2814-FCCE9B0A596C}"/>
              </a:ext>
            </a:extLst>
          </p:cNvPr>
          <p:cNvSpPr/>
          <p:nvPr/>
        </p:nvSpPr>
        <p:spPr>
          <a:xfrm>
            <a:off x="3701126" y="493288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3825F22-7C93-066A-D11D-A1350B88EE29}"/>
              </a:ext>
            </a:extLst>
          </p:cNvPr>
          <p:cNvSpPr/>
          <p:nvPr/>
        </p:nvSpPr>
        <p:spPr>
          <a:xfrm>
            <a:off x="3701126" y="640180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26D8913-BE36-0684-A1A3-3742DC8F4FB1}"/>
              </a:ext>
            </a:extLst>
          </p:cNvPr>
          <p:cNvSpPr/>
          <p:nvPr/>
        </p:nvSpPr>
        <p:spPr>
          <a:xfrm>
            <a:off x="3701126" y="787073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8B0AAD9-B627-624E-3C11-490151FBBAD6}"/>
              </a:ext>
            </a:extLst>
          </p:cNvPr>
          <p:cNvSpPr/>
          <p:nvPr/>
        </p:nvSpPr>
        <p:spPr>
          <a:xfrm>
            <a:off x="3701126" y="9339657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AA01402-CA61-EF6B-C587-6529FF35FC59}"/>
              </a:ext>
            </a:extLst>
          </p:cNvPr>
          <p:cNvSpPr/>
          <p:nvPr/>
        </p:nvSpPr>
        <p:spPr>
          <a:xfrm>
            <a:off x="5259926" y="199503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FD5840A-AF5B-3DA7-F750-B6F82561D45A}"/>
              </a:ext>
            </a:extLst>
          </p:cNvPr>
          <p:cNvSpPr/>
          <p:nvPr/>
        </p:nvSpPr>
        <p:spPr>
          <a:xfrm>
            <a:off x="5259926" y="346395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76AD703-23CF-4B90-3884-F0DCF15E1025}"/>
              </a:ext>
            </a:extLst>
          </p:cNvPr>
          <p:cNvSpPr/>
          <p:nvPr/>
        </p:nvSpPr>
        <p:spPr>
          <a:xfrm>
            <a:off x="5259926" y="493288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08334B0-E290-54A7-BCA5-F71F05DF0ACE}"/>
              </a:ext>
            </a:extLst>
          </p:cNvPr>
          <p:cNvSpPr/>
          <p:nvPr/>
        </p:nvSpPr>
        <p:spPr>
          <a:xfrm>
            <a:off x="5259926" y="640180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E1E817B-82EB-48C9-54B8-772C6C995E1D}"/>
              </a:ext>
            </a:extLst>
          </p:cNvPr>
          <p:cNvSpPr/>
          <p:nvPr/>
        </p:nvSpPr>
        <p:spPr>
          <a:xfrm>
            <a:off x="5259926" y="787073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5D49D01-4D4F-00F1-0809-7EEC039A4419}"/>
              </a:ext>
            </a:extLst>
          </p:cNvPr>
          <p:cNvSpPr/>
          <p:nvPr/>
        </p:nvSpPr>
        <p:spPr>
          <a:xfrm>
            <a:off x="5259926" y="9339657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A2C39D6-608F-95B5-141D-60915FBA5D9C}"/>
              </a:ext>
            </a:extLst>
          </p:cNvPr>
          <p:cNvSpPr/>
          <p:nvPr/>
        </p:nvSpPr>
        <p:spPr>
          <a:xfrm>
            <a:off x="6823368" y="199503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B5151CA-CBE2-498E-FF70-8521D7438B17}"/>
              </a:ext>
            </a:extLst>
          </p:cNvPr>
          <p:cNvSpPr/>
          <p:nvPr/>
        </p:nvSpPr>
        <p:spPr>
          <a:xfrm>
            <a:off x="6823368" y="346395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1A5AC306-BF00-EC45-21E0-E7CC1EC57881}"/>
              </a:ext>
            </a:extLst>
          </p:cNvPr>
          <p:cNvSpPr/>
          <p:nvPr/>
        </p:nvSpPr>
        <p:spPr>
          <a:xfrm>
            <a:off x="6823368" y="493288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4B2FBAD-C8B1-5963-2C13-8C27E9601EAB}"/>
              </a:ext>
            </a:extLst>
          </p:cNvPr>
          <p:cNvSpPr/>
          <p:nvPr/>
        </p:nvSpPr>
        <p:spPr>
          <a:xfrm>
            <a:off x="6823368" y="640180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7A83058-4175-24DF-5782-D16E1BC9FD0C}"/>
              </a:ext>
            </a:extLst>
          </p:cNvPr>
          <p:cNvSpPr/>
          <p:nvPr/>
        </p:nvSpPr>
        <p:spPr>
          <a:xfrm>
            <a:off x="6823368" y="787073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D713D79-FB44-1D6E-5DFB-4238FFAFFA19}"/>
              </a:ext>
            </a:extLst>
          </p:cNvPr>
          <p:cNvSpPr/>
          <p:nvPr/>
        </p:nvSpPr>
        <p:spPr>
          <a:xfrm>
            <a:off x="6823368" y="9339657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D236FE0-5098-653F-DF4A-09123FDF9F85}"/>
              </a:ext>
            </a:extLst>
          </p:cNvPr>
          <p:cNvSpPr/>
          <p:nvPr/>
        </p:nvSpPr>
        <p:spPr>
          <a:xfrm>
            <a:off x="8400787" y="199503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D964161-5B4B-D532-771C-8DA8CD108430}"/>
              </a:ext>
            </a:extLst>
          </p:cNvPr>
          <p:cNvSpPr/>
          <p:nvPr/>
        </p:nvSpPr>
        <p:spPr>
          <a:xfrm>
            <a:off x="8400787" y="346395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7E77DE6-2F9E-5F96-DEE6-7681506FDA59}"/>
              </a:ext>
            </a:extLst>
          </p:cNvPr>
          <p:cNvSpPr/>
          <p:nvPr/>
        </p:nvSpPr>
        <p:spPr>
          <a:xfrm>
            <a:off x="8400787" y="493288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66063C4-E635-32E2-805A-92A60D680F38}"/>
              </a:ext>
            </a:extLst>
          </p:cNvPr>
          <p:cNvSpPr/>
          <p:nvPr/>
        </p:nvSpPr>
        <p:spPr>
          <a:xfrm>
            <a:off x="8400787" y="640180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FC085DB9-8528-5A6B-6E17-6D7AF7E3CCDE}"/>
              </a:ext>
            </a:extLst>
          </p:cNvPr>
          <p:cNvSpPr/>
          <p:nvPr/>
        </p:nvSpPr>
        <p:spPr>
          <a:xfrm>
            <a:off x="8400787" y="787073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B3F1A0B-0BAD-B10C-18C2-32F9EE2EB5D1}"/>
              </a:ext>
            </a:extLst>
          </p:cNvPr>
          <p:cNvSpPr/>
          <p:nvPr/>
        </p:nvSpPr>
        <p:spPr>
          <a:xfrm>
            <a:off x="8400787" y="9339657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41536842-46E2-77E5-1B72-32A45CEF3FFE}"/>
              </a:ext>
            </a:extLst>
          </p:cNvPr>
          <p:cNvSpPr/>
          <p:nvPr/>
        </p:nvSpPr>
        <p:spPr>
          <a:xfrm>
            <a:off x="9991212" y="199503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CD462EE-70E6-C164-A8E2-763BEC70EB89}"/>
              </a:ext>
            </a:extLst>
          </p:cNvPr>
          <p:cNvSpPr/>
          <p:nvPr/>
        </p:nvSpPr>
        <p:spPr>
          <a:xfrm>
            <a:off x="9991212" y="346395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B714339-C3AC-FC49-E4F7-9324557AB050}"/>
              </a:ext>
            </a:extLst>
          </p:cNvPr>
          <p:cNvSpPr/>
          <p:nvPr/>
        </p:nvSpPr>
        <p:spPr>
          <a:xfrm>
            <a:off x="9991212" y="493288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941F345-B620-5E6C-CF06-47881431EEBE}"/>
              </a:ext>
            </a:extLst>
          </p:cNvPr>
          <p:cNvSpPr/>
          <p:nvPr/>
        </p:nvSpPr>
        <p:spPr>
          <a:xfrm>
            <a:off x="9991212" y="640180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0470FB56-351E-AFF4-41C1-53303D336F81}"/>
              </a:ext>
            </a:extLst>
          </p:cNvPr>
          <p:cNvSpPr/>
          <p:nvPr/>
        </p:nvSpPr>
        <p:spPr>
          <a:xfrm>
            <a:off x="9991212" y="7870731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4D0093C1-4692-B9DB-9F22-2FB278586CBD}"/>
              </a:ext>
            </a:extLst>
          </p:cNvPr>
          <p:cNvSpPr/>
          <p:nvPr/>
        </p:nvSpPr>
        <p:spPr>
          <a:xfrm>
            <a:off x="9991212" y="9339657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8116EDED-A3B5-26F7-F3CA-59E876E4B353}"/>
              </a:ext>
            </a:extLst>
          </p:cNvPr>
          <p:cNvSpPr/>
          <p:nvPr/>
        </p:nvSpPr>
        <p:spPr>
          <a:xfrm>
            <a:off x="12250663" y="725453"/>
            <a:ext cx="11549811" cy="158454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spcBef>
                <a:spcPts val="0"/>
              </a:spcBef>
            </a:pPr>
            <a:r>
              <a:rPr lang="en-IN" dirty="0">
                <a:solidFill>
                  <a:schemeClr val="bg1"/>
                </a:solidFill>
                <a:latin typeface="Bradley Hand" pitchFamily="2" charset="77"/>
              </a:rPr>
              <a:t>Most graph algorithms require you to list the neighbours of a vertex quickly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01652C5-B287-11EF-208A-8A72D5A1A865}"/>
              </a:ext>
            </a:extLst>
          </p:cNvPr>
          <p:cNvSpPr/>
          <p:nvPr/>
        </p:nvSpPr>
        <p:spPr>
          <a:xfrm>
            <a:off x="12250663" y="2583594"/>
            <a:ext cx="11549811" cy="158454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spcBef>
                <a:spcPts val="0"/>
              </a:spcBef>
            </a:pPr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How much time does it take to list the neighbours of a vertex?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425B1016-A490-EE4E-1E8F-A30EAADC44E5}"/>
              </a:ext>
            </a:extLst>
          </p:cNvPr>
          <p:cNvSpPr/>
          <p:nvPr/>
        </p:nvSpPr>
        <p:spPr>
          <a:xfrm>
            <a:off x="12250662" y="4525954"/>
            <a:ext cx="11549811" cy="84902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spcBef>
                <a:spcPts val="0"/>
              </a:spcBef>
            </a:pPr>
            <a:r>
              <a:rPr lang="en-IN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O(n)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7F9AC8E-4AED-16EA-2BD8-C437A3D35EAD}"/>
              </a:ext>
            </a:extLst>
          </p:cNvPr>
          <p:cNvSpPr/>
          <p:nvPr/>
        </p:nvSpPr>
        <p:spPr>
          <a:xfrm>
            <a:off x="12192000" y="7052021"/>
            <a:ext cx="11549811" cy="23200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Bradley Hand" pitchFamily="2" charset="77"/>
              </a:rPr>
              <a:t>These are the disadvantages of adjacency matrix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are its advantages?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189E7550-3ECD-324C-43AC-80D4F8172B57}"/>
              </a:ext>
            </a:extLst>
          </p:cNvPr>
          <p:cNvSpPr/>
          <p:nvPr/>
        </p:nvSpPr>
        <p:spPr>
          <a:xfrm>
            <a:off x="12192000" y="9857732"/>
            <a:ext cx="11549811" cy="23200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Bradley Hand" pitchFamily="2" charset="77"/>
              </a:rPr>
              <a:t>Easy to implement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Bradley Hand" pitchFamily="2" charset="77"/>
              </a:rPr>
              <a:t>Easy to check if an edge is present in the graph or not</a:t>
            </a:r>
          </a:p>
        </p:txBody>
      </p:sp>
    </p:spTree>
    <p:extLst>
      <p:ext uri="{BB962C8B-B14F-4D97-AF65-F5344CB8AC3E}">
        <p14:creationId xmlns:p14="http://schemas.microsoft.com/office/powerpoint/2010/main" val="1020794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D9A94-BD36-3364-1EA4-4F36A1D11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A11EAC0-1027-FF3D-3875-B2580CB969F8}"/>
              </a:ext>
            </a:extLst>
          </p:cNvPr>
          <p:cNvSpPr/>
          <p:nvPr/>
        </p:nvSpPr>
        <p:spPr>
          <a:xfrm>
            <a:off x="2106611" y="19558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01E1F98-3850-46A6-BED8-34F6775C8518}"/>
              </a:ext>
            </a:extLst>
          </p:cNvPr>
          <p:cNvSpPr/>
          <p:nvPr/>
        </p:nvSpPr>
        <p:spPr>
          <a:xfrm>
            <a:off x="5082549" y="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DFB1F0F-3DC0-B00B-795D-8FC9588DAB08}"/>
              </a:ext>
            </a:extLst>
          </p:cNvPr>
          <p:cNvSpPr/>
          <p:nvPr/>
        </p:nvSpPr>
        <p:spPr>
          <a:xfrm>
            <a:off x="8293281" y="19558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C2498-AA1D-2B42-FCB3-91FA8ED245CF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2826611" y="131280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E20F9B9-BDA6-94AA-5749-A75180AF9E79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5802549" y="131280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D67155CE-AED4-5CB1-56B0-8E384DFD60E3}"/>
              </a:ext>
            </a:extLst>
          </p:cNvPr>
          <p:cNvSpPr/>
          <p:nvPr/>
        </p:nvSpPr>
        <p:spPr>
          <a:xfrm>
            <a:off x="6903147" y="39978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4764E1-708B-A949-F9A9-CB9A8D758BF0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7623147" y="326865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40095F0-B37B-D434-51F0-82A2525D58E6}"/>
              </a:ext>
            </a:extLst>
          </p:cNvPr>
          <p:cNvSpPr/>
          <p:nvPr/>
        </p:nvSpPr>
        <p:spPr>
          <a:xfrm>
            <a:off x="357650" y="399788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43E5ACB-610C-B708-9358-14E9FB9F66EE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1077650" y="326865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B88AA9D-F0DA-4B8A-4981-3BD92C495599}"/>
              </a:ext>
            </a:extLst>
          </p:cNvPr>
          <p:cNvSpPr/>
          <p:nvPr/>
        </p:nvSpPr>
        <p:spPr>
          <a:xfrm>
            <a:off x="5082549" y="635245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9B48D92-8074-8C3C-F943-A0FD00435388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802549" y="531069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1F6F1E-731B-A3E9-6B25-C2372711E3B1}"/>
              </a:ext>
            </a:extLst>
          </p:cNvPr>
          <p:cNvCxnSpPr>
            <a:cxnSpLocks/>
            <a:stCxn id="9" idx="4"/>
            <a:endCxn id="11" idx="0"/>
          </p:cNvCxnSpPr>
          <p:nvPr/>
        </p:nvCxnSpPr>
        <p:spPr>
          <a:xfrm>
            <a:off x="1077650" y="5310691"/>
            <a:ext cx="4724899" cy="104176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4DE517E-FAD1-FF7D-F870-FAB67289528B}"/>
              </a:ext>
            </a:extLst>
          </p:cNvPr>
          <p:cNvCxnSpPr>
            <a:cxnSpLocks/>
            <a:stCxn id="2" idx="6"/>
            <a:endCxn id="4" idx="2"/>
          </p:cNvCxnSpPr>
          <p:nvPr/>
        </p:nvCxnSpPr>
        <p:spPr>
          <a:xfrm>
            <a:off x="3546611" y="2612252"/>
            <a:ext cx="4746670" cy="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9091B58-2F2C-09A9-5A65-9964CB6FA5F9}"/>
              </a:ext>
            </a:extLst>
          </p:cNvPr>
          <p:cNvCxnSpPr>
            <a:cxnSpLocks/>
            <a:stCxn id="2" idx="5"/>
            <a:endCxn id="7" idx="0"/>
          </p:cNvCxnSpPr>
          <p:nvPr/>
        </p:nvCxnSpPr>
        <p:spPr>
          <a:xfrm>
            <a:off x="3335728" y="3076397"/>
            <a:ext cx="4287419" cy="92149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23D72F4-CF14-B97B-2191-F589F014D139}"/>
              </a:ext>
            </a:extLst>
          </p:cNvPr>
          <p:cNvSpPr/>
          <p:nvPr/>
        </p:nvSpPr>
        <p:spPr>
          <a:xfrm>
            <a:off x="10637739" y="1579344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D2C3F6E-9C4C-E5BF-C7D1-9F2D3E67CC5F}"/>
              </a:ext>
            </a:extLst>
          </p:cNvPr>
          <p:cNvSpPr/>
          <p:nvPr/>
        </p:nvSpPr>
        <p:spPr>
          <a:xfrm>
            <a:off x="10637739" y="2703350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2D6A9E02-91AC-A74A-7CB7-B27CC2304A93}"/>
              </a:ext>
            </a:extLst>
          </p:cNvPr>
          <p:cNvSpPr/>
          <p:nvPr/>
        </p:nvSpPr>
        <p:spPr>
          <a:xfrm>
            <a:off x="10637739" y="3804759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04D0E48-FA4C-75C8-CEC5-D1901E16DCB6}"/>
              </a:ext>
            </a:extLst>
          </p:cNvPr>
          <p:cNvSpPr/>
          <p:nvPr/>
        </p:nvSpPr>
        <p:spPr>
          <a:xfrm>
            <a:off x="10637739" y="4906168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059D34F7-9836-AD0F-69B1-C7ACAF44DDAC}"/>
              </a:ext>
            </a:extLst>
          </p:cNvPr>
          <p:cNvSpPr/>
          <p:nvPr/>
        </p:nvSpPr>
        <p:spPr>
          <a:xfrm>
            <a:off x="10637739" y="6076079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F08B3BC-DD99-1AF1-8E38-8BAFFE068EB6}"/>
              </a:ext>
            </a:extLst>
          </p:cNvPr>
          <p:cNvSpPr/>
          <p:nvPr/>
        </p:nvSpPr>
        <p:spPr>
          <a:xfrm>
            <a:off x="10637739" y="7221711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6B46C1E9-83DB-106D-0767-F261FAE31887}"/>
              </a:ext>
            </a:extLst>
          </p:cNvPr>
          <p:cNvSpPr/>
          <p:nvPr/>
        </p:nvSpPr>
        <p:spPr>
          <a:xfrm>
            <a:off x="777783" y="9979744"/>
            <a:ext cx="23185008" cy="259588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Array of Lists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Each cell of the array contains the head of the linked list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The linked list at cell </a:t>
            </a:r>
            <a:r>
              <a:rPr lang="en-IN" sz="54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 contains all the vertices adjacent to node </a:t>
            </a:r>
            <a:r>
              <a:rPr lang="en-IN" sz="54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endParaRPr lang="en-IN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18010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A3E69-8F4A-7CE6-133D-1400201D9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E223FF4-C677-2481-2C57-0E823D63A260}"/>
              </a:ext>
            </a:extLst>
          </p:cNvPr>
          <p:cNvSpPr/>
          <p:nvPr/>
        </p:nvSpPr>
        <p:spPr>
          <a:xfrm>
            <a:off x="2106611" y="19558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E1D47B-34AF-C9D1-2302-2427148112AB}"/>
              </a:ext>
            </a:extLst>
          </p:cNvPr>
          <p:cNvSpPr/>
          <p:nvPr/>
        </p:nvSpPr>
        <p:spPr>
          <a:xfrm>
            <a:off x="5082549" y="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EEC2478-879E-0FCC-C5B8-D8C9CC2D88F4}"/>
              </a:ext>
            </a:extLst>
          </p:cNvPr>
          <p:cNvSpPr/>
          <p:nvPr/>
        </p:nvSpPr>
        <p:spPr>
          <a:xfrm>
            <a:off x="8293281" y="19558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FF4BF4-3DE2-A538-654D-15CC2EB8EC3A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2826611" y="131280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022B457-7030-FAA1-CA26-F35B85656BE3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5802549" y="131280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0B292732-17AC-C8F2-6251-A9B5DAA5A2BC}"/>
              </a:ext>
            </a:extLst>
          </p:cNvPr>
          <p:cNvSpPr/>
          <p:nvPr/>
        </p:nvSpPr>
        <p:spPr>
          <a:xfrm>
            <a:off x="6903147" y="39978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081EB9-A5D9-62F5-D4DF-62F3C772731B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7623147" y="326865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E086B68E-5FE2-B946-F1DB-B91DD0604690}"/>
              </a:ext>
            </a:extLst>
          </p:cNvPr>
          <p:cNvSpPr/>
          <p:nvPr/>
        </p:nvSpPr>
        <p:spPr>
          <a:xfrm>
            <a:off x="357650" y="399788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D4842E0-0763-6775-48B1-4CFE5DCB5B81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1077650" y="326865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9D3BD2EE-73C6-CC87-36DD-66CE570B9DB8}"/>
              </a:ext>
            </a:extLst>
          </p:cNvPr>
          <p:cNvSpPr/>
          <p:nvPr/>
        </p:nvSpPr>
        <p:spPr>
          <a:xfrm>
            <a:off x="5082549" y="635245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FF2BF0C-824A-0391-D62C-8C056BB6BEE8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802549" y="531069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17DBC1E-33BE-AD03-7E12-B1FB372EB806}"/>
              </a:ext>
            </a:extLst>
          </p:cNvPr>
          <p:cNvCxnSpPr>
            <a:cxnSpLocks/>
            <a:stCxn id="9" idx="4"/>
            <a:endCxn id="11" idx="0"/>
          </p:cNvCxnSpPr>
          <p:nvPr/>
        </p:nvCxnSpPr>
        <p:spPr>
          <a:xfrm>
            <a:off x="1077650" y="5310691"/>
            <a:ext cx="4724899" cy="104176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B33F80-37A6-ED58-CFF5-354AB18E6853}"/>
              </a:ext>
            </a:extLst>
          </p:cNvPr>
          <p:cNvCxnSpPr>
            <a:cxnSpLocks/>
            <a:stCxn id="2" idx="6"/>
            <a:endCxn id="4" idx="2"/>
          </p:cNvCxnSpPr>
          <p:nvPr/>
        </p:nvCxnSpPr>
        <p:spPr>
          <a:xfrm>
            <a:off x="3546611" y="2612252"/>
            <a:ext cx="4746670" cy="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A014D9-E781-C246-8E24-E070DB36B80E}"/>
              </a:ext>
            </a:extLst>
          </p:cNvPr>
          <p:cNvCxnSpPr>
            <a:cxnSpLocks/>
            <a:stCxn id="2" idx="5"/>
            <a:endCxn id="7" idx="0"/>
          </p:cNvCxnSpPr>
          <p:nvPr/>
        </p:nvCxnSpPr>
        <p:spPr>
          <a:xfrm>
            <a:off x="3335728" y="3076397"/>
            <a:ext cx="4287419" cy="92149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60BDDF72-397A-D004-4102-8C109B8CC055}"/>
              </a:ext>
            </a:extLst>
          </p:cNvPr>
          <p:cNvSpPr/>
          <p:nvPr/>
        </p:nvSpPr>
        <p:spPr>
          <a:xfrm>
            <a:off x="10637739" y="1579344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AC48DE8-6FB9-C534-99AB-8061F609DF55}"/>
              </a:ext>
            </a:extLst>
          </p:cNvPr>
          <p:cNvSpPr/>
          <p:nvPr/>
        </p:nvSpPr>
        <p:spPr>
          <a:xfrm>
            <a:off x="10637739" y="2703350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33CA877-66E9-F691-F196-BE638319C785}"/>
              </a:ext>
            </a:extLst>
          </p:cNvPr>
          <p:cNvSpPr/>
          <p:nvPr/>
        </p:nvSpPr>
        <p:spPr>
          <a:xfrm>
            <a:off x="10637739" y="3804759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35D393E9-23E3-362C-2CA6-5E6B98FBB4EE}"/>
              </a:ext>
            </a:extLst>
          </p:cNvPr>
          <p:cNvSpPr/>
          <p:nvPr/>
        </p:nvSpPr>
        <p:spPr>
          <a:xfrm>
            <a:off x="10637739" y="4906168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BFFE1ED-2E27-C21A-CF02-96E091B24EA5}"/>
              </a:ext>
            </a:extLst>
          </p:cNvPr>
          <p:cNvSpPr/>
          <p:nvPr/>
        </p:nvSpPr>
        <p:spPr>
          <a:xfrm>
            <a:off x="10637739" y="6076079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D96EDC6-94D6-DD2F-A96D-AD48DBAAB52D}"/>
              </a:ext>
            </a:extLst>
          </p:cNvPr>
          <p:cNvSpPr/>
          <p:nvPr/>
        </p:nvSpPr>
        <p:spPr>
          <a:xfrm>
            <a:off x="10637739" y="7221711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9C16F724-F306-FB78-A5A6-DB4F20580C66}"/>
                  </a:ext>
                </a:extLst>
              </p:cNvPr>
              <p:cNvSpPr/>
              <p:nvPr/>
            </p:nvSpPr>
            <p:spPr>
              <a:xfrm>
                <a:off x="777783" y="10393474"/>
                <a:ext cx="23185008" cy="176842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IN" sz="5400" dirty="0">
                    <a:solidFill>
                      <a:schemeClr val="bg1"/>
                    </a:solidFill>
                    <a:latin typeface="Bradley Hand" pitchFamily="2" charset="77"/>
                  </a:rPr>
                  <a:t>What is the space taken by adjacency list?</a:t>
                </a:r>
              </a:p>
              <a:p>
                <a:pPr marL="685800" indent="-685800" defTabSz="8255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IN" sz="5400" dirty="0">
                    <a:solidFill>
                      <a:schemeClr val="bg1"/>
                    </a:solidFill>
                    <a:latin typeface="Bradley Hand" pitchFamily="2" charset="77"/>
                  </a:rPr>
                  <a:t>O(n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/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IN" sz="5400" dirty="0">
                    <a:solidFill>
                      <a:schemeClr val="bg1"/>
                    </a:solidFill>
                    <a:latin typeface="Bradley Hand" pitchFamily="2" charset="77"/>
                  </a:rPr>
                  <a:t>)</a:t>
                </a:r>
              </a:p>
            </p:txBody>
          </p:sp>
        </mc:Choice>
        <mc:Fallback xmlns="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9C16F724-F306-FB78-A5A6-DB4F20580C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83" y="10393474"/>
                <a:ext cx="23185008" cy="1768427"/>
              </a:xfrm>
              <a:prstGeom prst="roundRect">
                <a:avLst/>
              </a:prstGeom>
              <a:blipFill>
                <a:blip r:embed="rId2"/>
                <a:stretch>
                  <a:fillRect l="-983" t="-33793" b="-10344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2BC1715-3E14-1E7C-0C5F-AB2D9E2E062E}"/>
              </a:ext>
            </a:extLst>
          </p:cNvPr>
          <p:cNvCxnSpPr>
            <a:cxnSpLocks/>
          </p:cNvCxnSpPr>
          <p:nvPr/>
        </p:nvCxnSpPr>
        <p:spPr>
          <a:xfrm>
            <a:off x="12370287" y="2049491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E0D1152-2BF5-4FE6-9422-B73F9A09634A}"/>
              </a:ext>
            </a:extLst>
          </p:cNvPr>
          <p:cNvSpPr/>
          <p:nvPr/>
        </p:nvSpPr>
        <p:spPr>
          <a:xfrm>
            <a:off x="13090358" y="1697276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B9CD083-0581-7DA2-8917-8BF334823242}"/>
              </a:ext>
            </a:extLst>
          </p:cNvPr>
          <p:cNvCxnSpPr>
            <a:cxnSpLocks/>
          </p:cNvCxnSpPr>
          <p:nvPr/>
        </p:nvCxnSpPr>
        <p:spPr>
          <a:xfrm>
            <a:off x="14102835" y="2026444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A829F4D-2EE7-D9E9-BDDC-DD23BFADBD9B}"/>
              </a:ext>
            </a:extLst>
          </p:cNvPr>
          <p:cNvSpPr/>
          <p:nvPr/>
        </p:nvSpPr>
        <p:spPr>
          <a:xfrm>
            <a:off x="14861019" y="1697276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B7E9CFF-FE10-7FC7-BBEA-68D5F4DD9CB9}"/>
              </a:ext>
            </a:extLst>
          </p:cNvPr>
          <p:cNvCxnSpPr>
            <a:cxnSpLocks/>
          </p:cNvCxnSpPr>
          <p:nvPr/>
        </p:nvCxnSpPr>
        <p:spPr>
          <a:xfrm>
            <a:off x="15835383" y="2007896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858F1E8-4520-8F2D-EF10-587A76804A3E}"/>
              </a:ext>
            </a:extLst>
          </p:cNvPr>
          <p:cNvCxnSpPr>
            <a:cxnSpLocks/>
          </p:cNvCxnSpPr>
          <p:nvPr/>
        </p:nvCxnSpPr>
        <p:spPr>
          <a:xfrm>
            <a:off x="16527017" y="1982379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5B13864-FD05-0EAB-021E-9EDB73BEB92D}"/>
              </a:ext>
            </a:extLst>
          </p:cNvPr>
          <p:cNvCxnSpPr>
            <a:cxnSpLocks/>
          </p:cNvCxnSpPr>
          <p:nvPr/>
        </p:nvCxnSpPr>
        <p:spPr>
          <a:xfrm flipH="1">
            <a:off x="16290967" y="2245426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C6B693A-CD51-87DB-6199-233F46B18B1E}"/>
              </a:ext>
            </a:extLst>
          </p:cNvPr>
          <p:cNvCxnSpPr>
            <a:cxnSpLocks/>
          </p:cNvCxnSpPr>
          <p:nvPr/>
        </p:nvCxnSpPr>
        <p:spPr>
          <a:xfrm flipH="1">
            <a:off x="16365330" y="2304677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9B270A8-9C1A-9D8B-E7EA-E5CA07379E46}"/>
              </a:ext>
            </a:extLst>
          </p:cNvPr>
          <p:cNvCxnSpPr>
            <a:cxnSpLocks/>
          </p:cNvCxnSpPr>
          <p:nvPr/>
        </p:nvCxnSpPr>
        <p:spPr>
          <a:xfrm flipH="1">
            <a:off x="16425607" y="2355612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E7DA143-E112-AF2B-3998-8DB5BEA7ADFB}"/>
              </a:ext>
            </a:extLst>
          </p:cNvPr>
          <p:cNvCxnSpPr>
            <a:cxnSpLocks/>
          </p:cNvCxnSpPr>
          <p:nvPr/>
        </p:nvCxnSpPr>
        <p:spPr>
          <a:xfrm>
            <a:off x="12408400" y="3195697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F72F4D28-BBE0-E5F0-066F-24C2579505E2}"/>
              </a:ext>
            </a:extLst>
          </p:cNvPr>
          <p:cNvSpPr/>
          <p:nvPr/>
        </p:nvSpPr>
        <p:spPr>
          <a:xfrm>
            <a:off x="13128471" y="284348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F3A3E69-A039-4043-EB7C-9B3BE892DFBE}"/>
              </a:ext>
            </a:extLst>
          </p:cNvPr>
          <p:cNvCxnSpPr>
            <a:cxnSpLocks/>
          </p:cNvCxnSpPr>
          <p:nvPr/>
        </p:nvCxnSpPr>
        <p:spPr>
          <a:xfrm>
            <a:off x="14140948" y="317265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7F4CC263-7661-459A-4CC5-792F3AF1746F}"/>
              </a:ext>
            </a:extLst>
          </p:cNvPr>
          <p:cNvSpPr/>
          <p:nvPr/>
        </p:nvSpPr>
        <p:spPr>
          <a:xfrm>
            <a:off x="14899132" y="284348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B217A0F-DE92-6E82-5063-488623B33495}"/>
              </a:ext>
            </a:extLst>
          </p:cNvPr>
          <p:cNvCxnSpPr>
            <a:cxnSpLocks/>
          </p:cNvCxnSpPr>
          <p:nvPr/>
        </p:nvCxnSpPr>
        <p:spPr>
          <a:xfrm>
            <a:off x="15873496" y="3154102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F6D43C8-0B9C-D609-F806-415F8A11B4EB}"/>
              </a:ext>
            </a:extLst>
          </p:cNvPr>
          <p:cNvCxnSpPr>
            <a:cxnSpLocks/>
          </p:cNvCxnSpPr>
          <p:nvPr/>
        </p:nvCxnSpPr>
        <p:spPr>
          <a:xfrm>
            <a:off x="16565130" y="3128585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DCB12F0-68BD-A1FD-F661-4D5A3ED5FC7B}"/>
              </a:ext>
            </a:extLst>
          </p:cNvPr>
          <p:cNvCxnSpPr>
            <a:cxnSpLocks/>
          </p:cNvCxnSpPr>
          <p:nvPr/>
        </p:nvCxnSpPr>
        <p:spPr>
          <a:xfrm flipH="1">
            <a:off x="16329080" y="3391632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507DD1A-42AB-ABC4-E043-FD924ACE5F68}"/>
              </a:ext>
            </a:extLst>
          </p:cNvPr>
          <p:cNvCxnSpPr>
            <a:cxnSpLocks/>
          </p:cNvCxnSpPr>
          <p:nvPr/>
        </p:nvCxnSpPr>
        <p:spPr>
          <a:xfrm flipH="1">
            <a:off x="16403443" y="3450883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DA53EB6-DEB5-C099-CA53-4046CA7FE234}"/>
              </a:ext>
            </a:extLst>
          </p:cNvPr>
          <p:cNvCxnSpPr>
            <a:cxnSpLocks/>
          </p:cNvCxnSpPr>
          <p:nvPr/>
        </p:nvCxnSpPr>
        <p:spPr>
          <a:xfrm flipH="1">
            <a:off x="16463720" y="3501818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A53278C-7EF0-0B64-48BE-03D02D6B93E6}"/>
              </a:ext>
            </a:extLst>
          </p:cNvPr>
          <p:cNvCxnSpPr>
            <a:cxnSpLocks/>
          </p:cNvCxnSpPr>
          <p:nvPr/>
        </p:nvCxnSpPr>
        <p:spPr>
          <a:xfrm>
            <a:off x="12408400" y="4304807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63A398B-9630-40CD-8788-90E2A0B51B29}"/>
              </a:ext>
            </a:extLst>
          </p:cNvPr>
          <p:cNvSpPr/>
          <p:nvPr/>
        </p:nvSpPr>
        <p:spPr>
          <a:xfrm>
            <a:off x="13128471" y="395259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B10B58C-EF1F-B00B-7A21-83897CD00AAC}"/>
              </a:ext>
            </a:extLst>
          </p:cNvPr>
          <p:cNvCxnSpPr>
            <a:cxnSpLocks/>
          </p:cNvCxnSpPr>
          <p:nvPr/>
        </p:nvCxnSpPr>
        <p:spPr>
          <a:xfrm>
            <a:off x="14140948" y="428176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6E461852-4139-5BD5-7B2D-676B86EDCBDD}"/>
              </a:ext>
            </a:extLst>
          </p:cNvPr>
          <p:cNvSpPr/>
          <p:nvPr/>
        </p:nvSpPr>
        <p:spPr>
          <a:xfrm>
            <a:off x="18303247" y="3975639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2A2374F-AE42-8AE5-8708-3AF195D6EB30}"/>
              </a:ext>
            </a:extLst>
          </p:cNvPr>
          <p:cNvCxnSpPr>
            <a:cxnSpLocks/>
          </p:cNvCxnSpPr>
          <p:nvPr/>
        </p:nvCxnSpPr>
        <p:spPr>
          <a:xfrm>
            <a:off x="19277611" y="4286259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CBC43C4-C45A-F054-A06E-4903A1FE5F57}"/>
              </a:ext>
            </a:extLst>
          </p:cNvPr>
          <p:cNvCxnSpPr>
            <a:cxnSpLocks/>
          </p:cNvCxnSpPr>
          <p:nvPr/>
        </p:nvCxnSpPr>
        <p:spPr>
          <a:xfrm>
            <a:off x="19969245" y="4260742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261F52D-3429-D7A5-B39A-B864BD171F4E}"/>
              </a:ext>
            </a:extLst>
          </p:cNvPr>
          <p:cNvCxnSpPr>
            <a:cxnSpLocks/>
          </p:cNvCxnSpPr>
          <p:nvPr/>
        </p:nvCxnSpPr>
        <p:spPr>
          <a:xfrm flipH="1">
            <a:off x="19733195" y="4523789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6F30FC9-9116-206F-6BF6-83322908DC1D}"/>
              </a:ext>
            </a:extLst>
          </p:cNvPr>
          <p:cNvCxnSpPr>
            <a:cxnSpLocks/>
          </p:cNvCxnSpPr>
          <p:nvPr/>
        </p:nvCxnSpPr>
        <p:spPr>
          <a:xfrm flipH="1">
            <a:off x="19807558" y="4583040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AACC3F1-C3FC-88C8-27BE-9450885EF8DC}"/>
              </a:ext>
            </a:extLst>
          </p:cNvPr>
          <p:cNvCxnSpPr>
            <a:cxnSpLocks/>
          </p:cNvCxnSpPr>
          <p:nvPr/>
        </p:nvCxnSpPr>
        <p:spPr>
          <a:xfrm flipH="1">
            <a:off x="19867835" y="4633975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DF252EEB-DBA4-9AC5-9FB8-8F5BF2E44999}"/>
              </a:ext>
            </a:extLst>
          </p:cNvPr>
          <p:cNvSpPr/>
          <p:nvPr/>
        </p:nvSpPr>
        <p:spPr>
          <a:xfrm>
            <a:off x="14834945" y="396082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926A706-430F-A6AB-44E0-C20C34743F43}"/>
              </a:ext>
            </a:extLst>
          </p:cNvPr>
          <p:cNvCxnSpPr>
            <a:cxnSpLocks/>
          </p:cNvCxnSpPr>
          <p:nvPr/>
        </p:nvCxnSpPr>
        <p:spPr>
          <a:xfrm>
            <a:off x="15847422" y="4289993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95BB922C-EC3F-3D42-0FF7-C8E613538457}"/>
              </a:ext>
            </a:extLst>
          </p:cNvPr>
          <p:cNvSpPr/>
          <p:nvPr/>
        </p:nvSpPr>
        <p:spPr>
          <a:xfrm>
            <a:off x="16605606" y="396082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9C2869B-83D4-75FF-3669-D8E411A08389}"/>
              </a:ext>
            </a:extLst>
          </p:cNvPr>
          <p:cNvCxnSpPr>
            <a:cxnSpLocks/>
          </p:cNvCxnSpPr>
          <p:nvPr/>
        </p:nvCxnSpPr>
        <p:spPr>
          <a:xfrm>
            <a:off x="17583176" y="4284376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AC58E77-EC82-6BD5-5956-61BA6064C00D}"/>
              </a:ext>
            </a:extLst>
          </p:cNvPr>
          <p:cNvCxnSpPr>
            <a:cxnSpLocks/>
          </p:cNvCxnSpPr>
          <p:nvPr/>
        </p:nvCxnSpPr>
        <p:spPr>
          <a:xfrm flipH="1">
            <a:off x="16410339" y="4546070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DD60F0C-5213-DB83-D338-3FA893811D40}"/>
              </a:ext>
            </a:extLst>
          </p:cNvPr>
          <p:cNvCxnSpPr>
            <a:cxnSpLocks/>
          </p:cNvCxnSpPr>
          <p:nvPr/>
        </p:nvCxnSpPr>
        <p:spPr>
          <a:xfrm flipH="1">
            <a:off x="16470616" y="4597005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3AA7386-BF09-04D4-7272-0C1067723B99}"/>
              </a:ext>
            </a:extLst>
          </p:cNvPr>
          <p:cNvCxnSpPr>
            <a:cxnSpLocks/>
          </p:cNvCxnSpPr>
          <p:nvPr/>
        </p:nvCxnSpPr>
        <p:spPr>
          <a:xfrm>
            <a:off x="12415296" y="5399994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9D5C7F6C-6765-FEC6-B2B4-15185D9AA6DC}"/>
              </a:ext>
            </a:extLst>
          </p:cNvPr>
          <p:cNvSpPr/>
          <p:nvPr/>
        </p:nvSpPr>
        <p:spPr>
          <a:xfrm>
            <a:off x="13135367" y="5047779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AC85791-57CA-026D-A24D-D91D1A86B9AD}"/>
              </a:ext>
            </a:extLst>
          </p:cNvPr>
          <p:cNvCxnSpPr>
            <a:cxnSpLocks/>
          </p:cNvCxnSpPr>
          <p:nvPr/>
        </p:nvCxnSpPr>
        <p:spPr>
          <a:xfrm>
            <a:off x="14147844" y="5376947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FE0AC75-72CD-4376-243C-1632D3B9F7C9}"/>
              </a:ext>
            </a:extLst>
          </p:cNvPr>
          <p:cNvCxnSpPr>
            <a:cxnSpLocks/>
          </p:cNvCxnSpPr>
          <p:nvPr/>
        </p:nvCxnSpPr>
        <p:spPr>
          <a:xfrm>
            <a:off x="17579970" y="535681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1627F9D-7BAF-2416-823F-B49E5D8BD664}"/>
              </a:ext>
            </a:extLst>
          </p:cNvPr>
          <p:cNvCxnSpPr>
            <a:cxnSpLocks/>
          </p:cNvCxnSpPr>
          <p:nvPr/>
        </p:nvCxnSpPr>
        <p:spPr>
          <a:xfrm>
            <a:off x="18271604" y="5331293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CEB38FB-D3B4-2BB3-039D-96DD4F0D2120}"/>
              </a:ext>
            </a:extLst>
          </p:cNvPr>
          <p:cNvCxnSpPr>
            <a:cxnSpLocks/>
          </p:cNvCxnSpPr>
          <p:nvPr/>
        </p:nvCxnSpPr>
        <p:spPr>
          <a:xfrm flipH="1">
            <a:off x="18035554" y="5594340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A534AFC-5C24-4855-36B6-FE38E7632AAD}"/>
              </a:ext>
            </a:extLst>
          </p:cNvPr>
          <p:cNvCxnSpPr>
            <a:cxnSpLocks/>
          </p:cNvCxnSpPr>
          <p:nvPr/>
        </p:nvCxnSpPr>
        <p:spPr>
          <a:xfrm flipH="1">
            <a:off x="18109917" y="5653591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EBB175C-5D47-2776-6075-843A03E2CC60}"/>
              </a:ext>
            </a:extLst>
          </p:cNvPr>
          <p:cNvCxnSpPr>
            <a:cxnSpLocks/>
          </p:cNvCxnSpPr>
          <p:nvPr/>
        </p:nvCxnSpPr>
        <p:spPr>
          <a:xfrm flipH="1">
            <a:off x="18170194" y="5704526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BEDD3158-4F9E-02B6-9AB2-8767E35280BA}"/>
              </a:ext>
            </a:extLst>
          </p:cNvPr>
          <p:cNvSpPr/>
          <p:nvPr/>
        </p:nvSpPr>
        <p:spPr>
          <a:xfrm>
            <a:off x="14841841" y="505601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6846C72-AFCE-B53A-7A67-8836463F7772}"/>
              </a:ext>
            </a:extLst>
          </p:cNvPr>
          <p:cNvCxnSpPr>
            <a:cxnSpLocks/>
          </p:cNvCxnSpPr>
          <p:nvPr/>
        </p:nvCxnSpPr>
        <p:spPr>
          <a:xfrm>
            <a:off x="15854318" y="538518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ECA6AE74-537F-4372-D161-294046830561}"/>
              </a:ext>
            </a:extLst>
          </p:cNvPr>
          <p:cNvSpPr/>
          <p:nvPr/>
        </p:nvSpPr>
        <p:spPr>
          <a:xfrm>
            <a:off x="16612502" y="505601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C2C8DB8-2D97-8250-903E-553EA5F8C2CB}"/>
              </a:ext>
            </a:extLst>
          </p:cNvPr>
          <p:cNvCxnSpPr>
            <a:cxnSpLocks/>
          </p:cNvCxnSpPr>
          <p:nvPr/>
        </p:nvCxnSpPr>
        <p:spPr>
          <a:xfrm>
            <a:off x="12453409" y="652557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50C11FE1-CC05-8120-7913-206CFA83AE32}"/>
              </a:ext>
            </a:extLst>
          </p:cNvPr>
          <p:cNvSpPr/>
          <p:nvPr/>
        </p:nvSpPr>
        <p:spPr>
          <a:xfrm>
            <a:off x="13173480" y="617335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B385F392-7D68-73F8-2E37-517BA7A8DBCF}"/>
              </a:ext>
            </a:extLst>
          </p:cNvPr>
          <p:cNvCxnSpPr>
            <a:cxnSpLocks/>
          </p:cNvCxnSpPr>
          <p:nvPr/>
        </p:nvCxnSpPr>
        <p:spPr>
          <a:xfrm>
            <a:off x="14185957" y="6502523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E069F54F-94A7-A829-8590-CC76631B111F}"/>
              </a:ext>
            </a:extLst>
          </p:cNvPr>
          <p:cNvSpPr/>
          <p:nvPr/>
        </p:nvSpPr>
        <p:spPr>
          <a:xfrm>
            <a:off x="14944141" y="617335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EE8B8DF-6734-F660-5ECC-6051B5E261D6}"/>
              </a:ext>
            </a:extLst>
          </p:cNvPr>
          <p:cNvCxnSpPr>
            <a:cxnSpLocks/>
          </p:cNvCxnSpPr>
          <p:nvPr/>
        </p:nvCxnSpPr>
        <p:spPr>
          <a:xfrm>
            <a:off x="15918505" y="6483975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3CA23B8-00A1-F6D5-0C73-078FF9D09AD8}"/>
              </a:ext>
            </a:extLst>
          </p:cNvPr>
          <p:cNvCxnSpPr>
            <a:cxnSpLocks/>
          </p:cNvCxnSpPr>
          <p:nvPr/>
        </p:nvCxnSpPr>
        <p:spPr>
          <a:xfrm>
            <a:off x="16610139" y="6458458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EEECF2E6-48D6-3633-A83F-3CBA786EA7E2}"/>
              </a:ext>
            </a:extLst>
          </p:cNvPr>
          <p:cNvCxnSpPr>
            <a:cxnSpLocks/>
          </p:cNvCxnSpPr>
          <p:nvPr/>
        </p:nvCxnSpPr>
        <p:spPr>
          <a:xfrm flipH="1">
            <a:off x="16374089" y="6721505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DFE450C-9732-D06B-B0A7-4B25FF8DC3C4}"/>
              </a:ext>
            </a:extLst>
          </p:cNvPr>
          <p:cNvCxnSpPr>
            <a:cxnSpLocks/>
          </p:cNvCxnSpPr>
          <p:nvPr/>
        </p:nvCxnSpPr>
        <p:spPr>
          <a:xfrm flipH="1">
            <a:off x="16448452" y="6780756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4C16A84-D772-B9F8-70AF-D32D6A2EF58A}"/>
              </a:ext>
            </a:extLst>
          </p:cNvPr>
          <p:cNvCxnSpPr>
            <a:cxnSpLocks/>
          </p:cNvCxnSpPr>
          <p:nvPr/>
        </p:nvCxnSpPr>
        <p:spPr>
          <a:xfrm flipH="1">
            <a:off x="16508729" y="6831691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6864EA03-309E-6C62-C3B1-F6531C67DFD5}"/>
              </a:ext>
            </a:extLst>
          </p:cNvPr>
          <p:cNvCxnSpPr>
            <a:cxnSpLocks/>
          </p:cNvCxnSpPr>
          <p:nvPr/>
        </p:nvCxnSpPr>
        <p:spPr>
          <a:xfrm>
            <a:off x="12408400" y="7678357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5131FDF4-DC07-F4DB-A7D5-ECB7E70CE138}"/>
              </a:ext>
            </a:extLst>
          </p:cNvPr>
          <p:cNvSpPr/>
          <p:nvPr/>
        </p:nvSpPr>
        <p:spPr>
          <a:xfrm>
            <a:off x="13128471" y="732614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E0CD268C-AB35-DE9E-A49D-FA3F854C497C}"/>
              </a:ext>
            </a:extLst>
          </p:cNvPr>
          <p:cNvCxnSpPr>
            <a:cxnSpLocks/>
          </p:cNvCxnSpPr>
          <p:nvPr/>
        </p:nvCxnSpPr>
        <p:spPr>
          <a:xfrm>
            <a:off x="14140948" y="765531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B7B6B1E-28A2-C5FA-2A92-6FF25B679EF7}"/>
              </a:ext>
            </a:extLst>
          </p:cNvPr>
          <p:cNvCxnSpPr>
            <a:cxnSpLocks/>
          </p:cNvCxnSpPr>
          <p:nvPr/>
        </p:nvCxnSpPr>
        <p:spPr>
          <a:xfrm>
            <a:off x="17573074" y="7635173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10804EEB-32D8-ABF2-5DFB-E2A666A17AC9}"/>
              </a:ext>
            </a:extLst>
          </p:cNvPr>
          <p:cNvCxnSpPr>
            <a:cxnSpLocks/>
          </p:cNvCxnSpPr>
          <p:nvPr/>
        </p:nvCxnSpPr>
        <p:spPr>
          <a:xfrm>
            <a:off x="18264708" y="7609656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DD6F7DF4-6781-55B1-982A-4DD6D3442FAA}"/>
              </a:ext>
            </a:extLst>
          </p:cNvPr>
          <p:cNvCxnSpPr>
            <a:cxnSpLocks/>
          </p:cNvCxnSpPr>
          <p:nvPr/>
        </p:nvCxnSpPr>
        <p:spPr>
          <a:xfrm flipH="1">
            <a:off x="18028658" y="7872703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8332CE8E-6C7C-DCA6-7571-015B02098E1F}"/>
              </a:ext>
            </a:extLst>
          </p:cNvPr>
          <p:cNvCxnSpPr>
            <a:cxnSpLocks/>
          </p:cNvCxnSpPr>
          <p:nvPr/>
        </p:nvCxnSpPr>
        <p:spPr>
          <a:xfrm flipH="1">
            <a:off x="18103021" y="7931954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77D589C-77DD-B03A-9B79-7F5E156BD825}"/>
              </a:ext>
            </a:extLst>
          </p:cNvPr>
          <p:cNvCxnSpPr>
            <a:cxnSpLocks/>
          </p:cNvCxnSpPr>
          <p:nvPr/>
        </p:nvCxnSpPr>
        <p:spPr>
          <a:xfrm flipH="1">
            <a:off x="18163298" y="7982889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BF887250-08E4-0590-24FD-4CBFF3E465A4}"/>
              </a:ext>
            </a:extLst>
          </p:cNvPr>
          <p:cNvSpPr/>
          <p:nvPr/>
        </p:nvSpPr>
        <p:spPr>
          <a:xfrm>
            <a:off x="14834945" y="733437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BA12FFE-7BE5-0EB5-4FF7-EE2DEC380D78}"/>
              </a:ext>
            </a:extLst>
          </p:cNvPr>
          <p:cNvCxnSpPr>
            <a:cxnSpLocks/>
          </p:cNvCxnSpPr>
          <p:nvPr/>
        </p:nvCxnSpPr>
        <p:spPr>
          <a:xfrm>
            <a:off x="15847422" y="7663543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F4F53359-F069-C656-9971-BCC5FDECBE5B}"/>
              </a:ext>
            </a:extLst>
          </p:cNvPr>
          <p:cNvSpPr/>
          <p:nvPr/>
        </p:nvSpPr>
        <p:spPr>
          <a:xfrm>
            <a:off x="16605606" y="733437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F1202D69-33C7-C53E-B5EE-66D47B58544A}"/>
              </a:ext>
            </a:extLst>
          </p:cNvPr>
          <p:cNvSpPr/>
          <p:nvPr/>
        </p:nvSpPr>
        <p:spPr>
          <a:xfrm>
            <a:off x="10448143" y="8747164"/>
            <a:ext cx="9876342" cy="94096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Adjacency List</a:t>
            </a:r>
          </a:p>
        </p:txBody>
      </p:sp>
    </p:spTree>
    <p:extLst>
      <p:ext uri="{BB962C8B-B14F-4D97-AF65-F5344CB8AC3E}">
        <p14:creationId xmlns:p14="http://schemas.microsoft.com/office/powerpoint/2010/main" val="3426398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C3B8F-7DDE-8C97-A822-C871100AB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195C2E5-D3C1-DC23-511E-BFBCA957EE87}"/>
              </a:ext>
            </a:extLst>
          </p:cNvPr>
          <p:cNvSpPr/>
          <p:nvPr/>
        </p:nvSpPr>
        <p:spPr>
          <a:xfrm>
            <a:off x="2106611" y="19558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F80CD8E-0F38-22B0-3A30-A7E81236ED4D}"/>
              </a:ext>
            </a:extLst>
          </p:cNvPr>
          <p:cNvSpPr/>
          <p:nvPr/>
        </p:nvSpPr>
        <p:spPr>
          <a:xfrm>
            <a:off x="5082549" y="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66E12B-FF9F-D7DD-0A6A-DB7069A33039}"/>
              </a:ext>
            </a:extLst>
          </p:cNvPr>
          <p:cNvSpPr/>
          <p:nvPr/>
        </p:nvSpPr>
        <p:spPr>
          <a:xfrm>
            <a:off x="8293281" y="19558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5E83794-FBA8-52FB-B70E-C733820D8423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2826611" y="131280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0F0BF1F-9373-2036-481C-9AEAEBE3F98C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5802549" y="131280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05A8B237-533A-7030-3387-9CB2A29F508F}"/>
              </a:ext>
            </a:extLst>
          </p:cNvPr>
          <p:cNvSpPr/>
          <p:nvPr/>
        </p:nvSpPr>
        <p:spPr>
          <a:xfrm>
            <a:off x="6903147" y="39978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50A538-DB86-A69E-96B4-B0F3876352F8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7623147" y="326865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B6974FC-7EB3-95AD-0C96-4A17EE3128C6}"/>
              </a:ext>
            </a:extLst>
          </p:cNvPr>
          <p:cNvSpPr/>
          <p:nvPr/>
        </p:nvSpPr>
        <p:spPr>
          <a:xfrm>
            <a:off x="357650" y="399788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A6353B-A642-D27F-F8FD-B8D0EA3CBD7C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1077650" y="326865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3524FBCA-3A0C-5509-5996-B9FB9C6F22B6}"/>
              </a:ext>
            </a:extLst>
          </p:cNvPr>
          <p:cNvSpPr/>
          <p:nvPr/>
        </p:nvSpPr>
        <p:spPr>
          <a:xfrm>
            <a:off x="5082549" y="635245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33DA74A-8B44-382D-10C9-095475E06DD1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802549" y="531069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583A2D-F505-23CB-7FAA-C912D76E85F9}"/>
              </a:ext>
            </a:extLst>
          </p:cNvPr>
          <p:cNvCxnSpPr>
            <a:cxnSpLocks/>
            <a:stCxn id="9" idx="4"/>
            <a:endCxn id="11" idx="0"/>
          </p:cNvCxnSpPr>
          <p:nvPr/>
        </p:nvCxnSpPr>
        <p:spPr>
          <a:xfrm>
            <a:off x="1077650" y="5310691"/>
            <a:ext cx="4724899" cy="104176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97C3B7-6782-0A2E-BCF3-5C08E9F9A79E}"/>
              </a:ext>
            </a:extLst>
          </p:cNvPr>
          <p:cNvCxnSpPr>
            <a:cxnSpLocks/>
            <a:stCxn id="2" idx="6"/>
            <a:endCxn id="4" idx="2"/>
          </p:cNvCxnSpPr>
          <p:nvPr/>
        </p:nvCxnSpPr>
        <p:spPr>
          <a:xfrm>
            <a:off x="3546611" y="2612252"/>
            <a:ext cx="4746670" cy="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22A776-CA12-4FDE-0139-F2E9237EB0C3}"/>
              </a:ext>
            </a:extLst>
          </p:cNvPr>
          <p:cNvCxnSpPr>
            <a:cxnSpLocks/>
            <a:stCxn id="2" idx="5"/>
            <a:endCxn id="7" idx="0"/>
          </p:cNvCxnSpPr>
          <p:nvPr/>
        </p:nvCxnSpPr>
        <p:spPr>
          <a:xfrm>
            <a:off x="3335728" y="3076397"/>
            <a:ext cx="4287419" cy="92149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E47AD91B-15F3-F095-F496-42648DC3D4C3}"/>
              </a:ext>
            </a:extLst>
          </p:cNvPr>
          <p:cNvSpPr/>
          <p:nvPr/>
        </p:nvSpPr>
        <p:spPr>
          <a:xfrm>
            <a:off x="10637739" y="1579344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BC98AA1-996E-B567-F540-E1ABA3AF75B4}"/>
              </a:ext>
            </a:extLst>
          </p:cNvPr>
          <p:cNvSpPr/>
          <p:nvPr/>
        </p:nvSpPr>
        <p:spPr>
          <a:xfrm>
            <a:off x="10637739" y="2703350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351EDD7-8A34-4CD1-EF39-E5F4EF384B53}"/>
              </a:ext>
            </a:extLst>
          </p:cNvPr>
          <p:cNvSpPr/>
          <p:nvPr/>
        </p:nvSpPr>
        <p:spPr>
          <a:xfrm>
            <a:off x="10637739" y="3804759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67F3134-8F86-65C5-46EE-52A083637489}"/>
              </a:ext>
            </a:extLst>
          </p:cNvPr>
          <p:cNvSpPr/>
          <p:nvPr/>
        </p:nvSpPr>
        <p:spPr>
          <a:xfrm>
            <a:off x="10637739" y="4906168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70D49104-F16D-1FD0-3F18-E668E2DDEA72}"/>
              </a:ext>
            </a:extLst>
          </p:cNvPr>
          <p:cNvSpPr/>
          <p:nvPr/>
        </p:nvSpPr>
        <p:spPr>
          <a:xfrm>
            <a:off x="10637739" y="6076079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89DC433-4C72-663A-5717-DF74E718CE71}"/>
              </a:ext>
            </a:extLst>
          </p:cNvPr>
          <p:cNvSpPr/>
          <p:nvPr/>
        </p:nvSpPr>
        <p:spPr>
          <a:xfrm>
            <a:off x="10637739" y="7221711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5318DDBE-38FC-4EF9-F650-F594053ABC5D}"/>
              </a:ext>
            </a:extLst>
          </p:cNvPr>
          <p:cNvSpPr/>
          <p:nvPr/>
        </p:nvSpPr>
        <p:spPr>
          <a:xfrm>
            <a:off x="777783" y="10393474"/>
            <a:ext cx="23185008" cy="176842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What is the space taken by adjacency list?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O(n + m)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69E9EE0-B845-476E-CF4D-FA80343FFB23}"/>
              </a:ext>
            </a:extLst>
          </p:cNvPr>
          <p:cNvCxnSpPr>
            <a:cxnSpLocks/>
          </p:cNvCxnSpPr>
          <p:nvPr/>
        </p:nvCxnSpPr>
        <p:spPr>
          <a:xfrm>
            <a:off x="12370287" y="2049491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B9631C1-FDBF-DADF-5091-F0C2238D9934}"/>
              </a:ext>
            </a:extLst>
          </p:cNvPr>
          <p:cNvSpPr/>
          <p:nvPr/>
        </p:nvSpPr>
        <p:spPr>
          <a:xfrm>
            <a:off x="13090358" y="1697276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6F4F3F-BD31-B494-1BA4-8B17B48A12FA}"/>
              </a:ext>
            </a:extLst>
          </p:cNvPr>
          <p:cNvCxnSpPr>
            <a:cxnSpLocks/>
          </p:cNvCxnSpPr>
          <p:nvPr/>
        </p:nvCxnSpPr>
        <p:spPr>
          <a:xfrm>
            <a:off x="14102835" y="2026444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5CA0183-17C1-0292-9181-4E3652E60823}"/>
              </a:ext>
            </a:extLst>
          </p:cNvPr>
          <p:cNvSpPr/>
          <p:nvPr/>
        </p:nvSpPr>
        <p:spPr>
          <a:xfrm>
            <a:off x="14861019" y="1697276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EEA5A10-4A10-95A0-A01F-373EE2DF3260}"/>
              </a:ext>
            </a:extLst>
          </p:cNvPr>
          <p:cNvCxnSpPr>
            <a:cxnSpLocks/>
          </p:cNvCxnSpPr>
          <p:nvPr/>
        </p:nvCxnSpPr>
        <p:spPr>
          <a:xfrm>
            <a:off x="15835383" y="2007896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957E3B6-6005-22CC-F3D7-C1707482228C}"/>
              </a:ext>
            </a:extLst>
          </p:cNvPr>
          <p:cNvCxnSpPr>
            <a:cxnSpLocks/>
          </p:cNvCxnSpPr>
          <p:nvPr/>
        </p:nvCxnSpPr>
        <p:spPr>
          <a:xfrm>
            <a:off x="16527017" y="1982379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2149F12-CB52-55B0-9C4B-6880D9292DFC}"/>
              </a:ext>
            </a:extLst>
          </p:cNvPr>
          <p:cNvCxnSpPr>
            <a:cxnSpLocks/>
          </p:cNvCxnSpPr>
          <p:nvPr/>
        </p:nvCxnSpPr>
        <p:spPr>
          <a:xfrm flipH="1">
            <a:off x="16290967" y="2245426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1EC6314-051E-3053-4E2C-C0516D2BB439}"/>
              </a:ext>
            </a:extLst>
          </p:cNvPr>
          <p:cNvCxnSpPr>
            <a:cxnSpLocks/>
          </p:cNvCxnSpPr>
          <p:nvPr/>
        </p:nvCxnSpPr>
        <p:spPr>
          <a:xfrm flipH="1">
            <a:off x="16365330" y="2304677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07C7D71-AC8E-AFFF-67EE-726D63D0E7CB}"/>
              </a:ext>
            </a:extLst>
          </p:cNvPr>
          <p:cNvCxnSpPr>
            <a:cxnSpLocks/>
          </p:cNvCxnSpPr>
          <p:nvPr/>
        </p:nvCxnSpPr>
        <p:spPr>
          <a:xfrm flipH="1">
            <a:off x="16425607" y="2355612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51824A0-9BFF-2AE2-BBEF-CE42D334B1C2}"/>
              </a:ext>
            </a:extLst>
          </p:cNvPr>
          <p:cNvCxnSpPr>
            <a:cxnSpLocks/>
          </p:cNvCxnSpPr>
          <p:nvPr/>
        </p:nvCxnSpPr>
        <p:spPr>
          <a:xfrm>
            <a:off x="12408400" y="3195697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478B33DA-B413-867E-A236-F5C7BDB57590}"/>
              </a:ext>
            </a:extLst>
          </p:cNvPr>
          <p:cNvSpPr/>
          <p:nvPr/>
        </p:nvSpPr>
        <p:spPr>
          <a:xfrm>
            <a:off x="13128471" y="284348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957CE94-CD53-8CC7-2250-3933B559AAC0}"/>
              </a:ext>
            </a:extLst>
          </p:cNvPr>
          <p:cNvCxnSpPr>
            <a:cxnSpLocks/>
          </p:cNvCxnSpPr>
          <p:nvPr/>
        </p:nvCxnSpPr>
        <p:spPr>
          <a:xfrm>
            <a:off x="14140948" y="317265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93A91048-5AE8-1969-3B99-2A95085C6237}"/>
              </a:ext>
            </a:extLst>
          </p:cNvPr>
          <p:cNvSpPr/>
          <p:nvPr/>
        </p:nvSpPr>
        <p:spPr>
          <a:xfrm>
            <a:off x="14899132" y="284348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74AF129-01EA-6487-99FA-EEC376109606}"/>
              </a:ext>
            </a:extLst>
          </p:cNvPr>
          <p:cNvCxnSpPr>
            <a:cxnSpLocks/>
          </p:cNvCxnSpPr>
          <p:nvPr/>
        </p:nvCxnSpPr>
        <p:spPr>
          <a:xfrm>
            <a:off x="15873496" y="3154102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925E3F7-6477-3C34-C5E2-BE855276AB5B}"/>
              </a:ext>
            </a:extLst>
          </p:cNvPr>
          <p:cNvCxnSpPr>
            <a:cxnSpLocks/>
          </p:cNvCxnSpPr>
          <p:nvPr/>
        </p:nvCxnSpPr>
        <p:spPr>
          <a:xfrm>
            <a:off x="16565130" y="3128585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6507AE2-7BF3-CA60-3440-633C815907F4}"/>
              </a:ext>
            </a:extLst>
          </p:cNvPr>
          <p:cNvCxnSpPr>
            <a:cxnSpLocks/>
          </p:cNvCxnSpPr>
          <p:nvPr/>
        </p:nvCxnSpPr>
        <p:spPr>
          <a:xfrm flipH="1">
            <a:off x="16329080" y="3391632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5953D0D-E323-32CE-C308-CCBADE7AE95E}"/>
              </a:ext>
            </a:extLst>
          </p:cNvPr>
          <p:cNvCxnSpPr>
            <a:cxnSpLocks/>
          </p:cNvCxnSpPr>
          <p:nvPr/>
        </p:nvCxnSpPr>
        <p:spPr>
          <a:xfrm flipH="1">
            <a:off x="16403443" y="3450883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1D6519F-095A-90AD-0DE6-750A9BF22D27}"/>
              </a:ext>
            </a:extLst>
          </p:cNvPr>
          <p:cNvCxnSpPr>
            <a:cxnSpLocks/>
          </p:cNvCxnSpPr>
          <p:nvPr/>
        </p:nvCxnSpPr>
        <p:spPr>
          <a:xfrm flipH="1">
            <a:off x="16463720" y="3501818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C668976-4B77-3E21-8169-87DFA2FEE979}"/>
              </a:ext>
            </a:extLst>
          </p:cNvPr>
          <p:cNvCxnSpPr>
            <a:cxnSpLocks/>
          </p:cNvCxnSpPr>
          <p:nvPr/>
        </p:nvCxnSpPr>
        <p:spPr>
          <a:xfrm>
            <a:off x="12408400" y="4304807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DC45C79-D952-422B-9B2F-632F2A036114}"/>
              </a:ext>
            </a:extLst>
          </p:cNvPr>
          <p:cNvSpPr/>
          <p:nvPr/>
        </p:nvSpPr>
        <p:spPr>
          <a:xfrm>
            <a:off x="13128471" y="395259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B01C7C6-48B9-7232-374E-61F417019453}"/>
              </a:ext>
            </a:extLst>
          </p:cNvPr>
          <p:cNvCxnSpPr>
            <a:cxnSpLocks/>
          </p:cNvCxnSpPr>
          <p:nvPr/>
        </p:nvCxnSpPr>
        <p:spPr>
          <a:xfrm>
            <a:off x="14140948" y="428176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8560529-A355-4D14-F3FD-41DB7182D323}"/>
              </a:ext>
            </a:extLst>
          </p:cNvPr>
          <p:cNvSpPr/>
          <p:nvPr/>
        </p:nvSpPr>
        <p:spPr>
          <a:xfrm>
            <a:off x="18303247" y="3975639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2822CC2-2727-D140-1F2B-ADD553DB0DB8}"/>
              </a:ext>
            </a:extLst>
          </p:cNvPr>
          <p:cNvCxnSpPr>
            <a:cxnSpLocks/>
          </p:cNvCxnSpPr>
          <p:nvPr/>
        </p:nvCxnSpPr>
        <p:spPr>
          <a:xfrm>
            <a:off x="19277611" y="4286259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5AE7A0E-9156-4085-D6C7-AD7212D9DA0D}"/>
              </a:ext>
            </a:extLst>
          </p:cNvPr>
          <p:cNvCxnSpPr>
            <a:cxnSpLocks/>
          </p:cNvCxnSpPr>
          <p:nvPr/>
        </p:nvCxnSpPr>
        <p:spPr>
          <a:xfrm>
            <a:off x="19969245" y="4260742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D77A569-7EBB-272C-4B90-F2C8CE418546}"/>
              </a:ext>
            </a:extLst>
          </p:cNvPr>
          <p:cNvCxnSpPr>
            <a:cxnSpLocks/>
          </p:cNvCxnSpPr>
          <p:nvPr/>
        </p:nvCxnSpPr>
        <p:spPr>
          <a:xfrm flipH="1">
            <a:off x="19733195" y="4523789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7BBA639-DD5A-AA4C-37DD-D90383DB0CB1}"/>
              </a:ext>
            </a:extLst>
          </p:cNvPr>
          <p:cNvCxnSpPr>
            <a:cxnSpLocks/>
          </p:cNvCxnSpPr>
          <p:nvPr/>
        </p:nvCxnSpPr>
        <p:spPr>
          <a:xfrm flipH="1">
            <a:off x="19807558" y="4583040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6EA4FFF-27C8-0553-A733-4E330819EEBD}"/>
              </a:ext>
            </a:extLst>
          </p:cNvPr>
          <p:cNvCxnSpPr>
            <a:cxnSpLocks/>
          </p:cNvCxnSpPr>
          <p:nvPr/>
        </p:nvCxnSpPr>
        <p:spPr>
          <a:xfrm flipH="1">
            <a:off x="19867835" y="4633975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E9284FDB-4FD0-D816-08F7-A95279C47D0C}"/>
              </a:ext>
            </a:extLst>
          </p:cNvPr>
          <p:cNvSpPr/>
          <p:nvPr/>
        </p:nvSpPr>
        <p:spPr>
          <a:xfrm>
            <a:off x="14834945" y="396082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EB9EF0D-6E24-4A72-7377-13B48F5C6DC6}"/>
              </a:ext>
            </a:extLst>
          </p:cNvPr>
          <p:cNvCxnSpPr>
            <a:cxnSpLocks/>
          </p:cNvCxnSpPr>
          <p:nvPr/>
        </p:nvCxnSpPr>
        <p:spPr>
          <a:xfrm>
            <a:off x="15847422" y="4289993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2526252D-3FFB-6852-238F-825C0EA22C73}"/>
              </a:ext>
            </a:extLst>
          </p:cNvPr>
          <p:cNvSpPr/>
          <p:nvPr/>
        </p:nvSpPr>
        <p:spPr>
          <a:xfrm>
            <a:off x="16605606" y="396082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ED9E613-18B4-5FAA-9511-62BEB4C2E33F}"/>
              </a:ext>
            </a:extLst>
          </p:cNvPr>
          <p:cNvCxnSpPr>
            <a:cxnSpLocks/>
          </p:cNvCxnSpPr>
          <p:nvPr/>
        </p:nvCxnSpPr>
        <p:spPr>
          <a:xfrm>
            <a:off x="17583176" y="4284376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A9605F6-223F-A1E4-B97C-873565800EA0}"/>
              </a:ext>
            </a:extLst>
          </p:cNvPr>
          <p:cNvCxnSpPr>
            <a:cxnSpLocks/>
          </p:cNvCxnSpPr>
          <p:nvPr/>
        </p:nvCxnSpPr>
        <p:spPr>
          <a:xfrm flipH="1">
            <a:off x="16410339" y="4546070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993E44F-5449-FB52-E581-FAC254E2332D}"/>
              </a:ext>
            </a:extLst>
          </p:cNvPr>
          <p:cNvCxnSpPr>
            <a:cxnSpLocks/>
          </p:cNvCxnSpPr>
          <p:nvPr/>
        </p:nvCxnSpPr>
        <p:spPr>
          <a:xfrm flipH="1">
            <a:off x="16470616" y="4597005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B052700-4505-EF95-6116-38E61AAF1416}"/>
              </a:ext>
            </a:extLst>
          </p:cNvPr>
          <p:cNvCxnSpPr>
            <a:cxnSpLocks/>
          </p:cNvCxnSpPr>
          <p:nvPr/>
        </p:nvCxnSpPr>
        <p:spPr>
          <a:xfrm>
            <a:off x="12415296" y="5399994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85A2DF07-B79A-03D6-73AE-B47E8964C047}"/>
              </a:ext>
            </a:extLst>
          </p:cNvPr>
          <p:cNvSpPr/>
          <p:nvPr/>
        </p:nvSpPr>
        <p:spPr>
          <a:xfrm>
            <a:off x="13135367" y="5047779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026403D-0E93-2179-1E2A-000C03D5CD4B}"/>
              </a:ext>
            </a:extLst>
          </p:cNvPr>
          <p:cNvCxnSpPr>
            <a:cxnSpLocks/>
          </p:cNvCxnSpPr>
          <p:nvPr/>
        </p:nvCxnSpPr>
        <p:spPr>
          <a:xfrm>
            <a:off x="14147844" y="5376947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75E91DB-F185-4BCD-D772-4E2824F845C8}"/>
              </a:ext>
            </a:extLst>
          </p:cNvPr>
          <p:cNvCxnSpPr>
            <a:cxnSpLocks/>
          </p:cNvCxnSpPr>
          <p:nvPr/>
        </p:nvCxnSpPr>
        <p:spPr>
          <a:xfrm>
            <a:off x="17579970" y="535681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BA676F1-F754-9651-7CA9-96EDDD07C38B}"/>
              </a:ext>
            </a:extLst>
          </p:cNvPr>
          <p:cNvCxnSpPr>
            <a:cxnSpLocks/>
          </p:cNvCxnSpPr>
          <p:nvPr/>
        </p:nvCxnSpPr>
        <p:spPr>
          <a:xfrm>
            <a:off x="18271604" y="5331293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6D5AA95-7F0C-4B93-B569-C5B9945D1079}"/>
              </a:ext>
            </a:extLst>
          </p:cNvPr>
          <p:cNvCxnSpPr>
            <a:cxnSpLocks/>
          </p:cNvCxnSpPr>
          <p:nvPr/>
        </p:nvCxnSpPr>
        <p:spPr>
          <a:xfrm flipH="1">
            <a:off x="18035554" y="5594340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82468F0-8153-D5D4-A9CE-AD3C14867078}"/>
              </a:ext>
            </a:extLst>
          </p:cNvPr>
          <p:cNvCxnSpPr>
            <a:cxnSpLocks/>
          </p:cNvCxnSpPr>
          <p:nvPr/>
        </p:nvCxnSpPr>
        <p:spPr>
          <a:xfrm flipH="1">
            <a:off x="18109917" y="5653591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BB5D1FC-D9C8-98D8-49E1-6596ACE3ADD4}"/>
              </a:ext>
            </a:extLst>
          </p:cNvPr>
          <p:cNvCxnSpPr>
            <a:cxnSpLocks/>
          </p:cNvCxnSpPr>
          <p:nvPr/>
        </p:nvCxnSpPr>
        <p:spPr>
          <a:xfrm flipH="1">
            <a:off x="18170194" y="5704526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BC448279-1D51-0A8A-7E15-3F7A359D02EF}"/>
              </a:ext>
            </a:extLst>
          </p:cNvPr>
          <p:cNvSpPr/>
          <p:nvPr/>
        </p:nvSpPr>
        <p:spPr>
          <a:xfrm>
            <a:off x="14841841" y="505601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A9FF7D6-3D83-70D4-5CEB-FF3379951809}"/>
              </a:ext>
            </a:extLst>
          </p:cNvPr>
          <p:cNvCxnSpPr>
            <a:cxnSpLocks/>
          </p:cNvCxnSpPr>
          <p:nvPr/>
        </p:nvCxnSpPr>
        <p:spPr>
          <a:xfrm>
            <a:off x="15854318" y="538518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CF4B56A9-FAA1-972C-2060-2C9323E3518C}"/>
              </a:ext>
            </a:extLst>
          </p:cNvPr>
          <p:cNvSpPr/>
          <p:nvPr/>
        </p:nvSpPr>
        <p:spPr>
          <a:xfrm>
            <a:off x="16612502" y="505601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0AAD4C4-1C3B-0C69-1299-7770FF31E55C}"/>
              </a:ext>
            </a:extLst>
          </p:cNvPr>
          <p:cNvCxnSpPr>
            <a:cxnSpLocks/>
          </p:cNvCxnSpPr>
          <p:nvPr/>
        </p:nvCxnSpPr>
        <p:spPr>
          <a:xfrm>
            <a:off x="12453409" y="652557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0512DDEE-BE5F-D58C-B70D-19D765189409}"/>
              </a:ext>
            </a:extLst>
          </p:cNvPr>
          <p:cNvSpPr/>
          <p:nvPr/>
        </p:nvSpPr>
        <p:spPr>
          <a:xfrm>
            <a:off x="13173480" y="617335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9E2B019-445E-ACF2-9603-2B2953DF28E6}"/>
              </a:ext>
            </a:extLst>
          </p:cNvPr>
          <p:cNvCxnSpPr>
            <a:cxnSpLocks/>
          </p:cNvCxnSpPr>
          <p:nvPr/>
        </p:nvCxnSpPr>
        <p:spPr>
          <a:xfrm>
            <a:off x="14185957" y="6502523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87A04AF2-1C2D-16A9-FF21-362704009306}"/>
              </a:ext>
            </a:extLst>
          </p:cNvPr>
          <p:cNvSpPr/>
          <p:nvPr/>
        </p:nvSpPr>
        <p:spPr>
          <a:xfrm>
            <a:off x="14944141" y="617335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79193C6-2518-73A6-66F7-9923B426C92E}"/>
              </a:ext>
            </a:extLst>
          </p:cNvPr>
          <p:cNvCxnSpPr>
            <a:cxnSpLocks/>
          </p:cNvCxnSpPr>
          <p:nvPr/>
        </p:nvCxnSpPr>
        <p:spPr>
          <a:xfrm>
            <a:off x="15918505" y="6483975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F457AED-788F-69EB-BB71-155B376B969A}"/>
              </a:ext>
            </a:extLst>
          </p:cNvPr>
          <p:cNvCxnSpPr>
            <a:cxnSpLocks/>
          </p:cNvCxnSpPr>
          <p:nvPr/>
        </p:nvCxnSpPr>
        <p:spPr>
          <a:xfrm>
            <a:off x="16610139" y="6458458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73680E74-E8F9-7C6D-C81F-8A70374FCD83}"/>
              </a:ext>
            </a:extLst>
          </p:cNvPr>
          <p:cNvCxnSpPr>
            <a:cxnSpLocks/>
          </p:cNvCxnSpPr>
          <p:nvPr/>
        </p:nvCxnSpPr>
        <p:spPr>
          <a:xfrm flipH="1">
            <a:off x="16374089" y="6721505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C78D5FB-E91F-D9EF-9D3F-438A304A7A46}"/>
              </a:ext>
            </a:extLst>
          </p:cNvPr>
          <p:cNvCxnSpPr>
            <a:cxnSpLocks/>
          </p:cNvCxnSpPr>
          <p:nvPr/>
        </p:nvCxnSpPr>
        <p:spPr>
          <a:xfrm flipH="1">
            <a:off x="16448452" y="6780756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CA5392D-035C-D535-8742-50E5687AFD84}"/>
              </a:ext>
            </a:extLst>
          </p:cNvPr>
          <p:cNvCxnSpPr>
            <a:cxnSpLocks/>
          </p:cNvCxnSpPr>
          <p:nvPr/>
        </p:nvCxnSpPr>
        <p:spPr>
          <a:xfrm flipH="1">
            <a:off x="16508729" y="6831691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CC16CBD-F264-550D-A020-AA673BDF7396}"/>
              </a:ext>
            </a:extLst>
          </p:cNvPr>
          <p:cNvCxnSpPr>
            <a:cxnSpLocks/>
          </p:cNvCxnSpPr>
          <p:nvPr/>
        </p:nvCxnSpPr>
        <p:spPr>
          <a:xfrm>
            <a:off x="12408400" y="7678357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8D3D3562-16B8-6A38-9CCA-3EB75C76D451}"/>
              </a:ext>
            </a:extLst>
          </p:cNvPr>
          <p:cNvSpPr/>
          <p:nvPr/>
        </p:nvSpPr>
        <p:spPr>
          <a:xfrm>
            <a:off x="13128471" y="732614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1F18664-B6B8-1D1F-9160-E10182E38522}"/>
              </a:ext>
            </a:extLst>
          </p:cNvPr>
          <p:cNvCxnSpPr>
            <a:cxnSpLocks/>
          </p:cNvCxnSpPr>
          <p:nvPr/>
        </p:nvCxnSpPr>
        <p:spPr>
          <a:xfrm>
            <a:off x="14140948" y="765531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B356B52-C6FC-7FF4-1272-481FD566E7D7}"/>
              </a:ext>
            </a:extLst>
          </p:cNvPr>
          <p:cNvCxnSpPr>
            <a:cxnSpLocks/>
          </p:cNvCxnSpPr>
          <p:nvPr/>
        </p:nvCxnSpPr>
        <p:spPr>
          <a:xfrm>
            <a:off x="17573074" y="7635173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D929D3B-0B5D-F102-9AAC-A0B7639EEF0F}"/>
              </a:ext>
            </a:extLst>
          </p:cNvPr>
          <p:cNvCxnSpPr>
            <a:cxnSpLocks/>
          </p:cNvCxnSpPr>
          <p:nvPr/>
        </p:nvCxnSpPr>
        <p:spPr>
          <a:xfrm>
            <a:off x="18264708" y="7609656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5600026-990A-525F-BAC2-6FBA308E6245}"/>
              </a:ext>
            </a:extLst>
          </p:cNvPr>
          <p:cNvCxnSpPr>
            <a:cxnSpLocks/>
          </p:cNvCxnSpPr>
          <p:nvPr/>
        </p:nvCxnSpPr>
        <p:spPr>
          <a:xfrm flipH="1">
            <a:off x="18028658" y="7872703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46DFBCE-4E67-BE26-4E0B-17FAFD1A9F31}"/>
              </a:ext>
            </a:extLst>
          </p:cNvPr>
          <p:cNvCxnSpPr>
            <a:cxnSpLocks/>
          </p:cNvCxnSpPr>
          <p:nvPr/>
        </p:nvCxnSpPr>
        <p:spPr>
          <a:xfrm flipH="1">
            <a:off x="18103021" y="7931954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034CA0EA-60EB-C35A-CCF8-11AF51EB5223}"/>
              </a:ext>
            </a:extLst>
          </p:cNvPr>
          <p:cNvCxnSpPr>
            <a:cxnSpLocks/>
          </p:cNvCxnSpPr>
          <p:nvPr/>
        </p:nvCxnSpPr>
        <p:spPr>
          <a:xfrm flipH="1">
            <a:off x="18163298" y="7982889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957188DE-90ED-AA23-8BA7-75F9D54B9604}"/>
              </a:ext>
            </a:extLst>
          </p:cNvPr>
          <p:cNvSpPr/>
          <p:nvPr/>
        </p:nvSpPr>
        <p:spPr>
          <a:xfrm>
            <a:off x="14834945" y="733437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641F63C5-AE70-99BB-FA2B-75132D1A94E4}"/>
              </a:ext>
            </a:extLst>
          </p:cNvPr>
          <p:cNvCxnSpPr>
            <a:cxnSpLocks/>
          </p:cNvCxnSpPr>
          <p:nvPr/>
        </p:nvCxnSpPr>
        <p:spPr>
          <a:xfrm>
            <a:off x="15847422" y="7663543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9B30A3CC-F8E2-DE64-FEFE-6A10F27EC21B}"/>
              </a:ext>
            </a:extLst>
          </p:cNvPr>
          <p:cNvSpPr/>
          <p:nvPr/>
        </p:nvSpPr>
        <p:spPr>
          <a:xfrm>
            <a:off x="16605606" y="733437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7872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4602A-E625-6090-775A-1407B5C87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9136B20-C7D3-D744-81C9-94334404CF9F}"/>
              </a:ext>
            </a:extLst>
          </p:cNvPr>
          <p:cNvSpPr/>
          <p:nvPr/>
        </p:nvSpPr>
        <p:spPr>
          <a:xfrm>
            <a:off x="762219" y="344904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2BE926E-8F5B-07B4-9E61-97AA4C2EE529}"/>
              </a:ext>
            </a:extLst>
          </p:cNvPr>
          <p:cNvSpPr/>
          <p:nvPr/>
        </p:nvSpPr>
        <p:spPr>
          <a:xfrm>
            <a:off x="762219" y="1468910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FE03AE73-8301-78BA-CA8A-6B257C65F453}"/>
              </a:ext>
            </a:extLst>
          </p:cNvPr>
          <p:cNvSpPr/>
          <p:nvPr/>
        </p:nvSpPr>
        <p:spPr>
          <a:xfrm>
            <a:off x="762219" y="2570319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11E9543-59C9-B8DF-2BAA-4B12D9CA9248}"/>
              </a:ext>
            </a:extLst>
          </p:cNvPr>
          <p:cNvSpPr/>
          <p:nvPr/>
        </p:nvSpPr>
        <p:spPr>
          <a:xfrm>
            <a:off x="762219" y="3671728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9E189AD9-D5D9-A5D7-92AB-DF46F0722EF3}"/>
              </a:ext>
            </a:extLst>
          </p:cNvPr>
          <p:cNvSpPr/>
          <p:nvPr/>
        </p:nvSpPr>
        <p:spPr>
          <a:xfrm>
            <a:off x="762219" y="4841639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195E1AE4-0B97-0B86-BD35-326F378D3E56}"/>
              </a:ext>
            </a:extLst>
          </p:cNvPr>
          <p:cNvSpPr/>
          <p:nvPr/>
        </p:nvSpPr>
        <p:spPr>
          <a:xfrm>
            <a:off x="762219" y="5987271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C5D63E-39D2-815C-FF1D-716A30E8AE99}"/>
              </a:ext>
            </a:extLst>
          </p:cNvPr>
          <p:cNvCxnSpPr>
            <a:cxnSpLocks/>
          </p:cNvCxnSpPr>
          <p:nvPr/>
        </p:nvCxnSpPr>
        <p:spPr>
          <a:xfrm>
            <a:off x="2494767" y="815051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4CD1558-EEB7-1C32-C6E9-FEF698E4A009}"/>
              </a:ext>
            </a:extLst>
          </p:cNvPr>
          <p:cNvSpPr/>
          <p:nvPr/>
        </p:nvSpPr>
        <p:spPr>
          <a:xfrm>
            <a:off x="3214838" y="462836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E73CBC1-B20C-AB2A-DB6A-1D3245C17B67}"/>
              </a:ext>
            </a:extLst>
          </p:cNvPr>
          <p:cNvCxnSpPr>
            <a:cxnSpLocks/>
          </p:cNvCxnSpPr>
          <p:nvPr/>
        </p:nvCxnSpPr>
        <p:spPr>
          <a:xfrm>
            <a:off x="4227315" y="792004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73F8DB8-DD2E-E237-AF60-7205C0E6540E}"/>
              </a:ext>
            </a:extLst>
          </p:cNvPr>
          <p:cNvSpPr/>
          <p:nvPr/>
        </p:nvSpPr>
        <p:spPr>
          <a:xfrm>
            <a:off x="4985499" y="462836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FCA3DE-AAE6-CA27-28C7-8223E29EE507}"/>
              </a:ext>
            </a:extLst>
          </p:cNvPr>
          <p:cNvCxnSpPr>
            <a:cxnSpLocks/>
          </p:cNvCxnSpPr>
          <p:nvPr/>
        </p:nvCxnSpPr>
        <p:spPr>
          <a:xfrm>
            <a:off x="5959863" y="773456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B9DE7B5-6847-4411-790A-3F829791537D}"/>
              </a:ext>
            </a:extLst>
          </p:cNvPr>
          <p:cNvCxnSpPr>
            <a:cxnSpLocks/>
          </p:cNvCxnSpPr>
          <p:nvPr/>
        </p:nvCxnSpPr>
        <p:spPr>
          <a:xfrm>
            <a:off x="6651497" y="747939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852C47C-3240-7EB6-E187-9DC96910F00A}"/>
              </a:ext>
            </a:extLst>
          </p:cNvPr>
          <p:cNvCxnSpPr>
            <a:cxnSpLocks/>
          </p:cNvCxnSpPr>
          <p:nvPr/>
        </p:nvCxnSpPr>
        <p:spPr>
          <a:xfrm flipH="1">
            <a:off x="6415447" y="1010986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5B83CF3-0AA3-9A78-2254-BE12D906E013}"/>
              </a:ext>
            </a:extLst>
          </p:cNvPr>
          <p:cNvCxnSpPr>
            <a:cxnSpLocks/>
          </p:cNvCxnSpPr>
          <p:nvPr/>
        </p:nvCxnSpPr>
        <p:spPr>
          <a:xfrm flipH="1">
            <a:off x="6489810" y="1070237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1D5F9DD-2FCB-D1E5-604F-F9738AF97F51}"/>
              </a:ext>
            </a:extLst>
          </p:cNvPr>
          <p:cNvCxnSpPr>
            <a:cxnSpLocks/>
          </p:cNvCxnSpPr>
          <p:nvPr/>
        </p:nvCxnSpPr>
        <p:spPr>
          <a:xfrm flipH="1">
            <a:off x="6550087" y="1121172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D8BDE26-1970-DBC8-ADA2-02F5F2B965FF}"/>
              </a:ext>
            </a:extLst>
          </p:cNvPr>
          <p:cNvCxnSpPr>
            <a:cxnSpLocks/>
          </p:cNvCxnSpPr>
          <p:nvPr/>
        </p:nvCxnSpPr>
        <p:spPr>
          <a:xfrm>
            <a:off x="2532880" y="1961257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01AE870D-F70E-6A97-E756-7A0F26342944}"/>
              </a:ext>
            </a:extLst>
          </p:cNvPr>
          <p:cNvSpPr/>
          <p:nvPr/>
        </p:nvSpPr>
        <p:spPr>
          <a:xfrm>
            <a:off x="3252951" y="160904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D8BE82B-B014-9C21-C309-FEAD501BD041}"/>
              </a:ext>
            </a:extLst>
          </p:cNvPr>
          <p:cNvCxnSpPr>
            <a:cxnSpLocks/>
          </p:cNvCxnSpPr>
          <p:nvPr/>
        </p:nvCxnSpPr>
        <p:spPr>
          <a:xfrm>
            <a:off x="4265428" y="193821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8D9843E0-DEE7-9A62-0EBB-2364EBFA0CCE}"/>
              </a:ext>
            </a:extLst>
          </p:cNvPr>
          <p:cNvSpPr/>
          <p:nvPr/>
        </p:nvSpPr>
        <p:spPr>
          <a:xfrm>
            <a:off x="5023612" y="160904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115853E-74FC-EB44-F557-B95EDFFB6F87}"/>
              </a:ext>
            </a:extLst>
          </p:cNvPr>
          <p:cNvCxnSpPr>
            <a:cxnSpLocks/>
          </p:cNvCxnSpPr>
          <p:nvPr/>
        </p:nvCxnSpPr>
        <p:spPr>
          <a:xfrm>
            <a:off x="5997976" y="1919662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B005AFA-414B-05EA-B3D1-7720DB46D421}"/>
              </a:ext>
            </a:extLst>
          </p:cNvPr>
          <p:cNvCxnSpPr>
            <a:cxnSpLocks/>
          </p:cNvCxnSpPr>
          <p:nvPr/>
        </p:nvCxnSpPr>
        <p:spPr>
          <a:xfrm>
            <a:off x="6689610" y="1894145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28FB735-E6A2-AA74-D189-7A225D5EB4F7}"/>
              </a:ext>
            </a:extLst>
          </p:cNvPr>
          <p:cNvCxnSpPr>
            <a:cxnSpLocks/>
          </p:cNvCxnSpPr>
          <p:nvPr/>
        </p:nvCxnSpPr>
        <p:spPr>
          <a:xfrm flipH="1">
            <a:off x="6453560" y="2157192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272CDA5-98CA-0D7D-0359-FD0FB38A4A6C}"/>
              </a:ext>
            </a:extLst>
          </p:cNvPr>
          <p:cNvCxnSpPr>
            <a:cxnSpLocks/>
          </p:cNvCxnSpPr>
          <p:nvPr/>
        </p:nvCxnSpPr>
        <p:spPr>
          <a:xfrm flipH="1">
            <a:off x="6527923" y="2216443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6334FCA-1C79-ABD7-EB7C-08689D390164}"/>
              </a:ext>
            </a:extLst>
          </p:cNvPr>
          <p:cNvCxnSpPr>
            <a:cxnSpLocks/>
          </p:cNvCxnSpPr>
          <p:nvPr/>
        </p:nvCxnSpPr>
        <p:spPr>
          <a:xfrm flipH="1">
            <a:off x="6588200" y="2267378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B70D808-754F-F2A8-882D-6EBDCE5A28AF}"/>
              </a:ext>
            </a:extLst>
          </p:cNvPr>
          <p:cNvCxnSpPr>
            <a:cxnSpLocks/>
          </p:cNvCxnSpPr>
          <p:nvPr/>
        </p:nvCxnSpPr>
        <p:spPr>
          <a:xfrm>
            <a:off x="2532880" y="3070367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9398AF00-A19A-646D-AA64-D806E607110F}"/>
              </a:ext>
            </a:extLst>
          </p:cNvPr>
          <p:cNvSpPr/>
          <p:nvPr/>
        </p:nvSpPr>
        <p:spPr>
          <a:xfrm>
            <a:off x="3252951" y="271815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CFFEEEC-C192-E8C9-C58F-2FFF064022AD}"/>
              </a:ext>
            </a:extLst>
          </p:cNvPr>
          <p:cNvCxnSpPr>
            <a:cxnSpLocks/>
          </p:cNvCxnSpPr>
          <p:nvPr/>
        </p:nvCxnSpPr>
        <p:spPr>
          <a:xfrm>
            <a:off x="4265428" y="304732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40CD0F6E-0A2D-1DB9-55E6-E6FE6CADA8F4}"/>
              </a:ext>
            </a:extLst>
          </p:cNvPr>
          <p:cNvSpPr/>
          <p:nvPr/>
        </p:nvSpPr>
        <p:spPr>
          <a:xfrm>
            <a:off x="8427727" y="2741199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B15CE9E-EE25-0FE3-33B4-D1BE36CA625A}"/>
              </a:ext>
            </a:extLst>
          </p:cNvPr>
          <p:cNvCxnSpPr>
            <a:cxnSpLocks/>
          </p:cNvCxnSpPr>
          <p:nvPr/>
        </p:nvCxnSpPr>
        <p:spPr>
          <a:xfrm>
            <a:off x="9402091" y="3051819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4B03E6B-9731-A016-B2D0-9644A9C31668}"/>
              </a:ext>
            </a:extLst>
          </p:cNvPr>
          <p:cNvCxnSpPr>
            <a:cxnSpLocks/>
          </p:cNvCxnSpPr>
          <p:nvPr/>
        </p:nvCxnSpPr>
        <p:spPr>
          <a:xfrm>
            <a:off x="10093725" y="3026302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39278BA-3D3F-EFF0-35E9-39452AF7EF32}"/>
              </a:ext>
            </a:extLst>
          </p:cNvPr>
          <p:cNvCxnSpPr>
            <a:cxnSpLocks/>
          </p:cNvCxnSpPr>
          <p:nvPr/>
        </p:nvCxnSpPr>
        <p:spPr>
          <a:xfrm flipH="1">
            <a:off x="9857675" y="3289349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3B7C75A-CF64-F947-44B2-F6812EBF4928}"/>
              </a:ext>
            </a:extLst>
          </p:cNvPr>
          <p:cNvCxnSpPr>
            <a:cxnSpLocks/>
          </p:cNvCxnSpPr>
          <p:nvPr/>
        </p:nvCxnSpPr>
        <p:spPr>
          <a:xfrm flipH="1">
            <a:off x="9932038" y="3348600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204F040-F678-5B3A-F66D-10A0B3C0B234}"/>
              </a:ext>
            </a:extLst>
          </p:cNvPr>
          <p:cNvCxnSpPr>
            <a:cxnSpLocks/>
          </p:cNvCxnSpPr>
          <p:nvPr/>
        </p:nvCxnSpPr>
        <p:spPr>
          <a:xfrm flipH="1">
            <a:off x="9992315" y="3399535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AD1FCEFF-AFD4-1493-088E-7381869AA68B}"/>
              </a:ext>
            </a:extLst>
          </p:cNvPr>
          <p:cNvSpPr/>
          <p:nvPr/>
        </p:nvSpPr>
        <p:spPr>
          <a:xfrm>
            <a:off x="4959425" y="272638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B1D070B-92EE-4C4C-DA9F-0D59659AA430}"/>
              </a:ext>
            </a:extLst>
          </p:cNvPr>
          <p:cNvCxnSpPr>
            <a:cxnSpLocks/>
          </p:cNvCxnSpPr>
          <p:nvPr/>
        </p:nvCxnSpPr>
        <p:spPr>
          <a:xfrm>
            <a:off x="5971902" y="3055553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72141D84-9DAD-7BD7-9589-7F841A039E38}"/>
              </a:ext>
            </a:extLst>
          </p:cNvPr>
          <p:cNvSpPr/>
          <p:nvPr/>
        </p:nvSpPr>
        <p:spPr>
          <a:xfrm>
            <a:off x="6730086" y="272638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F616BAB-1ADC-8614-C808-A8F18AF1DD84}"/>
              </a:ext>
            </a:extLst>
          </p:cNvPr>
          <p:cNvCxnSpPr>
            <a:cxnSpLocks/>
          </p:cNvCxnSpPr>
          <p:nvPr/>
        </p:nvCxnSpPr>
        <p:spPr>
          <a:xfrm>
            <a:off x="7707656" y="3049936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803A1A0-7853-DA95-D5E5-9F1DCA101C39}"/>
              </a:ext>
            </a:extLst>
          </p:cNvPr>
          <p:cNvCxnSpPr>
            <a:cxnSpLocks/>
          </p:cNvCxnSpPr>
          <p:nvPr/>
        </p:nvCxnSpPr>
        <p:spPr>
          <a:xfrm flipH="1">
            <a:off x="6534819" y="3311630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39FEBDB-98AF-6822-8E05-A59B3FA6D4E0}"/>
              </a:ext>
            </a:extLst>
          </p:cNvPr>
          <p:cNvCxnSpPr>
            <a:cxnSpLocks/>
          </p:cNvCxnSpPr>
          <p:nvPr/>
        </p:nvCxnSpPr>
        <p:spPr>
          <a:xfrm flipH="1">
            <a:off x="6595096" y="3362565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C3E649F-E0C6-536B-0318-6036CD0F16E2}"/>
              </a:ext>
            </a:extLst>
          </p:cNvPr>
          <p:cNvCxnSpPr>
            <a:cxnSpLocks/>
          </p:cNvCxnSpPr>
          <p:nvPr/>
        </p:nvCxnSpPr>
        <p:spPr>
          <a:xfrm>
            <a:off x="2539776" y="4165554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CD483A67-9DA2-F39E-8237-04B7361B9EB7}"/>
              </a:ext>
            </a:extLst>
          </p:cNvPr>
          <p:cNvSpPr/>
          <p:nvPr/>
        </p:nvSpPr>
        <p:spPr>
          <a:xfrm>
            <a:off x="3259847" y="3813339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13B86B8-1F0A-9B36-0682-35A94E83F2A9}"/>
              </a:ext>
            </a:extLst>
          </p:cNvPr>
          <p:cNvCxnSpPr>
            <a:cxnSpLocks/>
          </p:cNvCxnSpPr>
          <p:nvPr/>
        </p:nvCxnSpPr>
        <p:spPr>
          <a:xfrm>
            <a:off x="4272324" y="4142507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F6144C4-7338-E069-E25D-EC3FCB17E163}"/>
              </a:ext>
            </a:extLst>
          </p:cNvPr>
          <p:cNvCxnSpPr>
            <a:cxnSpLocks/>
          </p:cNvCxnSpPr>
          <p:nvPr/>
        </p:nvCxnSpPr>
        <p:spPr>
          <a:xfrm>
            <a:off x="7704450" y="412237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5321AC09-D0EE-A058-38A2-F02ABA2E685E}"/>
              </a:ext>
            </a:extLst>
          </p:cNvPr>
          <p:cNvCxnSpPr>
            <a:cxnSpLocks/>
          </p:cNvCxnSpPr>
          <p:nvPr/>
        </p:nvCxnSpPr>
        <p:spPr>
          <a:xfrm>
            <a:off x="8396084" y="4096853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F836191-2094-6239-1B0C-FEA6698B4725}"/>
              </a:ext>
            </a:extLst>
          </p:cNvPr>
          <p:cNvCxnSpPr>
            <a:cxnSpLocks/>
          </p:cNvCxnSpPr>
          <p:nvPr/>
        </p:nvCxnSpPr>
        <p:spPr>
          <a:xfrm flipH="1">
            <a:off x="8160034" y="4359900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5DEAFEF-72DC-F022-A1AE-859C238C076F}"/>
              </a:ext>
            </a:extLst>
          </p:cNvPr>
          <p:cNvCxnSpPr>
            <a:cxnSpLocks/>
          </p:cNvCxnSpPr>
          <p:nvPr/>
        </p:nvCxnSpPr>
        <p:spPr>
          <a:xfrm flipH="1">
            <a:off x="8234397" y="4419151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09DB680-4DA7-317B-9804-7BF835332B2D}"/>
              </a:ext>
            </a:extLst>
          </p:cNvPr>
          <p:cNvCxnSpPr>
            <a:cxnSpLocks/>
          </p:cNvCxnSpPr>
          <p:nvPr/>
        </p:nvCxnSpPr>
        <p:spPr>
          <a:xfrm flipH="1">
            <a:off x="8294674" y="4470086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7D2918B1-5202-E336-83E8-154FDAEE4EDA}"/>
              </a:ext>
            </a:extLst>
          </p:cNvPr>
          <p:cNvSpPr/>
          <p:nvPr/>
        </p:nvSpPr>
        <p:spPr>
          <a:xfrm>
            <a:off x="4966321" y="382157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BEB6DC5-05FD-33B0-A694-1D7BD2AE0EDE}"/>
              </a:ext>
            </a:extLst>
          </p:cNvPr>
          <p:cNvCxnSpPr>
            <a:cxnSpLocks/>
          </p:cNvCxnSpPr>
          <p:nvPr/>
        </p:nvCxnSpPr>
        <p:spPr>
          <a:xfrm>
            <a:off x="5978798" y="415074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881524FD-B52D-2482-3BDA-452CAE35D709}"/>
              </a:ext>
            </a:extLst>
          </p:cNvPr>
          <p:cNvSpPr/>
          <p:nvPr/>
        </p:nvSpPr>
        <p:spPr>
          <a:xfrm>
            <a:off x="6736982" y="382157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D2C3DA3-20CB-483F-DFE0-6985C8E98C47}"/>
              </a:ext>
            </a:extLst>
          </p:cNvPr>
          <p:cNvCxnSpPr>
            <a:cxnSpLocks/>
          </p:cNvCxnSpPr>
          <p:nvPr/>
        </p:nvCxnSpPr>
        <p:spPr>
          <a:xfrm>
            <a:off x="2577889" y="529113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8E51EF1E-E4DF-B054-3BEA-B361E66D20FC}"/>
              </a:ext>
            </a:extLst>
          </p:cNvPr>
          <p:cNvSpPr/>
          <p:nvPr/>
        </p:nvSpPr>
        <p:spPr>
          <a:xfrm>
            <a:off x="3297960" y="493891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B34CB86-EBBA-D66D-F3B5-FC2CBA1E25B7}"/>
              </a:ext>
            </a:extLst>
          </p:cNvPr>
          <p:cNvCxnSpPr>
            <a:cxnSpLocks/>
          </p:cNvCxnSpPr>
          <p:nvPr/>
        </p:nvCxnSpPr>
        <p:spPr>
          <a:xfrm>
            <a:off x="4310437" y="5268083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D7114A9A-9662-C5C1-0B98-1613C4C4B708}"/>
              </a:ext>
            </a:extLst>
          </p:cNvPr>
          <p:cNvSpPr/>
          <p:nvPr/>
        </p:nvSpPr>
        <p:spPr>
          <a:xfrm>
            <a:off x="5068621" y="493891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381BA4F-2BAE-4224-098B-2C6C61D1C367}"/>
              </a:ext>
            </a:extLst>
          </p:cNvPr>
          <p:cNvCxnSpPr>
            <a:cxnSpLocks/>
          </p:cNvCxnSpPr>
          <p:nvPr/>
        </p:nvCxnSpPr>
        <p:spPr>
          <a:xfrm>
            <a:off x="6042985" y="5249535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E3652F4-C356-7DA1-6361-8FC7A0F32F20}"/>
              </a:ext>
            </a:extLst>
          </p:cNvPr>
          <p:cNvCxnSpPr>
            <a:cxnSpLocks/>
          </p:cNvCxnSpPr>
          <p:nvPr/>
        </p:nvCxnSpPr>
        <p:spPr>
          <a:xfrm>
            <a:off x="6734619" y="5224018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7220BEF-BA6B-148A-8A26-A36F1F865CFB}"/>
              </a:ext>
            </a:extLst>
          </p:cNvPr>
          <p:cNvCxnSpPr>
            <a:cxnSpLocks/>
          </p:cNvCxnSpPr>
          <p:nvPr/>
        </p:nvCxnSpPr>
        <p:spPr>
          <a:xfrm flipH="1">
            <a:off x="6498569" y="5487065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FD516CF-82FD-C43E-4355-498716E0D76C}"/>
              </a:ext>
            </a:extLst>
          </p:cNvPr>
          <p:cNvCxnSpPr>
            <a:cxnSpLocks/>
          </p:cNvCxnSpPr>
          <p:nvPr/>
        </p:nvCxnSpPr>
        <p:spPr>
          <a:xfrm flipH="1">
            <a:off x="6572932" y="5546316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E63A79E7-6FB0-3F5C-94CB-01FB2C7DE4AA}"/>
              </a:ext>
            </a:extLst>
          </p:cNvPr>
          <p:cNvCxnSpPr>
            <a:cxnSpLocks/>
          </p:cNvCxnSpPr>
          <p:nvPr/>
        </p:nvCxnSpPr>
        <p:spPr>
          <a:xfrm flipH="1">
            <a:off x="6633209" y="5597251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D009ED7-835D-60E4-5F0A-C6AF017B4722}"/>
              </a:ext>
            </a:extLst>
          </p:cNvPr>
          <p:cNvCxnSpPr>
            <a:cxnSpLocks/>
          </p:cNvCxnSpPr>
          <p:nvPr/>
        </p:nvCxnSpPr>
        <p:spPr>
          <a:xfrm>
            <a:off x="2532880" y="6443917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9138964C-3446-A291-D023-6272C3CC2EEE}"/>
              </a:ext>
            </a:extLst>
          </p:cNvPr>
          <p:cNvSpPr/>
          <p:nvPr/>
        </p:nvSpPr>
        <p:spPr>
          <a:xfrm>
            <a:off x="3252951" y="609170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6F6B40A-30D7-6CB6-5057-835DFA9C76BA}"/>
              </a:ext>
            </a:extLst>
          </p:cNvPr>
          <p:cNvCxnSpPr>
            <a:cxnSpLocks/>
          </p:cNvCxnSpPr>
          <p:nvPr/>
        </p:nvCxnSpPr>
        <p:spPr>
          <a:xfrm>
            <a:off x="4265428" y="642087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D1C9983-6969-808E-BC9F-7B1EAE34CB1A}"/>
              </a:ext>
            </a:extLst>
          </p:cNvPr>
          <p:cNvCxnSpPr>
            <a:cxnSpLocks/>
          </p:cNvCxnSpPr>
          <p:nvPr/>
        </p:nvCxnSpPr>
        <p:spPr>
          <a:xfrm>
            <a:off x="7697554" y="6400733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045A8701-49B9-257F-6C89-DD97C67DA1E8}"/>
              </a:ext>
            </a:extLst>
          </p:cNvPr>
          <p:cNvCxnSpPr>
            <a:cxnSpLocks/>
          </p:cNvCxnSpPr>
          <p:nvPr/>
        </p:nvCxnSpPr>
        <p:spPr>
          <a:xfrm>
            <a:off x="8389188" y="6375216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2B136D59-42B6-6BE5-9265-C80751A513CF}"/>
              </a:ext>
            </a:extLst>
          </p:cNvPr>
          <p:cNvCxnSpPr>
            <a:cxnSpLocks/>
          </p:cNvCxnSpPr>
          <p:nvPr/>
        </p:nvCxnSpPr>
        <p:spPr>
          <a:xfrm flipH="1">
            <a:off x="8153138" y="6638263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B933A87-F853-4F46-D6BE-CD27F4C3020F}"/>
              </a:ext>
            </a:extLst>
          </p:cNvPr>
          <p:cNvCxnSpPr>
            <a:cxnSpLocks/>
          </p:cNvCxnSpPr>
          <p:nvPr/>
        </p:nvCxnSpPr>
        <p:spPr>
          <a:xfrm flipH="1">
            <a:off x="8227501" y="6697514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BC075ACD-CF37-BE59-6D83-7B604C3D74F2}"/>
              </a:ext>
            </a:extLst>
          </p:cNvPr>
          <p:cNvCxnSpPr>
            <a:cxnSpLocks/>
          </p:cNvCxnSpPr>
          <p:nvPr/>
        </p:nvCxnSpPr>
        <p:spPr>
          <a:xfrm flipH="1">
            <a:off x="8287778" y="6748449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CAAA5740-AEFB-A592-1BA7-02EF0E5088D6}"/>
              </a:ext>
            </a:extLst>
          </p:cNvPr>
          <p:cNvSpPr/>
          <p:nvPr/>
        </p:nvSpPr>
        <p:spPr>
          <a:xfrm>
            <a:off x="4959425" y="609993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C55B45F-5BA7-C33F-862B-E701925EC22E}"/>
              </a:ext>
            </a:extLst>
          </p:cNvPr>
          <p:cNvCxnSpPr>
            <a:cxnSpLocks/>
          </p:cNvCxnSpPr>
          <p:nvPr/>
        </p:nvCxnSpPr>
        <p:spPr>
          <a:xfrm>
            <a:off x="5971902" y="6429103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DB8B0AA1-2868-C969-EE12-86716A71C5AE}"/>
              </a:ext>
            </a:extLst>
          </p:cNvPr>
          <p:cNvSpPr/>
          <p:nvPr/>
        </p:nvSpPr>
        <p:spPr>
          <a:xfrm>
            <a:off x="6730086" y="609993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4930E65-54CC-A6F3-FF1E-2F9C8575644B}"/>
              </a:ext>
            </a:extLst>
          </p:cNvPr>
          <p:cNvSpPr/>
          <p:nvPr/>
        </p:nvSpPr>
        <p:spPr>
          <a:xfrm>
            <a:off x="12250663" y="725453"/>
            <a:ext cx="11549811" cy="158454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spcBef>
                <a:spcPts val="0"/>
              </a:spcBef>
            </a:pPr>
            <a:r>
              <a:rPr lang="en-IN" dirty="0">
                <a:solidFill>
                  <a:schemeClr val="bg1"/>
                </a:solidFill>
                <a:latin typeface="Bradley Hand" pitchFamily="2" charset="77"/>
              </a:rPr>
              <a:t>Most graph algorithms require you to list the neighbours of a vertex quickly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562970D-9805-7F32-8FFD-D38DDF68A831}"/>
              </a:ext>
            </a:extLst>
          </p:cNvPr>
          <p:cNvSpPr/>
          <p:nvPr/>
        </p:nvSpPr>
        <p:spPr>
          <a:xfrm>
            <a:off x="12250663" y="2583594"/>
            <a:ext cx="11549811" cy="158454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spcBef>
                <a:spcPts val="0"/>
              </a:spcBef>
            </a:pPr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How much time does it take to list the neighbours of a vertex?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B94BD46-C2E6-EB9D-20C0-F75A5D497D00}"/>
              </a:ext>
            </a:extLst>
          </p:cNvPr>
          <p:cNvSpPr/>
          <p:nvPr/>
        </p:nvSpPr>
        <p:spPr>
          <a:xfrm>
            <a:off x="12250662" y="4525954"/>
            <a:ext cx="11549811" cy="84902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spcBef>
                <a:spcPts val="0"/>
              </a:spcBef>
            </a:pPr>
            <a:r>
              <a:rPr lang="en-IN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O(d(v))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A95B6CC-ED49-1E50-A11D-C14E2EEFBEF2}"/>
              </a:ext>
            </a:extLst>
          </p:cNvPr>
          <p:cNvSpPr/>
          <p:nvPr/>
        </p:nvSpPr>
        <p:spPr>
          <a:xfrm>
            <a:off x="12192000" y="7052021"/>
            <a:ext cx="11549811" cy="23200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Bradley Hand" pitchFamily="2" charset="77"/>
              </a:rPr>
              <a:t>These are the advantages of adjacency list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are its disadvantages?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F6906C0-27F5-0E35-228E-2CD0D00A4A95}"/>
              </a:ext>
            </a:extLst>
          </p:cNvPr>
          <p:cNvSpPr/>
          <p:nvPr/>
        </p:nvSpPr>
        <p:spPr>
          <a:xfrm>
            <a:off x="12192000" y="9857732"/>
            <a:ext cx="11549811" cy="23200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Bradley Hand" pitchFamily="2" charset="77"/>
              </a:rPr>
              <a:t>Slightly hard to implement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Bradley Hand" pitchFamily="2" charset="77"/>
              </a:rPr>
              <a:t>Not easy to check if an edge is present in the graph or not</a:t>
            </a:r>
          </a:p>
        </p:txBody>
      </p:sp>
    </p:spTree>
    <p:extLst>
      <p:ext uri="{BB962C8B-B14F-4D97-AF65-F5344CB8AC3E}">
        <p14:creationId xmlns:p14="http://schemas.microsoft.com/office/powerpoint/2010/main" val="3568147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5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9399FE25-7F9D-CC1A-5124-79B6C3BB262C}"/>
                  </a:ext>
                </a:extLst>
              </p:cNvPr>
              <p:cNvSpPr/>
              <p:nvPr/>
            </p:nvSpPr>
            <p:spPr>
              <a:xfrm>
                <a:off x="639258" y="1574687"/>
                <a:ext cx="23105484" cy="259588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IN" sz="5400" dirty="0">
                    <a:solidFill>
                      <a:schemeClr val="bg1"/>
                    </a:solidFill>
                    <a:latin typeface="Bradley Hand" pitchFamily="2" charset="77"/>
                  </a:rPr>
                  <a:t>We will use adjacency list which is “easy” to implement</a:t>
                </a:r>
              </a:p>
              <a:p>
                <a:pPr marL="685800" indent="-685800" defTabSz="8255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IN" sz="5400" dirty="0">
                    <a:solidFill>
                      <a:schemeClr val="bg1"/>
                    </a:solidFill>
                    <a:latin typeface="Bradley Hand" pitchFamily="2" charset="77"/>
                  </a:rPr>
                  <a:t>Our adjacency list will take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sz="5400" dirty="0">
                    <a:solidFill>
                      <a:schemeClr val="bg1"/>
                    </a:solidFill>
                    <a:latin typeface="Bradley Hand" pitchFamily="2" charset="77"/>
                  </a:rPr>
                  <a:t>) space</a:t>
                </a:r>
              </a:p>
              <a:p>
                <a:pPr marL="685800" indent="-685800" defTabSz="8255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IN" sz="5400" dirty="0">
                    <a:solidFill>
                      <a:schemeClr val="bg1"/>
                    </a:solidFill>
                    <a:latin typeface="Bradley Hand" pitchFamily="2" charset="77"/>
                  </a:rPr>
                  <a:t>But we will retain the main property of adjacency list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9399FE25-7F9D-CC1A-5124-79B6C3BB26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58" y="1574687"/>
                <a:ext cx="23105484" cy="2595888"/>
              </a:xfrm>
              <a:prstGeom prst="roundRect">
                <a:avLst/>
              </a:prstGeom>
              <a:blipFill>
                <a:blip r:embed="rId2"/>
                <a:stretch>
                  <a:fillRect l="-767" t="-3810" b="-8571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1104E82-C621-E0B2-F3F0-FE6B6883FD1A}"/>
              </a:ext>
            </a:extLst>
          </p:cNvPr>
          <p:cNvSpPr/>
          <p:nvPr/>
        </p:nvSpPr>
        <p:spPr>
          <a:xfrm>
            <a:off x="639258" y="5093713"/>
            <a:ext cx="23105484" cy="84902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spcBef>
                <a:spcPts val="0"/>
              </a:spcBef>
            </a:pPr>
            <a:r>
              <a:rPr lang="en-IN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Most graph algorithms require you to list the neighbours of a vertex quickly</a:t>
            </a:r>
          </a:p>
        </p:txBody>
      </p:sp>
    </p:spTree>
    <p:extLst>
      <p:ext uri="{BB962C8B-B14F-4D97-AF65-F5344CB8AC3E}">
        <p14:creationId xmlns:p14="http://schemas.microsoft.com/office/powerpoint/2010/main" val="4215032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6B693-6C80-62A5-3C75-2FA78E8E2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D137A7B-2CDD-60F5-3A58-2D1E5F9B072E}"/>
              </a:ext>
            </a:extLst>
          </p:cNvPr>
          <p:cNvSpPr/>
          <p:nvPr/>
        </p:nvSpPr>
        <p:spPr>
          <a:xfrm>
            <a:off x="762219" y="344904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C39192C-B358-E8A4-B986-525B274BAB96}"/>
              </a:ext>
            </a:extLst>
          </p:cNvPr>
          <p:cNvSpPr/>
          <p:nvPr/>
        </p:nvSpPr>
        <p:spPr>
          <a:xfrm>
            <a:off x="762219" y="1468910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7A591F5A-733A-8E61-4D6B-DCAA4EB17AD3}"/>
              </a:ext>
            </a:extLst>
          </p:cNvPr>
          <p:cNvSpPr/>
          <p:nvPr/>
        </p:nvSpPr>
        <p:spPr>
          <a:xfrm>
            <a:off x="762219" y="2570319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A096E5D-BB5A-3A78-4859-FC135F006341}"/>
              </a:ext>
            </a:extLst>
          </p:cNvPr>
          <p:cNvSpPr/>
          <p:nvPr/>
        </p:nvSpPr>
        <p:spPr>
          <a:xfrm>
            <a:off x="762219" y="3671728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46F2E70B-44BF-6C2D-8856-AEC3EA60540C}"/>
              </a:ext>
            </a:extLst>
          </p:cNvPr>
          <p:cNvSpPr/>
          <p:nvPr/>
        </p:nvSpPr>
        <p:spPr>
          <a:xfrm>
            <a:off x="762219" y="4841639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FA59122D-D6D0-26E2-926A-1492904FD65F}"/>
              </a:ext>
            </a:extLst>
          </p:cNvPr>
          <p:cNvSpPr/>
          <p:nvPr/>
        </p:nvSpPr>
        <p:spPr>
          <a:xfrm>
            <a:off x="762219" y="5987271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58EF1C3-8A85-2002-15C9-5795BBD0E93F}"/>
              </a:ext>
            </a:extLst>
          </p:cNvPr>
          <p:cNvCxnSpPr>
            <a:cxnSpLocks/>
          </p:cNvCxnSpPr>
          <p:nvPr/>
        </p:nvCxnSpPr>
        <p:spPr>
          <a:xfrm>
            <a:off x="2494767" y="815051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9CF67C1-9266-7532-3FEC-8012D5F425D3}"/>
              </a:ext>
            </a:extLst>
          </p:cNvPr>
          <p:cNvSpPr/>
          <p:nvPr/>
        </p:nvSpPr>
        <p:spPr>
          <a:xfrm>
            <a:off x="3214838" y="462836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7C49C4-5838-A545-48D8-97BBB72DFD87}"/>
              </a:ext>
            </a:extLst>
          </p:cNvPr>
          <p:cNvCxnSpPr>
            <a:cxnSpLocks/>
          </p:cNvCxnSpPr>
          <p:nvPr/>
        </p:nvCxnSpPr>
        <p:spPr>
          <a:xfrm>
            <a:off x="4227315" y="792004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0A1AC01-F965-83FD-56E9-00127CC5A95D}"/>
              </a:ext>
            </a:extLst>
          </p:cNvPr>
          <p:cNvSpPr/>
          <p:nvPr/>
        </p:nvSpPr>
        <p:spPr>
          <a:xfrm>
            <a:off x="4985499" y="462836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5917B50-1BDE-53AC-A328-85A160DF157B}"/>
              </a:ext>
            </a:extLst>
          </p:cNvPr>
          <p:cNvCxnSpPr>
            <a:cxnSpLocks/>
          </p:cNvCxnSpPr>
          <p:nvPr/>
        </p:nvCxnSpPr>
        <p:spPr>
          <a:xfrm>
            <a:off x="5959863" y="773456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B2DED2-5E87-7C7D-B33D-CE9C8A2957E1}"/>
              </a:ext>
            </a:extLst>
          </p:cNvPr>
          <p:cNvCxnSpPr>
            <a:cxnSpLocks/>
          </p:cNvCxnSpPr>
          <p:nvPr/>
        </p:nvCxnSpPr>
        <p:spPr>
          <a:xfrm>
            <a:off x="6651497" y="747939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1ED931B-8DB9-1ED5-524E-95EFCE7DDF4D}"/>
              </a:ext>
            </a:extLst>
          </p:cNvPr>
          <p:cNvCxnSpPr>
            <a:cxnSpLocks/>
          </p:cNvCxnSpPr>
          <p:nvPr/>
        </p:nvCxnSpPr>
        <p:spPr>
          <a:xfrm flipH="1">
            <a:off x="6415447" y="1010986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471806E-7702-E4F8-F428-C19BE2033154}"/>
              </a:ext>
            </a:extLst>
          </p:cNvPr>
          <p:cNvCxnSpPr>
            <a:cxnSpLocks/>
          </p:cNvCxnSpPr>
          <p:nvPr/>
        </p:nvCxnSpPr>
        <p:spPr>
          <a:xfrm flipH="1">
            <a:off x="6489810" y="1070237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AB9AF6D-26FF-FB58-FEF4-D5BD474A40E3}"/>
              </a:ext>
            </a:extLst>
          </p:cNvPr>
          <p:cNvCxnSpPr>
            <a:cxnSpLocks/>
          </p:cNvCxnSpPr>
          <p:nvPr/>
        </p:nvCxnSpPr>
        <p:spPr>
          <a:xfrm flipH="1">
            <a:off x="6550087" y="1121172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42F5470-9094-E79D-50AF-3F2540CA9139}"/>
              </a:ext>
            </a:extLst>
          </p:cNvPr>
          <p:cNvCxnSpPr>
            <a:cxnSpLocks/>
          </p:cNvCxnSpPr>
          <p:nvPr/>
        </p:nvCxnSpPr>
        <p:spPr>
          <a:xfrm>
            <a:off x="2532880" y="1961257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A02AE9AB-9D4E-FF72-3406-502CA013EF91}"/>
              </a:ext>
            </a:extLst>
          </p:cNvPr>
          <p:cNvSpPr/>
          <p:nvPr/>
        </p:nvSpPr>
        <p:spPr>
          <a:xfrm>
            <a:off x="3252951" y="160904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56FF1AE-400D-4BF9-9CB4-43015F0E95F0}"/>
              </a:ext>
            </a:extLst>
          </p:cNvPr>
          <p:cNvCxnSpPr>
            <a:cxnSpLocks/>
          </p:cNvCxnSpPr>
          <p:nvPr/>
        </p:nvCxnSpPr>
        <p:spPr>
          <a:xfrm>
            <a:off x="4265428" y="193821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76655A4F-AAEE-42F8-08F8-54E8ED4AD638}"/>
              </a:ext>
            </a:extLst>
          </p:cNvPr>
          <p:cNvSpPr/>
          <p:nvPr/>
        </p:nvSpPr>
        <p:spPr>
          <a:xfrm>
            <a:off x="5023612" y="160904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72D7B4B-9E81-8929-9298-F2A2DA27C594}"/>
              </a:ext>
            </a:extLst>
          </p:cNvPr>
          <p:cNvCxnSpPr>
            <a:cxnSpLocks/>
          </p:cNvCxnSpPr>
          <p:nvPr/>
        </p:nvCxnSpPr>
        <p:spPr>
          <a:xfrm>
            <a:off x="5997976" y="1919662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BE59BF8-2C70-8CA6-1333-789103618001}"/>
              </a:ext>
            </a:extLst>
          </p:cNvPr>
          <p:cNvCxnSpPr>
            <a:cxnSpLocks/>
          </p:cNvCxnSpPr>
          <p:nvPr/>
        </p:nvCxnSpPr>
        <p:spPr>
          <a:xfrm>
            <a:off x="6689610" y="1894145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F5B6BF6-631C-5B2C-45BC-C1B61D7CE466}"/>
              </a:ext>
            </a:extLst>
          </p:cNvPr>
          <p:cNvCxnSpPr>
            <a:cxnSpLocks/>
          </p:cNvCxnSpPr>
          <p:nvPr/>
        </p:nvCxnSpPr>
        <p:spPr>
          <a:xfrm flipH="1">
            <a:off x="6453560" y="2157192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2F5A03E-73EA-1381-A2E4-9C52C4BAC763}"/>
              </a:ext>
            </a:extLst>
          </p:cNvPr>
          <p:cNvCxnSpPr>
            <a:cxnSpLocks/>
          </p:cNvCxnSpPr>
          <p:nvPr/>
        </p:nvCxnSpPr>
        <p:spPr>
          <a:xfrm flipH="1">
            <a:off x="6527923" y="2216443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9554E66-435C-DF12-DDCE-3300699F5C9F}"/>
              </a:ext>
            </a:extLst>
          </p:cNvPr>
          <p:cNvCxnSpPr>
            <a:cxnSpLocks/>
          </p:cNvCxnSpPr>
          <p:nvPr/>
        </p:nvCxnSpPr>
        <p:spPr>
          <a:xfrm flipH="1">
            <a:off x="6588200" y="2267378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037400D-0AFC-7803-42A3-DBCE52ECE950}"/>
              </a:ext>
            </a:extLst>
          </p:cNvPr>
          <p:cNvCxnSpPr>
            <a:cxnSpLocks/>
          </p:cNvCxnSpPr>
          <p:nvPr/>
        </p:nvCxnSpPr>
        <p:spPr>
          <a:xfrm>
            <a:off x="2532880" y="3070367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622ED811-BD8C-0766-1BFB-C10BF2334356}"/>
              </a:ext>
            </a:extLst>
          </p:cNvPr>
          <p:cNvSpPr/>
          <p:nvPr/>
        </p:nvSpPr>
        <p:spPr>
          <a:xfrm>
            <a:off x="3252951" y="271815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FB62252-4AAA-7448-654C-DF31834DB3B7}"/>
              </a:ext>
            </a:extLst>
          </p:cNvPr>
          <p:cNvCxnSpPr>
            <a:cxnSpLocks/>
          </p:cNvCxnSpPr>
          <p:nvPr/>
        </p:nvCxnSpPr>
        <p:spPr>
          <a:xfrm>
            <a:off x="4265428" y="304732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98DD2897-5F4C-D3B8-A6EE-657D9FB33A99}"/>
              </a:ext>
            </a:extLst>
          </p:cNvPr>
          <p:cNvSpPr/>
          <p:nvPr/>
        </p:nvSpPr>
        <p:spPr>
          <a:xfrm>
            <a:off x="8427727" y="2741199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300BA4E-0B01-C6F7-6F31-401AEB67FE5C}"/>
              </a:ext>
            </a:extLst>
          </p:cNvPr>
          <p:cNvCxnSpPr>
            <a:cxnSpLocks/>
          </p:cNvCxnSpPr>
          <p:nvPr/>
        </p:nvCxnSpPr>
        <p:spPr>
          <a:xfrm>
            <a:off x="9402091" y="3051819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6B5D53E-CBBB-EE27-5E33-FB69A33FDB52}"/>
              </a:ext>
            </a:extLst>
          </p:cNvPr>
          <p:cNvCxnSpPr>
            <a:cxnSpLocks/>
          </p:cNvCxnSpPr>
          <p:nvPr/>
        </p:nvCxnSpPr>
        <p:spPr>
          <a:xfrm>
            <a:off x="10093725" y="3026302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CAE68AF-9663-73B2-378A-3F74F6934FA7}"/>
              </a:ext>
            </a:extLst>
          </p:cNvPr>
          <p:cNvCxnSpPr>
            <a:cxnSpLocks/>
          </p:cNvCxnSpPr>
          <p:nvPr/>
        </p:nvCxnSpPr>
        <p:spPr>
          <a:xfrm flipH="1">
            <a:off x="9857675" y="3289349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72D2E13-1F54-86DF-4C83-90CD0D06F935}"/>
              </a:ext>
            </a:extLst>
          </p:cNvPr>
          <p:cNvCxnSpPr>
            <a:cxnSpLocks/>
          </p:cNvCxnSpPr>
          <p:nvPr/>
        </p:nvCxnSpPr>
        <p:spPr>
          <a:xfrm flipH="1">
            <a:off x="9932038" y="3348600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0380AA8-4FDE-138A-F6A4-7A2A49803B67}"/>
              </a:ext>
            </a:extLst>
          </p:cNvPr>
          <p:cNvCxnSpPr>
            <a:cxnSpLocks/>
          </p:cNvCxnSpPr>
          <p:nvPr/>
        </p:nvCxnSpPr>
        <p:spPr>
          <a:xfrm flipH="1">
            <a:off x="9992315" y="3399535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15506508-C015-EE07-66B1-4F951DB3D530}"/>
              </a:ext>
            </a:extLst>
          </p:cNvPr>
          <p:cNvSpPr/>
          <p:nvPr/>
        </p:nvSpPr>
        <p:spPr>
          <a:xfrm>
            <a:off x="4959425" y="272638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877D3FF-3D35-3825-D775-E079332472F8}"/>
              </a:ext>
            </a:extLst>
          </p:cNvPr>
          <p:cNvCxnSpPr>
            <a:cxnSpLocks/>
          </p:cNvCxnSpPr>
          <p:nvPr/>
        </p:nvCxnSpPr>
        <p:spPr>
          <a:xfrm>
            <a:off x="5971902" y="3055553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6DD6CD84-E89F-CC0B-B5AD-201A8E710663}"/>
              </a:ext>
            </a:extLst>
          </p:cNvPr>
          <p:cNvSpPr/>
          <p:nvPr/>
        </p:nvSpPr>
        <p:spPr>
          <a:xfrm>
            <a:off x="6730086" y="272638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0A25659-D4FF-C897-F6A9-84AA7E6AC679}"/>
              </a:ext>
            </a:extLst>
          </p:cNvPr>
          <p:cNvCxnSpPr>
            <a:cxnSpLocks/>
          </p:cNvCxnSpPr>
          <p:nvPr/>
        </p:nvCxnSpPr>
        <p:spPr>
          <a:xfrm>
            <a:off x="7707656" y="3049936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5868A40-C321-8838-C863-7E9E257FD7B2}"/>
              </a:ext>
            </a:extLst>
          </p:cNvPr>
          <p:cNvCxnSpPr>
            <a:cxnSpLocks/>
          </p:cNvCxnSpPr>
          <p:nvPr/>
        </p:nvCxnSpPr>
        <p:spPr>
          <a:xfrm flipH="1">
            <a:off x="6534819" y="3311630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5EEE6B3-FFAC-D3B8-886B-016FBAAFFD93}"/>
              </a:ext>
            </a:extLst>
          </p:cNvPr>
          <p:cNvCxnSpPr>
            <a:cxnSpLocks/>
          </p:cNvCxnSpPr>
          <p:nvPr/>
        </p:nvCxnSpPr>
        <p:spPr>
          <a:xfrm flipH="1">
            <a:off x="6595096" y="3362565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C9AD9A-9CE0-4FF6-4D56-3C616178B67B}"/>
              </a:ext>
            </a:extLst>
          </p:cNvPr>
          <p:cNvCxnSpPr>
            <a:cxnSpLocks/>
          </p:cNvCxnSpPr>
          <p:nvPr/>
        </p:nvCxnSpPr>
        <p:spPr>
          <a:xfrm>
            <a:off x="2539776" y="4165554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C7EEDC61-8A4D-68DE-B276-94EDEB3957C3}"/>
              </a:ext>
            </a:extLst>
          </p:cNvPr>
          <p:cNvSpPr/>
          <p:nvPr/>
        </p:nvSpPr>
        <p:spPr>
          <a:xfrm>
            <a:off x="3259847" y="3813339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9E0FFE7-A49D-AFBC-1420-18701A1F3618}"/>
              </a:ext>
            </a:extLst>
          </p:cNvPr>
          <p:cNvCxnSpPr>
            <a:cxnSpLocks/>
          </p:cNvCxnSpPr>
          <p:nvPr/>
        </p:nvCxnSpPr>
        <p:spPr>
          <a:xfrm>
            <a:off x="4272324" y="4142507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2426EFB-33E0-8BED-DDF5-D87AFF669EBB}"/>
              </a:ext>
            </a:extLst>
          </p:cNvPr>
          <p:cNvCxnSpPr>
            <a:cxnSpLocks/>
          </p:cNvCxnSpPr>
          <p:nvPr/>
        </p:nvCxnSpPr>
        <p:spPr>
          <a:xfrm>
            <a:off x="7704450" y="412237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9ACC2DB-7BED-4C3E-FCF2-2F719D4AC192}"/>
              </a:ext>
            </a:extLst>
          </p:cNvPr>
          <p:cNvCxnSpPr>
            <a:cxnSpLocks/>
          </p:cNvCxnSpPr>
          <p:nvPr/>
        </p:nvCxnSpPr>
        <p:spPr>
          <a:xfrm>
            <a:off x="8396084" y="4096853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EE7AFBB-3C2D-94B2-8E44-1F4A8349DE5F}"/>
              </a:ext>
            </a:extLst>
          </p:cNvPr>
          <p:cNvCxnSpPr>
            <a:cxnSpLocks/>
          </p:cNvCxnSpPr>
          <p:nvPr/>
        </p:nvCxnSpPr>
        <p:spPr>
          <a:xfrm flipH="1">
            <a:off x="8160034" y="4359900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DA46C46-6E74-97F5-48D0-5AA9B96302F8}"/>
              </a:ext>
            </a:extLst>
          </p:cNvPr>
          <p:cNvCxnSpPr>
            <a:cxnSpLocks/>
          </p:cNvCxnSpPr>
          <p:nvPr/>
        </p:nvCxnSpPr>
        <p:spPr>
          <a:xfrm flipH="1">
            <a:off x="8234397" y="4419151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641504E-F71F-47A9-6DC6-D597D510A666}"/>
              </a:ext>
            </a:extLst>
          </p:cNvPr>
          <p:cNvCxnSpPr>
            <a:cxnSpLocks/>
          </p:cNvCxnSpPr>
          <p:nvPr/>
        </p:nvCxnSpPr>
        <p:spPr>
          <a:xfrm flipH="1">
            <a:off x="8294674" y="4470086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CCF3E249-24D5-EB52-8802-A14930B43E83}"/>
              </a:ext>
            </a:extLst>
          </p:cNvPr>
          <p:cNvSpPr/>
          <p:nvPr/>
        </p:nvSpPr>
        <p:spPr>
          <a:xfrm>
            <a:off x="4966321" y="382157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CD59429-19D2-9971-29FD-ACAD39F5B629}"/>
              </a:ext>
            </a:extLst>
          </p:cNvPr>
          <p:cNvCxnSpPr>
            <a:cxnSpLocks/>
          </p:cNvCxnSpPr>
          <p:nvPr/>
        </p:nvCxnSpPr>
        <p:spPr>
          <a:xfrm>
            <a:off x="5978798" y="415074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AB8F67BC-8FA5-46A4-FEF7-3BF5689D9D2D}"/>
              </a:ext>
            </a:extLst>
          </p:cNvPr>
          <p:cNvSpPr/>
          <p:nvPr/>
        </p:nvSpPr>
        <p:spPr>
          <a:xfrm>
            <a:off x="6736982" y="382157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3747CC6-4A68-2C0E-A2DC-AA4F001F1F7F}"/>
              </a:ext>
            </a:extLst>
          </p:cNvPr>
          <p:cNvCxnSpPr>
            <a:cxnSpLocks/>
          </p:cNvCxnSpPr>
          <p:nvPr/>
        </p:nvCxnSpPr>
        <p:spPr>
          <a:xfrm>
            <a:off x="2577889" y="529113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DF8443A5-89C4-0F91-EB56-419B0B953A95}"/>
              </a:ext>
            </a:extLst>
          </p:cNvPr>
          <p:cNvSpPr/>
          <p:nvPr/>
        </p:nvSpPr>
        <p:spPr>
          <a:xfrm>
            <a:off x="3297960" y="493891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120A725-1B83-CCC4-CAE6-B2A0F99DBBE1}"/>
              </a:ext>
            </a:extLst>
          </p:cNvPr>
          <p:cNvCxnSpPr>
            <a:cxnSpLocks/>
          </p:cNvCxnSpPr>
          <p:nvPr/>
        </p:nvCxnSpPr>
        <p:spPr>
          <a:xfrm>
            <a:off x="4310437" y="5268083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09F37C3B-85B3-85E4-61B8-AB7E0DC3FC3A}"/>
              </a:ext>
            </a:extLst>
          </p:cNvPr>
          <p:cNvSpPr/>
          <p:nvPr/>
        </p:nvSpPr>
        <p:spPr>
          <a:xfrm>
            <a:off x="5068621" y="493891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2AE6CC3-D5C0-15F9-125B-C253290E13E1}"/>
              </a:ext>
            </a:extLst>
          </p:cNvPr>
          <p:cNvCxnSpPr>
            <a:cxnSpLocks/>
          </p:cNvCxnSpPr>
          <p:nvPr/>
        </p:nvCxnSpPr>
        <p:spPr>
          <a:xfrm>
            <a:off x="6042985" y="5249535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0837BC4-E296-4408-5A34-8B4A6903E319}"/>
              </a:ext>
            </a:extLst>
          </p:cNvPr>
          <p:cNvCxnSpPr>
            <a:cxnSpLocks/>
          </p:cNvCxnSpPr>
          <p:nvPr/>
        </p:nvCxnSpPr>
        <p:spPr>
          <a:xfrm>
            <a:off x="6734619" y="5224018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C08EDE0-3A68-0F2A-0BF0-AAB3B5117EE8}"/>
              </a:ext>
            </a:extLst>
          </p:cNvPr>
          <p:cNvCxnSpPr>
            <a:cxnSpLocks/>
          </p:cNvCxnSpPr>
          <p:nvPr/>
        </p:nvCxnSpPr>
        <p:spPr>
          <a:xfrm flipH="1">
            <a:off x="6498569" y="5487065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52B464B8-DDA4-E7D2-6814-8E03205D2801}"/>
              </a:ext>
            </a:extLst>
          </p:cNvPr>
          <p:cNvCxnSpPr>
            <a:cxnSpLocks/>
          </p:cNvCxnSpPr>
          <p:nvPr/>
        </p:nvCxnSpPr>
        <p:spPr>
          <a:xfrm flipH="1">
            <a:off x="6572932" y="5546316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C68B50EF-4F1C-CA91-DFDD-5267E5058B17}"/>
              </a:ext>
            </a:extLst>
          </p:cNvPr>
          <p:cNvCxnSpPr>
            <a:cxnSpLocks/>
          </p:cNvCxnSpPr>
          <p:nvPr/>
        </p:nvCxnSpPr>
        <p:spPr>
          <a:xfrm flipH="1">
            <a:off x="6633209" y="5597251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1B5E540-2945-1102-B92E-57AD5F6B7251}"/>
              </a:ext>
            </a:extLst>
          </p:cNvPr>
          <p:cNvCxnSpPr>
            <a:cxnSpLocks/>
          </p:cNvCxnSpPr>
          <p:nvPr/>
        </p:nvCxnSpPr>
        <p:spPr>
          <a:xfrm>
            <a:off x="2532880" y="6443917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2F441B10-6AC7-E34A-5BE3-AA0AEF07CB48}"/>
              </a:ext>
            </a:extLst>
          </p:cNvPr>
          <p:cNvSpPr/>
          <p:nvPr/>
        </p:nvSpPr>
        <p:spPr>
          <a:xfrm>
            <a:off x="3252951" y="609170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2D3952F-CBDB-D7B4-81F5-C5F7733404B8}"/>
              </a:ext>
            </a:extLst>
          </p:cNvPr>
          <p:cNvCxnSpPr>
            <a:cxnSpLocks/>
          </p:cNvCxnSpPr>
          <p:nvPr/>
        </p:nvCxnSpPr>
        <p:spPr>
          <a:xfrm>
            <a:off x="4265428" y="642087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1F6825C-8927-D941-8C3F-0E52085F4A57}"/>
              </a:ext>
            </a:extLst>
          </p:cNvPr>
          <p:cNvCxnSpPr>
            <a:cxnSpLocks/>
          </p:cNvCxnSpPr>
          <p:nvPr/>
        </p:nvCxnSpPr>
        <p:spPr>
          <a:xfrm>
            <a:off x="7697554" y="6400733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8AD6465-1F42-8078-1CAC-89FFDD64D1E1}"/>
              </a:ext>
            </a:extLst>
          </p:cNvPr>
          <p:cNvCxnSpPr>
            <a:cxnSpLocks/>
          </p:cNvCxnSpPr>
          <p:nvPr/>
        </p:nvCxnSpPr>
        <p:spPr>
          <a:xfrm>
            <a:off x="8389188" y="6375216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F25703E3-FDE7-C129-67F5-07B473669D8E}"/>
              </a:ext>
            </a:extLst>
          </p:cNvPr>
          <p:cNvCxnSpPr>
            <a:cxnSpLocks/>
          </p:cNvCxnSpPr>
          <p:nvPr/>
        </p:nvCxnSpPr>
        <p:spPr>
          <a:xfrm flipH="1">
            <a:off x="8153138" y="6638263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4A40E27-ED9D-12FD-EF00-0F7D6A961D34}"/>
              </a:ext>
            </a:extLst>
          </p:cNvPr>
          <p:cNvCxnSpPr>
            <a:cxnSpLocks/>
          </p:cNvCxnSpPr>
          <p:nvPr/>
        </p:nvCxnSpPr>
        <p:spPr>
          <a:xfrm flipH="1">
            <a:off x="8227501" y="6697514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3B46B855-95FA-C157-F715-F044195D50FA}"/>
              </a:ext>
            </a:extLst>
          </p:cNvPr>
          <p:cNvCxnSpPr>
            <a:cxnSpLocks/>
          </p:cNvCxnSpPr>
          <p:nvPr/>
        </p:nvCxnSpPr>
        <p:spPr>
          <a:xfrm flipH="1">
            <a:off x="8287778" y="6748449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0815CB88-C388-E0BE-CDD1-72A597DE6BD6}"/>
              </a:ext>
            </a:extLst>
          </p:cNvPr>
          <p:cNvSpPr/>
          <p:nvPr/>
        </p:nvSpPr>
        <p:spPr>
          <a:xfrm>
            <a:off x="4959425" y="609993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3E8BA90-448B-A781-D4F7-B34B84DBB996}"/>
              </a:ext>
            </a:extLst>
          </p:cNvPr>
          <p:cNvCxnSpPr>
            <a:cxnSpLocks/>
          </p:cNvCxnSpPr>
          <p:nvPr/>
        </p:nvCxnSpPr>
        <p:spPr>
          <a:xfrm>
            <a:off x="5971902" y="6429103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1A92108A-4EB3-0E31-FC76-191C22B318E2}"/>
              </a:ext>
            </a:extLst>
          </p:cNvPr>
          <p:cNvSpPr/>
          <p:nvPr/>
        </p:nvSpPr>
        <p:spPr>
          <a:xfrm>
            <a:off x="6730086" y="609993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FEA063A-CFCE-C7E3-5997-DB3B344661F9}"/>
              </a:ext>
            </a:extLst>
          </p:cNvPr>
          <p:cNvSpPr/>
          <p:nvPr/>
        </p:nvSpPr>
        <p:spPr>
          <a:xfrm>
            <a:off x="11252000" y="3449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86B860A-2FED-1E99-E343-8AA9BB6EEA0D}"/>
              </a:ext>
            </a:extLst>
          </p:cNvPr>
          <p:cNvSpPr/>
          <p:nvPr/>
        </p:nvSpPr>
        <p:spPr>
          <a:xfrm>
            <a:off x="11252000" y="18138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BEBE373-BEFF-DC82-028A-1F3D4B0ED797}"/>
              </a:ext>
            </a:extLst>
          </p:cNvPr>
          <p:cNvSpPr/>
          <p:nvPr/>
        </p:nvSpPr>
        <p:spPr>
          <a:xfrm>
            <a:off x="11252000" y="32827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A9890C-47A1-A52B-6ADB-1882EC76121B}"/>
              </a:ext>
            </a:extLst>
          </p:cNvPr>
          <p:cNvSpPr/>
          <p:nvPr/>
        </p:nvSpPr>
        <p:spPr>
          <a:xfrm>
            <a:off x="11252000" y="475167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396EBB1-69F2-0E8E-39A6-3E421DDF9261}"/>
              </a:ext>
            </a:extLst>
          </p:cNvPr>
          <p:cNvSpPr/>
          <p:nvPr/>
        </p:nvSpPr>
        <p:spPr>
          <a:xfrm>
            <a:off x="11252000" y="62206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157BD03-F94D-B0B7-C2AB-EDFA7311E1A6}"/>
              </a:ext>
            </a:extLst>
          </p:cNvPr>
          <p:cNvSpPr/>
          <p:nvPr/>
        </p:nvSpPr>
        <p:spPr>
          <a:xfrm>
            <a:off x="11252000" y="76895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C837D6A-674C-6639-C273-42033A59C82E}"/>
              </a:ext>
            </a:extLst>
          </p:cNvPr>
          <p:cNvSpPr/>
          <p:nvPr/>
        </p:nvSpPr>
        <p:spPr>
          <a:xfrm>
            <a:off x="12810800" y="3449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0431B4-B572-6119-189C-08C7611FE512}"/>
              </a:ext>
            </a:extLst>
          </p:cNvPr>
          <p:cNvSpPr/>
          <p:nvPr/>
        </p:nvSpPr>
        <p:spPr>
          <a:xfrm>
            <a:off x="12810800" y="181382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E1D9DF6-A8C9-621C-A183-8D3BFB573A29}"/>
              </a:ext>
            </a:extLst>
          </p:cNvPr>
          <p:cNvSpPr/>
          <p:nvPr/>
        </p:nvSpPr>
        <p:spPr>
          <a:xfrm>
            <a:off x="12810800" y="328275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89A3A4B-6934-FA58-4DEF-AC0BDC3C9115}"/>
              </a:ext>
            </a:extLst>
          </p:cNvPr>
          <p:cNvSpPr/>
          <p:nvPr/>
        </p:nvSpPr>
        <p:spPr>
          <a:xfrm>
            <a:off x="12810800" y="475167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F03DD1E-3DCB-5F2F-C6A6-430283BF9661}"/>
              </a:ext>
            </a:extLst>
          </p:cNvPr>
          <p:cNvSpPr/>
          <p:nvPr/>
        </p:nvSpPr>
        <p:spPr>
          <a:xfrm>
            <a:off x="12810800" y="62206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1057BF-1409-FB31-F556-08F48D1E68FE}"/>
              </a:ext>
            </a:extLst>
          </p:cNvPr>
          <p:cNvSpPr/>
          <p:nvPr/>
        </p:nvSpPr>
        <p:spPr>
          <a:xfrm>
            <a:off x="12810800" y="768953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87ADC03-2BC6-CFB1-A9A9-7DD2BCC55D26}"/>
              </a:ext>
            </a:extLst>
          </p:cNvPr>
          <p:cNvSpPr/>
          <p:nvPr/>
        </p:nvSpPr>
        <p:spPr>
          <a:xfrm>
            <a:off x="14369600" y="3449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6CF0DDC-AC7F-0AA6-717A-31F74CD3AB90}"/>
              </a:ext>
            </a:extLst>
          </p:cNvPr>
          <p:cNvSpPr/>
          <p:nvPr/>
        </p:nvSpPr>
        <p:spPr>
          <a:xfrm>
            <a:off x="14369600" y="181382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22B3233-62F1-336B-D024-546D88C90BDD}"/>
              </a:ext>
            </a:extLst>
          </p:cNvPr>
          <p:cNvSpPr/>
          <p:nvPr/>
        </p:nvSpPr>
        <p:spPr>
          <a:xfrm>
            <a:off x="14369600" y="328275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6B6F5E6-AAD8-9C01-38C7-270E81800822}"/>
              </a:ext>
            </a:extLst>
          </p:cNvPr>
          <p:cNvSpPr/>
          <p:nvPr/>
        </p:nvSpPr>
        <p:spPr>
          <a:xfrm>
            <a:off x="14369600" y="475167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1F4C2BF-CB91-A236-22F1-E261492112CA}"/>
              </a:ext>
            </a:extLst>
          </p:cNvPr>
          <p:cNvSpPr/>
          <p:nvPr/>
        </p:nvSpPr>
        <p:spPr>
          <a:xfrm>
            <a:off x="14369600" y="62206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34B874B-8ABD-8921-6A98-4FB8F1EB3920}"/>
              </a:ext>
            </a:extLst>
          </p:cNvPr>
          <p:cNvSpPr/>
          <p:nvPr/>
        </p:nvSpPr>
        <p:spPr>
          <a:xfrm>
            <a:off x="14369600" y="768953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24128A3-DEF6-4D4B-7EBE-1E6C7A448DAC}"/>
              </a:ext>
            </a:extLst>
          </p:cNvPr>
          <p:cNvSpPr/>
          <p:nvPr/>
        </p:nvSpPr>
        <p:spPr>
          <a:xfrm>
            <a:off x="15928400" y="3449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445D0B5-7E52-5356-41E3-054B5D20D662}"/>
              </a:ext>
            </a:extLst>
          </p:cNvPr>
          <p:cNvSpPr/>
          <p:nvPr/>
        </p:nvSpPr>
        <p:spPr>
          <a:xfrm>
            <a:off x="15928400" y="181382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CA8A390-47C9-AFBA-513E-6E57AE30E5C3}"/>
              </a:ext>
            </a:extLst>
          </p:cNvPr>
          <p:cNvSpPr/>
          <p:nvPr/>
        </p:nvSpPr>
        <p:spPr>
          <a:xfrm>
            <a:off x="15928400" y="328275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C1DE668-F2E0-800C-A4AB-EC8CBFA8BA3C}"/>
              </a:ext>
            </a:extLst>
          </p:cNvPr>
          <p:cNvSpPr/>
          <p:nvPr/>
        </p:nvSpPr>
        <p:spPr>
          <a:xfrm>
            <a:off x="15928400" y="475167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884A1CF-0D69-1ADD-5E9A-4B54A83AB296}"/>
              </a:ext>
            </a:extLst>
          </p:cNvPr>
          <p:cNvSpPr/>
          <p:nvPr/>
        </p:nvSpPr>
        <p:spPr>
          <a:xfrm>
            <a:off x="15928400" y="62206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20537701-6F22-CEEE-BE55-8B93A399DC42}"/>
              </a:ext>
            </a:extLst>
          </p:cNvPr>
          <p:cNvSpPr/>
          <p:nvPr/>
        </p:nvSpPr>
        <p:spPr>
          <a:xfrm>
            <a:off x="15928400" y="768953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3EFD68F3-37E6-10A4-7A7D-E5BC36EB9F29}"/>
              </a:ext>
            </a:extLst>
          </p:cNvPr>
          <p:cNvSpPr/>
          <p:nvPr/>
        </p:nvSpPr>
        <p:spPr>
          <a:xfrm>
            <a:off x="17491842" y="3449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B9AE9BD-65E5-BF9C-2B3A-5C3B3C87C504}"/>
              </a:ext>
            </a:extLst>
          </p:cNvPr>
          <p:cNvSpPr/>
          <p:nvPr/>
        </p:nvSpPr>
        <p:spPr>
          <a:xfrm>
            <a:off x="17491842" y="181382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350F5582-D481-70AD-91E0-A937EE401418}"/>
              </a:ext>
            </a:extLst>
          </p:cNvPr>
          <p:cNvSpPr/>
          <p:nvPr/>
        </p:nvSpPr>
        <p:spPr>
          <a:xfrm>
            <a:off x="17491842" y="328275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D8F6B9AD-FAA8-6077-ACEB-D35DA02B5B78}"/>
              </a:ext>
            </a:extLst>
          </p:cNvPr>
          <p:cNvSpPr/>
          <p:nvPr/>
        </p:nvSpPr>
        <p:spPr>
          <a:xfrm>
            <a:off x="17491842" y="475167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4EA1002B-4612-3DC0-2D00-E42B33614D2D}"/>
              </a:ext>
            </a:extLst>
          </p:cNvPr>
          <p:cNvSpPr/>
          <p:nvPr/>
        </p:nvSpPr>
        <p:spPr>
          <a:xfrm>
            <a:off x="17491842" y="62206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DED4B60D-4150-FAE9-6BD8-336B38F7A0EB}"/>
              </a:ext>
            </a:extLst>
          </p:cNvPr>
          <p:cNvSpPr/>
          <p:nvPr/>
        </p:nvSpPr>
        <p:spPr>
          <a:xfrm>
            <a:off x="17491842" y="768953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63FFBE71-FFDD-D203-7A41-C562359EFC95}"/>
              </a:ext>
            </a:extLst>
          </p:cNvPr>
          <p:cNvSpPr/>
          <p:nvPr/>
        </p:nvSpPr>
        <p:spPr>
          <a:xfrm>
            <a:off x="19069261" y="3449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B5D23DE6-99B8-04D8-FA66-D58CD821C5BD}"/>
              </a:ext>
            </a:extLst>
          </p:cNvPr>
          <p:cNvSpPr/>
          <p:nvPr/>
        </p:nvSpPr>
        <p:spPr>
          <a:xfrm>
            <a:off x="19069261" y="181382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B4786ACC-9945-C8F7-5215-140F954C4E7E}"/>
              </a:ext>
            </a:extLst>
          </p:cNvPr>
          <p:cNvSpPr/>
          <p:nvPr/>
        </p:nvSpPr>
        <p:spPr>
          <a:xfrm>
            <a:off x="19069261" y="328275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402F3F52-2371-09A3-CFFA-88AE97E500C7}"/>
              </a:ext>
            </a:extLst>
          </p:cNvPr>
          <p:cNvSpPr/>
          <p:nvPr/>
        </p:nvSpPr>
        <p:spPr>
          <a:xfrm>
            <a:off x="19069261" y="475167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64CCD0E4-3CE8-A8C0-1840-507461CE7CB2}"/>
              </a:ext>
            </a:extLst>
          </p:cNvPr>
          <p:cNvSpPr/>
          <p:nvPr/>
        </p:nvSpPr>
        <p:spPr>
          <a:xfrm>
            <a:off x="19069261" y="62206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E350DC2-55C0-964F-92AD-768DA601F50F}"/>
              </a:ext>
            </a:extLst>
          </p:cNvPr>
          <p:cNvSpPr/>
          <p:nvPr/>
        </p:nvSpPr>
        <p:spPr>
          <a:xfrm>
            <a:off x="19069261" y="768953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8739F0A8-4DD7-7190-2A0E-C9A36D9D9BDD}"/>
              </a:ext>
            </a:extLst>
          </p:cNvPr>
          <p:cNvSpPr/>
          <p:nvPr/>
        </p:nvSpPr>
        <p:spPr>
          <a:xfrm>
            <a:off x="20659686" y="3449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6EE40249-C6C4-FD5F-5D46-FA0996EF8390}"/>
              </a:ext>
            </a:extLst>
          </p:cNvPr>
          <p:cNvSpPr/>
          <p:nvPr/>
        </p:nvSpPr>
        <p:spPr>
          <a:xfrm>
            <a:off x="20659686" y="181382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6623BBAC-6C98-F2DB-EC64-6C0337224709}"/>
              </a:ext>
            </a:extLst>
          </p:cNvPr>
          <p:cNvSpPr/>
          <p:nvPr/>
        </p:nvSpPr>
        <p:spPr>
          <a:xfrm>
            <a:off x="20659686" y="328275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3E6C82F6-4060-A325-6717-675E36D2C988}"/>
              </a:ext>
            </a:extLst>
          </p:cNvPr>
          <p:cNvSpPr/>
          <p:nvPr/>
        </p:nvSpPr>
        <p:spPr>
          <a:xfrm>
            <a:off x="20659686" y="475167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55294265-9BB3-2AA6-8537-823ADA46FF6F}"/>
              </a:ext>
            </a:extLst>
          </p:cNvPr>
          <p:cNvSpPr/>
          <p:nvPr/>
        </p:nvSpPr>
        <p:spPr>
          <a:xfrm>
            <a:off x="20659686" y="62206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447D4058-C49E-58D2-DB87-B86A2CCD5B6A}"/>
              </a:ext>
            </a:extLst>
          </p:cNvPr>
          <p:cNvSpPr/>
          <p:nvPr/>
        </p:nvSpPr>
        <p:spPr>
          <a:xfrm>
            <a:off x="20659686" y="768953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050139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42" grpId="0" animBg="1"/>
      <p:bldP spid="43" grpId="0" animBg="1"/>
      <p:bldP spid="44" grpId="0" animBg="1"/>
      <p:bldP spid="67" grpId="0" animBg="1"/>
      <p:bldP spid="68" grpId="0" animBg="1"/>
      <p:bldP spid="74" grpId="0" animBg="1"/>
      <p:bldP spid="8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42C98-DD8F-148F-7662-2D0FC1015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6B74547-62EB-F76E-6901-29772317AA67}"/>
              </a:ext>
            </a:extLst>
          </p:cNvPr>
          <p:cNvSpPr/>
          <p:nvPr/>
        </p:nvSpPr>
        <p:spPr>
          <a:xfrm>
            <a:off x="762219" y="344904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519A7F3-A4EA-D642-0B19-9E4ED014282A}"/>
              </a:ext>
            </a:extLst>
          </p:cNvPr>
          <p:cNvSpPr/>
          <p:nvPr/>
        </p:nvSpPr>
        <p:spPr>
          <a:xfrm>
            <a:off x="762219" y="1468910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7EC729D5-6A13-00BE-9DF8-83494F29F160}"/>
              </a:ext>
            </a:extLst>
          </p:cNvPr>
          <p:cNvSpPr/>
          <p:nvPr/>
        </p:nvSpPr>
        <p:spPr>
          <a:xfrm>
            <a:off x="762219" y="2570319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1FEC1E1-2061-8188-96E0-1EDA2DE078D4}"/>
              </a:ext>
            </a:extLst>
          </p:cNvPr>
          <p:cNvSpPr/>
          <p:nvPr/>
        </p:nvSpPr>
        <p:spPr>
          <a:xfrm>
            <a:off x="762219" y="3671728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AD2D3BF-8E31-DF5F-1CF8-D199D01B2136}"/>
              </a:ext>
            </a:extLst>
          </p:cNvPr>
          <p:cNvSpPr/>
          <p:nvPr/>
        </p:nvSpPr>
        <p:spPr>
          <a:xfrm>
            <a:off x="762219" y="4841639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5D589F8-33C3-73B7-C9A9-3062CA684161}"/>
              </a:ext>
            </a:extLst>
          </p:cNvPr>
          <p:cNvSpPr/>
          <p:nvPr/>
        </p:nvSpPr>
        <p:spPr>
          <a:xfrm>
            <a:off x="762219" y="5987271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8942F0-3F57-A43B-29DF-81E6909C0E2F}"/>
              </a:ext>
            </a:extLst>
          </p:cNvPr>
          <p:cNvCxnSpPr>
            <a:cxnSpLocks/>
          </p:cNvCxnSpPr>
          <p:nvPr/>
        </p:nvCxnSpPr>
        <p:spPr>
          <a:xfrm>
            <a:off x="2494767" y="815051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BDCAA15-A923-9F79-B73A-A670BD849B5D}"/>
              </a:ext>
            </a:extLst>
          </p:cNvPr>
          <p:cNvSpPr/>
          <p:nvPr/>
        </p:nvSpPr>
        <p:spPr>
          <a:xfrm>
            <a:off x="3214838" y="462836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C0F3BE4-F074-0214-7110-368F61EA4EFF}"/>
              </a:ext>
            </a:extLst>
          </p:cNvPr>
          <p:cNvCxnSpPr>
            <a:cxnSpLocks/>
          </p:cNvCxnSpPr>
          <p:nvPr/>
        </p:nvCxnSpPr>
        <p:spPr>
          <a:xfrm>
            <a:off x="4227315" y="792004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B81E601-48EA-17CF-8052-D868CAEA16F9}"/>
              </a:ext>
            </a:extLst>
          </p:cNvPr>
          <p:cNvSpPr/>
          <p:nvPr/>
        </p:nvSpPr>
        <p:spPr>
          <a:xfrm>
            <a:off x="4985499" y="462836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E3B437C-C9FC-3F60-C5CB-24168C9C248A}"/>
              </a:ext>
            </a:extLst>
          </p:cNvPr>
          <p:cNvCxnSpPr>
            <a:cxnSpLocks/>
          </p:cNvCxnSpPr>
          <p:nvPr/>
        </p:nvCxnSpPr>
        <p:spPr>
          <a:xfrm>
            <a:off x="5959863" y="773456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BD8D5C3-99EB-156E-020F-E5B2352256FA}"/>
              </a:ext>
            </a:extLst>
          </p:cNvPr>
          <p:cNvCxnSpPr>
            <a:cxnSpLocks/>
          </p:cNvCxnSpPr>
          <p:nvPr/>
        </p:nvCxnSpPr>
        <p:spPr>
          <a:xfrm>
            <a:off x="6651497" y="747939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466F1D6-7353-71A1-D4B0-28CC6931781B}"/>
              </a:ext>
            </a:extLst>
          </p:cNvPr>
          <p:cNvCxnSpPr>
            <a:cxnSpLocks/>
          </p:cNvCxnSpPr>
          <p:nvPr/>
        </p:nvCxnSpPr>
        <p:spPr>
          <a:xfrm flipH="1">
            <a:off x="6415447" y="1010986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AB1D051-89F2-AA01-2996-B2E58EBEF92C}"/>
              </a:ext>
            </a:extLst>
          </p:cNvPr>
          <p:cNvCxnSpPr>
            <a:cxnSpLocks/>
          </p:cNvCxnSpPr>
          <p:nvPr/>
        </p:nvCxnSpPr>
        <p:spPr>
          <a:xfrm flipH="1">
            <a:off x="6489810" y="1070237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4CB15E3-8E78-3ED7-CC8D-CC1C109483CD}"/>
              </a:ext>
            </a:extLst>
          </p:cNvPr>
          <p:cNvCxnSpPr>
            <a:cxnSpLocks/>
          </p:cNvCxnSpPr>
          <p:nvPr/>
        </p:nvCxnSpPr>
        <p:spPr>
          <a:xfrm flipH="1">
            <a:off x="6550087" y="1121172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6CF32A1-AEDD-08B9-86FA-8447666ED3EA}"/>
              </a:ext>
            </a:extLst>
          </p:cNvPr>
          <p:cNvCxnSpPr>
            <a:cxnSpLocks/>
          </p:cNvCxnSpPr>
          <p:nvPr/>
        </p:nvCxnSpPr>
        <p:spPr>
          <a:xfrm>
            <a:off x="2532880" y="1961257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A15B29FC-74F9-1571-F4BC-38A1298D8543}"/>
              </a:ext>
            </a:extLst>
          </p:cNvPr>
          <p:cNvSpPr/>
          <p:nvPr/>
        </p:nvSpPr>
        <p:spPr>
          <a:xfrm>
            <a:off x="3252951" y="160904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142C1F1-67B9-7ED5-F1BC-66EA7948A150}"/>
              </a:ext>
            </a:extLst>
          </p:cNvPr>
          <p:cNvCxnSpPr>
            <a:cxnSpLocks/>
          </p:cNvCxnSpPr>
          <p:nvPr/>
        </p:nvCxnSpPr>
        <p:spPr>
          <a:xfrm>
            <a:off x="4265428" y="193821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FD9E3405-31F4-C961-1BB4-35F5193F1048}"/>
              </a:ext>
            </a:extLst>
          </p:cNvPr>
          <p:cNvSpPr/>
          <p:nvPr/>
        </p:nvSpPr>
        <p:spPr>
          <a:xfrm>
            <a:off x="5023612" y="160904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4D337CA-A0AD-FC9F-A2B5-CB9528698647}"/>
              </a:ext>
            </a:extLst>
          </p:cNvPr>
          <p:cNvCxnSpPr>
            <a:cxnSpLocks/>
          </p:cNvCxnSpPr>
          <p:nvPr/>
        </p:nvCxnSpPr>
        <p:spPr>
          <a:xfrm>
            <a:off x="5997976" y="1919662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0B94B45-CF8B-1E58-D550-500F279C661E}"/>
              </a:ext>
            </a:extLst>
          </p:cNvPr>
          <p:cNvCxnSpPr>
            <a:cxnSpLocks/>
          </p:cNvCxnSpPr>
          <p:nvPr/>
        </p:nvCxnSpPr>
        <p:spPr>
          <a:xfrm>
            <a:off x="6689610" y="1894145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90C7092-A981-545E-7BF2-34E21F924F62}"/>
              </a:ext>
            </a:extLst>
          </p:cNvPr>
          <p:cNvCxnSpPr>
            <a:cxnSpLocks/>
          </p:cNvCxnSpPr>
          <p:nvPr/>
        </p:nvCxnSpPr>
        <p:spPr>
          <a:xfrm flipH="1">
            <a:off x="6453560" y="2157192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33196D9-3960-A9E5-C36E-7FC60843EC22}"/>
              </a:ext>
            </a:extLst>
          </p:cNvPr>
          <p:cNvCxnSpPr>
            <a:cxnSpLocks/>
          </p:cNvCxnSpPr>
          <p:nvPr/>
        </p:nvCxnSpPr>
        <p:spPr>
          <a:xfrm flipH="1">
            <a:off x="6527923" y="2216443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CB21513-C6CB-F2C1-C768-57579AEC02A4}"/>
              </a:ext>
            </a:extLst>
          </p:cNvPr>
          <p:cNvCxnSpPr>
            <a:cxnSpLocks/>
          </p:cNvCxnSpPr>
          <p:nvPr/>
        </p:nvCxnSpPr>
        <p:spPr>
          <a:xfrm flipH="1">
            <a:off x="6588200" y="2267378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D108F6C-5FE8-95EA-5288-4F9E2369CF8A}"/>
              </a:ext>
            </a:extLst>
          </p:cNvPr>
          <p:cNvCxnSpPr>
            <a:cxnSpLocks/>
          </p:cNvCxnSpPr>
          <p:nvPr/>
        </p:nvCxnSpPr>
        <p:spPr>
          <a:xfrm>
            <a:off x="2532880" y="3070367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2E20278F-C552-1292-98DC-2D74C415FD20}"/>
              </a:ext>
            </a:extLst>
          </p:cNvPr>
          <p:cNvSpPr/>
          <p:nvPr/>
        </p:nvSpPr>
        <p:spPr>
          <a:xfrm>
            <a:off x="3252951" y="271815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E98F0C3-400A-8F49-6EC6-01AB26CE2B2A}"/>
              </a:ext>
            </a:extLst>
          </p:cNvPr>
          <p:cNvCxnSpPr>
            <a:cxnSpLocks/>
          </p:cNvCxnSpPr>
          <p:nvPr/>
        </p:nvCxnSpPr>
        <p:spPr>
          <a:xfrm>
            <a:off x="4265428" y="304732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34761F-D36F-86F2-9AF7-112631CB7445}"/>
              </a:ext>
            </a:extLst>
          </p:cNvPr>
          <p:cNvSpPr/>
          <p:nvPr/>
        </p:nvSpPr>
        <p:spPr>
          <a:xfrm>
            <a:off x="8427727" y="2741199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9880E43-22D9-B7C5-41F9-1C7FAFD53701}"/>
              </a:ext>
            </a:extLst>
          </p:cNvPr>
          <p:cNvCxnSpPr>
            <a:cxnSpLocks/>
          </p:cNvCxnSpPr>
          <p:nvPr/>
        </p:nvCxnSpPr>
        <p:spPr>
          <a:xfrm>
            <a:off x="9402091" y="3051819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9834A5D-3ED7-9A3F-2822-3A515BC5EDB3}"/>
              </a:ext>
            </a:extLst>
          </p:cNvPr>
          <p:cNvCxnSpPr>
            <a:cxnSpLocks/>
          </p:cNvCxnSpPr>
          <p:nvPr/>
        </p:nvCxnSpPr>
        <p:spPr>
          <a:xfrm>
            <a:off x="10093725" y="3026302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5E3C377-00FA-0B95-2E28-61349ADEFD1A}"/>
              </a:ext>
            </a:extLst>
          </p:cNvPr>
          <p:cNvCxnSpPr>
            <a:cxnSpLocks/>
          </p:cNvCxnSpPr>
          <p:nvPr/>
        </p:nvCxnSpPr>
        <p:spPr>
          <a:xfrm flipH="1">
            <a:off x="9857675" y="3289349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C6C70B0-26A9-7472-B38F-89A332A54E07}"/>
              </a:ext>
            </a:extLst>
          </p:cNvPr>
          <p:cNvCxnSpPr>
            <a:cxnSpLocks/>
          </p:cNvCxnSpPr>
          <p:nvPr/>
        </p:nvCxnSpPr>
        <p:spPr>
          <a:xfrm flipH="1">
            <a:off x="9932038" y="3348600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FADF975-A12D-BC71-910B-ED5EF699A52C}"/>
              </a:ext>
            </a:extLst>
          </p:cNvPr>
          <p:cNvCxnSpPr>
            <a:cxnSpLocks/>
          </p:cNvCxnSpPr>
          <p:nvPr/>
        </p:nvCxnSpPr>
        <p:spPr>
          <a:xfrm flipH="1">
            <a:off x="9992315" y="3399535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29BDDEB9-0C3A-1F79-8242-CA118081580F}"/>
              </a:ext>
            </a:extLst>
          </p:cNvPr>
          <p:cNvSpPr/>
          <p:nvPr/>
        </p:nvSpPr>
        <p:spPr>
          <a:xfrm>
            <a:off x="4959425" y="272638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16E9068-3A6A-7D03-CC14-C9B850B8013E}"/>
              </a:ext>
            </a:extLst>
          </p:cNvPr>
          <p:cNvCxnSpPr>
            <a:cxnSpLocks/>
          </p:cNvCxnSpPr>
          <p:nvPr/>
        </p:nvCxnSpPr>
        <p:spPr>
          <a:xfrm>
            <a:off x="5971902" y="3055553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0A53ADD7-4524-5690-0C45-362BFE44FA10}"/>
              </a:ext>
            </a:extLst>
          </p:cNvPr>
          <p:cNvSpPr/>
          <p:nvPr/>
        </p:nvSpPr>
        <p:spPr>
          <a:xfrm>
            <a:off x="6730086" y="272638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46765DF-BD5E-7CBF-B713-AFC332F73426}"/>
              </a:ext>
            </a:extLst>
          </p:cNvPr>
          <p:cNvCxnSpPr>
            <a:cxnSpLocks/>
          </p:cNvCxnSpPr>
          <p:nvPr/>
        </p:nvCxnSpPr>
        <p:spPr>
          <a:xfrm>
            <a:off x="7707656" y="3049936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B3B84C7-35AF-ECE8-34C5-6552AE403D67}"/>
              </a:ext>
            </a:extLst>
          </p:cNvPr>
          <p:cNvCxnSpPr>
            <a:cxnSpLocks/>
          </p:cNvCxnSpPr>
          <p:nvPr/>
        </p:nvCxnSpPr>
        <p:spPr>
          <a:xfrm flipH="1">
            <a:off x="6534819" y="3311630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3207045-AD88-4BF7-6B81-D7BC2A5C7D9C}"/>
              </a:ext>
            </a:extLst>
          </p:cNvPr>
          <p:cNvCxnSpPr>
            <a:cxnSpLocks/>
          </p:cNvCxnSpPr>
          <p:nvPr/>
        </p:nvCxnSpPr>
        <p:spPr>
          <a:xfrm flipH="1">
            <a:off x="6595096" y="3362565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665DC41-4AEC-1E0C-7E3A-32F0886F9730}"/>
              </a:ext>
            </a:extLst>
          </p:cNvPr>
          <p:cNvCxnSpPr>
            <a:cxnSpLocks/>
          </p:cNvCxnSpPr>
          <p:nvPr/>
        </p:nvCxnSpPr>
        <p:spPr>
          <a:xfrm>
            <a:off x="2539776" y="4165554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B4DAE5BD-1C65-725D-B550-6B4F73008EAB}"/>
              </a:ext>
            </a:extLst>
          </p:cNvPr>
          <p:cNvSpPr/>
          <p:nvPr/>
        </p:nvSpPr>
        <p:spPr>
          <a:xfrm>
            <a:off x="3259847" y="3813339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80BE5F2-2907-6245-1954-73C46BC7DFEF}"/>
              </a:ext>
            </a:extLst>
          </p:cNvPr>
          <p:cNvCxnSpPr>
            <a:cxnSpLocks/>
          </p:cNvCxnSpPr>
          <p:nvPr/>
        </p:nvCxnSpPr>
        <p:spPr>
          <a:xfrm>
            <a:off x="4272324" y="4142507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8C3C404-9C8E-8261-1084-52E510E0C2AE}"/>
              </a:ext>
            </a:extLst>
          </p:cNvPr>
          <p:cNvCxnSpPr>
            <a:cxnSpLocks/>
          </p:cNvCxnSpPr>
          <p:nvPr/>
        </p:nvCxnSpPr>
        <p:spPr>
          <a:xfrm>
            <a:off x="7704450" y="412237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BE5FAC8-F8F0-7798-CA7E-801180B1116C}"/>
              </a:ext>
            </a:extLst>
          </p:cNvPr>
          <p:cNvCxnSpPr>
            <a:cxnSpLocks/>
          </p:cNvCxnSpPr>
          <p:nvPr/>
        </p:nvCxnSpPr>
        <p:spPr>
          <a:xfrm>
            <a:off x="8396084" y="4096853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2739E6A-4653-39B4-ABB4-8E7DE515FD7D}"/>
              </a:ext>
            </a:extLst>
          </p:cNvPr>
          <p:cNvCxnSpPr>
            <a:cxnSpLocks/>
          </p:cNvCxnSpPr>
          <p:nvPr/>
        </p:nvCxnSpPr>
        <p:spPr>
          <a:xfrm flipH="1">
            <a:off x="8160034" y="4359900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66CCB02-A289-77F9-11BC-00394A1F298C}"/>
              </a:ext>
            </a:extLst>
          </p:cNvPr>
          <p:cNvCxnSpPr>
            <a:cxnSpLocks/>
          </p:cNvCxnSpPr>
          <p:nvPr/>
        </p:nvCxnSpPr>
        <p:spPr>
          <a:xfrm flipH="1">
            <a:off x="8234397" y="4419151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DEC53F1-63E1-3AC5-9F75-91902E8542BD}"/>
              </a:ext>
            </a:extLst>
          </p:cNvPr>
          <p:cNvCxnSpPr>
            <a:cxnSpLocks/>
          </p:cNvCxnSpPr>
          <p:nvPr/>
        </p:nvCxnSpPr>
        <p:spPr>
          <a:xfrm flipH="1">
            <a:off x="8294674" y="4470086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6869858A-9082-AA34-751E-45CB2AF35E42}"/>
              </a:ext>
            </a:extLst>
          </p:cNvPr>
          <p:cNvSpPr/>
          <p:nvPr/>
        </p:nvSpPr>
        <p:spPr>
          <a:xfrm>
            <a:off x="4966321" y="382157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5B84CFB-5DA6-973C-C20C-5D88BD076F00}"/>
              </a:ext>
            </a:extLst>
          </p:cNvPr>
          <p:cNvCxnSpPr>
            <a:cxnSpLocks/>
          </p:cNvCxnSpPr>
          <p:nvPr/>
        </p:nvCxnSpPr>
        <p:spPr>
          <a:xfrm>
            <a:off x="5978798" y="415074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725A2771-12C7-E2D9-BADB-718E6BE55810}"/>
              </a:ext>
            </a:extLst>
          </p:cNvPr>
          <p:cNvSpPr/>
          <p:nvPr/>
        </p:nvSpPr>
        <p:spPr>
          <a:xfrm>
            <a:off x="6736982" y="382157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9DA08CF-2112-1E15-5C77-F4F3C0E2C3BE}"/>
              </a:ext>
            </a:extLst>
          </p:cNvPr>
          <p:cNvCxnSpPr>
            <a:cxnSpLocks/>
          </p:cNvCxnSpPr>
          <p:nvPr/>
        </p:nvCxnSpPr>
        <p:spPr>
          <a:xfrm>
            <a:off x="2577889" y="529113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D6BA10E8-03CD-7A06-BF7F-5130AA1C4DFF}"/>
              </a:ext>
            </a:extLst>
          </p:cNvPr>
          <p:cNvSpPr/>
          <p:nvPr/>
        </p:nvSpPr>
        <p:spPr>
          <a:xfrm>
            <a:off x="3297960" y="493891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ABC28E8-ED7C-8C0C-C5D0-B381510094F4}"/>
              </a:ext>
            </a:extLst>
          </p:cNvPr>
          <p:cNvCxnSpPr>
            <a:cxnSpLocks/>
          </p:cNvCxnSpPr>
          <p:nvPr/>
        </p:nvCxnSpPr>
        <p:spPr>
          <a:xfrm>
            <a:off x="4310437" y="5268083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B9CBD344-3D88-2F61-BEF5-6F83E85E8F56}"/>
              </a:ext>
            </a:extLst>
          </p:cNvPr>
          <p:cNvSpPr/>
          <p:nvPr/>
        </p:nvSpPr>
        <p:spPr>
          <a:xfrm>
            <a:off x="5068621" y="493891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7B40A82-E60F-B8F6-5549-4263BBE74BEF}"/>
              </a:ext>
            </a:extLst>
          </p:cNvPr>
          <p:cNvCxnSpPr>
            <a:cxnSpLocks/>
          </p:cNvCxnSpPr>
          <p:nvPr/>
        </p:nvCxnSpPr>
        <p:spPr>
          <a:xfrm>
            <a:off x="6042985" y="5249535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0B1BA70-A78D-757C-78A8-A77A9742CC0D}"/>
              </a:ext>
            </a:extLst>
          </p:cNvPr>
          <p:cNvCxnSpPr>
            <a:cxnSpLocks/>
          </p:cNvCxnSpPr>
          <p:nvPr/>
        </p:nvCxnSpPr>
        <p:spPr>
          <a:xfrm>
            <a:off x="6734619" y="5224018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D7E4098-12CE-14B9-ACFC-FEE033DCBC9C}"/>
              </a:ext>
            </a:extLst>
          </p:cNvPr>
          <p:cNvCxnSpPr>
            <a:cxnSpLocks/>
          </p:cNvCxnSpPr>
          <p:nvPr/>
        </p:nvCxnSpPr>
        <p:spPr>
          <a:xfrm flipH="1">
            <a:off x="6498569" y="5487065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33FC166F-70F7-6613-D412-BE9048BEE571}"/>
              </a:ext>
            </a:extLst>
          </p:cNvPr>
          <p:cNvCxnSpPr>
            <a:cxnSpLocks/>
          </p:cNvCxnSpPr>
          <p:nvPr/>
        </p:nvCxnSpPr>
        <p:spPr>
          <a:xfrm flipH="1">
            <a:off x="6572932" y="5546316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F46D150-0116-A208-7F7C-284ADF314D1A}"/>
              </a:ext>
            </a:extLst>
          </p:cNvPr>
          <p:cNvCxnSpPr>
            <a:cxnSpLocks/>
          </p:cNvCxnSpPr>
          <p:nvPr/>
        </p:nvCxnSpPr>
        <p:spPr>
          <a:xfrm flipH="1">
            <a:off x="6633209" y="5597251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D685B31-3766-8136-C3ED-F046E2F17734}"/>
              </a:ext>
            </a:extLst>
          </p:cNvPr>
          <p:cNvCxnSpPr>
            <a:cxnSpLocks/>
          </p:cNvCxnSpPr>
          <p:nvPr/>
        </p:nvCxnSpPr>
        <p:spPr>
          <a:xfrm>
            <a:off x="2532880" y="6443917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0E0DDE39-271F-A844-B916-B3CC0987D106}"/>
              </a:ext>
            </a:extLst>
          </p:cNvPr>
          <p:cNvSpPr/>
          <p:nvPr/>
        </p:nvSpPr>
        <p:spPr>
          <a:xfrm>
            <a:off x="3252951" y="609170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5F4B1174-5477-0AF4-7DF0-3079FF3099BA}"/>
              </a:ext>
            </a:extLst>
          </p:cNvPr>
          <p:cNvCxnSpPr>
            <a:cxnSpLocks/>
          </p:cNvCxnSpPr>
          <p:nvPr/>
        </p:nvCxnSpPr>
        <p:spPr>
          <a:xfrm>
            <a:off x="4265428" y="642087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8FB61C5-D369-82D3-56B2-7D2DE97C887B}"/>
              </a:ext>
            </a:extLst>
          </p:cNvPr>
          <p:cNvCxnSpPr>
            <a:cxnSpLocks/>
          </p:cNvCxnSpPr>
          <p:nvPr/>
        </p:nvCxnSpPr>
        <p:spPr>
          <a:xfrm>
            <a:off x="7697554" y="6400733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A312779D-6CF4-0CC7-248A-6A21255A03A0}"/>
              </a:ext>
            </a:extLst>
          </p:cNvPr>
          <p:cNvCxnSpPr>
            <a:cxnSpLocks/>
          </p:cNvCxnSpPr>
          <p:nvPr/>
        </p:nvCxnSpPr>
        <p:spPr>
          <a:xfrm>
            <a:off x="8389188" y="6375216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CF44534-8AD5-0995-C145-35370B6A427C}"/>
              </a:ext>
            </a:extLst>
          </p:cNvPr>
          <p:cNvCxnSpPr>
            <a:cxnSpLocks/>
          </p:cNvCxnSpPr>
          <p:nvPr/>
        </p:nvCxnSpPr>
        <p:spPr>
          <a:xfrm flipH="1">
            <a:off x="8153138" y="6638263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EDA1C041-14FE-943A-575D-4AF136800281}"/>
              </a:ext>
            </a:extLst>
          </p:cNvPr>
          <p:cNvCxnSpPr>
            <a:cxnSpLocks/>
          </p:cNvCxnSpPr>
          <p:nvPr/>
        </p:nvCxnSpPr>
        <p:spPr>
          <a:xfrm flipH="1">
            <a:off x="8227501" y="6697514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FECD784-50A3-5BD9-2719-BFFB213C1063}"/>
              </a:ext>
            </a:extLst>
          </p:cNvPr>
          <p:cNvCxnSpPr>
            <a:cxnSpLocks/>
          </p:cNvCxnSpPr>
          <p:nvPr/>
        </p:nvCxnSpPr>
        <p:spPr>
          <a:xfrm flipH="1">
            <a:off x="8287778" y="6748449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B30DAC2E-A4A6-90E5-7B65-32A6821E1B42}"/>
              </a:ext>
            </a:extLst>
          </p:cNvPr>
          <p:cNvSpPr/>
          <p:nvPr/>
        </p:nvSpPr>
        <p:spPr>
          <a:xfrm>
            <a:off x="4959425" y="609993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A706B251-8EAB-8387-5CC1-8F2EFA82475B}"/>
              </a:ext>
            </a:extLst>
          </p:cNvPr>
          <p:cNvCxnSpPr>
            <a:cxnSpLocks/>
          </p:cNvCxnSpPr>
          <p:nvPr/>
        </p:nvCxnSpPr>
        <p:spPr>
          <a:xfrm>
            <a:off x="5971902" y="6429103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D6C4D005-F680-D174-90BB-8E8AE4F7EADE}"/>
              </a:ext>
            </a:extLst>
          </p:cNvPr>
          <p:cNvSpPr/>
          <p:nvPr/>
        </p:nvSpPr>
        <p:spPr>
          <a:xfrm>
            <a:off x="6730086" y="609993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4DCB2-2A44-6BF5-356D-60ECF31816DA}"/>
              </a:ext>
            </a:extLst>
          </p:cNvPr>
          <p:cNvSpPr/>
          <p:nvPr/>
        </p:nvSpPr>
        <p:spPr>
          <a:xfrm>
            <a:off x="11252000" y="3449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93CEDD8-6EAB-39E9-520D-FC1BD59F6036}"/>
              </a:ext>
            </a:extLst>
          </p:cNvPr>
          <p:cNvSpPr/>
          <p:nvPr/>
        </p:nvSpPr>
        <p:spPr>
          <a:xfrm>
            <a:off x="11252000" y="18138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3CCCFD4-3A9F-F652-7277-D5B26B495999}"/>
              </a:ext>
            </a:extLst>
          </p:cNvPr>
          <p:cNvSpPr/>
          <p:nvPr/>
        </p:nvSpPr>
        <p:spPr>
          <a:xfrm>
            <a:off x="11252000" y="32827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B9B8D9A-CDED-D19B-21EA-F50299403158}"/>
              </a:ext>
            </a:extLst>
          </p:cNvPr>
          <p:cNvSpPr/>
          <p:nvPr/>
        </p:nvSpPr>
        <p:spPr>
          <a:xfrm>
            <a:off x="11252000" y="475167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BC8051-D678-1328-7E27-3F5CD917DD3D}"/>
              </a:ext>
            </a:extLst>
          </p:cNvPr>
          <p:cNvSpPr/>
          <p:nvPr/>
        </p:nvSpPr>
        <p:spPr>
          <a:xfrm>
            <a:off x="11252000" y="62206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14CAEA5-B0F8-07F4-0059-BE9936984546}"/>
              </a:ext>
            </a:extLst>
          </p:cNvPr>
          <p:cNvSpPr/>
          <p:nvPr/>
        </p:nvSpPr>
        <p:spPr>
          <a:xfrm>
            <a:off x="11252000" y="76895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DAD3B5-154F-05F3-3C5E-E2F3F4A365CE}"/>
              </a:ext>
            </a:extLst>
          </p:cNvPr>
          <p:cNvSpPr/>
          <p:nvPr/>
        </p:nvSpPr>
        <p:spPr>
          <a:xfrm>
            <a:off x="12810800" y="3449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F94ED80-AF85-67EF-5AFE-4F402ADEF357}"/>
              </a:ext>
            </a:extLst>
          </p:cNvPr>
          <p:cNvSpPr/>
          <p:nvPr/>
        </p:nvSpPr>
        <p:spPr>
          <a:xfrm>
            <a:off x="12810800" y="181382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8A6F4F5-1A73-F771-4E98-992BAB319CC5}"/>
              </a:ext>
            </a:extLst>
          </p:cNvPr>
          <p:cNvSpPr/>
          <p:nvPr/>
        </p:nvSpPr>
        <p:spPr>
          <a:xfrm>
            <a:off x="12810800" y="328275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0CD593F-EC8D-C277-8C6F-2A52038DBDF4}"/>
              </a:ext>
            </a:extLst>
          </p:cNvPr>
          <p:cNvSpPr/>
          <p:nvPr/>
        </p:nvSpPr>
        <p:spPr>
          <a:xfrm>
            <a:off x="12810800" y="475167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236732F-C1D1-15D6-80BB-DB121F4AF294}"/>
              </a:ext>
            </a:extLst>
          </p:cNvPr>
          <p:cNvSpPr/>
          <p:nvPr/>
        </p:nvSpPr>
        <p:spPr>
          <a:xfrm>
            <a:off x="12810800" y="62206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332F95E-1776-B92A-B297-7BEC0F98427B}"/>
              </a:ext>
            </a:extLst>
          </p:cNvPr>
          <p:cNvSpPr/>
          <p:nvPr/>
        </p:nvSpPr>
        <p:spPr>
          <a:xfrm>
            <a:off x="12810800" y="768953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5D3C31-005B-2499-8DC2-22CEAF84012A}"/>
              </a:ext>
            </a:extLst>
          </p:cNvPr>
          <p:cNvSpPr/>
          <p:nvPr/>
        </p:nvSpPr>
        <p:spPr>
          <a:xfrm>
            <a:off x="14369600" y="3449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10D45FF-FD23-A56A-8E23-A1CAE2D340C6}"/>
              </a:ext>
            </a:extLst>
          </p:cNvPr>
          <p:cNvSpPr/>
          <p:nvPr/>
        </p:nvSpPr>
        <p:spPr>
          <a:xfrm>
            <a:off x="14369600" y="181382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5D07398-20FD-EB30-D88A-B4DA4DA3C52C}"/>
              </a:ext>
            </a:extLst>
          </p:cNvPr>
          <p:cNvSpPr/>
          <p:nvPr/>
        </p:nvSpPr>
        <p:spPr>
          <a:xfrm>
            <a:off x="14369600" y="328275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C6EA30C-3C69-AB8E-0784-828854B5AE5E}"/>
              </a:ext>
            </a:extLst>
          </p:cNvPr>
          <p:cNvSpPr/>
          <p:nvPr/>
        </p:nvSpPr>
        <p:spPr>
          <a:xfrm>
            <a:off x="14369600" y="475167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CEAC7A2-AD06-0BD6-5DF9-BE4A3E674634}"/>
              </a:ext>
            </a:extLst>
          </p:cNvPr>
          <p:cNvSpPr/>
          <p:nvPr/>
        </p:nvSpPr>
        <p:spPr>
          <a:xfrm>
            <a:off x="14369600" y="62206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0D42ED6-B58A-15E4-69D0-BA0CB371618A}"/>
              </a:ext>
            </a:extLst>
          </p:cNvPr>
          <p:cNvSpPr/>
          <p:nvPr/>
        </p:nvSpPr>
        <p:spPr>
          <a:xfrm>
            <a:off x="14369600" y="768953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FE3079E-FB17-1A17-B860-550BF028A828}"/>
              </a:ext>
            </a:extLst>
          </p:cNvPr>
          <p:cNvSpPr/>
          <p:nvPr/>
        </p:nvSpPr>
        <p:spPr>
          <a:xfrm>
            <a:off x="15928400" y="344904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CF2479E-CF26-53CC-23EF-2440F4A11AEF}"/>
              </a:ext>
            </a:extLst>
          </p:cNvPr>
          <p:cNvSpPr/>
          <p:nvPr/>
        </p:nvSpPr>
        <p:spPr>
          <a:xfrm>
            <a:off x="15928400" y="1813829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03F259F-6A59-4F79-F9F6-D58E7A015114}"/>
              </a:ext>
            </a:extLst>
          </p:cNvPr>
          <p:cNvSpPr/>
          <p:nvPr/>
        </p:nvSpPr>
        <p:spPr>
          <a:xfrm>
            <a:off x="15928400" y="328275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B18C979-2CBA-A0A1-F729-4083D6CE6CE8}"/>
              </a:ext>
            </a:extLst>
          </p:cNvPr>
          <p:cNvSpPr/>
          <p:nvPr/>
        </p:nvSpPr>
        <p:spPr>
          <a:xfrm>
            <a:off x="15928400" y="475167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F47F48C-19E9-82FB-2B14-53AEF588E372}"/>
              </a:ext>
            </a:extLst>
          </p:cNvPr>
          <p:cNvSpPr/>
          <p:nvPr/>
        </p:nvSpPr>
        <p:spPr>
          <a:xfrm>
            <a:off x="15928400" y="6220604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0B2B89F6-3C09-3CB5-F409-5BC40EF75BA2}"/>
              </a:ext>
            </a:extLst>
          </p:cNvPr>
          <p:cNvSpPr/>
          <p:nvPr/>
        </p:nvSpPr>
        <p:spPr>
          <a:xfrm>
            <a:off x="15928400" y="768953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02A08B9-C811-D717-15D1-ED1590B8DF56}"/>
              </a:ext>
            </a:extLst>
          </p:cNvPr>
          <p:cNvSpPr/>
          <p:nvPr/>
        </p:nvSpPr>
        <p:spPr>
          <a:xfrm>
            <a:off x="17491842" y="344904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E432A1F-518F-B616-B0CA-D6684DC97DD3}"/>
              </a:ext>
            </a:extLst>
          </p:cNvPr>
          <p:cNvSpPr/>
          <p:nvPr/>
        </p:nvSpPr>
        <p:spPr>
          <a:xfrm>
            <a:off x="17491842" y="1813829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8CABA1A5-1D85-03AC-2252-DD957D224827}"/>
              </a:ext>
            </a:extLst>
          </p:cNvPr>
          <p:cNvSpPr/>
          <p:nvPr/>
        </p:nvSpPr>
        <p:spPr>
          <a:xfrm>
            <a:off x="17491842" y="328275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837688A-9AD4-37BC-BAA1-76D540118C96}"/>
              </a:ext>
            </a:extLst>
          </p:cNvPr>
          <p:cNvSpPr/>
          <p:nvPr/>
        </p:nvSpPr>
        <p:spPr>
          <a:xfrm>
            <a:off x="17491842" y="4751679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27205820-A242-1A25-9AEC-C84E6057372E}"/>
              </a:ext>
            </a:extLst>
          </p:cNvPr>
          <p:cNvSpPr/>
          <p:nvPr/>
        </p:nvSpPr>
        <p:spPr>
          <a:xfrm>
            <a:off x="17491842" y="6220604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D9EEB65A-739C-11DF-D600-55DB2914056A}"/>
              </a:ext>
            </a:extLst>
          </p:cNvPr>
          <p:cNvSpPr/>
          <p:nvPr/>
        </p:nvSpPr>
        <p:spPr>
          <a:xfrm>
            <a:off x="17491842" y="7689530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2F480941-F188-19A9-9192-38A5228F62BA}"/>
              </a:ext>
            </a:extLst>
          </p:cNvPr>
          <p:cNvSpPr/>
          <p:nvPr/>
        </p:nvSpPr>
        <p:spPr>
          <a:xfrm>
            <a:off x="19069261" y="344904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4D732198-273D-1F53-798C-765C3A10793B}"/>
              </a:ext>
            </a:extLst>
          </p:cNvPr>
          <p:cNvSpPr/>
          <p:nvPr/>
        </p:nvSpPr>
        <p:spPr>
          <a:xfrm>
            <a:off x="19069261" y="1813829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24050A34-C61E-9D31-88AF-B9D3A4FCDAFF}"/>
              </a:ext>
            </a:extLst>
          </p:cNvPr>
          <p:cNvSpPr/>
          <p:nvPr/>
        </p:nvSpPr>
        <p:spPr>
          <a:xfrm>
            <a:off x="19069261" y="3282754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E1FB340C-8A23-DC64-420F-00E42A2FE4CD}"/>
              </a:ext>
            </a:extLst>
          </p:cNvPr>
          <p:cNvSpPr/>
          <p:nvPr/>
        </p:nvSpPr>
        <p:spPr>
          <a:xfrm>
            <a:off x="19069261" y="4751679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F4BB2025-C4A2-AE07-69DD-6406CFFE4169}"/>
              </a:ext>
            </a:extLst>
          </p:cNvPr>
          <p:cNvSpPr/>
          <p:nvPr/>
        </p:nvSpPr>
        <p:spPr>
          <a:xfrm>
            <a:off x="19069261" y="6220604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930A5BEA-CB4B-8B36-F45C-87FC3252D4C2}"/>
              </a:ext>
            </a:extLst>
          </p:cNvPr>
          <p:cNvSpPr/>
          <p:nvPr/>
        </p:nvSpPr>
        <p:spPr>
          <a:xfrm>
            <a:off x="19069261" y="7689530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C5EB462E-BFA6-770A-C466-C35619775C66}"/>
              </a:ext>
            </a:extLst>
          </p:cNvPr>
          <p:cNvSpPr/>
          <p:nvPr/>
        </p:nvSpPr>
        <p:spPr>
          <a:xfrm>
            <a:off x="20659686" y="344904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2A8B1456-C7CF-595E-3B1A-2F3EFFC141C5}"/>
              </a:ext>
            </a:extLst>
          </p:cNvPr>
          <p:cNvSpPr/>
          <p:nvPr/>
        </p:nvSpPr>
        <p:spPr>
          <a:xfrm>
            <a:off x="20659686" y="1813829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D3973986-CDF3-B7AA-4B5A-6AAEE42A3C60}"/>
              </a:ext>
            </a:extLst>
          </p:cNvPr>
          <p:cNvSpPr/>
          <p:nvPr/>
        </p:nvSpPr>
        <p:spPr>
          <a:xfrm>
            <a:off x="20659686" y="3282754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4539D028-2C88-CA4F-0A0B-18AB25234EE5}"/>
              </a:ext>
            </a:extLst>
          </p:cNvPr>
          <p:cNvSpPr/>
          <p:nvPr/>
        </p:nvSpPr>
        <p:spPr>
          <a:xfrm>
            <a:off x="20659686" y="4751679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A5A7AF70-A50D-E82B-228C-FAB47CB03907}"/>
              </a:ext>
            </a:extLst>
          </p:cNvPr>
          <p:cNvSpPr/>
          <p:nvPr/>
        </p:nvSpPr>
        <p:spPr>
          <a:xfrm>
            <a:off x="20659686" y="6220604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995A4783-BBE3-2A5B-9B22-D130E2D13BF5}"/>
              </a:ext>
            </a:extLst>
          </p:cNvPr>
          <p:cNvSpPr/>
          <p:nvPr/>
        </p:nvSpPr>
        <p:spPr>
          <a:xfrm>
            <a:off x="20659686" y="7689530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D7FFD9C-6A9D-7F87-B812-9FEF8BEA6258}"/>
              </a:ext>
            </a:extLst>
          </p:cNvPr>
          <p:cNvSpPr/>
          <p:nvPr/>
        </p:nvSpPr>
        <p:spPr>
          <a:xfrm>
            <a:off x="544992" y="9969213"/>
            <a:ext cx="23160828" cy="84902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spcBef>
                <a:spcPts val="0"/>
              </a:spcBef>
            </a:pPr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then how would we know when the list has ended?</a:t>
            </a:r>
          </a:p>
        </p:txBody>
      </p:sp>
    </p:spTree>
    <p:extLst>
      <p:ext uri="{BB962C8B-B14F-4D97-AF65-F5344CB8AC3E}">
        <p14:creationId xmlns:p14="http://schemas.microsoft.com/office/powerpoint/2010/main" val="3557949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56795-6C1C-1EDE-41A7-44A5704E7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D982862A-953B-C4E4-57C7-7A50013296E6}"/>
              </a:ext>
            </a:extLst>
          </p:cNvPr>
          <p:cNvSpPr/>
          <p:nvPr/>
        </p:nvSpPr>
        <p:spPr>
          <a:xfrm>
            <a:off x="762219" y="344904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AAC8A8F-8096-38C6-3BB8-91E084FD152C}"/>
              </a:ext>
            </a:extLst>
          </p:cNvPr>
          <p:cNvSpPr/>
          <p:nvPr/>
        </p:nvSpPr>
        <p:spPr>
          <a:xfrm>
            <a:off x="762219" y="1468910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4114E35-50F7-D150-792C-8B6BE5E50BF0}"/>
              </a:ext>
            </a:extLst>
          </p:cNvPr>
          <p:cNvSpPr/>
          <p:nvPr/>
        </p:nvSpPr>
        <p:spPr>
          <a:xfrm>
            <a:off x="762219" y="2570319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A0F9D14-7150-7F3F-5624-2CC82B679064}"/>
              </a:ext>
            </a:extLst>
          </p:cNvPr>
          <p:cNvSpPr/>
          <p:nvPr/>
        </p:nvSpPr>
        <p:spPr>
          <a:xfrm>
            <a:off x="762219" y="3671728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C57689B8-8A44-54F7-3F51-0C060096DD01}"/>
              </a:ext>
            </a:extLst>
          </p:cNvPr>
          <p:cNvSpPr/>
          <p:nvPr/>
        </p:nvSpPr>
        <p:spPr>
          <a:xfrm>
            <a:off x="762219" y="4841639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8DA1FF5-9474-7790-A270-DBC78CA05B33}"/>
              </a:ext>
            </a:extLst>
          </p:cNvPr>
          <p:cNvSpPr/>
          <p:nvPr/>
        </p:nvSpPr>
        <p:spPr>
          <a:xfrm>
            <a:off x="762219" y="5987271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E70EA7B-1E2D-D7AA-FFD7-97248F7E0F9E}"/>
              </a:ext>
            </a:extLst>
          </p:cNvPr>
          <p:cNvCxnSpPr>
            <a:cxnSpLocks/>
          </p:cNvCxnSpPr>
          <p:nvPr/>
        </p:nvCxnSpPr>
        <p:spPr>
          <a:xfrm>
            <a:off x="2494767" y="815051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0580A72-7E72-B2E7-8CD9-7C757015CF0D}"/>
              </a:ext>
            </a:extLst>
          </p:cNvPr>
          <p:cNvSpPr/>
          <p:nvPr/>
        </p:nvSpPr>
        <p:spPr>
          <a:xfrm>
            <a:off x="3214838" y="462836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37080C1-F4B1-C214-156F-AD3757288C05}"/>
              </a:ext>
            </a:extLst>
          </p:cNvPr>
          <p:cNvCxnSpPr>
            <a:cxnSpLocks/>
          </p:cNvCxnSpPr>
          <p:nvPr/>
        </p:nvCxnSpPr>
        <p:spPr>
          <a:xfrm>
            <a:off x="4227315" y="792004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D196E9F-65E8-7690-E1A2-7C5987B9B142}"/>
              </a:ext>
            </a:extLst>
          </p:cNvPr>
          <p:cNvSpPr/>
          <p:nvPr/>
        </p:nvSpPr>
        <p:spPr>
          <a:xfrm>
            <a:off x="4985499" y="462836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9445621-8478-03DD-984F-F537BF4AA0A1}"/>
              </a:ext>
            </a:extLst>
          </p:cNvPr>
          <p:cNvCxnSpPr>
            <a:cxnSpLocks/>
          </p:cNvCxnSpPr>
          <p:nvPr/>
        </p:nvCxnSpPr>
        <p:spPr>
          <a:xfrm>
            <a:off x="5959863" y="773456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BB667F9-BDBA-1372-11B0-DBF6A4401022}"/>
              </a:ext>
            </a:extLst>
          </p:cNvPr>
          <p:cNvCxnSpPr>
            <a:cxnSpLocks/>
          </p:cNvCxnSpPr>
          <p:nvPr/>
        </p:nvCxnSpPr>
        <p:spPr>
          <a:xfrm>
            <a:off x="6651497" y="747939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92E13D1-77B5-CBDC-3948-855674B11618}"/>
              </a:ext>
            </a:extLst>
          </p:cNvPr>
          <p:cNvCxnSpPr>
            <a:cxnSpLocks/>
          </p:cNvCxnSpPr>
          <p:nvPr/>
        </p:nvCxnSpPr>
        <p:spPr>
          <a:xfrm flipH="1">
            <a:off x="6415447" y="1010986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AEC0C96-615E-2D19-CCB3-F1A46BDD289B}"/>
              </a:ext>
            </a:extLst>
          </p:cNvPr>
          <p:cNvCxnSpPr>
            <a:cxnSpLocks/>
          </p:cNvCxnSpPr>
          <p:nvPr/>
        </p:nvCxnSpPr>
        <p:spPr>
          <a:xfrm flipH="1">
            <a:off x="6489810" y="1070237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F02585C-0935-18CB-467D-0F9774E1E4DA}"/>
              </a:ext>
            </a:extLst>
          </p:cNvPr>
          <p:cNvCxnSpPr>
            <a:cxnSpLocks/>
          </p:cNvCxnSpPr>
          <p:nvPr/>
        </p:nvCxnSpPr>
        <p:spPr>
          <a:xfrm flipH="1">
            <a:off x="6550087" y="1121172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31E75FD-A20E-C739-2F4B-10A67D9513B3}"/>
              </a:ext>
            </a:extLst>
          </p:cNvPr>
          <p:cNvCxnSpPr>
            <a:cxnSpLocks/>
          </p:cNvCxnSpPr>
          <p:nvPr/>
        </p:nvCxnSpPr>
        <p:spPr>
          <a:xfrm>
            <a:off x="2532880" y="1961257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3D23EDDE-3070-B8C2-B1BB-53AD588F8639}"/>
              </a:ext>
            </a:extLst>
          </p:cNvPr>
          <p:cNvSpPr/>
          <p:nvPr/>
        </p:nvSpPr>
        <p:spPr>
          <a:xfrm>
            <a:off x="3252951" y="160904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0551805-9695-0C2A-2D55-8B6A0A399A5C}"/>
              </a:ext>
            </a:extLst>
          </p:cNvPr>
          <p:cNvCxnSpPr>
            <a:cxnSpLocks/>
          </p:cNvCxnSpPr>
          <p:nvPr/>
        </p:nvCxnSpPr>
        <p:spPr>
          <a:xfrm>
            <a:off x="4265428" y="193821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447B95C6-9014-6266-E35E-E7DC7EBD2A18}"/>
              </a:ext>
            </a:extLst>
          </p:cNvPr>
          <p:cNvSpPr/>
          <p:nvPr/>
        </p:nvSpPr>
        <p:spPr>
          <a:xfrm>
            <a:off x="5023612" y="160904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312FD1F-C9D3-BE9F-9D89-D987AB429782}"/>
              </a:ext>
            </a:extLst>
          </p:cNvPr>
          <p:cNvCxnSpPr>
            <a:cxnSpLocks/>
          </p:cNvCxnSpPr>
          <p:nvPr/>
        </p:nvCxnSpPr>
        <p:spPr>
          <a:xfrm>
            <a:off x="5997976" y="1919662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79A75C1-ACD2-906B-97DA-3A35BA186A2B}"/>
              </a:ext>
            </a:extLst>
          </p:cNvPr>
          <p:cNvCxnSpPr>
            <a:cxnSpLocks/>
          </p:cNvCxnSpPr>
          <p:nvPr/>
        </p:nvCxnSpPr>
        <p:spPr>
          <a:xfrm>
            <a:off x="6689610" y="1894145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6F767AE-7821-B225-D752-1CBD6312EAE2}"/>
              </a:ext>
            </a:extLst>
          </p:cNvPr>
          <p:cNvCxnSpPr>
            <a:cxnSpLocks/>
          </p:cNvCxnSpPr>
          <p:nvPr/>
        </p:nvCxnSpPr>
        <p:spPr>
          <a:xfrm flipH="1">
            <a:off x="6453560" y="2157192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E5894E7-C651-1934-2D1E-9298CFFF9D3E}"/>
              </a:ext>
            </a:extLst>
          </p:cNvPr>
          <p:cNvCxnSpPr>
            <a:cxnSpLocks/>
          </p:cNvCxnSpPr>
          <p:nvPr/>
        </p:nvCxnSpPr>
        <p:spPr>
          <a:xfrm flipH="1">
            <a:off x="6527923" y="2216443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E9BF87D-91AB-5564-2C94-8E03AE9BD596}"/>
              </a:ext>
            </a:extLst>
          </p:cNvPr>
          <p:cNvCxnSpPr>
            <a:cxnSpLocks/>
          </p:cNvCxnSpPr>
          <p:nvPr/>
        </p:nvCxnSpPr>
        <p:spPr>
          <a:xfrm flipH="1">
            <a:off x="6588200" y="2267378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C726B9F-88BD-DF7B-38A4-04CF52D0681F}"/>
              </a:ext>
            </a:extLst>
          </p:cNvPr>
          <p:cNvCxnSpPr>
            <a:cxnSpLocks/>
          </p:cNvCxnSpPr>
          <p:nvPr/>
        </p:nvCxnSpPr>
        <p:spPr>
          <a:xfrm>
            <a:off x="2532880" y="3070367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E55E6924-05F6-B527-9D8E-90DACC1B8260}"/>
              </a:ext>
            </a:extLst>
          </p:cNvPr>
          <p:cNvSpPr/>
          <p:nvPr/>
        </p:nvSpPr>
        <p:spPr>
          <a:xfrm>
            <a:off x="3252951" y="271815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17E1A53-8286-B484-213D-BF995EECD1E6}"/>
              </a:ext>
            </a:extLst>
          </p:cNvPr>
          <p:cNvCxnSpPr>
            <a:cxnSpLocks/>
          </p:cNvCxnSpPr>
          <p:nvPr/>
        </p:nvCxnSpPr>
        <p:spPr>
          <a:xfrm>
            <a:off x="4265428" y="304732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777C2D5B-3986-90DE-E88E-25A898692917}"/>
              </a:ext>
            </a:extLst>
          </p:cNvPr>
          <p:cNvSpPr/>
          <p:nvPr/>
        </p:nvSpPr>
        <p:spPr>
          <a:xfrm>
            <a:off x="8427727" y="2741199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CF91635-E900-D451-D073-BEC48555C064}"/>
              </a:ext>
            </a:extLst>
          </p:cNvPr>
          <p:cNvCxnSpPr>
            <a:cxnSpLocks/>
          </p:cNvCxnSpPr>
          <p:nvPr/>
        </p:nvCxnSpPr>
        <p:spPr>
          <a:xfrm>
            <a:off x="9402091" y="3051819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B87B393-11FA-7962-CD02-1CD84E537815}"/>
              </a:ext>
            </a:extLst>
          </p:cNvPr>
          <p:cNvCxnSpPr>
            <a:cxnSpLocks/>
          </p:cNvCxnSpPr>
          <p:nvPr/>
        </p:nvCxnSpPr>
        <p:spPr>
          <a:xfrm>
            <a:off x="10093725" y="3026302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E8F65DE-1787-8038-DA7D-8E62F775A206}"/>
              </a:ext>
            </a:extLst>
          </p:cNvPr>
          <p:cNvCxnSpPr>
            <a:cxnSpLocks/>
          </p:cNvCxnSpPr>
          <p:nvPr/>
        </p:nvCxnSpPr>
        <p:spPr>
          <a:xfrm flipH="1">
            <a:off x="9857675" y="3289349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34B5C90-B003-BF60-623C-BB07A8AC4D4B}"/>
              </a:ext>
            </a:extLst>
          </p:cNvPr>
          <p:cNvCxnSpPr>
            <a:cxnSpLocks/>
          </p:cNvCxnSpPr>
          <p:nvPr/>
        </p:nvCxnSpPr>
        <p:spPr>
          <a:xfrm flipH="1">
            <a:off x="9932038" y="3348600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9A1A8EE-EC03-9AAA-9EB3-DD4D548EF109}"/>
              </a:ext>
            </a:extLst>
          </p:cNvPr>
          <p:cNvCxnSpPr>
            <a:cxnSpLocks/>
          </p:cNvCxnSpPr>
          <p:nvPr/>
        </p:nvCxnSpPr>
        <p:spPr>
          <a:xfrm flipH="1">
            <a:off x="9992315" y="3399535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7DECD7FA-7542-5B53-6936-60B2CE5BD903}"/>
              </a:ext>
            </a:extLst>
          </p:cNvPr>
          <p:cNvSpPr/>
          <p:nvPr/>
        </p:nvSpPr>
        <p:spPr>
          <a:xfrm>
            <a:off x="4959425" y="272638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E05F005-6342-30DA-C174-960BF871985E}"/>
              </a:ext>
            </a:extLst>
          </p:cNvPr>
          <p:cNvCxnSpPr>
            <a:cxnSpLocks/>
          </p:cNvCxnSpPr>
          <p:nvPr/>
        </p:nvCxnSpPr>
        <p:spPr>
          <a:xfrm>
            <a:off x="5971902" y="3055553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4A2D9831-32B1-BC66-D50C-F098D9788204}"/>
              </a:ext>
            </a:extLst>
          </p:cNvPr>
          <p:cNvSpPr/>
          <p:nvPr/>
        </p:nvSpPr>
        <p:spPr>
          <a:xfrm>
            <a:off x="6730086" y="272638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50E4019-EB4E-70B6-70EB-790324788DBA}"/>
              </a:ext>
            </a:extLst>
          </p:cNvPr>
          <p:cNvCxnSpPr>
            <a:cxnSpLocks/>
          </p:cNvCxnSpPr>
          <p:nvPr/>
        </p:nvCxnSpPr>
        <p:spPr>
          <a:xfrm>
            <a:off x="7707656" y="3049936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4726681-8874-E9CB-FF5E-FC7D6E8BBA18}"/>
              </a:ext>
            </a:extLst>
          </p:cNvPr>
          <p:cNvCxnSpPr>
            <a:cxnSpLocks/>
          </p:cNvCxnSpPr>
          <p:nvPr/>
        </p:nvCxnSpPr>
        <p:spPr>
          <a:xfrm flipH="1">
            <a:off x="6534819" y="3311630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CD82C11-44C4-76B3-FA47-293012721BEB}"/>
              </a:ext>
            </a:extLst>
          </p:cNvPr>
          <p:cNvCxnSpPr>
            <a:cxnSpLocks/>
          </p:cNvCxnSpPr>
          <p:nvPr/>
        </p:nvCxnSpPr>
        <p:spPr>
          <a:xfrm flipH="1">
            <a:off x="6595096" y="3362565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18CC6FF-C87F-3490-6966-4CD55D33B718}"/>
              </a:ext>
            </a:extLst>
          </p:cNvPr>
          <p:cNvCxnSpPr>
            <a:cxnSpLocks/>
          </p:cNvCxnSpPr>
          <p:nvPr/>
        </p:nvCxnSpPr>
        <p:spPr>
          <a:xfrm>
            <a:off x="2539776" y="4165554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4A848406-78D0-96D1-2D60-811EB8AD5FBD}"/>
              </a:ext>
            </a:extLst>
          </p:cNvPr>
          <p:cNvSpPr/>
          <p:nvPr/>
        </p:nvSpPr>
        <p:spPr>
          <a:xfrm>
            <a:off x="3259847" y="3813339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A15D251-0FAC-7572-372A-E8BEE40FD1FD}"/>
              </a:ext>
            </a:extLst>
          </p:cNvPr>
          <p:cNvCxnSpPr>
            <a:cxnSpLocks/>
          </p:cNvCxnSpPr>
          <p:nvPr/>
        </p:nvCxnSpPr>
        <p:spPr>
          <a:xfrm>
            <a:off x="4272324" y="4142507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1B05F54-CECF-5C63-8E54-37BE058DA865}"/>
              </a:ext>
            </a:extLst>
          </p:cNvPr>
          <p:cNvCxnSpPr>
            <a:cxnSpLocks/>
          </p:cNvCxnSpPr>
          <p:nvPr/>
        </p:nvCxnSpPr>
        <p:spPr>
          <a:xfrm>
            <a:off x="7704450" y="412237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9689FEC-881A-01FF-78C7-7000AC22E9B6}"/>
              </a:ext>
            </a:extLst>
          </p:cNvPr>
          <p:cNvCxnSpPr>
            <a:cxnSpLocks/>
          </p:cNvCxnSpPr>
          <p:nvPr/>
        </p:nvCxnSpPr>
        <p:spPr>
          <a:xfrm>
            <a:off x="8396084" y="4096853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57BA232-7EA4-8710-08A1-08F32888DE2A}"/>
              </a:ext>
            </a:extLst>
          </p:cNvPr>
          <p:cNvCxnSpPr>
            <a:cxnSpLocks/>
          </p:cNvCxnSpPr>
          <p:nvPr/>
        </p:nvCxnSpPr>
        <p:spPr>
          <a:xfrm flipH="1">
            <a:off x="8160034" y="4359900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3AB0E9-044A-A9A5-A394-97EC56FDB42B}"/>
              </a:ext>
            </a:extLst>
          </p:cNvPr>
          <p:cNvCxnSpPr>
            <a:cxnSpLocks/>
          </p:cNvCxnSpPr>
          <p:nvPr/>
        </p:nvCxnSpPr>
        <p:spPr>
          <a:xfrm flipH="1">
            <a:off x="8234397" y="4419151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EA0D960-1F0C-4C2C-A396-DA0C66C60706}"/>
              </a:ext>
            </a:extLst>
          </p:cNvPr>
          <p:cNvCxnSpPr>
            <a:cxnSpLocks/>
          </p:cNvCxnSpPr>
          <p:nvPr/>
        </p:nvCxnSpPr>
        <p:spPr>
          <a:xfrm flipH="1">
            <a:off x="8294674" y="4470086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E0A22D99-639C-10F8-39B5-650B6D5D1145}"/>
              </a:ext>
            </a:extLst>
          </p:cNvPr>
          <p:cNvSpPr/>
          <p:nvPr/>
        </p:nvSpPr>
        <p:spPr>
          <a:xfrm>
            <a:off x="4966321" y="382157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D8069E5-887B-8A6C-789E-340E6D16C2B8}"/>
              </a:ext>
            </a:extLst>
          </p:cNvPr>
          <p:cNvCxnSpPr>
            <a:cxnSpLocks/>
          </p:cNvCxnSpPr>
          <p:nvPr/>
        </p:nvCxnSpPr>
        <p:spPr>
          <a:xfrm>
            <a:off x="5978798" y="415074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A07C1528-CC77-3CC1-F597-3AD61F2A136E}"/>
              </a:ext>
            </a:extLst>
          </p:cNvPr>
          <p:cNvSpPr/>
          <p:nvPr/>
        </p:nvSpPr>
        <p:spPr>
          <a:xfrm>
            <a:off x="6736982" y="382157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F775EB6-79D2-390E-6E27-3A0705A5F423}"/>
              </a:ext>
            </a:extLst>
          </p:cNvPr>
          <p:cNvCxnSpPr>
            <a:cxnSpLocks/>
          </p:cNvCxnSpPr>
          <p:nvPr/>
        </p:nvCxnSpPr>
        <p:spPr>
          <a:xfrm>
            <a:off x="2577889" y="529113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7FC58A83-818B-E690-F249-DF323BFBDD6F}"/>
              </a:ext>
            </a:extLst>
          </p:cNvPr>
          <p:cNvSpPr/>
          <p:nvPr/>
        </p:nvSpPr>
        <p:spPr>
          <a:xfrm>
            <a:off x="3297960" y="493891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40538E3-CF71-66B7-21E1-14167868B10B}"/>
              </a:ext>
            </a:extLst>
          </p:cNvPr>
          <p:cNvCxnSpPr>
            <a:cxnSpLocks/>
          </p:cNvCxnSpPr>
          <p:nvPr/>
        </p:nvCxnSpPr>
        <p:spPr>
          <a:xfrm>
            <a:off x="4310437" y="5268083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3CD59A0A-BE31-429F-BB28-9EE2645A094F}"/>
              </a:ext>
            </a:extLst>
          </p:cNvPr>
          <p:cNvSpPr/>
          <p:nvPr/>
        </p:nvSpPr>
        <p:spPr>
          <a:xfrm>
            <a:off x="5068621" y="493891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ABF1970F-E86E-7D5C-182F-1033606DDF28}"/>
              </a:ext>
            </a:extLst>
          </p:cNvPr>
          <p:cNvCxnSpPr>
            <a:cxnSpLocks/>
          </p:cNvCxnSpPr>
          <p:nvPr/>
        </p:nvCxnSpPr>
        <p:spPr>
          <a:xfrm>
            <a:off x="6042985" y="5249535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CAF9D60-9715-3AC7-796F-B02EFE279703}"/>
              </a:ext>
            </a:extLst>
          </p:cNvPr>
          <p:cNvCxnSpPr>
            <a:cxnSpLocks/>
          </p:cNvCxnSpPr>
          <p:nvPr/>
        </p:nvCxnSpPr>
        <p:spPr>
          <a:xfrm>
            <a:off x="6734619" y="5224018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E8091F08-7728-7EA7-D35C-D9D222F96261}"/>
              </a:ext>
            </a:extLst>
          </p:cNvPr>
          <p:cNvCxnSpPr>
            <a:cxnSpLocks/>
          </p:cNvCxnSpPr>
          <p:nvPr/>
        </p:nvCxnSpPr>
        <p:spPr>
          <a:xfrm flipH="1">
            <a:off x="6498569" y="5487065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54C6093-7681-12A9-1B2A-E201FE7CC8B4}"/>
              </a:ext>
            </a:extLst>
          </p:cNvPr>
          <p:cNvCxnSpPr>
            <a:cxnSpLocks/>
          </p:cNvCxnSpPr>
          <p:nvPr/>
        </p:nvCxnSpPr>
        <p:spPr>
          <a:xfrm flipH="1">
            <a:off x="6572932" y="5546316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30D442B-8486-D02E-580C-53366891240C}"/>
              </a:ext>
            </a:extLst>
          </p:cNvPr>
          <p:cNvCxnSpPr>
            <a:cxnSpLocks/>
          </p:cNvCxnSpPr>
          <p:nvPr/>
        </p:nvCxnSpPr>
        <p:spPr>
          <a:xfrm flipH="1">
            <a:off x="6633209" y="5597251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CB05E9D-8474-ED2F-A6C2-4378DFB641E9}"/>
              </a:ext>
            </a:extLst>
          </p:cNvPr>
          <p:cNvCxnSpPr>
            <a:cxnSpLocks/>
          </p:cNvCxnSpPr>
          <p:nvPr/>
        </p:nvCxnSpPr>
        <p:spPr>
          <a:xfrm>
            <a:off x="2532880" y="6443917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8D567AAB-3F53-B7ED-A4FD-B42150F7F7E7}"/>
              </a:ext>
            </a:extLst>
          </p:cNvPr>
          <p:cNvSpPr/>
          <p:nvPr/>
        </p:nvSpPr>
        <p:spPr>
          <a:xfrm>
            <a:off x="3252951" y="6091702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6C0871FB-E22E-58FE-AFF7-A66DE48DE6CE}"/>
              </a:ext>
            </a:extLst>
          </p:cNvPr>
          <p:cNvCxnSpPr>
            <a:cxnSpLocks/>
          </p:cNvCxnSpPr>
          <p:nvPr/>
        </p:nvCxnSpPr>
        <p:spPr>
          <a:xfrm>
            <a:off x="4265428" y="6420870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13D2EB8-076C-048B-DCC0-EDB8AA0C1970}"/>
              </a:ext>
            </a:extLst>
          </p:cNvPr>
          <p:cNvCxnSpPr>
            <a:cxnSpLocks/>
          </p:cNvCxnSpPr>
          <p:nvPr/>
        </p:nvCxnSpPr>
        <p:spPr>
          <a:xfrm>
            <a:off x="7697554" y="6400733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CFCF75FD-91A2-4936-3B30-110C9025FAB8}"/>
              </a:ext>
            </a:extLst>
          </p:cNvPr>
          <p:cNvCxnSpPr>
            <a:cxnSpLocks/>
          </p:cNvCxnSpPr>
          <p:nvPr/>
        </p:nvCxnSpPr>
        <p:spPr>
          <a:xfrm>
            <a:off x="8389188" y="6375216"/>
            <a:ext cx="0" cy="263047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003F44F-4738-5D81-4A2A-57C882F70FA8}"/>
              </a:ext>
            </a:extLst>
          </p:cNvPr>
          <p:cNvCxnSpPr>
            <a:cxnSpLocks/>
          </p:cNvCxnSpPr>
          <p:nvPr/>
        </p:nvCxnSpPr>
        <p:spPr>
          <a:xfrm flipH="1">
            <a:off x="8153138" y="6638263"/>
            <a:ext cx="472100" cy="0"/>
          </a:xfrm>
          <a:prstGeom prst="line">
            <a:avLst/>
          </a:prstGeom>
          <a:noFill/>
          <a:ln w="381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CC400B72-3FAA-E58F-0B49-4A0F32297A66}"/>
              </a:ext>
            </a:extLst>
          </p:cNvPr>
          <p:cNvCxnSpPr>
            <a:cxnSpLocks/>
          </p:cNvCxnSpPr>
          <p:nvPr/>
        </p:nvCxnSpPr>
        <p:spPr>
          <a:xfrm flipH="1">
            <a:off x="8227501" y="6697514"/>
            <a:ext cx="31922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906E0609-ED55-919B-B206-207F249D2814}"/>
              </a:ext>
            </a:extLst>
          </p:cNvPr>
          <p:cNvCxnSpPr>
            <a:cxnSpLocks/>
          </p:cNvCxnSpPr>
          <p:nvPr/>
        </p:nvCxnSpPr>
        <p:spPr>
          <a:xfrm flipH="1">
            <a:off x="8287778" y="6748449"/>
            <a:ext cx="15690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  <a:headEnd type="none" w="lg" len="lg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C8DDF144-5A24-D326-1549-779ABAEA0399}"/>
              </a:ext>
            </a:extLst>
          </p:cNvPr>
          <p:cNvSpPr/>
          <p:nvPr/>
        </p:nvSpPr>
        <p:spPr>
          <a:xfrm>
            <a:off x="4959425" y="609993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FE91184E-9BA9-E489-B2DB-EAF76AC54517}"/>
              </a:ext>
            </a:extLst>
          </p:cNvPr>
          <p:cNvCxnSpPr>
            <a:cxnSpLocks/>
          </p:cNvCxnSpPr>
          <p:nvPr/>
        </p:nvCxnSpPr>
        <p:spPr>
          <a:xfrm>
            <a:off x="5971902" y="6429103"/>
            <a:ext cx="720071" cy="0"/>
          </a:xfrm>
          <a:prstGeom prst="line">
            <a:avLst/>
          </a:prstGeom>
          <a:noFill/>
          <a:ln w="63500" cap="flat">
            <a:solidFill>
              <a:schemeClr val="bg1"/>
            </a:solidFill>
            <a:prstDash val="solid"/>
            <a:miter lim="400000"/>
            <a:headEnd type="none" w="lg" len="lg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A2BD73C2-AE48-405D-0A6C-6CCEB9E290E5}"/>
              </a:ext>
            </a:extLst>
          </p:cNvPr>
          <p:cNvSpPr/>
          <p:nvPr/>
        </p:nvSpPr>
        <p:spPr>
          <a:xfrm>
            <a:off x="6730086" y="6099935"/>
            <a:ext cx="974364" cy="6583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C2933D0-A814-4085-D793-D8AE57A01991}"/>
              </a:ext>
            </a:extLst>
          </p:cNvPr>
          <p:cNvSpPr/>
          <p:nvPr/>
        </p:nvSpPr>
        <p:spPr>
          <a:xfrm>
            <a:off x="11252000" y="3449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C90D1DD-87A5-74BB-B256-E2341AFA15BF}"/>
              </a:ext>
            </a:extLst>
          </p:cNvPr>
          <p:cNvSpPr/>
          <p:nvPr/>
        </p:nvSpPr>
        <p:spPr>
          <a:xfrm>
            <a:off x="11252000" y="18138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CF1CA73-B3AF-D0BF-47F9-2301B830B1F0}"/>
              </a:ext>
            </a:extLst>
          </p:cNvPr>
          <p:cNvSpPr/>
          <p:nvPr/>
        </p:nvSpPr>
        <p:spPr>
          <a:xfrm>
            <a:off x="11252000" y="32827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7F8997C-A1E5-D559-8C29-14A67E915477}"/>
              </a:ext>
            </a:extLst>
          </p:cNvPr>
          <p:cNvSpPr/>
          <p:nvPr/>
        </p:nvSpPr>
        <p:spPr>
          <a:xfrm>
            <a:off x="11252000" y="475167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3628DD9-E90C-6EE2-C4E2-DA156FADD628}"/>
              </a:ext>
            </a:extLst>
          </p:cNvPr>
          <p:cNvSpPr/>
          <p:nvPr/>
        </p:nvSpPr>
        <p:spPr>
          <a:xfrm>
            <a:off x="11252000" y="62206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A54CDB6-CEED-4436-E607-6E2AF7E10F7A}"/>
              </a:ext>
            </a:extLst>
          </p:cNvPr>
          <p:cNvSpPr/>
          <p:nvPr/>
        </p:nvSpPr>
        <p:spPr>
          <a:xfrm>
            <a:off x="11252000" y="76895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F82EA9D-7655-0C24-5D74-8F5ABF6AD8D9}"/>
              </a:ext>
            </a:extLst>
          </p:cNvPr>
          <p:cNvSpPr/>
          <p:nvPr/>
        </p:nvSpPr>
        <p:spPr>
          <a:xfrm>
            <a:off x="12810800" y="3449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BDE865-1333-2B4D-0FA3-398F7E4189F3}"/>
              </a:ext>
            </a:extLst>
          </p:cNvPr>
          <p:cNvSpPr/>
          <p:nvPr/>
        </p:nvSpPr>
        <p:spPr>
          <a:xfrm>
            <a:off x="12810800" y="181382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401D67A-5A27-5182-E041-A8838F92D294}"/>
              </a:ext>
            </a:extLst>
          </p:cNvPr>
          <p:cNvSpPr/>
          <p:nvPr/>
        </p:nvSpPr>
        <p:spPr>
          <a:xfrm>
            <a:off x="12810800" y="328275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C2CC088-6EF1-3791-D713-5519C5D230C5}"/>
              </a:ext>
            </a:extLst>
          </p:cNvPr>
          <p:cNvSpPr/>
          <p:nvPr/>
        </p:nvSpPr>
        <p:spPr>
          <a:xfrm>
            <a:off x="12810800" y="475167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B66CA1A-5E28-6F6A-B2AA-D99E623A3D93}"/>
              </a:ext>
            </a:extLst>
          </p:cNvPr>
          <p:cNvSpPr/>
          <p:nvPr/>
        </p:nvSpPr>
        <p:spPr>
          <a:xfrm>
            <a:off x="12810800" y="62206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0CA49AE-87D7-4A98-BE94-F8B705AB889C}"/>
              </a:ext>
            </a:extLst>
          </p:cNvPr>
          <p:cNvSpPr/>
          <p:nvPr/>
        </p:nvSpPr>
        <p:spPr>
          <a:xfrm>
            <a:off x="12810800" y="768953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E51AAB3-1A3E-B833-D4AB-A9EEEF1660C2}"/>
              </a:ext>
            </a:extLst>
          </p:cNvPr>
          <p:cNvSpPr/>
          <p:nvPr/>
        </p:nvSpPr>
        <p:spPr>
          <a:xfrm>
            <a:off x="14369600" y="3449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7185A2-EBA3-5290-DB69-BEA1F83547D7}"/>
              </a:ext>
            </a:extLst>
          </p:cNvPr>
          <p:cNvSpPr/>
          <p:nvPr/>
        </p:nvSpPr>
        <p:spPr>
          <a:xfrm>
            <a:off x="14369600" y="181382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A99CEA3-3E41-C415-57DB-54BD941DF1C4}"/>
              </a:ext>
            </a:extLst>
          </p:cNvPr>
          <p:cNvSpPr/>
          <p:nvPr/>
        </p:nvSpPr>
        <p:spPr>
          <a:xfrm>
            <a:off x="14369600" y="328275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6AA7067-3B81-E7E3-BAC5-6ED6D95BE760}"/>
              </a:ext>
            </a:extLst>
          </p:cNvPr>
          <p:cNvSpPr/>
          <p:nvPr/>
        </p:nvSpPr>
        <p:spPr>
          <a:xfrm>
            <a:off x="14369600" y="475167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29F05C3-6F0C-6464-40A6-79CCD2DDEF2D}"/>
              </a:ext>
            </a:extLst>
          </p:cNvPr>
          <p:cNvSpPr/>
          <p:nvPr/>
        </p:nvSpPr>
        <p:spPr>
          <a:xfrm>
            <a:off x="14369600" y="62206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0BA8F02-71DD-3671-49AD-5154C19B25B1}"/>
              </a:ext>
            </a:extLst>
          </p:cNvPr>
          <p:cNvSpPr/>
          <p:nvPr/>
        </p:nvSpPr>
        <p:spPr>
          <a:xfrm>
            <a:off x="14369600" y="768953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135EA09-6298-BEC6-815E-CE5546B1AD59}"/>
              </a:ext>
            </a:extLst>
          </p:cNvPr>
          <p:cNvSpPr/>
          <p:nvPr/>
        </p:nvSpPr>
        <p:spPr>
          <a:xfrm>
            <a:off x="15928400" y="344904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A615668-8B17-E726-1451-D8E9EA4DD645}"/>
              </a:ext>
            </a:extLst>
          </p:cNvPr>
          <p:cNvSpPr/>
          <p:nvPr/>
        </p:nvSpPr>
        <p:spPr>
          <a:xfrm>
            <a:off x="15928400" y="1813829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22E9587-46B5-7776-9271-6D7FD382A47A}"/>
              </a:ext>
            </a:extLst>
          </p:cNvPr>
          <p:cNvSpPr/>
          <p:nvPr/>
        </p:nvSpPr>
        <p:spPr>
          <a:xfrm>
            <a:off x="15928400" y="328275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0639454-A812-001C-5AD8-CA333F95A692}"/>
              </a:ext>
            </a:extLst>
          </p:cNvPr>
          <p:cNvSpPr/>
          <p:nvPr/>
        </p:nvSpPr>
        <p:spPr>
          <a:xfrm>
            <a:off x="15928400" y="475167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02BF7F6-03F2-AD60-CD51-9F87D2C2857B}"/>
              </a:ext>
            </a:extLst>
          </p:cNvPr>
          <p:cNvSpPr/>
          <p:nvPr/>
        </p:nvSpPr>
        <p:spPr>
          <a:xfrm>
            <a:off x="15928400" y="6220604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03F620C-938E-CD0B-1106-F5DD927B2A29}"/>
              </a:ext>
            </a:extLst>
          </p:cNvPr>
          <p:cNvSpPr/>
          <p:nvPr/>
        </p:nvSpPr>
        <p:spPr>
          <a:xfrm>
            <a:off x="15928400" y="768953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BB7509BD-1678-6030-8375-A7B87174E8F4}"/>
              </a:ext>
            </a:extLst>
          </p:cNvPr>
          <p:cNvSpPr/>
          <p:nvPr/>
        </p:nvSpPr>
        <p:spPr>
          <a:xfrm>
            <a:off x="17491842" y="344904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C89A31A-B8A3-41FB-0EED-503CBAAA20F7}"/>
              </a:ext>
            </a:extLst>
          </p:cNvPr>
          <p:cNvSpPr/>
          <p:nvPr/>
        </p:nvSpPr>
        <p:spPr>
          <a:xfrm>
            <a:off x="17491842" y="1813829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2EBEC6B-A6B1-8B50-4E36-01593C2921BA}"/>
              </a:ext>
            </a:extLst>
          </p:cNvPr>
          <p:cNvSpPr/>
          <p:nvPr/>
        </p:nvSpPr>
        <p:spPr>
          <a:xfrm>
            <a:off x="17491842" y="328275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52663FB-2DD1-BABC-00BE-49DFBFA07C8D}"/>
              </a:ext>
            </a:extLst>
          </p:cNvPr>
          <p:cNvSpPr/>
          <p:nvPr/>
        </p:nvSpPr>
        <p:spPr>
          <a:xfrm>
            <a:off x="17491842" y="4751679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DDB08C4D-05AF-81DC-6B6C-28360E5F83A1}"/>
              </a:ext>
            </a:extLst>
          </p:cNvPr>
          <p:cNvSpPr/>
          <p:nvPr/>
        </p:nvSpPr>
        <p:spPr>
          <a:xfrm>
            <a:off x="17491842" y="6220604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F5F3C666-B0B4-F9DA-EA55-7D9A837D77EC}"/>
              </a:ext>
            </a:extLst>
          </p:cNvPr>
          <p:cNvSpPr/>
          <p:nvPr/>
        </p:nvSpPr>
        <p:spPr>
          <a:xfrm>
            <a:off x="17491842" y="7689530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578946A0-A5CE-6433-81C0-CF17ECEA721D}"/>
              </a:ext>
            </a:extLst>
          </p:cNvPr>
          <p:cNvSpPr/>
          <p:nvPr/>
        </p:nvSpPr>
        <p:spPr>
          <a:xfrm>
            <a:off x="19069261" y="344904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398EF9D7-8FE0-391B-7C34-6AA284CBDC6E}"/>
              </a:ext>
            </a:extLst>
          </p:cNvPr>
          <p:cNvSpPr/>
          <p:nvPr/>
        </p:nvSpPr>
        <p:spPr>
          <a:xfrm>
            <a:off x="19069261" y="1813829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12FB32EA-84EA-5149-70BC-77B0A9372B18}"/>
              </a:ext>
            </a:extLst>
          </p:cNvPr>
          <p:cNvSpPr/>
          <p:nvPr/>
        </p:nvSpPr>
        <p:spPr>
          <a:xfrm>
            <a:off x="19069261" y="3282754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082EEDA0-F3C1-617C-B3FF-8FAA693023EC}"/>
              </a:ext>
            </a:extLst>
          </p:cNvPr>
          <p:cNvSpPr/>
          <p:nvPr/>
        </p:nvSpPr>
        <p:spPr>
          <a:xfrm>
            <a:off x="19069261" y="4751679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D02269AE-8BE7-E974-039A-4E779F489B66}"/>
              </a:ext>
            </a:extLst>
          </p:cNvPr>
          <p:cNvSpPr/>
          <p:nvPr/>
        </p:nvSpPr>
        <p:spPr>
          <a:xfrm>
            <a:off x="19069261" y="6220604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5C0C90E6-7E50-70AD-C547-EAA6312B3BC5}"/>
              </a:ext>
            </a:extLst>
          </p:cNvPr>
          <p:cNvSpPr/>
          <p:nvPr/>
        </p:nvSpPr>
        <p:spPr>
          <a:xfrm>
            <a:off x="19069261" y="7689530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93BCB5E6-1936-B3F9-305C-1E10BD359260}"/>
              </a:ext>
            </a:extLst>
          </p:cNvPr>
          <p:cNvSpPr/>
          <p:nvPr/>
        </p:nvSpPr>
        <p:spPr>
          <a:xfrm>
            <a:off x="20659686" y="344904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AD5F2474-293E-4DD2-3B82-6A094A157D0E}"/>
              </a:ext>
            </a:extLst>
          </p:cNvPr>
          <p:cNvSpPr/>
          <p:nvPr/>
        </p:nvSpPr>
        <p:spPr>
          <a:xfrm>
            <a:off x="20659686" y="1813829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A273F40D-AC1F-4CFF-A4A1-00109A5DDCC2}"/>
              </a:ext>
            </a:extLst>
          </p:cNvPr>
          <p:cNvSpPr/>
          <p:nvPr/>
        </p:nvSpPr>
        <p:spPr>
          <a:xfrm>
            <a:off x="20659686" y="3282754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E7189A7A-3AFA-7EF9-42D7-7CCB1531E5DC}"/>
              </a:ext>
            </a:extLst>
          </p:cNvPr>
          <p:cNvSpPr/>
          <p:nvPr/>
        </p:nvSpPr>
        <p:spPr>
          <a:xfrm>
            <a:off x="20659686" y="4751679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4FA63111-91F1-27AC-BE3B-CE106552DDFA}"/>
              </a:ext>
            </a:extLst>
          </p:cNvPr>
          <p:cNvSpPr/>
          <p:nvPr/>
        </p:nvSpPr>
        <p:spPr>
          <a:xfrm>
            <a:off x="20659686" y="6220604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1C7A9687-FB66-0986-14C8-0B8AD236F878}"/>
              </a:ext>
            </a:extLst>
          </p:cNvPr>
          <p:cNvSpPr/>
          <p:nvPr/>
        </p:nvSpPr>
        <p:spPr>
          <a:xfrm>
            <a:off x="20659686" y="7689530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887E3C4-7FC8-9B99-1EF1-647523B33873}"/>
              </a:ext>
            </a:extLst>
          </p:cNvPr>
          <p:cNvSpPr/>
          <p:nvPr/>
        </p:nvSpPr>
        <p:spPr>
          <a:xfrm>
            <a:off x="7980978" y="10744883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26C89F5-2264-1240-0A23-79D15E4BE991}"/>
              </a:ext>
            </a:extLst>
          </p:cNvPr>
          <p:cNvSpPr/>
          <p:nvPr/>
        </p:nvSpPr>
        <p:spPr>
          <a:xfrm>
            <a:off x="4759092" y="10919557"/>
            <a:ext cx="2362657" cy="7877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Bradley Hand" pitchFamily="2" charset="77"/>
              </a:rPr>
              <a:t>degree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B345594-E95F-3AA4-D5BB-25947CC593B0}"/>
              </a:ext>
            </a:extLst>
          </p:cNvPr>
          <p:cNvSpPr/>
          <p:nvPr/>
        </p:nvSpPr>
        <p:spPr>
          <a:xfrm>
            <a:off x="9857675" y="10744883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80DD863-4646-CA99-92A2-57BF234AE14C}"/>
              </a:ext>
            </a:extLst>
          </p:cNvPr>
          <p:cNvSpPr/>
          <p:nvPr/>
        </p:nvSpPr>
        <p:spPr>
          <a:xfrm>
            <a:off x="11734372" y="10744883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379C9EEB-137D-CD39-C352-6DD0B4DFDF73}"/>
              </a:ext>
            </a:extLst>
          </p:cNvPr>
          <p:cNvSpPr/>
          <p:nvPr/>
        </p:nvSpPr>
        <p:spPr>
          <a:xfrm>
            <a:off x="13611069" y="10744883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B0878BE1-4DEE-50FD-EDC6-F44B62DD0482}"/>
              </a:ext>
            </a:extLst>
          </p:cNvPr>
          <p:cNvSpPr/>
          <p:nvPr/>
        </p:nvSpPr>
        <p:spPr>
          <a:xfrm>
            <a:off x="15487766" y="10744883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050AA3A9-56F1-05B5-8BA8-D7FC7005EC45}"/>
              </a:ext>
            </a:extLst>
          </p:cNvPr>
          <p:cNvSpPr/>
          <p:nvPr/>
        </p:nvSpPr>
        <p:spPr>
          <a:xfrm>
            <a:off x="17364463" y="10744883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779227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75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ED8BB-349E-B9EF-11F4-C582833B1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A97A240-AD9B-8912-5910-B530A17B0707}"/>
              </a:ext>
            </a:extLst>
          </p:cNvPr>
          <p:cNvSpPr/>
          <p:nvPr/>
        </p:nvSpPr>
        <p:spPr>
          <a:xfrm>
            <a:off x="1344314" y="27959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6266927-35E6-741E-A012-F7CA5D13C0C7}"/>
              </a:ext>
            </a:extLst>
          </p:cNvPr>
          <p:cNvSpPr/>
          <p:nvPr/>
        </p:nvSpPr>
        <p:spPr>
          <a:xfrm>
            <a:off x="1344314" y="174851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35D0A11-0915-57DD-D808-E4160AB7E50F}"/>
              </a:ext>
            </a:extLst>
          </p:cNvPr>
          <p:cNvSpPr/>
          <p:nvPr/>
        </p:nvSpPr>
        <p:spPr>
          <a:xfrm>
            <a:off x="1344314" y="321744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6FC5946-1F5C-F5DB-7AC8-5BD53B133FFB}"/>
              </a:ext>
            </a:extLst>
          </p:cNvPr>
          <p:cNvSpPr/>
          <p:nvPr/>
        </p:nvSpPr>
        <p:spPr>
          <a:xfrm>
            <a:off x="1344314" y="468636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190F98D-C102-0D74-781E-4C115821F8FC}"/>
              </a:ext>
            </a:extLst>
          </p:cNvPr>
          <p:cNvSpPr/>
          <p:nvPr/>
        </p:nvSpPr>
        <p:spPr>
          <a:xfrm>
            <a:off x="1344314" y="615529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38CD180-207A-A794-E990-4CA5EFEB511B}"/>
              </a:ext>
            </a:extLst>
          </p:cNvPr>
          <p:cNvSpPr/>
          <p:nvPr/>
        </p:nvSpPr>
        <p:spPr>
          <a:xfrm>
            <a:off x="1344314" y="762421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4FECC0C-ADCC-D255-9B6D-800F64E80EFB}"/>
              </a:ext>
            </a:extLst>
          </p:cNvPr>
          <p:cNvSpPr/>
          <p:nvPr/>
        </p:nvSpPr>
        <p:spPr>
          <a:xfrm>
            <a:off x="2903114" y="27959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F362EA-9A5F-CB8D-2AA1-F3035C08667D}"/>
              </a:ext>
            </a:extLst>
          </p:cNvPr>
          <p:cNvSpPr/>
          <p:nvPr/>
        </p:nvSpPr>
        <p:spPr>
          <a:xfrm>
            <a:off x="2903114" y="1748515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8AF4C23-9418-F04F-CE72-526D603887C8}"/>
              </a:ext>
            </a:extLst>
          </p:cNvPr>
          <p:cNvSpPr/>
          <p:nvPr/>
        </p:nvSpPr>
        <p:spPr>
          <a:xfrm>
            <a:off x="2903114" y="321744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9BA8E37-4DFC-2606-32D9-6B5ECC7279FD}"/>
              </a:ext>
            </a:extLst>
          </p:cNvPr>
          <p:cNvSpPr/>
          <p:nvPr/>
        </p:nvSpPr>
        <p:spPr>
          <a:xfrm>
            <a:off x="2903114" y="4686365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F96DC5C-CE83-DDBC-7A03-C18E2BF10C3E}"/>
              </a:ext>
            </a:extLst>
          </p:cNvPr>
          <p:cNvSpPr/>
          <p:nvPr/>
        </p:nvSpPr>
        <p:spPr>
          <a:xfrm>
            <a:off x="2903114" y="615529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86028F3-93F5-1187-90C0-4B7C997DBD3D}"/>
              </a:ext>
            </a:extLst>
          </p:cNvPr>
          <p:cNvSpPr/>
          <p:nvPr/>
        </p:nvSpPr>
        <p:spPr>
          <a:xfrm>
            <a:off x="2903114" y="762421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A2E38A0-4EFF-C8EE-F364-B1AC7F980E52}"/>
              </a:ext>
            </a:extLst>
          </p:cNvPr>
          <p:cNvSpPr/>
          <p:nvPr/>
        </p:nvSpPr>
        <p:spPr>
          <a:xfrm>
            <a:off x="4461914" y="27959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E162C94-DAD5-DC00-BB45-C9246915813D}"/>
              </a:ext>
            </a:extLst>
          </p:cNvPr>
          <p:cNvSpPr/>
          <p:nvPr/>
        </p:nvSpPr>
        <p:spPr>
          <a:xfrm>
            <a:off x="4461914" y="1748515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092110C-4C80-03EA-CF0E-04B3F89B4FF5}"/>
              </a:ext>
            </a:extLst>
          </p:cNvPr>
          <p:cNvSpPr/>
          <p:nvPr/>
        </p:nvSpPr>
        <p:spPr>
          <a:xfrm>
            <a:off x="4461914" y="321744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EC48622-6C50-B52D-18F2-168E61822072}"/>
              </a:ext>
            </a:extLst>
          </p:cNvPr>
          <p:cNvSpPr/>
          <p:nvPr/>
        </p:nvSpPr>
        <p:spPr>
          <a:xfrm>
            <a:off x="4461914" y="4686365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B8A7F8C-A650-E522-475C-5D45C5167449}"/>
              </a:ext>
            </a:extLst>
          </p:cNvPr>
          <p:cNvSpPr/>
          <p:nvPr/>
        </p:nvSpPr>
        <p:spPr>
          <a:xfrm>
            <a:off x="4461914" y="615529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D1DF9E1-F1B9-663E-3E05-79AEAADD6A07}"/>
              </a:ext>
            </a:extLst>
          </p:cNvPr>
          <p:cNvSpPr/>
          <p:nvPr/>
        </p:nvSpPr>
        <p:spPr>
          <a:xfrm>
            <a:off x="4461914" y="762421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FD3AD93-A820-049B-49FA-2FFBA6EF92B7}"/>
              </a:ext>
            </a:extLst>
          </p:cNvPr>
          <p:cNvSpPr/>
          <p:nvPr/>
        </p:nvSpPr>
        <p:spPr>
          <a:xfrm>
            <a:off x="6020714" y="279590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BA4F0A0-87AC-5945-11DC-8A9BCF2B2BCC}"/>
              </a:ext>
            </a:extLst>
          </p:cNvPr>
          <p:cNvSpPr/>
          <p:nvPr/>
        </p:nvSpPr>
        <p:spPr>
          <a:xfrm>
            <a:off x="6020714" y="1748515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441134D-4454-6827-9C86-E6D2DD71E452}"/>
              </a:ext>
            </a:extLst>
          </p:cNvPr>
          <p:cNvSpPr/>
          <p:nvPr/>
        </p:nvSpPr>
        <p:spPr>
          <a:xfrm>
            <a:off x="6020714" y="321744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0DB140A-3DDB-5EAC-0299-E06C60958368}"/>
              </a:ext>
            </a:extLst>
          </p:cNvPr>
          <p:cNvSpPr/>
          <p:nvPr/>
        </p:nvSpPr>
        <p:spPr>
          <a:xfrm>
            <a:off x="6020714" y="4686365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46830DE-E9F5-53F6-418B-5AE42736C855}"/>
              </a:ext>
            </a:extLst>
          </p:cNvPr>
          <p:cNvSpPr/>
          <p:nvPr/>
        </p:nvSpPr>
        <p:spPr>
          <a:xfrm>
            <a:off x="6020714" y="6155290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EA7094F-5890-3C69-F6C6-E1D4C15CCD35}"/>
              </a:ext>
            </a:extLst>
          </p:cNvPr>
          <p:cNvSpPr/>
          <p:nvPr/>
        </p:nvSpPr>
        <p:spPr>
          <a:xfrm>
            <a:off x="6020714" y="7624216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45045E6-FA86-51E5-9A84-A6C5D6F7B153}"/>
              </a:ext>
            </a:extLst>
          </p:cNvPr>
          <p:cNvSpPr/>
          <p:nvPr/>
        </p:nvSpPr>
        <p:spPr>
          <a:xfrm>
            <a:off x="7584156" y="279590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2E6726D-53BA-DB79-0F30-C6DF9FE4C2DC}"/>
              </a:ext>
            </a:extLst>
          </p:cNvPr>
          <p:cNvSpPr/>
          <p:nvPr/>
        </p:nvSpPr>
        <p:spPr>
          <a:xfrm>
            <a:off x="7584156" y="1748515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1C8B49F-A85B-279B-DACF-689F9598F9FE}"/>
              </a:ext>
            </a:extLst>
          </p:cNvPr>
          <p:cNvSpPr/>
          <p:nvPr/>
        </p:nvSpPr>
        <p:spPr>
          <a:xfrm>
            <a:off x="7584156" y="321744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C13E817-3579-B137-2B41-26EFBBB18DB2}"/>
              </a:ext>
            </a:extLst>
          </p:cNvPr>
          <p:cNvSpPr/>
          <p:nvPr/>
        </p:nvSpPr>
        <p:spPr>
          <a:xfrm>
            <a:off x="7584156" y="4686365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B379424-46D5-5945-7589-A9EFE6B59D73}"/>
              </a:ext>
            </a:extLst>
          </p:cNvPr>
          <p:cNvSpPr/>
          <p:nvPr/>
        </p:nvSpPr>
        <p:spPr>
          <a:xfrm>
            <a:off x="7584156" y="6155290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92DD80EB-3976-A288-90B3-3B9F6915AA0F}"/>
              </a:ext>
            </a:extLst>
          </p:cNvPr>
          <p:cNvSpPr/>
          <p:nvPr/>
        </p:nvSpPr>
        <p:spPr>
          <a:xfrm>
            <a:off x="7584156" y="7624216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68E75CA7-B589-5601-1BD6-00A963A48CC1}"/>
              </a:ext>
            </a:extLst>
          </p:cNvPr>
          <p:cNvSpPr/>
          <p:nvPr/>
        </p:nvSpPr>
        <p:spPr>
          <a:xfrm>
            <a:off x="9161575" y="279590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A983A4AC-B988-1862-261C-1B48272C7434}"/>
              </a:ext>
            </a:extLst>
          </p:cNvPr>
          <p:cNvSpPr/>
          <p:nvPr/>
        </p:nvSpPr>
        <p:spPr>
          <a:xfrm>
            <a:off x="9161575" y="1748515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8C107275-A789-AB8E-5CBD-DABD7E579FD7}"/>
              </a:ext>
            </a:extLst>
          </p:cNvPr>
          <p:cNvSpPr/>
          <p:nvPr/>
        </p:nvSpPr>
        <p:spPr>
          <a:xfrm>
            <a:off x="9161575" y="3217440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4A64DCD6-F5E8-B908-DC2B-443038D4DA73}"/>
              </a:ext>
            </a:extLst>
          </p:cNvPr>
          <p:cNvSpPr/>
          <p:nvPr/>
        </p:nvSpPr>
        <p:spPr>
          <a:xfrm>
            <a:off x="9161575" y="4686365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4FEC10D5-CF55-41F3-7A97-A312D3176E21}"/>
              </a:ext>
            </a:extLst>
          </p:cNvPr>
          <p:cNvSpPr/>
          <p:nvPr/>
        </p:nvSpPr>
        <p:spPr>
          <a:xfrm>
            <a:off x="9161575" y="6155290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055B5138-EEF7-742F-D342-CE086F4A3FF4}"/>
              </a:ext>
            </a:extLst>
          </p:cNvPr>
          <p:cNvSpPr/>
          <p:nvPr/>
        </p:nvSpPr>
        <p:spPr>
          <a:xfrm>
            <a:off x="9161575" y="7624216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426766AA-BCDF-5530-3B33-5E1A88457157}"/>
              </a:ext>
            </a:extLst>
          </p:cNvPr>
          <p:cNvSpPr/>
          <p:nvPr/>
        </p:nvSpPr>
        <p:spPr>
          <a:xfrm>
            <a:off x="10752000" y="279590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975A4817-E1FA-4710-F7C1-0CA8EF82B3EB}"/>
              </a:ext>
            </a:extLst>
          </p:cNvPr>
          <p:cNvSpPr/>
          <p:nvPr/>
        </p:nvSpPr>
        <p:spPr>
          <a:xfrm>
            <a:off x="10752000" y="1748515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02381156-1C06-724A-794C-C94FBF56CBC0}"/>
              </a:ext>
            </a:extLst>
          </p:cNvPr>
          <p:cNvSpPr/>
          <p:nvPr/>
        </p:nvSpPr>
        <p:spPr>
          <a:xfrm>
            <a:off x="10752000" y="3217440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FEA2F687-B732-F381-E04F-6AB3D6986207}"/>
              </a:ext>
            </a:extLst>
          </p:cNvPr>
          <p:cNvSpPr/>
          <p:nvPr/>
        </p:nvSpPr>
        <p:spPr>
          <a:xfrm>
            <a:off x="10752000" y="4686365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3D0E940A-AC19-44ED-653E-576EBD79ECC6}"/>
              </a:ext>
            </a:extLst>
          </p:cNvPr>
          <p:cNvSpPr/>
          <p:nvPr/>
        </p:nvSpPr>
        <p:spPr>
          <a:xfrm>
            <a:off x="10752000" y="6155290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C875CE2B-A07F-0E5A-EAD1-0A989AEEFB1E}"/>
              </a:ext>
            </a:extLst>
          </p:cNvPr>
          <p:cNvSpPr/>
          <p:nvPr/>
        </p:nvSpPr>
        <p:spPr>
          <a:xfrm>
            <a:off x="10752000" y="7624216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24B287B-B079-CF58-3D48-442F21168BDA}"/>
              </a:ext>
            </a:extLst>
          </p:cNvPr>
          <p:cNvSpPr/>
          <p:nvPr/>
        </p:nvSpPr>
        <p:spPr>
          <a:xfrm>
            <a:off x="2903114" y="9982106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FB6EC93-8773-4D81-C03F-DF37CDA87AFF}"/>
              </a:ext>
            </a:extLst>
          </p:cNvPr>
          <p:cNvSpPr/>
          <p:nvPr/>
        </p:nvSpPr>
        <p:spPr>
          <a:xfrm>
            <a:off x="317720" y="10156780"/>
            <a:ext cx="2362657" cy="7877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Bradley Hand" pitchFamily="2" charset="77"/>
              </a:rPr>
              <a:t>degree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9C63FA5-0A8D-B3DC-80B2-5BAD04E92BCC}"/>
              </a:ext>
            </a:extLst>
          </p:cNvPr>
          <p:cNvSpPr/>
          <p:nvPr/>
        </p:nvSpPr>
        <p:spPr>
          <a:xfrm>
            <a:off x="4779811" y="9982106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0373F84-378D-6347-FE2C-2F9B2C55A891}"/>
              </a:ext>
            </a:extLst>
          </p:cNvPr>
          <p:cNvSpPr/>
          <p:nvPr/>
        </p:nvSpPr>
        <p:spPr>
          <a:xfrm>
            <a:off x="6656508" y="9982106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4C1A54CB-8CEF-C1C3-B0EB-536111F808E0}"/>
              </a:ext>
            </a:extLst>
          </p:cNvPr>
          <p:cNvSpPr/>
          <p:nvPr/>
        </p:nvSpPr>
        <p:spPr>
          <a:xfrm>
            <a:off x="8533205" y="9982106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33B09DB0-3359-8104-2F3D-FED53BC9C3C6}"/>
              </a:ext>
            </a:extLst>
          </p:cNvPr>
          <p:cNvSpPr/>
          <p:nvPr/>
        </p:nvSpPr>
        <p:spPr>
          <a:xfrm>
            <a:off x="10409902" y="9982106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DBF52944-BE8A-9C61-F22E-EA10CF33C63E}"/>
              </a:ext>
            </a:extLst>
          </p:cNvPr>
          <p:cNvSpPr/>
          <p:nvPr/>
        </p:nvSpPr>
        <p:spPr>
          <a:xfrm>
            <a:off x="12286599" y="9982106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9704066-B6F3-5180-EF0E-3F1813D281E6}"/>
              </a:ext>
            </a:extLst>
          </p:cNvPr>
          <p:cNvSpPr/>
          <p:nvPr/>
        </p:nvSpPr>
        <p:spPr>
          <a:xfrm>
            <a:off x="12798534" y="987536"/>
            <a:ext cx="11129503" cy="23200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Bradley Hand" pitchFamily="2" charset="77"/>
              </a:rPr>
              <a:t>This is not a space efficient data-structure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Bradley Hand" pitchFamily="2" charset="77"/>
              </a:rPr>
              <a:t>But it is easy to implement</a:t>
            </a:r>
          </a:p>
        </p:txBody>
      </p:sp>
    </p:spTree>
    <p:extLst>
      <p:ext uri="{BB962C8B-B14F-4D97-AF65-F5344CB8AC3E}">
        <p14:creationId xmlns:p14="http://schemas.microsoft.com/office/powerpoint/2010/main" val="25673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E2538865-E987-8F1D-D127-EBB208628D27}"/>
                  </a:ext>
                </a:extLst>
              </p:cNvPr>
              <p:cNvSpPr/>
              <p:nvPr/>
            </p:nvSpPr>
            <p:spPr>
              <a:xfrm>
                <a:off x="639258" y="881557"/>
                <a:ext cx="23105484" cy="342334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IN" sz="5400" dirty="0">
                    <a:solidFill>
                      <a:schemeClr val="bg1"/>
                    </a:solidFill>
                    <a:latin typeface="Bradley Hand" pitchFamily="2" charset="77"/>
                  </a:rPr>
                  <a:t>You are given an undirected graph G as an input. </a:t>
                </a:r>
              </a:p>
              <a:p>
                <a:pPr marL="685800" indent="-685800" defTabSz="8255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IN" sz="5400" dirty="0">
                    <a:solidFill>
                      <a:schemeClr val="bg1"/>
                    </a:solidFill>
                    <a:latin typeface="Bradley Hand" pitchFamily="2" charset="77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5400" dirty="0">
                    <a:solidFill>
                      <a:schemeClr val="bg1"/>
                    </a:solidFill>
                    <a:latin typeface="Bradley Hand" pitchFamily="2" charset="77"/>
                  </a:rPr>
                  <a:t> denote the minimum degree of the graph</a:t>
                </a:r>
              </a:p>
              <a:p>
                <a:pPr marL="685800" indent="-685800" defTabSz="8255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IN" sz="5400" dirty="0">
                    <a:solidFill>
                      <a:schemeClr val="bg1"/>
                    </a:solidFill>
                    <a:latin typeface="Bradley Hand" pitchFamily="2" charset="77"/>
                  </a:rPr>
                  <a:t>Formally,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5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5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5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5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5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lim>
                        </m:limLow>
                      </m:fName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)}</m:t>
                        </m:r>
                      </m:e>
                    </m:func>
                  </m:oMath>
                </a14:m>
                <a:endParaRPr lang="en-IN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marL="685800" indent="-685800" defTabSz="8255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IN" sz="5400" dirty="0">
                    <a:solidFill>
                      <a:schemeClr val="bg1"/>
                    </a:solidFill>
                    <a:latin typeface="Bradley Hand" pitchFamily="2" charset="77"/>
                  </a:rPr>
                  <a:t>Return the number of vertices in G whose degree is equal to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E2538865-E987-8F1D-D127-EBB208628D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58" y="881557"/>
                <a:ext cx="23105484" cy="3423349"/>
              </a:xfrm>
              <a:prstGeom prst="roundRect">
                <a:avLst/>
              </a:prstGeom>
              <a:blipFill>
                <a:blip r:embed="rId2"/>
                <a:stretch>
                  <a:fillRect l="-603" t="-1818" b="-581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6621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DBB3F-0D97-0D9C-70BB-963D80F83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!!box">
                <a:extLst>
                  <a:ext uri="{FF2B5EF4-FFF2-40B4-BE49-F238E27FC236}">
                    <a16:creationId xmlns:a16="http://schemas.microsoft.com/office/drawing/2014/main" id="{2CBA0118-5E70-B9B2-9FC9-71BF62C145EE}"/>
                  </a:ext>
                </a:extLst>
              </p:cNvPr>
              <p:cNvSpPr/>
              <p:nvPr/>
            </p:nvSpPr>
            <p:spPr>
              <a:xfrm>
                <a:off x="566682" y="1213738"/>
                <a:ext cx="8819773" cy="1164982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 %d”, &amp;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	 scanf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 %d”, &amp;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!!box">
                <a:extLst>
                  <a:ext uri="{FF2B5EF4-FFF2-40B4-BE49-F238E27FC236}">
                    <a16:creationId xmlns:a16="http://schemas.microsoft.com/office/drawing/2014/main" id="{2CBA0118-5E70-B9B2-9FC9-71BF62C145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82" y="1213738"/>
                <a:ext cx="8819773" cy="11649829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9342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1E259-2E47-503C-8491-49640B938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F4FC7122-3201-0DCF-8BFE-E7D08486D724}"/>
                  </a:ext>
                </a:extLst>
              </p:cNvPr>
              <p:cNvSpPr/>
              <p:nvPr/>
            </p:nvSpPr>
            <p:spPr>
              <a:xfrm>
                <a:off x="566682" y="1068856"/>
                <a:ext cx="8819773" cy="1193958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 %d”, &amp;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	 scanf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 %d”, &amp;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]] =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]] =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delta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delta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delta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delta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F4FC7122-3201-0DCF-8BFE-E7D08486D7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82" y="1068856"/>
                <a:ext cx="8819773" cy="11939588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2913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95D2A-36E5-77A4-C2D1-76155707D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81BD11F-C2EA-8DD3-FF1D-765F90906AD2}"/>
              </a:ext>
            </a:extLst>
          </p:cNvPr>
          <p:cNvSpPr/>
          <p:nvPr/>
        </p:nvSpPr>
        <p:spPr>
          <a:xfrm>
            <a:off x="639258" y="1160957"/>
            <a:ext cx="23105484" cy="342334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Directed graph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A graph contains a set of vertices 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And a set of edges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An edge is from one vertex to another vertex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163A085-80BB-482D-177F-AA8CAC949C56}"/>
              </a:ext>
            </a:extLst>
          </p:cNvPr>
          <p:cNvSpPr/>
          <p:nvPr/>
        </p:nvSpPr>
        <p:spPr>
          <a:xfrm>
            <a:off x="7644754" y="75458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C533913-2AD9-8474-7925-13DF1545F69A}"/>
              </a:ext>
            </a:extLst>
          </p:cNvPr>
          <p:cNvSpPr/>
          <p:nvPr/>
        </p:nvSpPr>
        <p:spPr>
          <a:xfrm>
            <a:off x="10620692" y="559004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2ED2DCD-4F98-B589-7C73-436A9ED721CA}"/>
              </a:ext>
            </a:extLst>
          </p:cNvPr>
          <p:cNvSpPr/>
          <p:nvPr/>
        </p:nvSpPr>
        <p:spPr>
          <a:xfrm>
            <a:off x="13831424" y="75458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B24B0E7-281F-59CA-5CB6-8377AB180557}"/>
              </a:ext>
            </a:extLst>
          </p:cNvPr>
          <p:cNvCxnSpPr>
            <a:cxnSpLocks/>
            <a:stCxn id="43" idx="4"/>
            <a:endCxn id="42" idx="0"/>
          </p:cNvCxnSpPr>
          <p:nvPr/>
        </p:nvCxnSpPr>
        <p:spPr>
          <a:xfrm flipH="1">
            <a:off x="8364754" y="6902849"/>
            <a:ext cx="2975938" cy="643047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8AAA8E7-FE06-7E0A-3AB1-216779185215}"/>
              </a:ext>
            </a:extLst>
          </p:cNvPr>
          <p:cNvCxnSpPr>
            <a:cxnSpLocks/>
            <a:stCxn id="43" idx="4"/>
            <a:endCxn id="44" idx="0"/>
          </p:cNvCxnSpPr>
          <p:nvPr/>
        </p:nvCxnSpPr>
        <p:spPr>
          <a:xfrm>
            <a:off x="11340692" y="6902849"/>
            <a:ext cx="3210732" cy="643047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BA974A61-A5D8-49C7-DD05-E620AEA93C2A}"/>
              </a:ext>
            </a:extLst>
          </p:cNvPr>
          <p:cNvSpPr/>
          <p:nvPr/>
        </p:nvSpPr>
        <p:spPr>
          <a:xfrm>
            <a:off x="12441290" y="95879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BC757EE-B935-2EA2-837B-B4666F6E04E4}"/>
              </a:ext>
            </a:extLst>
          </p:cNvPr>
          <p:cNvCxnSpPr>
            <a:cxnSpLocks/>
            <a:stCxn id="44" idx="4"/>
            <a:endCxn id="47" idx="0"/>
          </p:cNvCxnSpPr>
          <p:nvPr/>
        </p:nvCxnSpPr>
        <p:spPr>
          <a:xfrm flipH="1">
            <a:off x="13161290" y="8858699"/>
            <a:ext cx="1390134" cy="729236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2C65FE97-4DF2-2C99-002C-60752D769082}"/>
              </a:ext>
            </a:extLst>
          </p:cNvPr>
          <p:cNvSpPr/>
          <p:nvPr/>
        </p:nvSpPr>
        <p:spPr>
          <a:xfrm>
            <a:off x="5895793" y="958793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E5609D5-B7C8-9895-8B07-3CAE3C20AB49}"/>
              </a:ext>
            </a:extLst>
          </p:cNvPr>
          <p:cNvCxnSpPr>
            <a:cxnSpLocks/>
            <a:stCxn id="42" idx="4"/>
            <a:endCxn id="49" idx="0"/>
          </p:cNvCxnSpPr>
          <p:nvPr/>
        </p:nvCxnSpPr>
        <p:spPr>
          <a:xfrm flipH="1">
            <a:off x="6615793" y="8858699"/>
            <a:ext cx="1748961" cy="729235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004213C4-4295-3BE5-D022-CC0F0C799C6C}"/>
              </a:ext>
            </a:extLst>
          </p:cNvPr>
          <p:cNvSpPr/>
          <p:nvPr/>
        </p:nvSpPr>
        <p:spPr>
          <a:xfrm>
            <a:off x="10620692" y="119425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EA8D512-86E0-A155-F64F-EB22A14B7A96}"/>
              </a:ext>
            </a:extLst>
          </p:cNvPr>
          <p:cNvCxnSpPr>
            <a:cxnSpLocks/>
            <a:stCxn id="47" idx="4"/>
            <a:endCxn id="51" idx="0"/>
          </p:cNvCxnSpPr>
          <p:nvPr/>
        </p:nvCxnSpPr>
        <p:spPr>
          <a:xfrm flipH="1">
            <a:off x="11340692" y="10900738"/>
            <a:ext cx="1820598" cy="1041766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DB4C6F1-54EB-219A-DC68-D9CFFDC5574D}"/>
              </a:ext>
            </a:extLst>
          </p:cNvPr>
          <p:cNvCxnSpPr>
            <a:cxnSpLocks/>
            <a:stCxn id="49" idx="4"/>
            <a:endCxn id="51" idx="2"/>
          </p:cNvCxnSpPr>
          <p:nvPr/>
        </p:nvCxnSpPr>
        <p:spPr>
          <a:xfrm>
            <a:off x="6615793" y="10900737"/>
            <a:ext cx="4004899" cy="1698169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6442526-F7B9-21DC-04C5-31040696FB8E}"/>
              </a:ext>
            </a:extLst>
          </p:cNvPr>
          <p:cNvCxnSpPr>
            <a:cxnSpLocks/>
            <a:stCxn id="42" idx="6"/>
            <a:endCxn id="44" idx="2"/>
          </p:cNvCxnSpPr>
          <p:nvPr/>
        </p:nvCxnSpPr>
        <p:spPr>
          <a:xfrm>
            <a:off x="9084754" y="8202298"/>
            <a:ext cx="4746670" cy="0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1AF91AE-6946-0976-6A5B-6606618ECA86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8873871" y="8666443"/>
            <a:ext cx="4287419" cy="921492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03D551B-81E3-1BF6-5F33-49FB8C74239F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7398002" y="10108816"/>
            <a:ext cx="3942690" cy="1833688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702297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5DA0E-5100-0E4B-0088-AA8FF3F83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>
            <a:extLst>
              <a:ext uri="{FF2B5EF4-FFF2-40B4-BE49-F238E27FC236}">
                <a16:creationId xmlns:a16="http://schemas.microsoft.com/office/drawing/2014/main" id="{608AAD00-CD17-D336-50C3-39CD2B77EDDD}"/>
              </a:ext>
            </a:extLst>
          </p:cNvPr>
          <p:cNvSpPr/>
          <p:nvPr/>
        </p:nvSpPr>
        <p:spPr>
          <a:xfrm>
            <a:off x="2531578" y="243272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F52F3E0-C4BF-C759-DD1E-6024B314C7DF}"/>
              </a:ext>
            </a:extLst>
          </p:cNvPr>
          <p:cNvSpPr/>
          <p:nvPr/>
        </p:nvSpPr>
        <p:spPr>
          <a:xfrm>
            <a:off x="5507516" y="47687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F4C2160-00F7-54FF-2C84-FCD6A17EB1DC}"/>
              </a:ext>
            </a:extLst>
          </p:cNvPr>
          <p:cNvSpPr/>
          <p:nvPr/>
        </p:nvSpPr>
        <p:spPr>
          <a:xfrm>
            <a:off x="8718248" y="243272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83270AF-86B6-A6BB-D5C3-9B924B9609CE}"/>
              </a:ext>
            </a:extLst>
          </p:cNvPr>
          <p:cNvCxnSpPr>
            <a:cxnSpLocks/>
            <a:stCxn id="29" idx="4"/>
            <a:endCxn id="28" idx="0"/>
          </p:cNvCxnSpPr>
          <p:nvPr/>
        </p:nvCxnSpPr>
        <p:spPr>
          <a:xfrm flipH="1">
            <a:off x="3251578" y="1789673"/>
            <a:ext cx="2975938" cy="643047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5DF959D-C738-C86D-68D6-B7ABC5CDB9F2}"/>
              </a:ext>
            </a:extLst>
          </p:cNvPr>
          <p:cNvCxnSpPr>
            <a:cxnSpLocks/>
            <a:stCxn id="29" idx="4"/>
            <a:endCxn id="30" idx="0"/>
          </p:cNvCxnSpPr>
          <p:nvPr/>
        </p:nvCxnSpPr>
        <p:spPr>
          <a:xfrm>
            <a:off x="6227516" y="1789673"/>
            <a:ext cx="3210732" cy="643047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A637AD5C-7403-BAF2-D80D-7D20EA4D7306}"/>
              </a:ext>
            </a:extLst>
          </p:cNvPr>
          <p:cNvSpPr/>
          <p:nvPr/>
        </p:nvSpPr>
        <p:spPr>
          <a:xfrm>
            <a:off x="7328114" y="447475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1067B8D-27AE-B209-A017-26479756B832}"/>
              </a:ext>
            </a:extLst>
          </p:cNvPr>
          <p:cNvCxnSpPr>
            <a:cxnSpLocks/>
            <a:stCxn id="30" idx="4"/>
            <a:endCxn id="33" idx="0"/>
          </p:cNvCxnSpPr>
          <p:nvPr/>
        </p:nvCxnSpPr>
        <p:spPr>
          <a:xfrm flipH="1">
            <a:off x="8048114" y="3745523"/>
            <a:ext cx="1390134" cy="729236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DA835C5A-48E0-CFA2-06C7-C11BDCB2A915}"/>
              </a:ext>
            </a:extLst>
          </p:cNvPr>
          <p:cNvSpPr/>
          <p:nvPr/>
        </p:nvSpPr>
        <p:spPr>
          <a:xfrm>
            <a:off x="782617" y="447475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7CE863D-B9A8-603E-004A-B036F542EBBB}"/>
              </a:ext>
            </a:extLst>
          </p:cNvPr>
          <p:cNvCxnSpPr>
            <a:cxnSpLocks/>
            <a:stCxn id="28" idx="4"/>
            <a:endCxn id="35" idx="0"/>
          </p:cNvCxnSpPr>
          <p:nvPr/>
        </p:nvCxnSpPr>
        <p:spPr>
          <a:xfrm flipH="1">
            <a:off x="1502617" y="3745523"/>
            <a:ext cx="1748961" cy="729235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68FFDAE3-9D87-A0A4-E6DB-AC30ECD884F3}"/>
              </a:ext>
            </a:extLst>
          </p:cNvPr>
          <p:cNvSpPr/>
          <p:nvPr/>
        </p:nvSpPr>
        <p:spPr>
          <a:xfrm>
            <a:off x="5507516" y="682932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0F83631-A5B0-7DBB-BB80-757DF6D7A124}"/>
              </a:ext>
            </a:extLst>
          </p:cNvPr>
          <p:cNvCxnSpPr>
            <a:cxnSpLocks/>
            <a:stCxn id="33" idx="4"/>
            <a:endCxn id="37" idx="0"/>
          </p:cNvCxnSpPr>
          <p:nvPr/>
        </p:nvCxnSpPr>
        <p:spPr>
          <a:xfrm flipH="1">
            <a:off x="6227516" y="5787562"/>
            <a:ext cx="1820598" cy="1041766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E6C6D0D-9F34-E4EC-C854-43EDA6EB46BB}"/>
              </a:ext>
            </a:extLst>
          </p:cNvPr>
          <p:cNvCxnSpPr>
            <a:cxnSpLocks/>
            <a:stCxn id="35" idx="4"/>
            <a:endCxn id="37" idx="2"/>
          </p:cNvCxnSpPr>
          <p:nvPr/>
        </p:nvCxnSpPr>
        <p:spPr>
          <a:xfrm>
            <a:off x="1502617" y="5787561"/>
            <a:ext cx="4004899" cy="1698169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334544E-73B5-C2BB-99F7-07F971B0A552}"/>
              </a:ext>
            </a:extLst>
          </p:cNvPr>
          <p:cNvCxnSpPr>
            <a:cxnSpLocks/>
            <a:stCxn id="28" idx="6"/>
            <a:endCxn id="30" idx="2"/>
          </p:cNvCxnSpPr>
          <p:nvPr/>
        </p:nvCxnSpPr>
        <p:spPr>
          <a:xfrm>
            <a:off x="3971578" y="3089122"/>
            <a:ext cx="4746670" cy="0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92A9A1E-5B95-8EA2-E8D1-0AD0AF55ECAE}"/>
              </a:ext>
            </a:extLst>
          </p:cNvPr>
          <p:cNvCxnSpPr>
            <a:cxnSpLocks/>
            <a:stCxn id="28" idx="5"/>
            <a:endCxn id="33" idx="0"/>
          </p:cNvCxnSpPr>
          <p:nvPr/>
        </p:nvCxnSpPr>
        <p:spPr>
          <a:xfrm>
            <a:off x="3760695" y="3553267"/>
            <a:ext cx="4287419" cy="921492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C2DA5B5C-9CAC-2EEE-F85C-AE21DFE1A295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284826" y="4995640"/>
            <a:ext cx="3942690" cy="1833688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6C865880-0147-CF31-3674-37B47DFE07BD}"/>
              </a:ext>
            </a:extLst>
          </p:cNvPr>
          <p:cNvSpPr/>
          <p:nvPr/>
        </p:nvSpPr>
        <p:spPr>
          <a:xfrm>
            <a:off x="13514784" y="1120409"/>
            <a:ext cx="5028836" cy="802149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6 9</a:t>
            </a:r>
          </a:p>
          <a:p>
            <a:pPr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2 4</a:t>
            </a:r>
          </a:p>
          <a:p>
            <a:pPr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4 3</a:t>
            </a:r>
          </a:p>
          <a:p>
            <a:pPr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3 2</a:t>
            </a:r>
          </a:p>
          <a:p>
            <a:pPr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3 5</a:t>
            </a:r>
          </a:p>
          <a:p>
            <a:pPr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5 2</a:t>
            </a:r>
          </a:p>
          <a:p>
            <a:pPr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0 2</a:t>
            </a:r>
          </a:p>
          <a:p>
            <a:pPr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0 1</a:t>
            </a:r>
          </a:p>
          <a:p>
            <a:pPr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5 1</a:t>
            </a:r>
          </a:p>
          <a:p>
            <a:pPr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1 0</a:t>
            </a:r>
          </a:p>
        </p:txBody>
      </p:sp>
    </p:spTree>
    <p:extLst>
      <p:ext uri="{BB962C8B-B14F-4D97-AF65-F5344CB8AC3E}">
        <p14:creationId xmlns:p14="http://schemas.microsoft.com/office/powerpoint/2010/main" val="712353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C5B93-CD57-8553-2D72-99246E776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>
            <a:extLst>
              <a:ext uri="{FF2B5EF4-FFF2-40B4-BE49-F238E27FC236}">
                <a16:creationId xmlns:a16="http://schemas.microsoft.com/office/drawing/2014/main" id="{6BFDB955-7534-1A2B-AAE9-5D45602C9568}"/>
              </a:ext>
            </a:extLst>
          </p:cNvPr>
          <p:cNvSpPr/>
          <p:nvPr/>
        </p:nvSpPr>
        <p:spPr>
          <a:xfrm>
            <a:off x="2531578" y="243272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3338BE2-87E8-9EB4-4DE6-308569F9460D}"/>
              </a:ext>
            </a:extLst>
          </p:cNvPr>
          <p:cNvSpPr/>
          <p:nvPr/>
        </p:nvSpPr>
        <p:spPr>
          <a:xfrm>
            <a:off x="5507516" y="47687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81B41C4-3E62-E848-4AEF-6AB8A1B2CB9B}"/>
              </a:ext>
            </a:extLst>
          </p:cNvPr>
          <p:cNvSpPr/>
          <p:nvPr/>
        </p:nvSpPr>
        <p:spPr>
          <a:xfrm>
            <a:off x="8718248" y="243272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5CE4388-B0B7-36C7-A5F0-B5678A26FCB2}"/>
              </a:ext>
            </a:extLst>
          </p:cNvPr>
          <p:cNvCxnSpPr>
            <a:cxnSpLocks/>
            <a:stCxn id="29" idx="4"/>
            <a:endCxn id="28" idx="0"/>
          </p:cNvCxnSpPr>
          <p:nvPr/>
        </p:nvCxnSpPr>
        <p:spPr>
          <a:xfrm flipH="1">
            <a:off x="3251578" y="1789673"/>
            <a:ext cx="2975938" cy="643047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52E60A7-73C2-8B9F-FC65-A32A98712EBF}"/>
              </a:ext>
            </a:extLst>
          </p:cNvPr>
          <p:cNvCxnSpPr>
            <a:cxnSpLocks/>
            <a:stCxn id="29" idx="4"/>
            <a:endCxn id="30" idx="0"/>
          </p:cNvCxnSpPr>
          <p:nvPr/>
        </p:nvCxnSpPr>
        <p:spPr>
          <a:xfrm>
            <a:off x="6227516" y="1789673"/>
            <a:ext cx="3210732" cy="643047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5C401A78-CED9-5895-30DF-044715052569}"/>
              </a:ext>
            </a:extLst>
          </p:cNvPr>
          <p:cNvSpPr/>
          <p:nvPr/>
        </p:nvSpPr>
        <p:spPr>
          <a:xfrm>
            <a:off x="7328114" y="447475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36DCC88-BBCD-1714-70D8-1FBA983749E1}"/>
              </a:ext>
            </a:extLst>
          </p:cNvPr>
          <p:cNvCxnSpPr>
            <a:cxnSpLocks/>
            <a:stCxn id="30" idx="4"/>
            <a:endCxn id="33" idx="0"/>
          </p:cNvCxnSpPr>
          <p:nvPr/>
        </p:nvCxnSpPr>
        <p:spPr>
          <a:xfrm flipH="1">
            <a:off x="8048114" y="3745523"/>
            <a:ext cx="1390134" cy="729236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F8617AC0-6B67-F520-6BE4-76E24E233726}"/>
              </a:ext>
            </a:extLst>
          </p:cNvPr>
          <p:cNvSpPr/>
          <p:nvPr/>
        </p:nvSpPr>
        <p:spPr>
          <a:xfrm>
            <a:off x="782617" y="447475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25EC2AC-900D-79DA-814D-F9E50AA4BBCA}"/>
              </a:ext>
            </a:extLst>
          </p:cNvPr>
          <p:cNvCxnSpPr>
            <a:cxnSpLocks/>
            <a:stCxn id="28" idx="4"/>
            <a:endCxn id="35" idx="0"/>
          </p:cNvCxnSpPr>
          <p:nvPr/>
        </p:nvCxnSpPr>
        <p:spPr>
          <a:xfrm flipH="1">
            <a:off x="1502617" y="3745523"/>
            <a:ext cx="1748961" cy="729235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78BBE632-1317-F270-81E6-74C1DDC33C1E}"/>
              </a:ext>
            </a:extLst>
          </p:cNvPr>
          <p:cNvSpPr/>
          <p:nvPr/>
        </p:nvSpPr>
        <p:spPr>
          <a:xfrm>
            <a:off x="5507516" y="682932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291A855-F7C5-26E6-E433-2E83D96E9290}"/>
              </a:ext>
            </a:extLst>
          </p:cNvPr>
          <p:cNvCxnSpPr>
            <a:cxnSpLocks/>
            <a:stCxn id="33" idx="4"/>
            <a:endCxn id="37" idx="0"/>
          </p:cNvCxnSpPr>
          <p:nvPr/>
        </p:nvCxnSpPr>
        <p:spPr>
          <a:xfrm flipH="1">
            <a:off x="6227516" y="5787562"/>
            <a:ext cx="1820598" cy="1041766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4700142-5111-0049-DC4C-C083A5BA8982}"/>
              </a:ext>
            </a:extLst>
          </p:cNvPr>
          <p:cNvCxnSpPr>
            <a:cxnSpLocks/>
            <a:stCxn id="35" idx="4"/>
            <a:endCxn id="37" idx="2"/>
          </p:cNvCxnSpPr>
          <p:nvPr/>
        </p:nvCxnSpPr>
        <p:spPr>
          <a:xfrm>
            <a:off x="1502617" y="5787561"/>
            <a:ext cx="4004899" cy="1698169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8FA7895-24D8-D428-7BA8-705E34602B95}"/>
              </a:ext>
            </a:extLst>
          </p:cNvPr>
          <p:cNvCxnSpPr>
            <a:cxnSpLocks/>
            <a:stCxn id="28" idx="6"/>
            <a:endCxn id="30" idx="2"/>
          </p:cNvCxnSpPr>
          <p:nvPr/>
        </p:nvCxnSpPr>
        <p:spPr>
          <a:xfrm>
            <a:off x="3971578" y="3089122"/>
            <a:ext cx="4746670" cy="0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11DE09F-E7C3-2667-1F54-F172199C3229}"/>
              </a:ext>
            </a:extLst>
          </p:cNvPr>
          <p:cNvCxnSpPr>
            <a:cxnSpLocks/>
            <a:stCxn id="28" idx="5"/>
            <a:endCxn id="33" idx="0"/>
          </p:cNvCxnSpPr>
          <p:nvPr/>
        </p:nvCxnSpPr>
        <p:spPr>
          <a:xfrm>
            <a:off x="3760695" y="3553267"/>
            <a:ext cx="4287419" cy="921492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5A6612E6-1725-D835-8FA8-986242B97027}"/>
              </a:ext>
            </a:extLst>
          </p:cNvPr>
          <p:cNvSpPr/>
          <p:nvPr/>
        </p:nvSpPr>
        <p:spPr>
          <a:xfrm>
            <a:off x="11252000" y="3449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0E1D0A3-BA1B-27C5-2D15-AF1BA37652A4}"/>
              </a:ext>
            </a:extLst>
          </p:cNvPr>
          <p:cNvSpPr/>
          <p:nvPr/>
        </p:nvSpPr>
        <p:spPr>
          <a:xfrm>
            <a:off x="11252000" y="18138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43A37E70-4110-593C-090D-4327804EE42A}"/>
              </a:ext>
            </a:extLst>
          </p:cNvPr>
          <p:cNvSpPr/>
          <p:nvPr/>
        </p:nvSpPr>
        <p:spPr>
          <a:xfrm>
            <a:off x="11252000" y="32827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CD78A4F-40BB-C06D-43E2-B0060958501B}"/>
              </a:ext>
            </a:extLst>
          </p:cNvPr>
          <p:cNvSpPr/>
          <p:nvPr/>
        </p:nvSpPr>
        <p:spPr>
          <a:xfrm>
            <a:off x="11252000" y="475167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34D2CBE9-CD67-798C-9E25-E2D29C214A7D}"/>
              </a:ext>
            </a:extLst>
          </p:cNvPr>
          <p:cNvSpPr/>
          <p:nvPr/>
        </p:nvSpPr>
        <p:spPr>
          <a:xfrm>
            <a:off x="11252000" y="62206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CAF917E-920A-32D7-C701-A441D571CE4C}"/>
              </a:ext>
            </a:extLst>
          </p:cNvPr>
          <p:cNvSpPr/>
          <p:nvPr/>
        </p:nvSpPr>
        <p:spPr>
          <a:xfrm>
            <a:off x="11252000" y="76895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DB9D3BD-3A44-EF87-C4BD-9B16AFBEFAF9}"/>
              </a:ext>
            </a:extLst>
          </p:cNvPr>
          <p:cNvSpPr/>
          <p:nvPr/>
        </p:nvSpPr>
        <p:spPr>
          <a:xfrm>
            <a:off x="12810800" y="3449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E632B91-94F9-54B1-9420-9353965608C7}"/>
              </a:ext>
            </a:extLst>
          </p:cNvPr>
          <p:cNvSpPr/>
          <p:nvPr/>
        </p:nvSpPr>
        <p:spPr>
          <a:xfrm>
            <a:off x="12810800" y="181382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4BFCDFE-B592-DA7D-CC6B-4B93F1B875C1}"/>
              </a:ext>
            </a:extLst>
          </p:cNvPr>
          <p:cNvSpPr/>
          <p:nvPr/>
        </p:nvSpPr>
        <p:spPr>
          <a:xfrm>
            <a:off x="12810800" y="328275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352A7F74-F66B-F826-D99B-6898285288C8}"/>
              </a:ext>
            </a:extLst>
          </p:cNvPr>
          <p:cNvSpPr/>
          <p:nvPr/>
        </p:nvSpPr>
        <p:spPr>
          <a:xfrm>
            <a:off x="12810800" y="475167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E7D5EB2C-CF93-51B5-FCB7-A38936C054D3}"/>
              </a:ext>
            </a:extLst>
          </p:cNvPr>
          <p:cNvSpPr/>
          <p:nvPr/>
        </p:nvSpPr>
        <p:spPr>
          <a:xfrm>
            <a:off x="12810800" y="62206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918D13EF-F492-F9B8-F59A-60E2F123F5DC}"/>
              </a:ext>
            </a:extLst>
          </p:cNvPr>
          <p:cNvSpPr/>
          <p:nvPr/>
        </p:nvSpPr>
        <p:spPr>
          <a:xfrm>
            <a:off x="12810800" y="768953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97A973C-F1D7-6DFB-D8E1-6213B1B9BC74}"/>
              </a:ext>
            </a:extLst>
          </p:cNvPr>
          <p:cNvSpPr/>
          <p:nvPr/>
        </p:nvSpPr>
        <p:spPr>
          <a:xfrm>
            <a:off x="14369600" y="3449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8737697C-0B2E-4349-FD28-704166E3F7C9}"/>
              </a:ext>
            </a:extLst>
          </p:cNvPr>
          <p:cNvSpPr/>
          <p:nvPr/>
        </p:nvSpPr>
        <p:spPr>
          <a:xfrm>
            <a:off x="14369600" y="181382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D0E9EAD3-A4EE-D7A6-2010-03A3D2D21332}"/>
              </a:ext>
            </a:extLst>
          </p:cNvPr>
          <p:cNvSpPr/>
          <p:nvPr/>
        </p:nvSpPr>
        <p:spPr>
          <a:xfrm>
            <a:off x="14369600" y="328275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4D366277-63BA-A1FD-6B56-4B694FDA7BEE}"/>
              </a:ext>
            </a:extLst>
          </p:cNvPr>
          <p:cNvSpPr/>
          <p:nvPr/>
        </p:nvSpPr>
        <p:spPr>
          <a:xfrm>
            <a:off x="14369600" y="475167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CBFA935C-DE50-B28A-BDCB-3C00EE0DA9D4}"/>
              </a:ext>
            </a:extLst>
          </p:cNvPr>
          <p:cNvSpPr/>
          <p:nvPr/>
        </p:nvSpPr>
        <p:spPr>
          <a:xfrm>
            <a:off x="14369600" y="62206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06CABA6A-6611-B662-8150-1E3D9CDBE5B6}"/>
              </a:ext>
            </a:extLst>
          </p:cNvPr>
          <p:cNvSpPr/>
          <p:nvPr/>
        </p:nvSpPr>
        <p:spPr>
          <a:xfrm>
            <a:off x="14369600" y="768953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03BF268E-F46F-8276-1F40-02BCF0436F84}"/>
              </a:ext>
            </a:extLst>
          </p:cNvPr>
          <p:cNvSpPr/>
          <p:nvPr/>
        </p:nvSpPr>
        <p:spPr>
          <a:xfrm>
            <a:off x="15928400" y="3449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3143F00-4838-9825-7439-689B5C1D1D8C}"/>
              </a:ext>
            </a:extLst>
          </p:cNvPr>
          <p:cNvSpPr/>
          <p:nvPr/>
        </p:nvSpPr>
        <p:spPr>
          <a:xfrm>
            <a:off x="15928400" y="181382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D2247275-0E7A-663A-FA5F-B1E7189051D1}"/>
              </a:ext>
            </a:extLst>
          </p:cNvPr>
          <p:cNvSpPr/>
          <p:nvPr/>
        </p:nvSpPr>
        <p:spPr>
          <a:xfrm>
            <a:off x="15928400" y="328275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999D276-1321-7244-205D-D7A7A43AB73F}"/>
              </a:ext>
            </a:extLst>
          </p:cNvPr>
          <p:cNvSpPr/>
          <p:nvPr/>
        </p:nvSpPr>
        <p:spPr>
          <a:xfrm>
            <a:off x="15928400" y="475167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ACB2F74-2713-C86C-050A-3B3CF4BA292C}"/>
              </a:ext>
            </a:extLst>
          </p:cNvPr>
          <p:cNvSpPr/>
          <p:nvPr/>
        </p:nvSpPr>
        <p:spPr>
          <a:xfrm>
            <a:off x="15928400" y="62206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AD2EFD6-DB77-9F5F-0221-ED2BE6E87F21}"/>
              </a:ext>
            </a:extLst>
          </p:cNvPr>
          <p:cNvSpPr/>
          <p:nvPr/>
        </p:nvSpPr>
        <p:spPr>
          <a:xfrm>
            <a:off x="15928400" y="768953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CE2CF649-775E-B663-E2B7-40C00CD7E1BD}"/>
              </a:ext>
            </a:extLst>
          </p:cNvPr>
          <p:cNvSpPr/>
          <p:nvPr/>
        </p:nvSpPr>
        <p:spPr>
          <a:xfrm>
            <a:off x="17491842" y="3449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EB40B069-AD03-9829-3103-FC448C341AF9}"/>
              </a:ext>
            </a:extLst>
          </p:cNvPr>
          <p:cNvSpPr/>
          <p:nvPr/>
        </p:nvSpPr>
        <p:spPr>
          <a:xfrm>
            <a:off x="17491842" y="181382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BDBB54D-ECD5-53F1-1CB2-349AC6DCF2E5}"/>
              </a:ext>
            </a:extLst>
          </p:cNvPr>
          <p:cNvSpPr/>
          <p:nvPr/>
        </p:nvSpPr>
        <p:spPr>
          <a:xfrm>
            <a:off x="17491842" y="328275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43F6AB23-2F9B-5C6A-54C1-4CF290D58483}"/>
              </a:ext>
            </a:extLst>
          </p:cNvPr>
          <p:cNvSpPr/>
          <p:nvPr/>
        </p:nvSpPr>
        <p:spPr>
          <a:xfrm>
            <a:off x="17491842" y="475167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014EF316-ADC1-CCE8-39CD-AB8E88737FA8}"/>
              </a:ext>
            </a:extLst>
          </p:cNvPr>
          <p:cNvSpPr/>
          <p:nvPr/>
        </p:nvSpPr>
        <p:spPr>
          <a:xfrm>
            <a:off x="17491842" y="62206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598FCC10-9848-4089-1B55-1C392ACEF266}"/>
              </a:ext>
            </a:extLst>
          </p:cNvPr>
          <p:cNvSpPr/>
          <p:nvPr/>
        </p:nvSpPr>
        <p:spPr>
          <a:xfrm>
            <a:off x="17491842" y="768953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D60D363F-B61A-21ED-9B97-D2FC2BE104FC}"/>
              </a:ext>
            </a:extLst>
          </p:cNvPr>
          <p:cNvSpPr/>
          <p:nvPr/>
        </p:nvSpPr>
        <p:spPr>
          <a:xfrm>
            <a:off x="19069261" y="3449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5EE1E004-3360-E2D8-2D59-F9423B264EA9}"/>
              </a:ext>
            </a:extLst>
          </p:cNvPr>
          <p:cNvSpPr/>
          <p:nvPr/>
        </p:nvSpPr>
        <p:spPr>
          <a:xfrm>
            <a:off x="19069261" y="181382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4358A6E7-19DA-E93A-171E-B22CADF146A9}"/>
              </a:ext>
            </a:extLst>
          </p:cNvPr>
          <p:cNvSpPr/>
          <p:nvPr/>
        </p:nvSpPr>
        <p:spPr>
          <a:xfrm>
            <a:off x="19069261" y="328275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8AB37A6-52A3-D051-43EF-FFDD20CE3D58}"/>
              </a:ext>
            </a:extLst>
          </p:cNvPr>
          <p:cNvSpPr/>
          <p:nvPr/>
        </p:nvSpPr>
        <p:spPr>
          <a:xfrm>
            <a:off x="19069261" y="475167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3D464F4-6120-5A41-F756-3B2BA2BED23E}"/>
              </a:ext>
            </a:extLst>
          </p:cNvPr>
          <p:cNvSpPr/>
          <p:nvPr/>
        </p:nvSpPr>
        <p:spPr>
          <a:xfrm>
            <a:off x="19069261" y="62206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7F4DBACE-926D-D5B6-8924-655E3A7B8DD9}"/>
              </a:ext>
            </a:extLst>
          </p:cNvPr>
          <p:cNvSpPr/>
          <p:nvPr/>
        </p:nvSpPr>
        <p:spPr>
          <a:xfrm>
            <a:off x="19069261" y="768953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4F9BF52C-12B4-316A-4A79-E1C91E39D44E}"/>
              </a:ext>
            </a:extLst>
          </p:cNvPr>
          <p:cNvSpPr/>
          <p:nvPr/>
        </p:nvSpPr>
        <p:spPr>
          <a:xfrm>
            <a:off x="20659686" y="3449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9850FC2D-E4FF-FC50-0DAF-2E98B0EBF913}"/>
              </a:ext>
            </a:extLst>
          </p:cNvPr>
          <p:cNvSpPr/>
          <p:nvPr/>
        </p:nvSpPr>
        <p:spPr>
          <a:xfrm>
            <a:off x="20659686" y="181382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D6342CF6-0184-8270-7C26-6FE2831D0F84}"/>
              </a:ext>
            </a:extLst>
          </p:cNvPr>
          <p:cNvSpPr/>
          <p:nvPr/>
        </p:nvSpPr>
        <p:spPr>
          <a:xfrm>
            <a:off x="20659686" y="328275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8C182DCF-C8C9-D69F-1D92-3686D77FDB33}"/>
              </a:ext>
            </a:extLst>
          </p:cNvPr>
          <p:cNvSpPr/>
          <p:nvPr/>
        </p:nvSpPr>
        <p:spPr>
          <a:xfrm>
            <a:off x="20659686" y="475167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7E9D8587-B78F-146D-435A-61BFA0898427}"/>
              </a:ext>
            </a:extLst>
          </p:cNvPr>
          <p:cNvSpPr/>
          <p:nvPr/>
        </p:nvSpPr>
        <p:spPr>
          <a:xfrm>
            <a:off x="20659686" y="62206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6628C9EF-89A4-6048-5820-F0F7CC9B3F6F}"/>
              </a:ext>
            </a:extLst>
          </p:cNvPr>
          <p:cNvSpPr/>
          <p:nvPr/>
        </p:nvSpPr>
        <p:spPr>
          <a:xfrm>
            <a:off x="20659686" y="768953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C951B663-EE60-CD84-D12D-42A33FC0E6F2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284826" y="4995640"/>
            <a:ext cx="3942690" cy="1833688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977172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0D40B-A977-8ECB-E726-1621E7580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>
            <a:extLst>
              <a:ext uri="{FF2B5EF4-FFF2-40B4-BE49-F238E27FC236}">
                <a16:creationId xmlns:a16="http://schemas.microsoft.com/office/drawing/2014/main" id="{15C4CA95-4645-8B89-92E8-5F27726E5022}"/>
              </a:ext>
            </a:extLst>
          </p:cNvPr>
          <p:cNvSpPr/>
          <p:nvPr/>
        </p:nvSpPr>
        <p:spPr>
          <a:xfrm>
            <a:off x="2531578" y="243272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F2882BB-52F2-C005-191B-977B8914FFBE}"/>
              </a:ext>
            </a:extLst>
          </p:cNvPr>
          <p:cNvSpPr/>
          <p:nvPr/>
        </p:nvSpPr>
        <p:spPr>
          <a:xfrm>
            <a:off x="5507516" y="47687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C591D65-0B92-336C-33BD-82936D645BF7}"/>
              </a:ext>
            </a:extLst>
          </p:cNvPr>
          <p:cNvSpPr/>
          <p:nvPr/>
        </p:nvSpPr>
        <p:spPr>
          <a:xfrm>
            <a:off x="8718248" y="243272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6830D1F-160F-F924-0AC0-833AFDDB308C}"/>
              </a:ext>
            </a:extLst>
          </p:cNvPr>
          <p:cNvCxnSpPr>
            <a:cxnSpLocks/>
            <a:stCxn id="29" idx="4"/>
            <a:endCxn id="28" idx="0"/>
          </p:cNvCxnSpPr>
          <p:nvPr/>
        </p:nvCxnSpPr>
        <p:spPr>
          <a:xfrm flipH="1">
            <a:off x="3251578" y="1789673"/>
            <a:ext cx="2975938" cy="643047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8E90D87-DABF-5A0B-350F-C7BD2F51DEAD}"/>
              </a:ext>
            </a:extLst>
          </p:cNvPr>
          <p:cNvCxnSpPr>
            <a:cxnSpLocks/>
            <a:stCxn id="29" idx="4"/>
            <a:endCxn id="30" idx="0"/>
          </p:cNvCxnSpPr>
          <p:nvPr/>
        </p:nvCxnSpPr>
        <p:spPr>
          <a:xfrm>
            <a:off x="6227516" y="1789673"/>
            <a:ext cx="3210732" cy="643047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563CC75D-6AE7-A78B-4BB5-59AE2A7AB146}"/>
              </a:ext>
            </a:extLst>
          </p:cNvPr>
          <p:cNvSpPr/>
          <p:nvPr/>
        </p:nvSpPr>
        <p:spPr>
          <a:xfrm>
            <a:off x="7328114" y="447475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3D6DBE8-FE04-604B-9FA5-A6BF28F2C6FA}"/>
              </a:ext>
            </a:extLst>
          </p:cNvPr>
          <p:cNvCxnSpPr>
            <a:cxnSpLocks/>
            <a:stCxn id="30" idx="4"/>
            <a:endCxn id="33" idx="0"/>
          </p:cNvCxnSpPr>
          <p:nvPr/>
        </p:nvCxnSpPr>
        <p:spPr>
          <a:xfrm flipH="1">
            <a:off x="8048114" y="3745523"/>
            <a:ext cx="1390134" cy="729236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3493414E-DB85-6B3B-13D2-AEEA6E2A647B}"/>
              </a:ext>
            </a:extLst>
          </p:cNvPr>
          <p:cNvSpPr/>
          <p:nvPr/>
        </p:nvSpPr>
        <p:spPr>
          <a:xfrm>
            <a:off x="782617" y="447475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FB7CB84-BE35-D669-90AB-D22759D3CC2D}"/>
              </a:ext>
            </a:extLst>
          </p:cNvPr>
          <p:cNvCxnSpPr>
            <a:cxnSpLocks/>
            <a:stCxn id="28" idx="4"/>
            <a:endCxn id="35" idx="0"/>
          </p:cNvCxnSpPr>
          <p:nvPr/>
        </p:nvCxnSpPr>
        <p:spPr>
          <a:xfrm flipH="1">
            <a:off x="1502617" y="3745523"/>
            <a:ext cx="1748961" cy="729235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EB419BF5-86E4-7106-B1CF-45A1965D8271}"/>
              </a:ext>
            </a:extLst>
          </p:cNvPr>
          <p:cNvSpPr/>
          <p:nvPr/>
        </p:nvSpPr>
        <p:spPr>
          <a:xfrm>
            <a:off x="5507516" y="682932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59FD1C7-41D7-2538-BBEB-01B45F1C1943}"/>
              </a:ext>
            </a:extLst>
          </p:cNvPr>
          <p:cNvCxnSpPr>
            <a:cxnSpLocks/>
            <a:stCxn id="33" idx="4"/>
            <a:endCxn id="37" idx="0"/>
          </p:cNvCxnSpPr>
          <p:nvPr/>
        </p:nvCxnSpPr>
        <p:spPr>
          <a:xfrm flipH="1">
            <a:off x="6227516" y="5787562"/>
            <a:ext cx="1820598" cy="1041766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9D16CBB-7C42-20EF-0C56-5ADA1AA3297E}"/>
              </a:ext>
            </a:extLst>
          </p:cNvPr>
          <p:cNvCxnSpPr>
            <a:cxnSpLocks/>
            <a:stCxn id="35" idx="4"/>
            <a:endCxn id="37" idx="2"/>
          </p:cNvCxnSpPr>
          <p:nvPr/>
        </p:nvCxnSpPr>
        <p:spPr>
          <a:xfrm>
            <a:off x="1502617" y="5787561"/>
            <a:ext cx="4004899" cy="1698169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20E7079-88C6-A9F7-E2A8-894EE7D1DC10}"/>
              </a:ext>
            </a:extLst>
          </p:cNvPr>
          <p:cNvCxnSpPr>
            <a:cxnSpLocks/>
            <a:stCxn id="28" idx="6"/>
            <a:endCxn id="30" idx="2"/>
          </p:cNvCxnSpPr>
          <p:nvPr/>
        </p:nvCxnSpPr>
        <p:spPr>
          <a:xfrm>
            <a:off x="3971578" y="3089122"/>
            <a:ext cx="4746670" cy="0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FFC1BD1-DF8B-C6C3-E6DB-2BA1B7D5011E}"/>
              </a:ext>
            </a:extLst>
          </p:cNvPr>
          <p:cNvCxnSpPr>
            <a:cxnSpLocks/>
            <a:stCxn id="28" idx="5"/>
            <a:endCxn id="33" idx="0"/>
          </p:cNvCxnSpPr>
          <p:nvPr/>
        </p:nvCxnSpPr>
        <p:spPr>
          <a:xfrm>
            <a:off x="3760695" y="3553267"/>
            <a:ext cx="4287419" cy="921492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AB1F6B07-F460-0D39-4ECC-EC8EF7289D9A}"/>
              </a:ext>
            </a:extLst>
          </p:cNvPr>
          <p:cNvSpPr/>
          <p:nvPr/>
        </p:nvSpPr>
        <p:spPr>
          <a:xfrm>
            <a:off x="11252000" y="3449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37E9E57E-8278-EFAE-F56C-4A233424DECC}"/>
              </a:ext>
            </a:extLst>
          </p:cNvPr>
          <p:cNvSpPr/>
          <p:nvPr/>
        </p:nvSpPr>
        <p:spPr>
          <a:xfrm>
            <a:off x="11252000" y="18138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F02D6AD-93D2-8C95-69F9-23BC610CEFE0}"/>
              </a:ext>
            </a:extLst>
          </p:cNvPr>
          <p:cNvSpPr/>
          <p:nvPr/>
        </p:nvSpPr>
        <p:spPr>
          <a:xfrm>
            <a:off x="11252000" y="32827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A8A572B-B265-3B4D-B064-C2A52A20CD86}"/>
              </a:ext>
            </a:extLst>
          </p:cNvPr>
          <p:cNvSpPr/>
          <p:nvPr/>
        </p:nvSpPr>
        <p:spPr>
          <a:xfrm>
            <a:off x="11252000" y="475167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1838B9F-BA5F-1BD8-F884-D993093AAF7C}"/>
              </a:ext>
            </a:extLst>
          </p:cNvPr>
          <p:cNvSpPr/>
          <p:nvPr/>
        </p:nvSpPr>
        <p:spPr>
          <a:xfrm>
            <a:off x="11252000" y="62206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CB5EDEE-8BB8-C5E1-CE26-676525FFCCCF}"/>
              </a:ext>
            </a:extLst>
          </p:cNvPr>
          <p:cNvSpPr/>
          <p:nvPr/>
        </p:nvSpPr>
        <p:spPr>
          <a:xfrm>
            <a:off x="11252000" y="76895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EBC84E6-97EB-3971-1119-8D377E00CFB9}"/>
              </a:ext>
            </a:extLst>
          </p:cNvPr>
          <p:cNvSpPr/>
          <p:nvPr/>
        </p:nvSpPr>
        <p:spPr>
          <a:xfrm>
            <a:off x="12810800" y="3449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713DF10-7F02-4657-DE99-9F5C8FEC1A0C}"/>
              </a:ext>
            </a:extLst>
          </p:cNvPr>
          <p:cNvSpPr/>
          <p:nvPr/>
        </p:nvSpPr>
        <p:spPr>
          <a:xfrm>
            <a:off x="12810800" y="181382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C166393-574E-905B-4FFA-EA9DDEF1E5F4}"/>
              </a:ext>
            </a:extLst>
          </p:cNvPr>
          <p:cNvSpPr/>
          <p:nvPr/>
        </p:nvSpPr>
        <p:spPr>
          <a:xfrm>
            <a:off x="12810800" y="328275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F2F14229-6A09-F712-35DA-50AEA22F50AE}"/>
              </a:ext>
            </a:extLst>
          </p:cNvPr>
          <p:cNvSpPr/>
          <p:nvPr/>
        </p:nvSpPr>
        <p:spPr>
          <a:xfrm>
            <a:off x="12810800" y="475167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8E4F18E0-EADF-24DC-32F0-4E393C61E4B1}"/>
              </a:ext>
            </a:extLst>
          </p:cNvPr>
          <p:cNvSpPr/>
          <p:nvPr/>
        </p:nvSpPr>
        <p:spPr>
          <a:xfrm>
            <a:off x="12810800" y="62206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CCB2E503-43CA-7643-15F4-91D22D0C41B9}"/>
              </a:ext>
            </a:extLst>
          </p:cNvPr>
          <p:cNvSpPr/>
          <p:nvPr/>
        </p:nvSpPr>
        <p:spPr>
          <a:xfrm>
            <a:off x="12810800" y="768953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9CE7D73B-6A64-C4AE-4AA2-A3A92F8FC076}"/>
              </a:ext>
            </a:extLst>
          </p:cNvPr>
          <p:cNvSpPr/>
          <p:nvPr/>
        </p:nvSpPr>
        <p:spPr>
          <a:xfrm>
            <a:off x="14369600" y="344904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FE4CDF45-64D5-9FEA-7097-2D66BA9374A5}"/>
              </a:ext>
            </a:extLst>
          </p:cNvPr>
          <p:cNvSpPr/>
          <p:nvPr/>
        </p:nvSpPr>
        <p:spPr>
          <a:xfrm>
            <a:off x="14369600" y="1813829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84D8264-A2E9-55DD-1A10-F44148FD8372}"/>
              </a:ext>
            </a:extLst>
          </p:cNvPr>
          <p:cNvSpPr/>
          <p:nvPr/>
        </p:nvSpPr>
        <p:spPr>
          <a:xfrm>
            <a:off x="14369600" y="3282754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7B080CDE-50CB-635A-89EC-233F0A93154D}"/>
              </a:ext>
            </a:extLst>
          </p:cNvPr>
          <p:cNvSpPr/>
          <p:nvPr/>
        </p:nvSpPr>
        <p:spPr>
          <a:xfrm>
            <a:off x="14369600" y="4751679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906DB34F-F4E0-7B0D-3ED9-51AC911625D1}"/>
              </a:ext>
            </a:extLst>
          </p:cNvPr>
          <p:cNvSpPr/>
          <p:nvPr/>
        </p:nvSpPr>
        <p:spPr>
          <a:xfrm>
            <a:off x="14369600" y="6220604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2F3695C9-2129-12B9-46DC-ED249B44D4A1}"/>
              </a:ext>
            </a:extLst>
          </p:cNvPr>
          <p:cNvSpPr/>
          <p:nvPr/>
        </p:nvSpPr>
        <p:spPr>
          <a:xfrm>
            <a:off x="14369600" y="7689530"/>
            <a:ext cx="1440000" cy="131280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E69FA7E3-99E6-59A8-559C-A935A22F101C}"/>
              </a:ext>
            </a:extLst>
          </p:cNvPr>
          <p:cNvSpPr/>
          <p:nvPr/>
        </p:nvSpPr>
        <p:spPr>
          <a:xfrm>
            <a:off x="15928400" y="344904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148FB19E-D830-F012-5E72-6A5B33A5AAD6}"/>
              </a:ext>
            </a:extLst>
          </p:cNvPr>
          <p:cNvSpPr/>
          <p:nvPr/>
        </p:nvSpPr>
        <p:spPr>
          <a:xfrm>
            <a:off x="15928400" y="1813829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6DC9680-B0BE-3CEC-E826-E6B69E4A69C1}"/>
              </a:ext>
            </a:extLst>
          </p:cNvPr>
          <p:cNvSpPr/>
          <p:nvPr/>
        </p:nvSpPr>
        <p:spPr>
          <a:xfrm>
            <a:off x="15928400" y="3282754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153FFFA3-F8C2-E7EC-699B-282C85E0D300}"/>
              </a:ext>
            </a:extLst>
          </p:cNvPr>
          <p:cNvSpPr/>
          <p:nvPr/>
        </p:nvSpPr>
        <p:spPr>
          <a:xfrm>
            <a:off x="15928400" y="4751679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AF0040AF-036B-BDD7-5313-80D684098890}"/>
              </a:ext>
            </a:extLst>
          </p:cNvPr>
          <p:cNvSpPr/>
          <p:nvPr/>
        </p:nvSpPr>
        <p:spPr>
          <a:xfrm>
            <a:off x="15928400" y="6220604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02EE57E0-88A7-4078-20BD-D340B113A6C2}"/>
              </a:ext>
            </a:extLst>
          </p:cNvPr>
          <p:cNvSpPr/>
          <p:nvPr/>
        </p:nvSpPr>
        <p:spPr>
          <a:xfrm>
            <a:off x="15928400" y="7689530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8F01DEF8-5C1B-FA90-4770-CFFA6753CAF2}"/>
              </a:ext>
            </a:extLst>
          </p:cNvPr>
          <p:cNvSpPr/>
          <p:nvPr/>
        </p:nvSpPr>
        <p:spPr>
          <a:xfrm>
            <a:off x="17491842" y="344904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C3213F4-A0AF-7935-15B1-AC42C983D569}"/>
              </a:ext>
            </a:extLst>
          </p:cNvPr>
          <p:cNvSpPr/>
          <p:nvPr/>
        </p:nvSpPr>
        <p:spPr>
          <a:xfrm>
            <a:off x="17491842" y="1813829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E7A67729-CF46-EE04-C853-1FEF8C42871F}"/>
              </a:ext>
            </a:extLst>
          </p:cNvPr>
          <p:cNvSpPr/>
          <p:nvPr/>
        </p:nvSpPr>
        <p:spPr>
          <a:xfrm>
            <a:off x="17491842" y="3282754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CDD9339C-223F-8233-71FF-99E63D1D6F50}"/>
              </a:ext>
            </a:extLst>
          </p:cNvPr>
          <p:cNvSpPr/>
          <p:nvPr/>
        </p:nvSpPr>
        <p:spPr>
          <a:xfrm>
            <a:off x="17491842" y="4751679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359C323F-A2FB-8A7E-BF9C-E507AA01B439}"/>
              </a:ext>
            </a:extLst>
          </p:cNvPr>
          <p:cNvSpPr/>
          <p:nvPr/>
        </p:nvSpPr>
        <p:spPr>
          <a:xfrm>
            <a:off x="17491842" y="6220604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A04A0ADE-87AC-6C13-900E-1EE761F287CA}"/>
              </a:ext>
            </a:extLst>
          </p:cNvPr>
          <p:cNvSpPr/>
          <p:nvPr/>
        </p:nvSpPr>
        <p:spPr>
          <a:xfrm>
            <a:off x="17491842" y="7689530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49E073E9-41ED-5B48-3B42-EDD38DB46A90}"/>
              </a:ext>
            </a:extLst>
          </p:cNvPr>
          <p:cNvSpPr/>
          <p:nvPr/>
        </p:nvSpPr>
        <p:spPr>
          <a:xfrm>
            <a:off x="19069261" y="344904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A32A4504-82CD-01D3-0EB3-65234096AB3A}"/>
              </a:ext>
            </a:extLst>
          </p:cNvPr>
          <p:cNvSpPr/>
          <p:nvPr/>
        </p:nvSpPr>
        <p:spPr>
          <a:xfrm>
            <a:off x="19069261" y="1813829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33828B0-CDEE-B4D1-504B-9168D9C891B4}"/>
              </a:ext>
            </a:extLst>
          </p:cNvPr>
          <p:cNvSpPr/>
          <p:nvPr/>
        </p:nvSpPr>
        <p:spPr>
          <a:xfrm>
            <a:off x="19069261" y="3282754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B0DDEC36-8327-CFA4-F75B-5A29E65F621D}"/>
              </a:ext>
            </a:extLst>
          </p:cNvPr>
          <p:cNvSpPr/>
          <p:nvPr/>
        </p:nvSpPr>
        <p:spPr>
          <a:xfrm>
            <a:off x="19069261" y="4751679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04530F9E-E3F5-DD8E-A164-2218580CCFFB}"/>
              </a:ext>
            </a:extLst>
          </p:cNvPr>
          <p:cNvSpPr/>
          <p:nvPr/>
        </p:nvSpPr>
        <p:spPr>
          <a:xfrm>
            <a:off x="19069261" y="6220604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CD9B0954-2249-898A-8971-580B7BCE9D96}"/>
              </a:ext>
            </a:extLst>
          </p:cNvPr>
          <p:cNvSpPr/>
          <p:nvPr/>
        </p:nvSpPr>
        <p:spPr>
          <a:xfrm>
            <a:off x="19069261" y="7689530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F6826D6-6275-5E4B-844F-9E344D8A4301}"/>
              </a:ext>
            </a:extLst>
          </p:cNvPr>
          <p:cNvSpPr/>
          <p:nvPr/>
        </p:nvSpPr>
        <p:spPr>
          <a:xfrm>
            <a:off x="20659686" y="344904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F8C10214-AF45-FFAF-503D-DBCF60E494C1}"/>
              </a:ext>
            </a:extLst>
          </p:cNvPr>
          <p:cNvSpPr/>
          <p:nvPr/>
        </p:nvSpPr>
        <p:spPr>
          <a:xfrm>
            <a:off x="20659686" y="1813829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C56AD327-82A3-23FF-48BF-D92C0C2C0F36}"/>
              </a:ext>
            </a:extLst>
          </p:cNvPr>
          <p:cNvSpPr/>
          <p:nvPr/>
        </p:nvSpPr>
        <p:spPr>
          <a:xfrm>
            <a:off x="20659686" y="3282754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E7E794FE-C722-2EDC-C818-CBB2FA04C2F1}"/>
              </a:ext>
            </a:extLst>
          </p:cNvPr>
          <p:cNvSpPr/>
          <p:nvPr/>
        </p:nvSpPr>
        <p:spPr>
          <a:xfrm>
            <a:off x="20659686" y="4751679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88342A7-0AA2-988F-63A4-B855A2751BC3}"/>
              </a:ext>
            </a:extLst>
          </p:cNvPr>
          <p:cNvSpPr/>
          <p:nvPr/>
        </p:nvSpPr>
        <p:spPr>
          <a:xfrm>
            <a:off x="20659686" y="6220604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58071140-56B5-3F02-5882-C91C06EC964B}"/>
              </a:ext>
            </a:extLst>
          </p:cNvPr>
          <p:cNvSpPr/>
          <p:nvPr/>
        </p:nvSpPr>
        <p:spPr>
          <a:xfrm>
            <a:off x="20659686" y="7689530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B80A9C3-918A-15DC-40C9-8DC1F53C069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284826" y="4995640"/>
            <a:ext cx="3942690" cy="1833688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E428484-ECF9-AAB4-3D55-21992A6CA4D5}"/>
              </a:ext>
            </a:extLst>
          </p:cNvPr>
          <p:cNvSpPr/>
          <p:nvPr/>
        </p:nvSpPr>
        <p:spPr>
          <a:xfrm>
            <a:off x="11860502" y="9608882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A0154CD-2BB7-1F77-1757-011E7813EDDE}"/>
              </a:ext>
            </a:extLst>
          </p:cNvPr>
          <p:cNvSpPr/>
          <p:nvPr/>
        </p:nvSpPr>
        <p:spPr>
          <a:xfrm>
            <a:off x="8416212" y="9783556"/>
            <a:ext cx="3221553" cy="7877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Bradley Hand" pitchFamily="2" charset="77"/>
              </a:rPr>
              <a:t>outdegree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EC48E8B-AC9E-C4ED-D134-4320B66221BC}"/>
              </a:ext>
            </a:extLst>
          </p:cNvPr>
          <p:cNvSpPr/>
          <p:nvPr/>
        </p:nvSpPr>
        <p:spPr>
          <a:xfrm>
            <a:off x="13737199" y="9608882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5E19C18-06D7-3409-BA28-C0BABDCFE26E}"/>
              </a:ext>
            </a:extLst>
          </p:cNvPr>
          <p:cNvSpPr/>
          <p:nvPr/>
        </p:nvSpPr>
        <p:spPr>
          <a:xfrm>
            <a:off x="15613896" y="9608882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DCB0E4B-79CE-09F8-46F0-86E34CFFBE98}"/>
              </a:ext>
            </a:extLst>
          </p:cNvPr>
          <p:cNvSpPr/>
          <p:nvPr/>
        </p:nvSpPr>
        <p:spPr>
          <a:xfrm>
            <a:off x="17490593" y="9608882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7010BFE-6D77-A6BA-73F3-86AFBB09A65E}"/>
              </a:ext>
            </a:extLst>
          </p:cNvPr>
          <p:cNvSpPr/>
          <p:nvPr/>
        </p:nvSpPr>
        <p:spPr>
          <a:xfrm>
            <a:off x="19367290" y="9608882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40A9F0D-1C88-E044-9B3C-2EA7E3A94DFF}"/>
              </a:ext>
            </a:extLst>
          </p:cNvPr>
          <p:cNvSpPr/>
          <p:nvPr/>
        </p:nvSpPr>
        <p:spPr>
          <a:xfrm>
            <a:off x="21243987" y="9608882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AC4AE29-F5F0-5DAD-61E1-8820C36096F3}"/>
              </a:ext>
            </a:extLst>
          </p:cNvPr>
          <p:cNvSpPr/>
          <p:nvPr/>
        </p:nvSpPr>
        <p:spPr>
          <a:xfrm>
            <a:off x="11860502" y="11108606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4384A49-49D7-9B41-2343-8B8DC80219AC}"/>
              </a:ext>
            </a:extLst>
          </p:cNvPr>
          <p:cNvSpPr/>
          <p:nvPr/>
        </p:nvSpPr>
        <p:spPr>
          <a:xfrm>
            <a:off x="8416212" y="11283280"/>
            <a:ext cx="3221553" cy="7877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Bradley Hand" pitchFamily="2" charset="77"/>
              </a:rPr>
              <a:t>indegree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A8EDFDB-8A2C-B114-F6FC-9595F1DE7FA7}"/>
              </a:ext>
            </a:extLst>
          </p:cNvPr>
          <p:cNvSpPr/>
          <p:nvPr/>
        </p:nvSpPr>
        <p:spPr>
          <a:xfrm>
            <a:off x="13737199" y="11108606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CA90D81-762D-F483-FD52-F2C0FBB5456A}"/>
              </a:ext>
            </a:extLst>
          </p:cNvPr>
          <p:cNvSpPr/>
          <p:nvPr/>
        </p:nvSpPr>
        <p:spPr>
          <a:xfrm>
            <a:off x="15613896" y="11108606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04778AB-FB4D-6A53-ED47-6382AE6C8752}"/>
              </a:ext>
            </a:extLst>
          </p:cNvPr>
          <p:cNvSpPr/>
          <p:nvPr/>
        </p:nvSpPr>
        <p:spPr>
          <a:xfrm>
            <a:off x="17490593" y="11108606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A676118-6EC4-4633-198D-2E4523806AB0}"/>
              </a:ext>
            </a:extLst>
          </p:cNvPr>
          <p:cNvSpPr/>
          <p:nvPr/>
        </p:nvSpPr>
        <p:spPr>
          <a:xfrm>
            <a:off x="19367290" y="11108606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5463943-A477-B614-B901-7698D86D8EC0}"/>
              </a:ext>
            </a:extLst>
          </p:cNvPr>
          <p:cNvSpPr/>
          <p:nvPr/>
        </p:nvSpPr>
        <p:spPr>
          <a:xfrm>
            <a:off x="21243987" y="11108606"/>
            <a:ext cx="1732548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60721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F4A39AC-B4A0-3075-35A4-4A43069CA41D}"/>
              </a:ext>
            </a:extLst>
          </p:cNvPr>
          <p:cNvSpPr/>
          <p:nvPr/>
        </p:nvSpPr>
        <p:spPr>
          <a:xfrm>
            <a:off x="639258" y="467827"/>
            <a:ext cx="23105484" cy="42508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You are given a directed graph G as an input. 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Count the number of  pairs of vertices that are connected to each other in both directions</a:t>
            </a:r>
            <a:endParaRPr lang="en-IN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Count each unordered pair of distinct vertices {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u,v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} once if both edges u 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  <a:sym typeface="Wingdings" pitchFamily="2" charset="2"/>
              </a:rPr>
              <a:t>v and v  u exist</a:t>
            </a:r>
            <a:endParaRPr lang="en-IN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1F8C13-0E3B-F98A-EB52-1F74FF369CC0}"/>
              </a:ext>
            </a:extLst>
          </p:cNvPr>
          <p:cNvSpPr/>
          <p:nvPr/>
        </p:nvSpPr>
        <p:spPr>
          <a:xfrm>
            <a:off x="2849630" y="728301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D8030E6-2220-71C3-BD57-FC7615017D16}"/>
              </a:ext>
            </a:extLst>
          </p:cNvPr>
          <p:cNvSpPr/>
          <p:nvPr/>
        </p:nvSpPr>
        <p:spPr>
          <a:xfrm>
            <a:off x="5825568" y="53271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AF05B5-B611-3410-61F3-B391002504A2}"/>
              </a:ext>
            </a:extLst>
          </p:cNvPr>
          <p:cNvSpPr/>
          <p:nvPr/>
        </p:nvSpPr>
        <p:spPr>
          <a:xfrm>
            <a:off x="9036300" y="728301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8AE03FC-9B3C-8DFB-DF95-E8AC98D6B039}"/>
              </a:ext>
            </a:extLst>
          </p:cNvPr>
          <p:cNvCxnSpPr>
            <a:cxnSpLocks/>
            <a:stCxn id="4" idx="4"/>
            <a:endCxn id="3" idx="0"/>
          </p:cNvCxnSpPr>
          <p:nvPr/>
        </p:nvCxnSpPr>
        <p:spPr>
          <a:xfrm flipH="1">
            <a:off x="3569630" y="6639969"/>
            <a:ext cx="2975938" cy="643047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4D91BE-F5DA-0882-4EA5-3EF6E5D1AF0C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6545568" y="6639969"/>
            <a:ext cx="3210732" cy="643047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8232E207-6F1E-F2DB-491D-BB9AC9167E61}"/>
              </a:ext>
            </a:extLst>
          </p:cNvPr>
          <p:cNvSpPr/>
          <p:nvPr/>
        </p:nvSpPr>
        <p:spPr>
          <a:xfrm>
            <a:off x="7646166" y="932505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25CC87F-A387-7E04-3A96-5AEC38C442CF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8366166" y="8595819"/>
            <a:ext cx="1390134" cy="729236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2775B88A-417F-4404-9678-53702498B561}"/>
              </a:ext>
            </a:extLst>
          </p:cNvPr>
          <p:cNvSpPr/>
          <p:nvPr/>
        </p:nvSpPr>
        <p:spPr>
          <a:xfrm>
            <a:off x="1100669" y="9325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34AA26-EFCC-D6A3-BA4A-08CA25A8EBAD}"/>
              </a:ext>
            </a:extLst>
          </p:cNvPr>
          <p:cNvCxnSpPr>
            <a:cxnSpLocks/>
            <a:stCxn id="3" idx="4"/>
            <a:endCxn id="10" idx="0"/>
          </p:cNvCxnSpPr>
          <p:nvPr/>
        </p:nvCxnSpPr>
        <p:spPr>
          <a:xfrm flipH="1">
            <a:off x="1820669" y="8595819"/>
            <a:ext cx="1748961" cy="729235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7D6FCFAF-D16F-06EC-C859-7DA06026AF15}"/>
              </a:ext>
            </a:extLst>
          </p:cNvPr>
          <p:cNvSpPr/>
          <p:nvPr/>
        </p:nvSpPr>
        <p:spPr>
          <a:xfrm>
            <a:off x="5825568" y="116796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0" cap="flat">
            <a:solidFill>
              <a:schemeClr val="accent1">
                <a:lumMod val="60000"/>
                <a:lumOff val="40000"/>
              </a:schemeClr>
            </a:solidFill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AFBB70D-C62F-A821-9483-C9AA788A651B}"/>
              </a:ext>
            </a:extLst>
          </p:cNvPr>
          <p:cNvCxnSpPr>
            <a:cxnSpLocks/>
            <a:stCxn id="8" idx="4"/>
            <a:endCxn id="12" idx="0"/>
          </p:cNvCxnSpPr>
          <p:nvPr/>
        </p:nvCxnSpPr>
        <p:spPr>
          <a:xfrm flipH="1">
            <a:off x="6545568" y="10637858"/>
            <a:ext cx="1820598" cy="1041766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26AC385-59A2-56AD-3708-4DB1647329E6}"/>
              </a:ext>
            </a:extLst>
          </p:cNvPr>
          <p:cNvCxnSpPr>
            <a:cxnSpLocks/>
            <a:stCxn id="10" idx="4"/>
            <a:endCxn id="12" idx="2"/>
          </p:cNvCxnSpPr>
          <p:nvPr/>
        </p:nvCxnSpPr>
        <p:spPr>
          <a:xfrm>
            <a:off x="1820669" y="10637857"/>
            <a:ext cx="4004899" cy="1698169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92C855-666F-B063-55B1-F167C9914974}"/>
              </a:ext>
            </a:extLst>
          </p:cNvPr>
          <p:cNvCxnSpPr>
            <a:cxnSpLocks/>
            <a:stCxn id="3" idx="6"/>
            <a:endCxn id="5" idx="2"/>
          </p:cNvCxnSpPr>
          <p:nvPr/>
        </p:nvCxnSpPr>
        <p:spPr>
          <a:xfrm>
            <a:off x="4289630" y="7939418"/>
            <a:ext cx="4746670" cy="0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A6B758E-F5D4-8A2C-2F92-ED21DDDC1F06}"/>
              </a:ext>
            </a:extLst>
          </p:cNvPr>
          <p:cNvCxnSpPr>
            <a:cxnSpLocks/>
            <a:stCxn id="3" idx="5"/>
            <a:endCxn id="8" idx="0"/>
          </p:cNvCxnSpPr>
          <p:nvPr/>
        </p:nvCxnSpPr>
        <p:spPr>
          <a:xfrm>
            <a:off x="4078747" y="8403563"/>
            <a:ext cx="4287419" cy="921492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E415049-5D77-FF98-1D90-7802BF25B9E1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2602878" y="9845936"/>
            <a:ext cx="3942690" cy="1833688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6EDABDC-AD03-3786-7587-5ECFB7723D7F}"/>
              </a:ext>
            </a:extLst>
          </p:cNvPr>
          <p:cNvSpPr/>
          <p:nvPr/>
        </p:nvSpPr>
        <p:spPr>
          <a:xfrm>
            <a:off x="12432942" y="9219797"/>
            <a:ext cx="3221553" cy="7877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Bradley Hand" pitchFamily="2" charset="77"/>
              </a:rPr>
              <a:t>Ans=1</a:t>
            </a:r>
          </a:p>
        </p:txBody>
      </p:sp>
    </p:spTree>
    <p:extLst>
      <p:ext uri="{BB962C8B-B14F-4D97-AF65-F5344CB8AC3E}">
        <p14:creationId xmlns:p14="http://schemas.microsoft.com/office/powerpoint/2010/main" val="3307898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8" grpId="0" animBg="1"/>
      <p:bldP spid="10" grpId="0" animBg="1"/>
      <p:bldP spid="12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3954AFD5-1891-92AB-5F17-32E9E7EAF3FA}"/>
                  </a:ext>
                </a:extLst>
              </p:cNvPr>
              <p:cNvSpPr/>
              <p:nvPr/>
            </p:nvSpPr>
            <p:spPr>
              <a:xfrm>
                <a:off x="566682" y="1068859"/>
                <a:ext cx="8819773" cy="1193958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 %d”, &amp;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	 scanf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 %d”, &amp;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]] =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]] =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3954AFD5-1891-92AB-5F17-32E9E7EAF3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82" y="1068859"/>
                <a:ext cx="8819773" cy="11939588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7593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3A083CFD-18A6-2C40-8FD7-8A32B15F9EB8}"/>
                  </a:ext>
                </a:extLst>
              </p:cNvPr>
              <p:cNvSpPr/>
              <p:nvPr/>
            </p:nvSpPr>
            <p:spPr>
              <a:xfrm>
                <a:off x="566682" y="1068866"/>
                <a:ext cx="8819773" cy="1193958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 %d”, &amp;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outdegree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outdegree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	 scanf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 %d”, &amp;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outdegree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]] =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outdegree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   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outdegree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IN" sz="24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outdegree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  <a14:m>
                  <m:oMath xmlns:m="http://schemas.openxmlformats.org/officeDocument/2006/math">
                    <m:r>
                      <a:rPr lang="en-IN" sz="24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14:m>
                  <m:oMath xmlns:m="http://schemas.openxmlformats.org/officeDocument/2006/math">
                    <m:r>
                      <a:rPr lang="en-IN" sz="24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==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  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}</a:t>
                </a:r>
                <a:endParaRPr lang="en-IN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/2);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3A083CFD-18A6-2C40-8FD7-8A32B15F9E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82" y="1068866"/>
                <a:ext cx="8819773" cy="11939588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7105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98252F0-8CAB-CD60-B7BD-4259409F7028}"/>
              </a:ext>
            </a:extLst>
          </p:cNvPr>
          <p:cNvSpPr/>
          <p:nvPr/>
        </p:nvSpPr>
        <p:spPr>
          <a:xfrm>
            <a:off x="639258" y="881557"/>
            <a:ext cx="23105484" cy="342334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You are given an undirected graph G. 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 triangle in the graph is a tuple (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u,v,w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 such that u 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  <a:sym typeface="Wingdings" pitchFamily="2" charset="2"/>
              </a:rPr>
              <a:t>v and v  w  and w u exist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  <a:sym typeface="Wingdings" pitchFamily="2" charset="2"/>
              </a:rPr>
              <a:t>Report the number of triangles in the graph</a:t>
            </a:r>
            <a:endParaRPr lang="en-IN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75FF657-92DB-7959-68F2-20FF1A35513F}"/>
              </a:ext>
            </a:extLst>
          </p:cNvPr>
          <p:cNvSpPr/>
          <p:nvPr/>
        </p:nvSpPr>
        <p:spPr>
          <a:xfrm>
            <a:off x="3382817" y="71795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701A75C-3AB5-8E95-733D-7DBAC1E16A6F}"/>
              </a:ext>
            </a:extLst>
          </p:cNvPr>
          <p:cNvSpPr/>
          <p:nvPr/>
        </p:nvSpPr>
        <p:spPr>
          <a:xfrm>
            <a:off x="6358755" y="52236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37D2C5C-EEBD-8FD3-1AEB-555DAD1FFCBA}"/>
              </a:ext>
            </a:extLst>
          </p:cNvPr>
          <p:cNvSpPr/>
          <p:nvPr/>
        </p:nvSpPr>
        <p:spPr>
          <a:xfrm>
            <a:off x="9569487" y="71795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1D07004-C7AB-2F1B-41D4-DB12EF8089ED}"/>
              </a:ext>
            </a:extLst>
          </p:cNvPr>
          <p:cNvCxnSpPr>
            <a:cxnSpLocks/>
            <a:stCxn id="4" idx="4"/>
            <a:endCxn id="3" idx="0"/>
          </p:cNvCxnSpPr>
          <p:nvPr/>
        </p:nvCxnSpPr>
        <p:spPr>
          <a:xfrm flipH="1">
            <a:off x="4102817" y="6536476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B3C966-B044-9E9F-AF37-CC0D4C947358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7078755" y="6536476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F5F1BED5-17CF-01F7-F775-D3A24672DFF0}"/>
              </a:ext>
            </a:extLst>
          </p:cNvPr>
          <p:cNvSpPr/>
          <p:nvPr/>
        </p:nvSpPr>
        <p:spPr>
          <a:xfrm>
            <a:off x="8179353" y="92215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231DC2A-2152-385F-9918-A16C8F957842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8899353" y="8492326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CABAA87E-F820-002B-6790-B2E0A31D9E18}"/>
              </a:ext>
            </a:extLst>
          </p:cNvPr>
          <p:cNvSpPr/>
          <p:nvPr/>
        </p:nvSpPr>
        <p:spPr>
          <a:xfrm>
            <a:off x="1633856" y="92215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A4E5A89-C198-FD28-2BE3-D9DAD62DDBF2}"/>
              </a:ext>
            </a:extLst>
          </p:cNvPr>
          <p:cNvCxnSpPr>
            <a:cxnSpLocks/>
            <a:stCxn id="3" idx="4"/>
            <a:endCxn id="10" idx="0"/>
          </p:cNvCxnSpPr>
          <p:nvPr/>
        </p:nvCxnSpPr>
        <p:spPr>
          <a:xfrm flipH="1">
            <a:off x="2353856" y="8492326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52473D02-683E-81FE-A8DD-07A0D8E05926}"/>
              </a:ext>
            </a:extLst>
          </p:cNvPr>
          <p:cNvSpPr/>
          <p:nvPr/>
        </p:nvSpPr>
        <p:spPr>
          <a:xfrm>
            <a:off x="6358755" y="1157613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84C6879-FBA5-B734-774B-36D8FAC671AE}"/>
              </a:ext>
            </a:extLst>
          </p:cNvPr>
          <p:cNvCxnSpPr>
            <a:cxnSpLocks/>
            <a:stCxn id="8" idx="4"/>
            <a:endCxn id="12" idx="0"/>
          </p:cNvCxnSpPr>
          <p:nvPr/>
        </p:nvCxnSpPr>
        <p:spPr>
          <a:xfrm flipH="1">
            <a:off x="7078755" y="10534365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A25988-2F27-4394-173B-BCAA210DCE63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>
            <a:off x="2353856" y="10534364"/>
            <a:ext cx="4724899" cy="104176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959F80-AB4A-50EA-54B8-45C0C498F0D4}"/>
              </a:ext>
            </a:extLst>
          </p:cNvPr>
          <p:cNvCxnSpPr>
            <a:cxnSpLocks/>
            <a:stCxn id="3" idx="6"/>
            <a:endCxn id="5" idx="2"/>
          </p:cNvCxnSpPr>
          <p:nvPr/>
        </p:nvCxnSpPr>
        <p:spPr>
          <a:xfrm>
            <a:off x="4822817" y="7835925"/>
            <a:ext cx="4746670" cy="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B78690-7677-9988-6029-5EFE58F6D47E}"/>
              </a:ext>
            </a:extLst>
          </p:cNvPr>
          <p:cNvCxnSpPr>
            <a:cxnSpLocks/>
            <a:stCxn id="3" idx="5"/>
            <a:endCxn id="8" idx="0"/>
          </p:cNvCxnSpPr>
          <p:nvPr/>
        </p:nvCxnSpPr>
        <p:spPr>
          <a:xfrm>
            <a:off x="4611934" y="8300070"/>
            <a:ext cx="4287419" cy="92149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A31F7EA-3342-2454-3467-E24EE17B01CE}"/>
              </a:ext>
            </a:extLst>
          </p:cNvPr>
          <p:cNvSpPr/>
          <p:nvPr/>
        </p:nvSpPr>
        <p:spPr>
          <a:xfrm>
            <a:off x="12192000" y="7787541"/>
            <a:ext cx="11549811" cy="84902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spcBef>
                <a:spcPts val="0"/>
              </a:spcBef>
            </a:pPr>
            <a:r>
              <a:rPr lang="en-IN" dirty="0">
                <a:solidFill>
                  <a:schemeClr val="bg1"/>
                </a:solidFill>
                <a:latin typeface="Bradley Hand" pitchFamily="2" charset="77"/>
              </a:rPr>
              <a:t>Number of triangles = 2</a:t>
            </a:r>
          </a:p>
        </p:txBody>
      </p:sp>
    </p:spTree>
    <p:extLst>
      <p:ext uri="{BB962C8B-B14F-4D97-AF65-F5344CB8AC3E}">
        <p14:creationId xmlns:p14="http://schemas.microsoft.com/office/powerpoint/2010/main" val="2767456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8" grpId="0" animBg="1"/>
      <p:bldP spid="10" grpId="0" animBg="1"/>
      <p:bldP spid="12" grpId="0" animBg="1"/>
      <p:bldP spid="1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!!box">
                <a:extLst>
                  <a:ext uri="{FF2B5EF4-FFF2-40B4-BE49-F238E27FC236}">
                    <a16:creationId xmlns:a16="http://schemas.microsoft.com/office/drawing/2014/main" id="{3D127D83-EE5D-D974-E791-6AF6E3816129}"/>
                  </a:ext>
                </a:extLst>
              </p:cNvPr>
              <p:cNvSpPr/>
              <p:nvPr/>
            </p:nvSpPr>
            <p:spPr>
              <a:xfrm>
                <a:off x="566682" y="871692"/>
                <a:ext cx="8819773" cy="1233392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 %d”, &amp;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	 scanf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 %d”, &amp;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]] =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]] =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!!box">
                <a:extLst>
                  <a:ext uri="{FF2B5EF4-FFF2-40B4-BE49-F238E27FC236}">
                    <a16:creationId xmlns:a16="http://schemas.microsoft.com/office/drawing/2014/main" id="{3D127D83-EE5D-D974-E791-6AF6E38161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82" y="871692"/>
                <a:ext cx="8819773" cy="1233392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0811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6C0E8-9E28-F62F-B24C-844242E7F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!!box">
                <a:extLst>
                  <a:ext uri="{FF2B5EF4-FFF2-40B4-BE49-F238E27FC236}">
                    <a16:creationId xmlns:a16="http://schemas.microsoft.com/office/drawing/2014/main" id="{F149C6E7-2990-C8ED-DEBE-6AEA43FE959A}"/>
                  </a:ext>
                </a:extLst>
              </p:cNvPr>
              <p:cNvSpPr/>
              <p:nvPr/>
            </p:nvSpPr>
            <p:spPr>
              <a:xfrm>
                <a:off x="566682" y="904564"/>
                <a:ext cx="8819773" cy="122682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 %d”, &amp;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=0 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=0 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	 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 %d”, &amp;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]] =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]] =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trianglecount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//for each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// if both (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and (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exist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// increment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trianglecount</a:t>
                </a: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(”%d”,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trianglecount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/6);</a:t>
                </a:r>
                <a:endParaRPr lang="en-IN" sz="2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!!box">
                <a:extLst>
                  <a:ext uri="{FF2B5EF4-FFF2-40B4-BE49-F238E27FC236}">
                    <a16:creationId xmlns:a16="http://schemas.microsoft.com/office/drawing/2014/main" id="{F149C6E7-2990-C8ED-DEBE-6AEA43FE95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82" y="904564"/>
                <a:ext cx="8819773" cy="122682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2661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05322-527E-9274-61E9-10090F0B6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!!box">
                <a:extLst>
                  <a:ext uri="{FF2B5EF4-FFF2-40B4-BE49-F238E27FC236}">
                    <a16:creationId xmlns:a16="http://schemas.microsoft.com/office/drawing/2014/main" id="{B8032708-45B0-E011-27F4-0348BCA0DE75}"/>
                  </a:ext>
                </a:extLst>
              </p:cNvPr>
              <p:cNvSpPr/>
              <p:nvPr/>
            </p:nvSpPr>
            <p:spPr>
              <a:xfrm>
                <a:off x="566682" y="740256"/>
                <a:ext cx="8819773" cy="1259681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 %d”, &amp;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=0 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=0 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	 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 %d”, &amp;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]] =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]] =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trianglecount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==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==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2)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    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trianglecount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(”%d”,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trianglecount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/6);</a:t>
                </a:r>
                <a:endParaRPr lang="en-IN" sz="2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!!box">
                <a:extLst>
                  <a:ext uri="{FF2B5EF4-FFF2-40B4-BE49-F238E27FC236}">
                    <a16:creationId xmlns:a16="http://schemas.microsoft.com/office/drawing/2014/main" id="{B8032708-45B0-E011-27F4-0348BCA0DE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82" y="740256"/>
                <a:ext cx="8819773" cy="125968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1912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1C8AC62-E6F2-4961-B1CD-C6C820A27468}"/>
              </a:ext>
            </a:extLst>
          </p:cNvPr>
          <p:cNvSpPr/>
          <p:nvPr/>
        </p:nvSpPr>
        <p:spPr>
          <a:xfrm>
            <a:off x="639258" y="932639"/>
            <a:ext cx="23105484" cy="507827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You are given an undirected graph G 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 path of length two counts the path u — v—w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  <a:sym typeface="Wingdings" pitchFamily="2" charset="2"/>
              </a:rPr>
              <a:t>Note that path u—v—w is same as w—v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— 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  <a:sym typeface="Wingdings" pitchFamily="2" charset="2"/>
              </a:rPr>
              <a:t>u and should be counted just once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  <a:sym typeface="Wingdings" pitchFamily="2" charset="2"/>
              </a:rPr>
              <a:t>Report the (number of length 2 paths in G) mod 5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  <a:sym typeface="Wingdings" pitchFamily="2" charset="2"/>
              </a:rPr>
              <a:t>The time taken by your algorithm should be O(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  <a:sym typeface="Wingdings" pitchFamily="2" charset="2"/>
              </a:rPr>
              <a:t>m+n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  <a:sym typeface="Wingdings" pitchFamily="2" charset="2"/>
              </a:rPr>
              <a:t>)</a:t>
            </a:r>
            <a:endParaRPr lang="en-IN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5D7ECE2-B8F4-A168-F77D-A8A4E0B15037}"/>
              </a:ext>
            </a:extLst>
          </p:cNvPr>
          <p:cNvSpPr/>
          <p:nvPr/>
        </p:nvSpPr>
        <p:spPr>
          <a:xfrm>
            <a:off x="639258" y="7685461"/>
            <a:ext cx="23105484" cy="342334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number of length 2 paths can be huge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So 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may not be large enough to fit in the number of paths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Thus, we report a smaller number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Remember that (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a+b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 mod 5 = (a mod 5 + b mod 5) mod 5</a:t>
            </a:r>
            <a:endParaRPr lang="en-IN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61137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908B1-3FF7-C751-A37B-E0FEFC8A5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!!box">
                <a:extLst>
                  <a:ext uri="{FF2B5EF4-FFF2-40B4-BE49-F238E27FC236}">
                    <a16:creationId xmlns:a16="http://schemas.microsoft.com/office/drawing/2014/main" id="{DF482AAD-B389-0927-1B7B-75C0993EE4AE}"/>
                  </a:ext>
                </a:extLst>
              </p:cNvPr>
              <p:cNvSpPr/>
              <p:nvPr/>
            </p:nvSpPr>
            <p:spPr>
              <a:xfrm>
                <a:off x="566682" y="2895686"/>
                <a:ext cx="8819773" cy="828595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 %d”, &amp;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=0 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=0 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	 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 %d”, &amp;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]] =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]] =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pathcount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 0;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	//count the number of paths with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as the middle vertex (mod 5)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(”%d”,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pathcount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  <a:endParaRPr lang="en-IN" sz="2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!!box">
                <a:extLst>
                  <a:ext uri="{FF2B5EF4-FFF2-40B4-BE49-F238E27FC236}">
                    <a16:creationId xmlns:a16="http://schemas.microsoft.com/office/drawing/2014/main" id="{DF482AAD-B389-0927-1B7B-75C0993EE4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82" y="2895686"/>
                <a:ext cx="8819773" cy="828595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5431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FB5AA-9A1A-2BDB-4414-B755A63F5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A82DE77B-C679-889B-9CA5-2FFB70860CE4}"/>
                  </a:ext>
                </a:extLst>
              </p:cNvPr>
              <p:cNvSpPr/>
              <p:nvPr/>
            </p:nvSpPr>
            <p:spPr>
              <a:xfrm>
                <a:off x="566682" y="2725426"/>
                <a:ext cx="8819773" cy="862647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 %d”, &amp;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=0 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=0 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	 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 %d”, &amp;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]] =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adj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][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]] =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pathcount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 0;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	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pathcount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(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pathcount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+ 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]*(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]-1)/2 % 5) % 5;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(”%d”,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pathcount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  <a:endParaRPr lang="en-IN" sz="2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A82DE77B-C679-889B-9CA5-2FFB70860C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82" y="2725426"/>
                <a:ext cx="8819773" cy="862647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299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12645</TotalTime>
  <Words>3065</Words>
  <Application>Microsoft Macintosh PowerPoint</Application>
  <PresentationFormat>Custom</PresentationFormat>
  <Paragraphs>912</Paragraphs>
  <Slides>33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Bradley Hand</vt:lpstr>
      <vt:lpstr>Cambria Math</vt:lpstr>
      <vt:lpstr>Chalkduster</vt:lpstr>
      <vt:lpstr>Helvetica Neue</vt:lpstr>
      <vt:lpstr>Helvetica Neue Medium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Manoj Gupta</cp:lastModifiedBy>
  <cp:revision>2462</cp:revision>
  <dcterms:modified xsi:type="dcterms:W3CDTF">2026-10-27T03:42:58Z</dcterms:modified>
</cp:coreProperties>
</file>