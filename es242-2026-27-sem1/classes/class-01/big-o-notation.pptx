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5" r:id="rId32"/>
    <p:sldId id="287" r:id="rId33"/>
    <p:sldId id="288" r:id="rId34"/>
    <p:sldId id="289" r:id="rId35"/>
    <p:sldId id="290" r:id="rId36"/>
    <p:sldId id="294" r:id="rId37"/>
    <p:sldId id="291" r:id="rId38"/>
    <p:sldId id="292" r:id="rId39"/>
    <p:sldId id="293" r:id="rId4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24"/>
    <p:restoredTop sz="94808"/>
  </p:normalViewPr>
  <p:slideViewPr>
    <p:cSldViewPr snapToGrid="0">
      <p:cViewPr varScale="1">
        <p:scale>
          <a:sx n="67" d="100"/>
          <a:sy n="67" d="100"/>
        </p:scale>
        <p:origin x="1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11" Type="http://schemas.openxmlformats.org/officeDocument/2006/relationships/image" Target="../media/image30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21" Type="http://schemas.openxmlformats.org/officeDocument/2006/relationships/image" Target="../media/image44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300.png"/><Relationship Id="rId10" Type="http://schemas.openxmlformats.org/officeDocument/2006/relationships/image" Target="../media/image330.png"/><Relationship Id="rId19" Type="http://schemas.openxmlformats.org/officeDocument/2006/relationships/image" Target="../media/image4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7.pn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7.png"/><Relationship Id="rId3" Type="http://schemas.openxmlformats.org/officeDocument/2006/relationships/image" Target="../media/image60.png"/><Relationship Id="rId7" Type="http://schemas.openxmlformats.org/officeDocument/2006/relationships/image" Target="../media/image73.png"/><Relationship Id="rId12" Type="http://schemas.openxmlformats.org/officeDocument/2006/relationships/image" Target="../media/image7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svg"/><Relationship Id="rId11" Type="http://schemas.openxmlformats.org/officeDocument/2006/relationships/image" Target="../media/image14.svg"/><Relationship Id="rId5" Type="http://schemas.openxmlformats.org/officeDocument/2006/relationships/image" Target="../media/image15.png"/><Relationship Id="rId15" Type="http://schemas.openxmlformats.org/officeDocument/2006/relationships/image" Target="../media/image32.png"/><Relationship Id="rId10" Type="http://schemas.openxmlformats.org/officeDocument/2006/relationships/image" Target="../media/image13.png"/><Relationship Id="rId4" Type="http://schemas.openxmlformats.org/officeDocument/2006/relationships/image" Target="../media/image72.png"/><Relationship Id="rId9" Type="http://schemas.openxmlformats.org/officeDocument/2006/relationships/image" Target="../media/image75.png"/><Relationship Id="rId1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6.png"/><Relationship Id="rId7" Type="http://schemas.openxmlformats.org/officeDocument/2006/relationships/image" Target="../media/image8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1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7.xml"/><Relationship Id="rId11" Type="http://schemas.openxmlformats.org/officeDocument/2006/relationships/image" Target="../media/image1040.png"/><Relationship Id="rId5" Type="http://schemas.openxmlformats.org/officeDocument/2006/relationships/image" Target="../media/image104.png"/><Relationship Id="rId10" Type="http://schemas.openxmlformats.org/officeDocument/2006/relationships/image" Target="../media/image1030.png"/><Relationship Id="rId4" Type="http://schemas.openxmlformats.org/officeDocument/2006/relationships/image" Target="../media/image10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Candy: A problem on leetcode"/>
              <p:cNvSpPr/>
              <p:nvPr/>
            </p:nvSpPr>
            <p:spPr>
              <a:xfrm>
                <a:off x="645013" y="1189806"/>
                <a:ext cx="22731560" cy="11470843"/>
              </a:xfrm>
              <a:prstGeom prst="roundRect">
                <a:avLst>
                  <a:gd name="adj" fmla="val 1661"/>
                </a:avLst>
              </a:prstGeom>
              <a:noFill/>
              <a:ln w="12700">
                <a:noFill/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0" dir="5400000" sy="-100000" algn="bl" rotWithShape="0"/>
              </a:effectLst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ctr"/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20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lvl1pPr>
              </a:lstStyle>
              <a:p>
                <a:r>
                  <a:rPr lang="en-US" sz="14400" dirty="0">
                    <a:latin typeface="Chalkduster" panose="03050602040202020205" pitchFamily="66" charset="77"/>
                    <a:cs typeface="Fave Script Bold Pro" panose="020F0502020204030204" pitchFamily="34" charset="0"/>
                  </a:rPr>
                  <a:t>Comparing Running Time and </a:t>
                </a:r>
                <a14:m>
                  <m:oMath xmlns:m="http://schemas.openxmlformats.org/officeDocument/2006/math">
                    <m:r>
                      <a:rPr lang="en-US" sz="14400" b="0" i="1" smtClean="0">
                        <a:latin typeface="Cambria Math" panose="02040503050406030204" pitchFamily="18" charset="0"/>
                        <a:cs typeface="Fave Script Bold Pro" panose="020F0502020204030204" pitchFamily="34" charset="0"/>
                      </a:rPr>
                      <m:t>𝑂</m:t>
                    </m:r>
                    <m:r>
                      <a:rPr lang="en-US" sz="14400" b="0" i="1" smtClean="0">
                        <a:latin typeface="Cambria Math" panose="02040503050406030204" pitchFamily="18" charset="0"/>
                        <a:cs typeface="Fave Script Bold Pro" panose="020F050202020403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4400" b="0" i="0" smtClean="0">
                        <a:latin typeface="Cambria Math" panose="02040503050406030204" pitchFamily="18" charset="0"/>
                        <a:cs typeface="Fave Script Bold Pro" panose="020F0502020204030204" pitchFamily="34" charset="0"/>
                      </a:rPr>
                      <m:t>Ω</m:t>
                    </m:r>
                    <m:r>
                      <a:rPr lang="en-US" sz="14400" b="0" i="0" smtClean="0">
                        <a:latin typeface="Cambria Math" panose="02040503050406030204" pitchFamily="18" charset="0"/>
                        <a:cs typeface="Fave Script Bold Pro" panose="020F050202020403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4400" b="0" i="0" smtClean="0">
                        <a:latin typeface="Cambria Math" panose="02040503050406030204" pitchFamily="18" charset="0"/>
                        <a:cs typeface="Fave Script Bold Pro" panose="020F0502020204030204" pitchFamily="34" charset="0"/>
                      </a:rPr>
                      <m:t>Θ</m:t>
                    </m:r>
                  </m:oMath>
                </a14:m>
                <a:r>
                  <a:rPr lang="en-US" sz="14400" dirty="0">
                    <a:latin typeface="Chalkduster" panose="03050602040202020205" pitchFamily="66" charset="77"/>
                    <a:cs typeface="Fave Script Bold Pro" panose="020F0502020204030204" pitchFamily="34" charset="0"/>
                  </a:rPr>
                  <a:t> notations</a:t>
                </a:r>
                <a:endParaRPr sz="14400" dirty="0">
                  <a:latin typeface="Chalkduster" panose="03050602040202020205" pitchFamily="66" charset="77"/>
                  <a:cs typeface="Fave Script Bold Pro" panose="020F0502020204030204" pitchFamily="34" charset="0"/>
                </a:endParaRPr>
              </a:p>
            </p:txBody>
          </p:sp>
        </mc:Choice>
        <mc:Fallback xmlns="">
          <p:sp>
            <p:nvSpPr>
              <p:cNvPr id="171" name="Candy: A problem on leetc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189806"/>
                <a:ext cx="22731560" cy="11470843"/>
              </a:xfrm>
              <a:prstGeom prst="roundRect">
                <a:avLst>
                  <a:gd name="adj" fmla="val 1661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noFill/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CC36-73A8-653A-B606-7CB16D21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B79C97A-BB23-64BF-20E3-B306CFA8329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EE23CD-BF8D-5A30-8794-ABFB364837A7}"/>
              </a:ext>
            </a:extLst>
          </p:cNvPr>
          <p:cNvSpPr/>
          <p:nvPr/>
        </p:nvSpPr>
        <p:spPr>
          <a:xfrm>
            <a:off x="645013" y="468821"/>
            <a:ext cx="9543957" cy="10441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(”%d”, max);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A05FFA-E44A-406F-8CD2-144D827F398B}"/>
              </a:ext>
            </a:extLst>
          </p:cNvPr>
          <p:cNvSpPr/>
          <p:nvPr/>
        </p:nvSpPr>
        <p:spPr>
          <a:xfrm>
            <a:off x="11542694" y="772609"/>
            <a:ext cx="1151490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this algorithm?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8CD358-BEC0-8A51-8B6A-C01AB3E9878D}"/>
              </a:ext>
            </a:extLst>
          </p:cNvPr>
          <p:cNvSpPr/>
          <p:nvPr/>
        </p:nvSpPr>
        <p:spPr>
          <a:xfrm>
            <a:off x="11542694" y="2844603"/>
            <a:ext cx="1151490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Run this program on my computer and tell the running 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9BC2C6-B741-210D-2BAA-B513E3A337B6}"/>
              </a:ext>
            </a:extLst>
          </p:cNvPr>
          <p:cNvSpPr/>
          <p:nvPr/>
        </p:nvSpPr>
        <p:spPr>
          <a:xfrm>
            <a:off x="11542694" y="5865559"/>
            <a:ext cx="11514901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size				Running Time  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914400" lvl="2" indent="-914400" defTabSz="825500">
              <a:lnSpc>
                <a:spcPct val="100000"/>
              </a:lnSpc>
              <a:spcBef>
                <a:spcPts val="0"/>
              </a:spcBef>
              <a:buAutoNum type="arabicPlain" startAt="1000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					3ms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100000					30ms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100000000			2s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8135AD-23BF-4709-40C1-24DC4D7BFF4C}"/>
              </a:ext>
            </a:extLst>
          </p:cNvPr>
          <p:cNvSpPr/>
          <p:nvPr/>
        </p:nvSpPr>
        <p:spPr>
          <a:xfrm>
            <a:off x="645013" y="11023535"/>
            <a:ext cx="223804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running time is machine dependent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we define a machine-independent notion of running time? </a:t>
            </a:r>
          </a:p>
        </p:txBody>
      </p:sp>
    </p:spTree>
    <p:extLst>
      <p:ext uri="{BB962C8B-B14F-4D97-AF65-F5344CB8AC3E}">
        <p14:creationId xmlns:p14="http://schemas.microsoft.com/office/powerpoint/2010/main" val="184678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F3385-D140-AD6E-D5E1-F17BC54A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6C1CFE-0D6F-ADEF-3399-3235EFF50174}"/>
              </a:ext>
            </a:extLst>
          </p:cNvPr>
          <p:cNvSpPr/>
          <p:nvPr/>
        </p:nvSpPr>
        <p:spPr>
          <a:xfrm>
            <a:off x="645013" y="468821"/>
            <a:ext cx="9543957" cy="10441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(”%d”, max);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F065098-0E69-AC10-D8AD-6A98F89FE2CD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20FF407-325C-DC01-2A70-174D8CD2F982}"/>
              </a:ext>
            </a:extLst>
          </p:cNvPr>
          <p:cNvSpPr/>
          <p:nvPr/>
        </p:nvSpPr>
        <p:spPr>
          <a:xfrm rot="10800000">
            <a:off x="4972334" y="2734300"/>
            <a:ext cx="7987279" cy="50753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A51A846-3DF4-1484-0A55-D2DB918358C5}"/>
              </a:ext>
            </a:extLst>
          </p:cNvPr>
          <p:cNvSpPr/>
          <p:nvPr/>
        </p:nvSpPr>
        <p:spPr>
          <a:xfrm rot="10800000">
            <a:off x="5050564" y="3250753"/>
            <a:ext cx="12451999" cy="50753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7119F56-3B45-7A48-6122-718B512BD031}"/>
                  </a:ext>
                </a:extLst>
              </p:cNvPr>
              <p:cNvSpPr/>
              <p:nvPr/>
            </p:nvSpPr>
            <p:spPr>
              <a:xfrm>
                <a:off x="17587612" y="299305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7119F56-3B45-7A48-6122-718B512BD0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7612" y="2993057"/>
                <a:ext cx="1119804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15">
            <a:extLst>
              <a:ext uri="{FF2B5EF4-FFF2-40B4-BE49-F238E27FC236}">
                <a16:creationId xmlns:a16="http://schemas.microsoft.com/office/drawing/2014/main" id="{1006F12A-661D-C60B-A6B7-44E6C6DDC5B9}"/>
              </a:ext>
            </a:extLst>
          </p:cNvPr>
          <p:cNvSpPr/>
          <p:nvPr/>
        </p:nvSpPr>
        <p:spPr>
          <a:xfrm rot="10800000">
            <a:off x="3522318" y="3921719"/>
            <a:ext cx="7987278" cy="50753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5EFA1B4-5825-FC6E-F89F-49C11376F316}"/>
                  </a:ext>
                </a:extLst>
              </p:cNvPr>
              <p:cNvSpPr/>
              <p:nvPr/>
            </p:nvSpPr>
            <p:spPr>
              <a:xfrm>
                <a:off x="12959613" y="2471612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5EFA1B4-5825-FC6E-F89F-49C11376F3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613" y="2471612"/>
                <a:ext cx="1119804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>
            <a:extLst>
              <a:ext uri="{FF2B5EF4-FFF2-40B4-BE49-F238E27FC236}">
                <a16:creationId xmlns:a16="http://schemas.microsoft.com/office/drawing/2014/main" id="{4B2CA863-EB3E-C90C-D731-F5677D50B3B8}"/>
              </a:ext>
            </a:extLst>
          </p:cNvPr>
          <p:cNvSpPr/>
          <p:nvPr/>
        </p:nvSpPr>
        <p:spPr>
          <a:xfrm rot="10800000">
            <a:off x="4597117" y="433188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2C145666-17E4-5825-4A84-7F5A2F562F8B}"/>
                  </a:ext>
                </a:extLst>
              </p:cNvPr>
              <p:cNvSpPr/>
              <p:nvPr/>
            </p:nvSpPr>
            <p:spPr>
              <a:xfrm>
                <a:off x="11509596" y="3659032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2C145666-17E4-5825-4A84-7F5A2F562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9596" y="3659032"/>
                <a:ext cx="111980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9C5B7DB-A625-2F4E-2117-02B69AD75222}"/>
                  </a:ext>
                </a:extLst>
              </p:cNvPr>
              <p:cNvSpPr/>
              <p:nvPr/>
            </p:nvSpPr>
            <p:spPr>
              <a:xfrm>
                <a:off x="17287438" y="4077173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9C5B7DB-A625-2F4E-2117-02B69AD75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7438" y="4077173"/>
                <a:ext cx="1119804" cy="103290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69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25B5-D8F7-D7E7-2CEF-1300FB2EA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8E4B817-EF87-4DDD-0B52-54D276EBD6C1}"/>
              </a:ext>
            </a:extLst>
          </p:cNvPr>
          <p:cNvSpPr/>
          <p:nvPr/>
        </p:nvSpPr>
        <p:spPr>
          <a:xfrm>
            <a:off x="645013" y="468821"/>
            <a:ext cx="9543957" cy="10441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(”%d”, max);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DD6CFE1A-B609-01EA-3A92-DC488F2FD751}"/>
              </a:ext>
            </a:extLst>
          </p:cNvPr>
          <p:cNvSpPr/>
          <p:nvPr/>
        </p:nvSpPr>
        <p:spPr>
          <a:xfrm rot="10800000">
            <a:off x="4972334" y="2734300"/>
            <a:ext cx="7987279" cy="50753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0215700-B042-9764-8489-56FA22324D54}"/>
              </a:ext>
            </a:extLst>
          </p:cNvPr>
          <p:cNvSpPr/>
          <p:nvPr/>
        </p:nvSpPr>
        <p:spPr>
          <a:xfrm rot="10800000">
            <a:off x="5050564" y="3250753"/>
            <a:ext cx="12451999" cy="50753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6BEE30E-4834-3481-3691-32AAB163E5BA}"/>
                  </a:ext>
                </a:extLst>
              </p:cNvPr>
              <p:cNvSpPr/>
              <p:nvPr/>
            </p:nvSpPr>
            <p:spPr>
              <a:xfrm>
                <a:off x="17587612" y="299305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6BEE30E-4834-3481-3691-32AAB163E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7612" y="2993057"/>
                <a:ext cx="1119804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>
            <a:extLst>
              <a:ext uri="{FF2B5EF4-FFF2-40B4-BE49-F238E27FC236}">
                <a16:creationId xmlns:a16="http://schemas.microsoft.com/office/drawing/2014/main" id="{CC248D2E-8B03-B3EF-142F-AEA7CF7598D4}"/>
              </a:ext>
            </a:extLst>
          </p:cNvPr>
          <p:cNvSpPr/>
          <p:nvPr/>
        </p:nvSpPr>
        <p:spPr>
          <a:xfrm rot="10800000">
            <a:off x="3522318" y="3921719"/>
            <a:ext cx="7987278" cy="50753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5643204-9F86-91BA-50E3-8E11869544EE}"/>
                  </a:ext>
                </a:extLst>
              </p:cNvPr>
              <p:cNvSpPr/>
              <p:nvPr/>
            </p:nvSpPr>
            <p:spPr>
              <a:xfrm>
                <a:off x="12959613" y="2471612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5643204-9F86-91BA-50E3-8E1186954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613" y="2471612"/>
                <a:ext cx="1119804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>
            <a:extLst>
              <a:ext uri="{FF2B5EF4-FFF2-40B4-BE49-F238E27FC236}">
                <a16:creationId xmlns:a16="http://schemas.microsoft.com/office/drawing/2014/main" id="{E1BC7DB7-C8A5-828E-F652-25B313763E92}"/>
              </a:ext>
            </a:extLst>
          </p:cNvPr>
          <p:cNvSpPr/>
          <p:nvPr/>
        </p:nvSpPr>
        <p:spPr>
          <a:xfrm rot="10800000">
            <a:off x="4597117" y="433188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0AE7D01-EA8B-A0B4-9E14-6F004754B3A4}"/>
                  </a:ext>
                </a:extLst>
              </p:cNvPr>
              <p:cNvSpPr/>
              <p:nvPr/>
            </p:nvSpPr>
            <p:spPr>
              <a:xfrm>
                <a:off x="11509596" y="3659032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0AE7D01-EA8B-A0B4-9E14-6F004754B3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9596" y="3659032"/>
                <a:ext cx="111980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F33CE96-EC8B-1C49-7416-7D0697B47A7A}"/>
                  </a:ext>
                </a:extLst>
              </p:cNvPr>
              <p:cNvSpPr/>
              <p:nvPr/>
            </p:nvSpPr>
            <p:spPr>
              <a:xfrm>
                <a:off x="17287438" y="4077173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F33CE96-EC8B-1C49-7416-7D0697B47A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7438" y="4077173"/>
                <a:ext cx="1119804" cy="1032907"/>
              </a:xfrm>
              <a:prstGeom prst="roundRect">
                <a:avLst/>
              </a:prstGeom>
              <a:blipFill>
                <a:blip r:embed="rId5"/>
                <a:stretch>
                  <a:fillRect l="-2128" r="-851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C4A62A1C-BFB5-4D14-517C-15D00597F22E}"/>
              </a:ext>
            </a:extLst>
          </p:cNvPr>
          <p:cNvSpPr/>
          <p:nvPr/>
        </p:nvSpPr>
        <p:spPr>
          <a:xfrm rot="10800000">
            <a:off x="4972334" y="548627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8B5DE4E-4E59-5193-9396-F062773E65F4}"/>
                  </a:ext>
                </a:extLst>
              </p:cNvPr>
              <p:cNvSpPr/>
              <p:nvPr/>
            </p:nvSpPr>
            <p:spPr>
              <a:xfrm>
                <a:off x="17662655" y="5231563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8B5DE4E-4E59-5193-9396-F062773E65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2655" y="5231563"/>
                <a:ext cx="1119804" cy="1032907"/>
              </a:xfrm>
              <a:prstGeom prst="roundRect">
                <a:avLst/>
              </a:prstGeom>
              <a:blipFill>
                <a:blip r:embed="rId6"/>
                <a:stretch>
                  <a:fillRect l="-3191" r="-851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>
            <a:extLst>
              <a:ext uri="{FF2B5EF4-FFF2-40B4-BE49-F238E27FC236}">
                <a16:creationId xmlns:a16="http://schemas.microsoft.com/office/drawing/2014/main" id="{0AFFD820-3B3C-F47E-97DE-D2CC67ADD534}"/>
              </a:ext>
            </a:extLst>
          </p:cNvPr>
          <p:cNvSpPr/>
          <p:nvPr/>
        </p:nvSpPr>
        <p:spPr>
          <a:xfrm rot="10800000">
            <a:off x="5157019" y="661187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C079347-3BD2-D5EC-F20A-96D1364FC0B1}"/>
                  </a:ext>
                </a:extLst>
              </p:cNvPr>
              <p:cNvSpPr/>
              <p:nvPr/>
            </p:nvSpPr>
            <p:spPr>
              <a:xfrm>
                <a:off x="17847340" y="6357163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C079347-3BD2-D5EC-F20A-96D1364FC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340" y="6357163"/>
                <a:ext cx="1119804" cy="1032907"/>
              </a:xfrm>
              <a:prstGeom prst="roundRect">
                <a:avLst/>
              </a:prstGeom>
              <a:blipFill>
                <a:blip r:embed="rId7"/>
                <a:stretch>
                  <a:fillRect l="-3226" r="-860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>
            <a:extLst>
              <a:ext uri="{FF2B5EF4-FFF2-40B4-BE49-F238E27FC236}">
                <a16:creationId xmlns:a16="http://schemas.microsoft.com/office/drawing/2014/main" id="{EFF108D2-F2A1-DD97-DA90-69A9478A2AFB}"/>
              </a:ext>
            </a:extLst>
          </p:cNvPr>
          <p:cNvSpPr/>
          <p:nvPr/>
        </p:nvSpPr>
        <p:spPr>
          <a:xfrm rot="10800000">
            <a:off x="2887328" y="932372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58E1920E-9522-0692-FC81-4118BA58675E}"/>
                  </a:ext>
                </a:extLst>
              </p:cNvPr>
              <p:cNvSpPr/>
              <p:nvPr/>
            </p:nvSpPr>
            <p:spPr>
              <a:xfrm>
                <a:off x="17587612" y="8385629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58E1920E-9522-0692-FC81-4118BA586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7612" y="8385629"/>
                <a:ext cx="1119804" cy="103290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16">
            <a:extLst>
              <a:ext uri="{FF2B5EF4-FFF2-40B4-BE49-F238E27FC236}">
                <a16:creationId xmlns:a16="http://schemas.microsoft.com/office/drawing/2014/main" id="{A27E86DD-F6E4-D1B8-9DD1-3413751D3E90}"/>
              </a:ext>
            </a:extLst>
          </p:cNvPr>
          <p:cNvSpPr/>
          <p:nvPr/>
        </p:nvSpPr>
        <p:spPr>
          <a:xfrm rot="10800000">
            <a:off x="4767237" y="8666245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082C2AA2-3A18-63E1-A322-A58FAD675BB7}"/>
                  </a:ext>
                </a:extLst>
              </p:cNvPr>
              <p:cNvSpPr/>
              <p:nvPr/>
            </p:nvSpPr>
            <p:spPr>
              <a:xfrm>
                <a:off x="15775054" y="900311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082C2AA2-3A18-63E1-A322-A58FAD675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5054" y="9003110"/>
                <a:ext cx="1119804" cy="1032907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6E15A4C-46FC-B5C5-9F61-D28BBC67ED65}"/>
              </a:ext>
            </a:extLst>
          </p:cNvPr>
          <p:cNvSpPr/>
          <p:nvPr/>
        </p:nvSpPr>
        <p:spPr>
          <a:xfrm>
            <a:off x="634983" y="10680250"/>
            <a:ext cx="2309397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Observation: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assumed that the if condition is always satisfied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are calculating the worst case running time of the algorithm 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91DCEA2-0907-046B-F5A6-AD6FDCE7F4FC}"/>
              </a:ext>
            </a:extLst>
          </p:cNvPr>
          <p:cNvSpPr/>
          <p:nvPr/>
        </p:nvSpPr>
        <p:spPr>
          <a:xfrm rot="10800000">
            <a:off x="3944221" y="7609604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DF1DF912-E40E-EF6B-8E0A-294F99FA354C}"/>
                  </a:ext>
                </a:extLst>
              </p:cNvPr>
              <p:cNvSpPr/>
              <p:nvPr/>
            </p:nvSpPr>
            <p:spPr>
              <a:xfrm>
                <a:off x="16634542" y="7354891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DF1DF912-E40E-EF6B-8E0A-294F99FA35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4542" y="7354891"/>
                <a:ext cx="1119804" cy="1032907"/>
              </a:xfrm>
              <a:prstGeom prst="roundRect">
                <a:avLst/>
              </a:prstGeom>
              <a:blipFill>
                <a:blip r:embed="rId10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246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6" grpId="0" animBg="1"/>
      <p:bldP spid="17" grpId="0" animBg="1"/>
      <p:bldP spid="18" grpId="0" animBg="1"/>
      <p:bldP spid="19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C878-F7AD-F1BA-567E-4AA0A933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F9A7A02D-F4F8-2F03-4E55-158BD04C3D81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DCAD414-4B71-1BB3-55DD-6EC02F4FD48B}"/>
              </a:ext>
            </a:extLst>
          </p:cNvPr>
          <p:cNvSpPr/>
          <p:nvPr/>
        </p:nvSpPr>
        <p:spPr>
          <a:xfrm>
            <a:off x="12350768" y="772609"/>
            <a:ext cx="6915427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Best case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9 8 7 6 5 4 3 2 1 0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19972BD-4851-F73E-7534-7B93FDEB5B84}"/>
              </a:ext>
            </a:extLst>
          </p:cNvPr>
          <p:cNvSpPr/>
          <p:nvPr/>
        </p:nvSpPr>
        <p:spPr>
          <a:xfrm>
            <a:off x="12350767" y="4306162"/>
            <a:ext cx="6915427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Worst case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1 2 3 4 5 6 7 8 9 0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549ACC6-14FC-66BE-5B4C-BA335654C09A}"/>
              </a:ext>
            </a:extLst>
          </p:cNvPr>
          <p:cNvSpPr/>
          <p:nvPr/>
        </p:nvSpPr>
        <p:spPr>
          <a:xfrm>
            <a:off x="10737342" y="6935115"/>
            <a:ext cx="12437180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Observation: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are calculating the worst case running time of the algorithm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running time of an algorithm is its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running time on the worst case input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pic>
        <p:nvPicPr>
          <p:cNvPr id="25" name="Graphic 24" descr="Badge Cross with solid fill">
            <a:extLst>
              <a:ext uri="{FF2B5EF4-FFF2-40B4-BE49-F238E27FC236}">
                <a16:creationId xmlns:a16="http://schemas.microsoft.com/office/drawing/2014/main" id="{6B627AE1-37EE-3547-820E-164C3FFBA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23832" y="569293"/>
            <a:ext cx="2358939" cy="2358939"/>
          </a:xfrm>
          <a:prstGeom prst="rect">
            <a:avLst/>
          </a:prstGeom>
        </p:spPr>
      </p:pic>
      <p:pic>
        <p:nvPicPr>
          <p:cNvPr id="27" name="Graphic 26" descr="Badge Tick1 with solid fill">
            <a:extLst>
              <a:ext uri="{FF2B5EF4-FFF2-40B4-BE49-F238E27FC236}">
                <a16:creationId xmlns:a16="http://schemas.microsoft.com/office/drawing/2014/main" id="{BBD3CE6A-7C59-0862-568C-1C906F9AE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95877" y="4243622"/>
            <a:ext cx="2014848" cy="2014848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871A4C-091E-8328-9368-3614E2443CC8}"/>
              </a:ext>
            </a:extLst>
          </p:cNvPr>
          <p:cNvSpPr/>
          <p:nvPr/>
        </p:nvSpPr>
        <p:spPr>
          <a:xfrm>
            <a:off x="645013" y="468821"/>
            <a:ext cx="9543957" cy="10441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(”%d”, max);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76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E766-6720-0F23-CFEC-49571D52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357D13D-9634-6D09-372E-AA64B905A6F8}"/>
              </a:ext>
            </a:extLst>
          </p:cNvPr>
          <p:cNvSpPr/>
          <p:nvPr/>
        </p:nvSpPr>
        <p:spPr>
          <a:xfrm>
            <a:off x="645013" y="468821"/>
            <a:ext cx="9543957" cy="10441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(”%d”, max);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C20D9D6-DFE1-F68E-23F2-AAF9B6F79465}"/>
              </a:ext>
            </a:extLst>
          </p:cNvPr>
          <p:cNvSpPr/>
          <p:nvPr/>
        </p:nvSpPr>
        <p:spPr>
          <a:xfrm>
            <a:off x="671624" y="11095812"/>
            <a:ext cx="4854533" cy="102992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 </a:t>
            </a:r>
          </a:p>
        </p:txBody>
      </p:sp>
      <p:sp>
        <p:nvSpPr>
          <p:cNvPr id="23" name="Equals 22">
            <a:extLst>
              <a:ext uri="{FF2B5EF4-FFF2-40B4-BE49-F238E27FC236}">
                <a16:creationId xmlns:a16="http://schemas.microsoft.com/office/drawing/2014/main" id="{05BDA93A-FB8B-1D3D-3026-3A1A86C7C98C}"/>
              </a:ext>
            </a:extLst>
          </p:cNvPr>
          <p:cNvSpPr/>
          <p:nvPr/>
        </p:nvSpPr>
        <p:spPr>
          <a:xfrm>
            <a:off x="5692338" y="11272244"/>
            <a:ext cx="736979" cy="677063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1850898-04BA-8B7C-8169-A538C2AC65BF}"/>
              </a:ext>
            </a:extLst>
          </p:cNvPr>
          <p:cNvSpPr/>
          <p:nvPr/>
        </p:nvSpPr>
        <p:spPr>
          <a:xfrm rot="10800000">
            <a:off x="4972334" y="2734300"/>
            <a:ext cx="7987279" cy="50753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6FE10EA-DA87-6554-29E6-EB3E31CD1779}"/>
              </a:ext>
            </a:extLst>
          </p:cNvPr>
          <p:cNvSpPr/>
          <p:nvPr/>
        </p:nvSpPr>
        <p:spPr>
          <a:xfrm rot="10800000">
            <a:off x="5050564" y="3250753"/>
            <a:ext cx="12451999" cy="50753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5E040D13-DDEA-6AC8-1CC1-4212E76A83F1}"/>
                  </a:ext>
                </a:extLst>
              </p:cNvPr>
              <p:cNvSpPr/>
              <p:nvPr/>
            </p:nvSpPr>
            <p:spPr>
              <a:xfrm>
                <a:off x="17587612" y="299305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5E040D13-DDEA-6AC8-1CC1-4212E76A8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7612" y="2993057"/>
                <a:ext cx="1119804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26">
            <a:extLst>
              <a:ext uri="{FF2B5EF4-FFF2-40B4-BE49-F238E27FC236}">
                <a16:creationId xmlns:a16="http://schemas.microsoft.com/office/drawing/2014/main" id="{A797A6FC-CB5A-DCCA-1AB3-96AD3E7640EB}"/>
              </a:ext>
            </a:extLst>
          </p:cNvPr>
          <p:cNvSpPr/>
          <p:nvPr/>
        </p:nvSpPr>
        <p:spPr>
          <a:xfrm rot="10800000">
            <a:off x="3522318" y="3921719"/>
            <a:ext cx="7987278" cy="50753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248DD0E5-5ACA-7D80-A06A-7262DF98ECF7}"/>
                  </a:ext>
                </a:extLst>
              </p:cNvPr>
              <p:cNvSpPr/>
              <p:nvPr/>
            </p:nvSpPr>
            <p:spPr>
              <a:xfrm>
                <a:off x="12959613" y="2471612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248DD0E5-5ACA-7D80-A06A-7262DF98EC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613" y="2471612"/>
                <a:ext cx="1119804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B98AF566-3C42-D088-8FBC-093EEF28192D}"/>
              </a:ext>
            </a:extLst>
          </p:cNvPr>
          <p:cNvSpPr/>
          <p:nvPr/>
        </p:nvSpPr>
        <p:spPr>
          <a:xfrm rot="10800000">
            <a:off x="4597117" y="433188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812F7AC-08AE-3B7E-9B18-B1442366CBD2}"/>
                  </a:ext>
                </a:extLst>
              </p:cNvPr>
              <p:cNvSpPr/>
              <p:nvPr/>
            </p:nvSpPr>
            <p:spPr>
              <a:xfrm>
                <a:off x="11509596" y="3659032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812F7AC-08AE-3B7E-9B18-B1442366C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9596" y="3659032"/>
                <a:ext cx="111980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9E7994C0-4393-5FEB-B527-8169712B9587}"/>
                  </a:ext>
                </a:extLst>
              </p:cNvPr>
              <p:cNvSpPr/>
              <p:nvPr/>
            </p:nvSpPr>
            <p:spPr>
              <a:xfrm>
                <a:off x="17287438" y="4077173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9E7994C0-4393-5FEB-B527-8169712B9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7438" y="4077173"/>
                <a:ext cx="1119804" cy="1032907"/>
              </a:xfrm>
              <a:prstGeom prst="roundRect">
                <a:avLst/>
              </a:prstGeom>
              <a:blipFill>
                <a:blip r:embed="rId5"/>
                <a:stretch>
                  <a:fillRect l="-2128" r="-851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>
            <a:extLst>
              <a:ext uri="{FF2B5EF4-FFF2-40B4-BE49-F238E27FC236}">
                <a16:creationId xmlns:a16="http://schemas.microsoft.com/office/drawing/2014/main" id="{DDE99830-DCA1-4B0E-68D7-69A699A8E3D1}"/>
              </a:ext>
            </a:extLst>
          </p:cNvPr>
          <p:cNvSpPr/>
          <p:nvPr/>
        </p:nvSpPr>
        <p:spPr>
          <a:xfrm rot="10800000">
            <a:off x="4972334" y="548627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10AC0D2D-95DD-A547-A914-1E46042BAD54}"/>
                  </a:ext>
                </a:extLst>
              </p:cNvPr>
              <p:cNvSpPr/>
              <p:nvPr/>
            </p:nvSpPr>
            <p:spPr>
              <a:xfrm>
                <a:off x="17662655" y="5231563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10AC0D2D-95DD-A547-A914-1E46042BA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2655" y="5231563"/>
                <a:ext cx="1119804" cy="1032907"/>
              </a:xfrm>
              <a:prstGeom prst="roundRect">
                <a:avLst/>
              </a:prstGeom>
              <a:blipFill>
                <a:blip r:embed="rId6"/>
                <a:stretch>
                  <a:fillRect l="-3191" r="-851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>
            <a:extLst>
              <a:ext uri="{FF2B5EF4-FFF2-40B4-BE49-F238E27FC236}">
                <a16:creationId xmlns:a16="http://schemas.microsoft.com/office/drawing/2014/main" id="{C0D626B6-4D17-C5E9-1CA1-C7377A2711EA}"/>
              </a:ext>
            </a:extLst>
          </p:cNvPr>
          <p:cNvSpPr/>
          <p:nvPr/>
        </p:nvSpPr>
        <p:spPr>
          <a:xfrm rot="10800000">
            <a:off x="5157019" y="661187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861272A2-72FF-5152-DA63-EED4413E1B00}"/>
                  </a:ext>
                </a:extLst>
              </p:cNvPr>
              <p:cNvSpPr/>
              <p:nvPr/>
            </p:nvSpPr>
            <p:spPr>
              <a:xfrm>
                <a:off x="17847340" y="6357163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861272A2-72FF-5152-DA63-EED4413E1B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7340" y="6357163"/>
                <a:ext cx="1119804" cy="1032907"/>
              </a:xfrm>
              <a:prstGeom prst="roundRect">
                <a:avLst/>
              </a:prstGeom>
              <a:blipFill>
                <a:blip r:embed="rId7"/>
                <a:stretch>
                  <a:fillRect l="-3226" r="-860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>
            <a:extLst>
              <a:ext uri="{FF2B5EF4-FFF2-40B4-BE49-F238E27FC236}">
                <a16:creationId xmlns:a16="http://schemas.microsoft.com/office/drawing/2014/main" id="{030AB397-5F6C-9ACD-F140-F458FCD2B0F8}"/>
              </a:ext>
            </a:extLst>
          </p:cNvPr>
          <p:cNvSpPr/>
          <p:nvPr/>
        </p:nvSpPr>
        <p:spPr>
          <a:xfrm rot="10800000">
            <a:off x="2887328" y="9323726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C8A8ADE8-00CD-C9B6-CBA9-FC62056DF936}"/>
                  </a:ext>
                </a:extLst>
              </p:cNvPr>
              <p:cNvSpPr/>
              <p:nvPr/>
            </p:nvSpPr>
            <p:spPr>
              <a:xfrm>
                <a:off x="17587612" y="8385629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C8A8ADE8-00CD-C9B6-CBA9-FC62056DF9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7612" y="8385629"/>
                <a:ext cx="1119804" cy="103290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ight Arrow 37">
            <a:extLst>
              <a:ext uri="{FF2B5EF4-FFF2-40B4-BE49-F238E27FC236}">
                <a16:creationId xmlns:a16="http://schemas.microsoft.com/office/drawing/2014/main" id="{9ADF7E79-26EB-651D-C572-B117B2ED41AD}"/>
              </a:ext>
            </a:extLst>
          </p:cNvPr>
          <p:cNvSpPr/>
          <p:nvPr/>
        </p:nvSpPr>
        <p:spPr>
          <a:xfrm rot="10800000">
            <a:off x="4767237" y="8666245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416F610D-D9F4-EDEF-53DE-09874D3AB3D3}"/>
                  </a:ext>
                </a:extLst>
              </p:cNvPr>
              <p:cNvSpPr/>
              <p:nvPr/>
            </p:nvSpPr>
            <p:spPr>
              <a:xfrm>
                <a:off x="15775054" y="900311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416F610D-D9F4-EDEF-53DE-09874D3AB3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5054" y="9003110"/>
                <a:ext cx="1119804" cy="1032907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ight Arrow 39">
            <a:extLst>
              <a:ext uri="{FF2B5EF4-FFF2-40B4-BE49-F238E27FC236}">
                <a16:creationId xmlns:a16="http://schemas.microsoft.com/office/drawing/2014/main" id="{BBFE1F56-36D4-F27C-E264-72581B90E667}"/>
              </a:ext>
            </a:extLst>
          </p:cNvPr>
          <p:cNvSpPr/>
          <p:nvPr/>
        </p:nvSpPr>
        <p:spPr>
          <a:xfrm rot="10800000">
            <a:off x="3944221" y="7609604"/>
            <a:ext cx="12735326" cy="5234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D7BF50DC-14F6-7441-1511-FC2B166B5085}"/>
                  </a:ext>
                </a:extLst>
              </p:cNvPr>
              <p:cNvSpPr/>
              <p:nvPr/>
            </p:nvSpPr>
            <p:spPr>
              <a:xfrm>
                <a:off x="16634542" y="7354891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D7BF50DC-14F6-7441-1511-FC2B166B50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4542" y="7354891"/>
                <a:ext cx="1119804" cy="1032907"/>
              </a:xfrm>
              <a:prstGeom prst="roundRect">
                <a:avLst/>
              </a:prstGeom>
              <a:blipFill>
                <a:blip r:embed="rId10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26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1725B-A54C-F5F7-AC86-955EC15EE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D1265D77-D173-28E2-59C5-F7D36F498D87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25D9691-F8A5-14AF-D84D-FFB4CC3A2C29}"/>
                  </a:ext>
                </a:extLst>
              </p:cNvPr>
              <p:cNvSpPr/>
              <p:nvPr/>
            </p:nvSpPr>
            <p:spPr>
              <a:xfrm>
                <a:off x="8564681" y="1114314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25D9691-F8A5-14AF-D84D-FFB4CC3A2C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681" y="11143144"/>
                <a:ext cx="1119804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5A8852D-5392-7DB7-5BB4-7DC1CE1CAF7D}"/>
                  </a:ext>
                </a:extLst>
              </p:cNvPr>
              <p:cNvSpPr/>
              <p:nvPr/>
            </p:nvSpPr>
            <p:spPr>
              <a:xfrm>
                <a:off x="6578705" y="1111704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5A8852D-5392-7DB7-5BB4-7DC1CE1CAF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705" y="11117040"/>
                <a:ext cx="1119804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889AF5FD-4BC1-FF22-1855-97D859D613B3}"/>
                  </a:ext>
                </a:extLst>
              </p:cNvPr>
              <p:cNvSpPr/>
              <p:nvPr/>
            </p:nvSpPr>
            <p:spPr>
              <a:xfrm>
                <a:off x="10550657" y="1107482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889AF5FD-4BC1-FF22-1855-97D859D613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657" y="11074824"/>
                <a:ext cx="111980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BC129C9A-C4D2-076D-BD43-D6A69A6708D3}"/>
                  </a:ext>
                </a:extLst>
              </p:cNvPr>
              <p:cNvSpPr/>
              <p:nvPr/>
            </p:nvSpPr>
            <p:spPr>
              <a:xfrm>
                <a:off x="12488161" y="1102374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BC129C9A-C4D2-076D-BD43-D6A69A670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8161" y="11023740"/>
                <a:ext cx="1119804" cy="1032907"/>
              </a:xfrm>
              <a:prstGeom prst="roundRect">
                <a:avLst/>
              </a:prstGeom>
              <a:blipFill>
                <a:blip r:embed="rId5"/>
                <a:stretch>
                  <a:fillRect l="-3226" r="-860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EA4E378-2B36-9819-E7F3-9583BE045816}"/>
                  </a:ext>
                </a:extLst>
              </p:cNvPr>
              <p:cNvSpPr/>
              <p:nvPr/>
            </p:nvSpPr>
            <p:spPr>
              <a:xfrm>
                <a:off x="14474618" y="10985498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EA4E378-2B36-9819-E7F3-9583BE0458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4618" y="10985498"/>
                <a:ext cx="1119804" cy="1032907"/>
              </a:xfrm>
              <a:prstGeom prst="roundRect">
                <a:avLst/>
              </a:prstGeom>
              <a:blipFill>
                <a:blip r:embed="rId6"/>
                <a:stretch>
                  <a:fillRect l="-3191" r="-851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1356C69-7258-CCC8-0A50-7C6D52C1645B}"/>
                  </a:ext>
                </a:extLst>
              </p:cNvPr>
              <p:cNvSpPr/>
              <p:nvPr/>
            </p:nvSpPr>
            <p:spPr>
              <a:xfrm>
                <a:off x="16441210" y="1097414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1356C69-7258-CCC8-0A50-7C6D52C1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1210" y="10974147"/>
                <a:ext cx="1119804" cy="1032907"/>
              </a:xfrm>
              <a:prstGeom prst="roundRect">
                <a:avLst/>
              </a:prstGeom>
              <a:blipFill>
                <a:blip r:embed="rId7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E10FB332-5426-C507-EEBC-F1A2E6267F95}"/>
                  </a:ext>
                </a:extLst>
              </p:cNvPr>
              <p:cNvSpPr/>
              <p:nvPr/>
            </p:nvSpPr>
            <p:spPr>
              <a:xfrm>
                <a:off x="18369786" y="1093532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E10FB332-5426-C507-EEBC-F1A2E6267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9786" y="10935327"/>
                <a:ext cx="1119804" cy="1032907"/>
              </a:xfrm>
              <a:prstGeom prst="roundRect">
                <a:avLst/>
              </a:prstGeom>
              <a:blipFill>
                <a:blip r:embed="rId8"/>
                <a:stretch>
                  <a:fillRect l="-3191" r="-851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668A1A47-5BCC-D345-B03C-20DFE2625757}"/>
                  </a:ext>
                </a:extLst>
              </p:cNvPr>
              <p:cNvSpPr/>
              <p:nvPr/>
            </p:nvSpPr>
            <p:spPr>
              <a:xfrm>
                <a:off x="20313277" y="10927089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668A1A47-5BCC-D345-B03C-20DFE2625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277" y="10927089"/>
                <a:ext cx="1119804" cy="1032907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lus 20">
            <a:extLst>
              <a:ext uri="{FF2B5EF4-FFF2-40B4-BE49-F238E27FC236}">
                <a16:creationId xmlns:a16="http://schemas.microsoft.com/office/drawing/2014/main" id="{BB9A4EC6-AC10-2948-89AC-1C53BBFC20C6}"/>
              </a:ext>
            </a:extLst>
          </p:cNvPr>
          <p:cNvSpPr/>
          <p:nvPr/>
        </p:nvSpPr>
        <p:spPr>
          <a:xfrm>
            <a:off x="7770348" y="11236443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2" name="Plus 21">
            <a:extLst>
              <a:ext uri="{FF2B5EF4-FFF2-40B4-BE49-F238E27FC236}">
                <a16:creationId xmlns:a16="http://schemas.microsoft.com/office/drawing/2014/main" id="{C9837189-23C7-E613-45A9-95CA720F0B84}"/>
              </a:ext>
            </a:extLst>
          </p:cNvPr>
          <p:cNvSpPr/>
          <p:nvPr/>
        </p:nvSpPr>
        <p:spPr>
          <a:xfrm>
            <a:off x="9756324" y="11220952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3" name="Plus 22">
            <a:extLst>
              <a:ext uri="{FF2B5EF4-FFF2-40B4-BE49-F238E27FC236}">
                <a16:creationId xmlns:a16="http://schemas.microsoft.com/office/drawing/2014/main" id="{01215D95-2708-ABB8-59FE-2752EBF439F9}"/>
              </a:ext>
            </a:extLst>
          </p:cNvPr>
          <p:cNvSpPr/>
          <p:nvPr/>
        </p:nvSpPr>
        <p:spPr>
          <a:xfrm>
            <a:off x="11718064" y="11143144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4" name="Plus 23">
            <a:extLst>
              <a:ext uri="{FF2B5EF4-FFF2-40B4-BE49-F238E27FC236}">
                <a16:creationId xmlns:a16="http://schemas.microsoft.com/office/drawing/2014/main" id="{1DFFD479-BD92-3114-03F2-7E5C423F6774}"/>
              </a:ext>
            </a:extLst>
          </p:cNvPr>
          <p:cNvSpPr/>
          <p:nvPr/>
        </p:nvSpPr>
        <p:spPr>
          <a:xfrm>
            <a:off x="13686353" y="11095811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5" name="Plus 24">
            <a:extLst>
              <a:ext uri="{FF2B5EF4-FFF2-40B4-BE49-F238E27FC236}">
                <a16:creationId xmlns:a16="http://schemas.microsoft.com/office/drawing/2014/main" id="{EEE665F5-D060-6CC5-DE22-BA02D880E053}"/>
              </a:ext>
            </a:extLst>
          </p:cNvPr>
          <p:cNvSpPr/>
          <p:nvPr/>
        </p:nvSpPr>
        <p:spPr>
          <a:xfrm>
            <a:off x="15660193" y="11068981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6" name="Plus 25">
            <a:extLst>
              <a:ext uri="{FF2B5EF4-FFF2-40B4-BE49-F238E27FC236}">
                <a16:creationId xmlns:a16="http://schemas.microsoft.com/office/drawing/2014/main" id="{40513FE3-D032-E089-0C56-148A5803D476}"/>
              </a:ext>
            </a:extLst>
          </p:cNvPr>
          <p:cNvSpPr/>
          <p:nvPr/>
        </p:nvSpPr>
        <p:spPr>
          <a:xfrm>
            <a:off x="17604153" y="11068981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7" name="Plus 26">
            <a:extLst>
              <a:ext uri="{FF2B5EF4-FFF2-40B4-BE49-F238E27FC236}">
                <a16:creationId xmlns:a16="http://schemas.microsoft.com/office/drawing/2014/main" id="{A32CA336-A6B6-20EE-412A-F11CDE702150}"/>
              </a:ext>
            </a:extLst>
          </p:cNvPr>
          <p:cNvSpPr/>
          <p:nvPr/>
        </p:nvSpPr>
        <p:spPr>
          <a:xfrm>
            <a:off x="19532729" y="11023740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5E2AECA-AED9-B47B-F6F9-AB3B1BAF3713}"/>
              </a:ext>
            </a:extLst>
          </p:cNvPr>
          <p:cNvSpPr/>
          <p:nvPr/>
        </p:nvSpPr>
        <p:spPr>
          <a:xfrm>
            <a:off x="671624" y="11095812"/>
            <a:ext cx="4854533" cy="102992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 </a:t>
            </a:r>
          </a:p>
        </p:txBody>
      </p:sp>
      <p:sp>
        <p:nvSpPr>
          <p:cNvPr id="31" name="Equals 30">
            <a:extLst>
              <a:ext uri="{FF2B5EF4-FFF2-40B4-BE49-F238E27FC236}">
                <a16:creationId xmlns:a16="http://schemas.microsoft.com/office/drawing/2014/main" id="{A13B0817-1CAC-A59E-C77C-772DC738B1D0}"/>
              </a:ext>
            </a:extLst>
          </p:cNvPr>
          <p:cNvSpPr/>
          <p:nvPr/>
        </p:nvSpPr>
        <p:spPr>
          <a:xfrm>
            <a:off x="5692338" y="11272244"/>
            <a:ext cx="736979" cy="677063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80DC806-B5AB-5B71-6C28-067030764FD0}"/>
                  </a:ext>
                </a:extLst>
              </p:cNvPr>
              <p:cNvSpPr/>
              <p:nvPr/>
            </p:nvSpPr>
            <p:spPr>
              <a:xfrm>
                <a:off x="22251653" y="1091640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80DC806-B5AB-5B71-6C28-067030764F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1653" y="10916400"/>
                <a:ext cx="1119804" cy="1032907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us 3">
            <a:extLst>
              <a:ext uri="{FF2B5EF4-FFF2-40B4-BE49-F238E27FC236}">
                <a16:creationId xmlns:a16="http://schemas.microsoft.com/office/drawing/2014/main" id="{FC5EBA82-A2C0-F670-A446-A3A82ACB801D}"/>
              </a:ext>
            </a:extLst>
          </p:cNvPr>
          <p:cNvSpPr/>
          <p:nvPr/>
        </p:nvSpPr>
        <p:spPr>
          <a:xfrm>
            <a:off x="21471105" y="11013051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85DBFA-6615-3485-2581-8494048A5212}"/>
              </a:ext>
            </a:extLst>
          </p:cNvPr>
          <p:cNvSpPr/>
          <p:nvPr/>
        </p:nvSpPr>
        <p:spPr>
          <a:xfrm>
            <a:off x="645013" y="468821"/>
            <a:ext cx="9543957" cy="10441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(”%d”, max);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476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545B-D3AD-76E6-C814-02D9C8F0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E1696B3E-979B-31E7-4B34-F502458BC2F0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28DAE037-87D0-FC8C-4D09-CE331FD43132}"/>
                  </a:ext>
                </a:extLst>
              </p:cNvPr>
              <p:cNvSpPr/>
              <p:nvPr/>
            </p:nvSpPr>
            <p:spPr>
              <a:xfrm>
                <a:off x="8900484" y="72217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28DAE037-87D0-FC8C-4D09-CE331FD431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484" y="722174"/>
                <a:ext cx="1119804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0C4580F1-681B-9EEC-4F52-503CCEB7DA28}"/>
                  </a:ext>
                </a:extLst>
              </p:cNvPr>
              <p:cNvSpPr/>
              <p:nvPr/>
            </p:nvSpPr>
            <p:spPr>
              <a:xfrm>
                <a:off x="6914508" y="69607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0C4580F1-681B-9EEC-4F52-503CCEB7DA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508" y="696070"/>
                <a:ext cx="1119804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EF4CFE8-51CD-90FE-E63B-3E0E8B4D0B75}"/>
                  </a:ext>
                </a:extLst>
              </p:cNvPr>
              <p:cNvSpPr/>
              <p:nvPr/>
            </p:nvSpPr>
            <p:spPr>
              <a:xfrm>
                <a:off x="10886460" y="65385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EF4CFE8-51CD-90FE-E63B-3E0E8B4D0B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6460" y="653854"/>
                <a:ext cx="111980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13B510EC-C5DB-692C-56B9-9CEEA737F883}"/>
                  </a:ext>
                </a:extLst>
              </p:cNvPr>
              <p:cNvSpPr/>
              <p:nvPr/>
            </p:nvSpPr>
            <p:spPr>
              <a:xfrm>
                <a:off x="12823964" y="60277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13B510EC-C5DB-692C-56B9-9CEEA737F8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3964" y="602770"/>
                <a:ext cx="1119804" cy="1032907"/>
              </a:xfrm>
              <a:prstGeom prst="roundRect">
                <a:avLst/>
              </a:prstGeom>
              <a:blipFill>
                <a:blip r:embed="rId5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6C604C8-BB52-8203-4564-B263956A9608}"/>
                  </a:ext>
                </a:extLst>
              </p:cNvPr>
              <p:cNvSpPr/>
              <p:nvPr/>
            </p:nvSpPr>
            <p:spPr>
              <a:xfrm>
                <a:off x="14810421" y="564528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6C604C8-BB52-8203-4564-B263956A9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0421" y="564528"/>
                <a:ext cx="1119804" cy="1032907"/>
              </a:xfrm>
              <a:prstGeom prst="roundRect">
                <a:avLst/>
              </a:prstGeom>
              <a:blipFill>
                <a:blip r:embed="rId6"/>
                <a:stretch>
                  <a:fillRect l="-3226" r="-860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19B7C5-3665-DF80-35BD-B61F2A910071}"/>
                  </a:ext>
                </a:extLst>
              </p:cNvPr>
              <p:cNvSpPr/>
              <p:nvPr/>
            </p:nvSpPr>
            <p:spPr>
              <a:xfrm>
                <a:off x="16777013" y="55317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19B7C5-3665-DF80-35BD-B61F2A910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7013" y="553177"/>
                <a:ext cx="1119804" cy="1032907"/>
              </a:xfrm>
              <a:prstGeom prst="roundRect">
                <a:avLst/>
              </a:prstGeom>
              <a:blipFill>
                <a:blip r:embed="rId7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lus 20">
            <a:extLst>
              <a:ext uri="{FF2B5EF4-FFF2-40B4-BE49-F238E27FC236}">
                <a16:creationId xmlns:a16="http://schemas.microsoft.com/office/drawing/2014/main" id="{0C681278-092D-0E71-9DB7-4A5C88D72515}"/>
              </a:ext>
            </a:extLst>
          </p:cNvPr>
          <p:cNvSpPr/>
          <p:nvPr/>
        </p:nvSpPr>
        <p:spPr>
          <a:xfrm>
            <a:off x="8106151" y="815473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2" name="Plus 21">
            <a:extLst>
              <a:ext uri="{FF2B5EF4-FFF2-40B4-BE49-F238E27FC236}">
                <a16:creationId xmlns:a16="http://schemas.microsoft.com/office/drawing/2014/main" id="{7E6F5C44-ED4D-01ED-96B3-C86011202854}"/>
              </a:ext>
            </a:extLst>
          </p:cNvPr>
          <p:cNvSpPr/>
          <p:nvPr/>
        </p:nvSpPr>
        <p:spPr>
          <a:xfrm>
            <a:off x="10092127" y="799982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3" name="Plus 22">
            <a:extLst>
              <a:ext uri="{FF2B5EF4-FFF2-40B4-BE49-F238E27FC236}">
                <a16:creationId xmlns:a16="http://schemas.microsoft.com/office/drawing/2014/main" id="{AB950D4F-DBEF-660A-5417-75FD75C98635}"/>
              </a:ext>
            </a:extLst>
          </p:cNvPr>
          <p:cNvSpPr/>
          <p:nvPr/>
        </p:nvSpPr>
        <p:spPr>
          <a:xfrm>
            <a:off x="12053867" y="722174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4" name="Plus 23">
            <a:extLst>
              <a:ext uri="{FF2B5EF4-FFF2-40B4-BE49-F238E27FC236}">
                <a16:creationId xmlns:a16="http://schemas.microsoft.com/office/drawing/2014/main" id="{A606804B-5F8B-BD32-3215-FFE35FC45BFF}"/>
              </a:ext>
            </a:extLst>
          </p:cNvPr>
          <p:cNvSpPr/>
          <p:nvPr/>
        </p:nvSpPr>
        <p:spPr>
          <a:xfrm>
            <a:off x="14022156" y="674841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5" name="Plus 24">
            <a:extLst>
              <a:ext uri="{FF2B5EF4-FFF2-40B4-BE49-F238E27FC236}">
                <a16:creationId xmlns:a16="http://schemas.microsoft.com/office/drawing/2014/main" id="{F714FC64-8D05-8E7C-8A69-00D5AA8883E9}"/>
              </a:ext>
            </a:extLst>
          </p:cNvPr>
          <p:cNvSpPr/>
          <p:nvPr/>
        </p:nvSpPr>
        <p:spPr>
          <a:xfrm>
            <a:off x="15995996" y="648011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A2814C5-292C-E459-0773-C8F9A29930A0}"/>
              </a:ext>
            </a:extLst>
          </p:cNvPr>
          <p:cNvSpPr/>
          <p:nvPr/>
        </p:nvSpPr>
        <p:spPr>
          <a:xfrm>
            <a:off x="1007427" y="674842"/>
            <a:ext cx="4854533" cy="102992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 </a:t>
            </a:r>
          </a:p>
        </p:txBody>
      </p:sp>
      <p:sp>
        <p:nvSpPr>
          <p:cNvPr id="31" name="Equals 30">
            <a:extLst>
              <a:ext uri="{FF2B5EF4-FFF2-40B4-BE49-F238E27FC236}">
                <a16:creationId xmlns:a16="http://schemas.microsoft.com/office/drawing/2014/main" id="{70CEE7E6-A543-0826-8744-209292AC1855}"/>
              </a:ext>
            </a:extLst>
          </p:cNvPr>
          <p:cNvSpPr/>
          <p:nvPr/>
        </p:nvSpPr>
        <p:spPr>
          <a:xfrm>
            <a:off x="6028141" y="851274"/>
            <a:ext cx="736979" cy="677063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F8C480D-A115-E14A-75CE-2E28F70083B6}"/>
                  </a:ext>
                </a:extLst>
              </p:cNvPr>
              <p:cNvSpPr/>
              <p:nvPr/>
            </p:nvSpPr>
            <p:spPr>
              <a:xfrm>
                <a:off x="927245" y="2180497"/>
                <a:ext cx="2252950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This is the machine independent running time of the algorithm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Each machine has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540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’s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But it is cumbersome to write running time like this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So, let us make some </a:t>
                </a:r>
                <a:r>
                  <a:rPr lang="en-US" sz="5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approximations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F8C480D-A115-E14A-75CE-2E28F7008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2180497"/>
                <a:ext cx="22529509" cy="3791109"/>
              </a:xfrm>
              <a:prstGeom prst="roundRect">
                <a:avLst/>
              </a:prstGeom>
              <a:blipFill>
                <a:blip r:embed="rId8"/>
                <a:stretch>
                  <a:fillRect l="-506" b="-39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A0F47F2-6AE4-FB47-6450-F3359D57CC69}"/>
                  </a:ext>
                </a:extLst>
              </p:cNvPr>
              <p:cNvSpPr/>
              <p:nvPr/>
            </p:nvSpPr>
            <p:spPr>
              <a:xfrm>
                <a:off x="18791030" y="50229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A0F47F2-6AE4-FB47-6450-F3359D57C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1030" y="502294"/>
                <a:ext cx="1119804" cy="1032907"/>
              </a:xfrm>
              <a:prstGeom prst="roundRect">
                <a:avLst/>
              </a:prstGeom>
              <a:blipFill>
                <a:blip r:embed="rId11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7AED23D-B243-1152-FF70-5A1808B31F1E}"/>
                  </a:ext>
                </a:extLst>
              </p:cNvPr>
              <p:cNvSpPr/>
              <p:nvPr/>
            </p:nvSpPr>
            <p:spPr>
              <a:xfrm>
                <a:off x="20734521" y="494056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7AED23D-B243-1152-FF70-5A1808B31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4521" y="494056"/>
                <a:ext cx="1119804" cy="103290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lus 6">
            <a:extLst>
              <a:ext uri="{FF2B5EF4-FFF2-40B4-BE49-F238E27FC236}">
                <a16:creationId xmlns:a16="http://schemas.microsoft.com/office/drawing/2014/main" id="{961A3B3E-F64D-6698-0B8A-3986AA7CADD9}"/>
              </a:ext>
            </a:extLst>
          </p:cNvPr>
          <p:cNvSpPr/>
          <p:nvPr/>
        </p:nvSpPr>
        <p:spPr>
          <a:xfrm>
            <a:off x="18025397" y="635948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9" name="Plus 8">
            <a:extLst>
              <a:ext uri="{FF2B5EF4-FFF2-40B4-BE49-F238E27FC236}">
                <a16:creationId xmlns:a16="http://schemas.microsoft.com/office/drawing/2014/main" id="{B941B07F-B129-50C2-AB16-E1758E22BA8C}"/>
              </a:ext>
            </a:extLst>
          </p:cNvPr>
          <p:cNvSpPr/>
          <p:nvPr/>
        </p:nvSpPr>
        <p:spPr>
          <a:xfrm>
            <a:off x="19953973" y="590707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618BED2D-9DC9-33E6-9147-EBF69361AE72}"/>
                  </a:ext>
                </a:extLst>
              </p:cNvPr>
              <p:cNvSpPr/>
              <p:nvPr/>
            </p:nvSpPr>
            <p:spPr>
              <a:xfrm>
                <a:off x="22672897" y="48336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618BED2D-9DC9-33E6-9147-EBF69361AE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897" y="483367"/>
                <a:ext cx="1119804" cy="1032907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lus 11">
            <a:extLst>
              <a:ext uri="{FF2B5EF4-FFF2-40B4-BE49-F238E27FC236}">
                <a16:creationId xmlns:a16="http://schemas.microsoft.com/office/drawing/2014/main" id="{42788BD5-454A-0766-4C79-0D50EC849FAC}"/>
              </a:ext>
            </a:extLst>
          </p:cNvPr>
          <p:cNvSpPr/>
          <p:nvPr/>
        </p:nvSpPr>
        <p:spPr>
          <a:xfrm>
            <a:off x="21892349" y="580018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50602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CA015-119F-E723-BE5D-2A6C9DA5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D332222A-CE7B-2E5F-E753-6D780273D044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229BC77-A1CF-FCC6-1FF6-8DBFEB2D241A}"/>
                  </a:ext>
                </a:extLst>
              </p:cNvPr>
              <p:cNvSpPr/>
              <p:nvPr/>
            </p:nvSpPr>
            <p:spPr>
              <a:xfrm>
                <a:off x="847064" y="2311126"/>
                <a:ext cx="22529509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Approximation 1: Assume all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are same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229BC77-A1CF-FCC6-1FF6-8DBFEB2D24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64" y="2311126"/>
                <a:ext cx="22529509" cy="1032907"/>
              </a:xfrm>
              <a:prstGeom prst="roundRect">
                <a:avLst/>
              </a:prstGeom>
              <a:blipFill>
                <a:blip r:embed="rId10"/>
                <a:stretch>
                  <a:fillRect l="-1292" t="-4598" b="-2758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53B3EA0-583D-D162-C232-5238C7ABEB66}"/>
                  </a:ext>
                </a:extLst>
              </p:cNvPr>
              <p:cNvSpPr/>
              <p:nvPr/>
            </p:nvSpPr>
            <p:spPr>
              <a:xfrm>
                <a:off x="8902672" y="4019748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53B3EA0-583D-D162-C232-5238C7ABE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672" y="4019748"/>
                <a:ext cx="1119804" cy="1032907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3129F09-905F-B8E6-A11A-510297F1C27C}"/>
                  </a:ext>
                </a:extLst>
              </p:cNvPr>
              <p:cNvSpPr/>
              <p:nvPr/>
            </p:nvSpPr>
            <p:spPr>
              <a:xfrm>
                <a:off x="6916696" y="399364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3129F09-905F-B8E6-A11A-510297F1C2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696" y="3993644"/>
                <a:ext cx="1119804" cy="103290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7A4B2F6-EFAD-0A36-A06E-5FFD7A0D502E}"/>
                  </a:ext>
                </a:extLst>
              </p:cNvPr>
              <p:cNvSpPr/>
              <p:nvPr/>
            </p:nvSpPr>
            <p:spPr>
              <a:xfrm>
                <a:off x="10888648" y="3951428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7A4B2F6-EFAD-0A36-A06E-5FFD7A0D50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8648" y="3951428"/>
                <a:ext cx="1119804" cy="1032907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C671656F-3BC5-17FA-7D19-7746AD32459B}"/>
                  </a:ext>
                </a:extLst>
              </p:cNvPr>
              <p:cNvSpPr/>
              <p:nvPr/>
            </p:nvSpPr>
            <p:spPr>
              <a:xfrm>
                <a:off x="12826152" y="390034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C671656F-3BC5-17FA-7D19-7746AD3245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6152" y="3900344"/>
                <a:ext cx="1119804" cy="1032907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FF77468F-DCF2-7A69-3FE2-AE41800ABB38}"/>
                  </a:ext>
                </a:extLst>
              </p:cNvPr>
              <p:cNvSpPr/>
              <p:nvPr/>
            </p:nvSpPr>
            <p:spPr>
              <a:xfrm>
                <a:off x="14812609" y="3862102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FF77468F-DCF2-7A69-3FE2-AE41800ABB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2609" y="3862102"/>
                <a:ext cx="1119804" cy="1032907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5093B4D-C0D8-2064-BE6B-432E516D591E}"/>
                  </a:ext>
                </a:extLst>
              </p:cNvPr>
              <p:cNvSpPr/>
              <p:nvPr/>
            </p:nvSpPr>
            <p:spPr>
              <a:xfrm>
                <a:off x="16779201" y="3850751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5093B4D-C0D8-2064-BE6B-432E516D59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9201" y="3850751"/>
                <a:ext cx="1119804" cy="1032907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060248F-B48D-A843-2396-B71DA1A72FD4}"/>
                  </a:ext>
                </a:extLst>
              </p:cNvPr>
              <p:cNvSpPr/>
              <p:nvPr/>
            </p:nvSpPr>
            <p:spPr>
              <a:xfrm>
                <a:off x="18707777" y="3811931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060248F-B48D-A843-2396-B71DA1A72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7777" y="3811931"/>
                <a:ext cx="1119804" cy="1032907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F7B5C1F-C3CE-9348-B223-7619EE5ABFDC}"/>
                  </a:ext>
                </a:extLst>
              </p:cNvPr>
              <p:cNvSpPr/>
              <p:nvPr/>
            </p:nvSpPr>
            <p:spPr>
              <a:xfrm>
                <a:off x="20651268" y="3803693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F7B5C1F-C3CE-9348-B223-7619EE5ABF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268" y="3803693"/>
                <a:ext cx="1119804" cy="1032907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Plus 18">
            <a:extLst>
              <a:ext uri="{FF2B5EF4-FFF2-40B4-BE49-F238E27FC236}">
                <a16:creationId xmlns:a16="http://schemas.microsoft.com/office/drawing/2014/main" id="{2CBBDD86-97F0-96C3-C276-68774207CCBB}"/>
              </a:ext>
            </a:extLst>
          </p:cNvPr>
          <p:cNvSpPr/>
          <p:nvPr/>
        </p:nvSpPr>
        <p:spPr>
          <a:xfrm>
            <a:off x="8108339" y="4113047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0" name="Plus 19">
            <a:extLst>
              <a:ext uri="{FF2B5EF4-FFF2-40B4-BE49-F238E27FC236}">
                <a16:creationId xmlns:a16="http://schemas.microsoft.com/office/drawing/2014/main" id="{A9AB7E4E-EAFF-B048-DD4D-F27FCC130781}"/>
              </a:ext>
            </a:extLst>
          </p:cNvPr>
          <p:cNvSpPr/>
          <p:nvPr/>
        </p:nvSpPr>
        <p:spPr>
          <a:xfrm>
            <a:off x="10094315" y="4097556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8" name="Plus 27">
            <a:extLst>
              <a:ext uri="{FF2B5EF4-FFF2-40B4-BE49-F238E27FC236}">
                <a16:creationId xmlns:a16="http://schemas.microsoft.com/office/drawing/2014/main" id="{D63ACF48-1704-012E-F476-ADCF7948C9EB}"/>
              </a:ext>
            </a:extLst>
          </p:cNvPr>
          <p:cNvSpPr/>
          <p:nvPr/>
        </p:nvSpPr>
        <p:spPr>
          <a:xfrm>
            <a:off x="12056055" y="4019748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9" name="Plus 28">
            <a:extLst>
              <a:ext uri="{FF2B5EF4-FFF2-40B4-BE49-F238E27FC236}">
                <a16:creationId xmlns:a16="http://schemas.microsoft.com/office/drawing/2014/main" id="{85060F7E-EE0E-1714-A6F3-649D57EFF314}"/>
              </a:ext>
            </a:extLst>
          </p:cNvPr>
          <p:cNvSpPr/>
          <p:nvPr/>
        </p:nvSpPr>
        <p:spPr>
          <a:xfrm>
            <a:off x="14024344" y="3972415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32" name="Plus 31">
            <a:extLst>
              <a:ext uri="{FF2B5EF4-FFF2-40B4-BE49-F238E27FC236}">
                <a16:creationId xmlns:a16="http://schemas.microsoft.com/office/drawing/2014/main" id="{95137637-8DA2-71A8-AA46-18F69DB9201C}"/>
              </a:ext>
            </a:extLst>
          </p:cNvPr>
          <p:cNvSpPr/>
          <p:nvPr/>
        </p:nvSpPr>
        <p:spPr>
          <a:xfrm>
            <a:off x="15998184" y="3945585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33" name="Plus 32">
            <a:extLst>
              <a:ext uri="{FF2B5EF4-FFF2-40B4-BE49-F238E27FC236}">
                <a16:creationId xmlns:a16="http://schemas.microsoft.com/office/drawing/2014/main" id="{ED634B48-BE2A-61E9-B26E-809D18568219}"/>
              </a:ext>
            </a:extLst>
          </p:cNvPr>
          <p:cNvSpPr/>
          <p:nvPr/>
        </p:nvSpPr>
        <p:spPr>
          <a:xfrm>
            <a:off x="17942144" y="3945585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34" name="Plus 33">
            <a:extLst>
              <a:ext uri="{FF2B5EF4-FFF2-40B4-BE49-F238E27FC236}">
                <a16:creationId xmlns:a16="http://schemas.microsoft.com/office/drawing/2014/main" id="{1D7DFC1D-FCA7-2AB2-B97E-FD9950928211}"/>
              </a:ext>
            </a:extLst>
          </p:cNvPr>
          <p:cNvSpPr/>
          <p:nvPr/>
        </p:nvSpPr>
        <p:spPr>
          <a:xfrm>
            <a:off x="19870720" y="3900344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35" name="Equals 34">
            <a:extLst>
              <a:ext uri="{FF2B5EF4-FFF2-40B4-BE49-F238E27FC236}">
                <a16:creationId xmlns:a16="http://schemas.microsoft.com/office/drawing/2014/main" id="{68518E0E-9329-99AA-BEB6-D021C39974A6}"/>
              </a:ext>
            </a:extLst>
          </p:cNvPr>
          <p:cNvSpPr/>
          <p:nvPr/>
        </p:nvSpPr>
        <p:spPr>
          <a:xfrm>
            <a:off x="6030329" y="4148848"/>
            <a:ext cx="736979" cy="677063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36" name="Equals 35">
            <a:extLst>
              <a:ext uri="{FF2B5EF4-FFF2-40B4-BE49-F238E27FC236}">
                <a16:creationId xmlns:a16="http://schemas.microsoft.com/office/drawing/2014/main" id="{3CE7EF58-6296-E3FF-2393-902E752ECF75}"/>
              </a:ext>
            </a:extLst>
          </p:cNvPr>
          <p:cNvSpPr/>
          <p:nvPr/>
        </p:nvSpPr>
        <p:spPr>
          <a:xfrm>
            <a:off x="6026924" y="5848113"/>
            <a:ext cx="736979" cy="677063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F274A193-F08C-2C6B-4158-6C2133F47B2C}"/>
                  </a:ext>
                </a:extLst>
              </p:cNvPr>
              <p:cNvSpPr/>
              <p:nvPr/>
            </p:nvSpPr>
            <p:spPr>
              <a:xfrm>
                <a:off x="6997065" y="5651829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𝑛𝑐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F274A193-F08C-2C6B-4158-6C2133F47B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065" y="5651829"/>
                <a:ext cx="3095061" cy="1032907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F9FED6E-8EFA-65D1-BF99-457847343A59}"/>
                  </a:ext>
                </a:extLst>
              </p:cNvPr>
              <p:cNvSpPr/>
              <p:nvPr/>
            </p:nvSpPr>
            <p:spPr>
              <a:xfrm>
                <a:off x="795411" y="7213645"/>
                <a:ext cx="22529509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Approximation 2: Remove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also. Assume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F9FED6E-8EFA-65D1-BF99-457847343A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11" y="7213645"/>
                <a:ext cx="22529509" cy="1032907"/>
              </a:xfrm>
              <a:prstGeom prst="roundRect">
                <a:avLst/>
              </a:prstGeom>
              <a:blipFill>
                <a:blip r:embed="rId20"/>
                <a:stretch>
                  <a:fillRect l="-1293" t="-4598" b="-2758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quals 38">
            <a:extLst>
              <a:ext uri="{FF2B5EF4-FFF2-40B4-BE49-F238E27FC236}">
                <a16:creationId xmlns:a16="http://schemas.microsoft.com/office/drawing/2014/main" id="{824ED648-293F-D4BE-309C-658F79C70909}"/>
              </a:ext>
            </a:extLst>
          </p:cNvPr>
          <p:cNvSpPr/>
          <p:nvPr/>
        </p:nvSpPr>
        <p:spPr>
          <a:xfrm>
            <a:off x="6026924" y="8883767"/>
            <a:ext cx="736979" cy="677063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C9D3DABB-4FDF-CCC7-6E12-AB501162AC17}"/>
                  </a:ext>
                </a:extLst>
              </p:cNvPr>
              <p:cNvSpPr/>
              <p:nvPr/>
            </p:nvSpPr>
            <p:spPr>
              <a:xfrm>
                <a:off x="6997065" y="8687483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C9D3DABB-4FDF-CCC7-6E12-AB501162AC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065" y="8687483"/>
                <a:ext cx="3095061" cy="1032907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DA3E4106-CE81-5E02-D2F8-7C167C6F97CA}"/>
                  </a:ext>
                </a:extLst>
              </p:cNvPr>
              <p:cNvSpPr/>
              <p:nvPr/>
            </p:nvSpPr>
            <p:spPr>
              <a:xfrm>
                <a:off x="8900484" y="72217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DA3E4106-CE81-5E02-D2F8-7C167C6F97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484" y="722174"/>
                <a:ext cx="1119804" cy="1032907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F56BA37A-EBF0-B641-8D17-2E2BA0B27687}"/>
                  </a:ext>
                </a:extLst>
              </p:cNvPr>
              <p:cNvSpPr/>
              <p:nvPr/>
            </p:nvSpPr>
            <p:spPr>
              <a:xfrm>
                <a:off x="6914508" y="69607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F56BA37A-EBF0-B641-8D17-2E2BA0B276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508" y="696070"/>
                <a:ext cx="1119804" cy="1032907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33DE8144-923C-D3F7-7FB4-93CAAA8FD99B}"/>
                  </a:ext>
                </a:extLst>
              </p:cNvPr>
              <p:cNvSpPr/>
              <p:nvPr/>
            </p:nvSpPr>
            <p:spPr>
              <a:xfrm>
                <a:off x="10886460" y="65385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33DE8144-923C-D3F7-7FB4-93CAAA8FD9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6460" y="653854"/>
                <a:ext cx="1119804" cy="1032907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97317EA4-577A-917A-189C-771DA0F054BE}"/>
                  </a:ext>
                </a:extLst>
              </p:cNvPr>
              <p:cNvSpPr/>
              <p:nvPr/>
            </p:nvSpPr>
            <p:spPr>
              <a:xfrm>
                <a:off x="12823964" y="602770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97317EA4-577A-917A-189C-771DA0F054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3964" y="602770"/>
                <a:ext cx="1119804" cy="1032907"/>
              </a:xfrm>
              <a:prstGeom prst="roundRect">
                <a:avLst/>
              </a:prstGeom>
              <a:blipFill>
                <a:blip r:embed="rId25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F9B6C3A3-87DE-89B0-9537-17E52AE68B0C}"/>
                  </a:ext>
                </a:extLst>
              </p:cNvPr>
              <p:cNvSpPr/>
              <p:nvPr/>
            </p:nvSpPr>
            <p:spPr>
              <a:xfrm>
                <a:off x="14810421" y="564528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F9B6C3A3-87DE-89B0-9537-17E52AE68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0421" y="564528"/>
                <a:ext cx="1119804" cy="1032907"/>
              </a:xfrm>
              <a:prstGeom prst="roundRect">
                <a:avLst/>
              </a:prstGeom>
              <a:blipFill>
                <a:blip r:embed="rId26"/>
                <a:stretch>
                  <a:fillRect l="-3226" r="-860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DFEE03B1-F4E1-21BF-0CDF-460DD54D5DD8}"/>
                  </a:ext>
                </a:extLst>
              </p:cNvPr>
              <p:cNvSpPr/>
              <p:nvPr/>
            </p:nvSpPr>
            <p:spPr>
              <a:xfrm>
                <a:off x="16777013" y="55317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DFEE03B1-F4E1-21BF-0CDF-460DD54D5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7013" y="553177"/>
                <a:ext cx="1119804" cy="1032907"/>
              </a:xfrm>
              <a:prstGeom prst="roundRect">
                <a:avLst/>
              </a:prstGeom>
              <a:blipFill>
                <a:blip r:embed="rId27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Plus 46">
            <a:extLst>
              <a:ext uri="{FF2B5EF4-FFF2-40B4-BE49-F238E27FC236}">
                <a16:creationId xmlns:a16="http://schemas.microsoft.com/office/drawing/2014/main" id="{D5E3BC6A-C1FE-240A-0185-93AA330BE370}"/>
              </a:ext>
            </a:extLst>
          </p:cNvPr>
          <p:cNvSpPr/>
          <p:nvPr/>
        </p:nvSpPr>
        <p:spPr>
          <a:xfrm>
            <a:off x="8106151" y="815473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48" name="Plus 47">
            <a:extLst>
              <a:ext uri="{FF2B5EF4-FFF2-40B4-BE49-F238E27FC236}">
                <a16:creationId xmlns:a16="http://schemas.microsoft.com/office/drawing/2014/main" id="{D72BAD2D-C88C-2D42-F33A-0742C70BE937}"/>
              </a:ext>
            </a:extLst>
          </p:cNvPr>
          <p:cNvSpPr/>
          <p:nvPr/>
        </p:nvSpPr>
        <p:spPr>
          <a:xfrm>
            <a:off x="10092127" y="799982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49" name="Plus 48">
            <a:extLst>
              <a:ext uri="{FF2B5EF4-FFF2-40B4-BE49-F238E27FC236}">
                <a16:creationId xmlns:a16="http://schemas.microsoft.com/office/drawing/2014/main" id="{2CE6DA37-14A9-C4A9-6CFC-E199A8D45753}"/>
              </a:ext>
            </a:extLst>
          </p:cNvPr>
          <p:cNvSpPr/>
          <p:nvPr/>
        </p:nvSpPr>
        <p:spPr>
          <a:xfrm>
            <a:off x="12053867" y="722174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50" name="Plus 49">
            <a:extLst>
              <a:ext uri="{FF2B5EF4-FFF2-40B4-BE49-F238E27FC236}">
                <a16:creationId xmlns:a16="http://schemas.microsoft.com/office/drawing/2014/main" id="{EB9C194B-C822-3F7D-FCF7-AADEC6E824E0}"/>
              </a:ext>
            </a:extLst>
          </p:cNvPr>
          <p:cNvSpPr/>
          <p:nvPr/>
        </p:nvSpPr>
        <p:spPr>
          <a:xfrm>
            <a:off x="14022156" y="674841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51" name="Plus 50">
            <a:extLst>
              <a:ext uri="{FF2B5EF4-FFF2-40B4-BE49-F238E27FC236}">
                <a16:creationId xmlns:a16="http://schemas.microsoft.com/office/drawing/2014/main" id="{22AF627A-9393-279A-ABAA-81935B1868D5}"/>
              </a:ext>
            </a:extLst>
          </p:cNvPr>
          <p:cNvSpPr/>
          <p:nvPr/>
        </p:nvSpPr>
        <p:spPr>
          <a:xfrm>
            <a:off x="15995996" y="648011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201275C-7A91-53F6-8D22-5E2983AA5FA9}"/>
              </a:ext>
            </a:extLst>
          </p:cNvPr>
          <p:cNvSpPr/>
          <p:nvPr/>
        </p:nvSpPr>
        <p:spPr>
          <a:xfrm>
            <a:off x="1007427" y="674842"/>
            <a:ext cx="4854533" cy="102992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 </a:t>
            </a:r>
          </a:p>
        </p:txBody>
      </p:sp>
      <p:sp>
        <p:nvSpPr>
          <p:cNvPr id="53" name="Equals 52">
            <a:extLst>
              <a:ext uri="{FF2B5EF4-FFF2-40B4-BE49-F238E27FC236}">
                <a16:creationId xmlns:a16="http://schemas.microsoft.com/office/drawing/2014/main" id="{8E984AF6-0F0A-CDE8-2907-9D472E4D3EC5}"/>
              </a:ext>
            </a:extLst>
          </p:cNvPr>
          <p:cNvSpPr/>
          <p:nvPr/>
        </p:nvSpPr>
        <p:spPr>
          <a:xfrm>
            <a:off x="6028141" y="851274"/>
            <a:ext cx="736979" cy="677063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ECAF4211-CA12-0E7F-D301-D9EC29F96E2E}"/>
                  </a:ext>
                </a:extLst>
              </p:cNvPr>
              <p:cNvSpPr/>
              <p:nvPr/>
            </p:nvSpPr>
            <p:spPr>
              <a:xfrm>
                <a:off x="18791030" y="502294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ECAF4211-CA12-0E7F-D301-D9EC29F96E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1030" y="502294"/>
                <a:ext cx="1119804" cy="1032907"/>
              </a:xfrm>
              <a:prstGeom prst="roundRect">
                <a:avLst/>
              </a:prstGeom>
              <a:blipFill>
                <a:blip r:embed="rId28"/>
                <a:stretch>
                  <a:fillRect l="-3191" r="-74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31E2AF53-EF48-25CB-E08A-1604BDAB6128}"/>
                  </a:ext>
                </a:extLst>
              </p:cNvPr>
              <p:cNvSpPr/>
              <p:nvPr/>
            </p:nvSpPr>
            <p:spPr>
              <a:xfrm>
                <a:off x="20734521" y="494056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31E2AF53-EF48-25CB-E08A-1604BDAB61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4521" y="494056"/>
                <a:ext cx="1119804" cy="1032907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Plus 55">
            <a:extLst>
              <a:ext uri="{FF2B5EF4-FFF2-40B4-BE49-F238E27FC236}">
                <a16:creationId xmlns:a16="http://schemas.microsoft.com/office/drawing/2014/main" id="{E1AE19A7-F141-9066-FF76-5F2B99D58E87}"/>
              </a:ext>
            </a:extLst>
          </p:cNvPr>
          <p:cNvSpPr/>
          <p:nvPr/>
        </p:nvSpPr>
        <p:spPr>
          <a:xfrm>
            <a:off x="18025397" y="635948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57" name="Plus 56">
            <a:extLst>
              <a:ext uri="{FF2B5EF4-FFF2-40B4-BE49-F238E27FC236}">
                <a16:creationId xmlns:a16="http://schemas.microsoft.com/office/drawing/2014/main" id="{7BD0CCE6-E72B-D184-35F4-BC1848D64C1C}"/>
              </a:ext>
            </a:extLst>
          </p:cNvPr>
          <p:cNvSpPr/>
          <p:nvPr/>
        </p:nvSpPr>
        <p:spPr>
          <a:xfrm>
            <a:off x="19953973" y="590707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6DA91B78-A380-7004-3A31-EC4B9632C182}"/>
                  </a:ext>
                </a:extLst>
              </p:cNvPr>
              <p:cNvSpPr/>
              <p:nvPr/>
            </p:nvSpPr>
            <p:spPr>
              <a:xfrm>
                <a:off x="22672897" y="483367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6DA91B78-A380-7004-3A31-EC4B9632C1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897" y="483367"/>
                <a:ext cx="1119804" cy="1032907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Plus 58">
            <a:extLst>
              <a:ext uri="{FF2B5EF4-FFF2-40B4-BE49-F238E27FC236}">
                <a16:creationId xmlns:a16="http://schemas.microsoft.com/office/drawing/2014/main" id="{012298F2-6AD7-F2CB-C315-6703B6812576}"/>
              </a:ext>
            </a:extLst>
          </p:cNvPr>
          <p:cNvSpPr/>
          <p:nvPr/>
        </p:nvSpPr>
        <p:spPr>
          <a:xfrm>
            <a:off x="21892349" y="580018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EA2ABB76-8BFF-CC7E-0B85-17064AD30C23}"/>
                  </a:ext>
                </a:extLst>
              </p:cNvPr>
              <p:cNvSpPr/>
              <p:nvPr/>
            </p:nvSpPr>
            <p:spPr>
              <a:xfrm>
                <a:off x="22594759" y="3814149"/>
                <a:ext cx="111980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EA2ABB76-8BFF-CC7E-0B85-17064AD30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4759" y="3814149"/>
                <a:ext cx="1119804" cy="1032907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Plus 60">
            <a:extLst>
              <a:ext uri="{FF2B5EF4-FFF2-40B4-BE49-F238E27FC236}">
                <a16:creationId xmlns:a16="http://schemas.microsoft.com/office/drawing/2014/main" id="{F83852FC-D169-AFCC-852A-4D8BDC1A4B3D}"/>
              </a:ext>
            </a:extLst>
          </p:cNvPr>
          <p:cNvSpPr/>
          <p:nvPr/>
        </p:nvSpPr>
        <p:spPr>
          <a:xfrm>
            <a:off x="21814211" y="3910800"/>
            <a:ext cx="722494" cy="79410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958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9" grpId="0" animBg="1"/>
      <p:bldP spid="10" grpId="0" animBg="1"/>
      <p:bldP spid="12" grpId="0" animBg="1"/>
      <p:bldP spid="14" grpId="0" animBg="1"/>
      <p:bldP spid="17" grpId="0" animBg="1"/>
      <p:bldP spid="19" grpId="0" animBg="1"/>
      <p:bldP spid="20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60" grpId="0" animBg="1"/>
      <p:bldP spid="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F648F-E07A-8FB6-3359-78E795C7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BAB18DFD-F382-2C7B-D3AF-813CA08BE0ED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DCF518F-5454-B08C-6448-8BC1091164C7}"/>
              </a:ext>
            </a:extLst>
          </p:cNvPr>
          <p:cNvSpPr/>
          <p:nvPr/>
        </p:nvSpPr>
        <p:spPr>
          <a:xfrm>
            <a:off x="1007427" y="674842"/>
            <a:ext cx="4854533" cy="102992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 </a:t>
            </a:r>
          </a:p>
        </p:txBody>
      </p:sp>
      <p:sp>
        <p:nvSpPr>
          <p:cNvPr id="39" name="Equals 38">
            <a:extLst>
              <a:ext uri="{FF2B5EF4-FFF2-40B4-BE49-F238E27FC236}">
                <a16:creationId xmlns:a16="http://schemas.microsoft.com/office/drawing/2014/main" id="{5F6B2D6B-EA24-12D7-B965-1F69AB0AE622}"/>
              </a:ext>
            </a:extLst>
          </p:cNvPr>
          <p:cNvSpPr/>
          <p:nvPr/>
        </p:nvSpPr>
        <p:spPr>
          <a:xfrm>
            <a:off x="6224374" y="868147"/>
            <a:ext cx="736979" cy="677063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F1CEAD62-A603-77F2-9D5C-99EB3AEA75D4}"/>
                  </a:ext>
                </a:extLst>
              </p:cNvPr>
              <p:cNvSpPr/>
              <p:nvPr/>
            </p:nvSpPr>
            <p:spPr>
              <a:xfrm>
                <a:off x="7194515" y="671863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F1CEAD62-A603-77F2-9D5C-99EB3AEA7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515" y="671863"/>
                <a:ext cx="3095061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9E49C4B-A611-F8E2-2D62-41172745CA66}"/>
              </a:ext>
            </a:extLst>
          </p:cNvPr>
          <p:cNvSpPr/>
          <p:nvPr/>
        </p:nvSpPr>
        <p:spPr>
          <a:xfrm>
            <a:off x="847064" y="2018345"/>
            <a:ext cx="2252950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Machine independent running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Indicates that the running time increases linearly with n</a:t>
            </a:r>
          </a:p>
        </p:txBody>
      </p:sp>
    </p:spTree>
    <p:extLst>
      <p:ext uri="{BB962C8B-B14F-4D97-AF65-F5344CB8AC3E}">
        <p14:creationId xmlns:p14="http://schemas.microsoft.com/office/powerpoint/2010/main" val="3317341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C3B226-5551-A9CF-F195-193A90A8004E}"/>
              </a:ext>
            </a:extLst>
          </p:cNvPr>
          <p:cNvSpPr/>
          <p:nvPr/>
        </p:nvSpPr>
        <p:spPr>
          <a:xfrm>
            <a:off x="1184995" y="3431325"/>
            <a:ext cx="2252950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Which algorithm is better?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5C182D-5B39-898A-DAE0-18E76C3E8F43}"/>
              </a:ext>
            </a:extLst>
          </p:cNvPr>
          <p:cNvSpPr/>
          <p:nvPr/>
        </p:nvSpPr>
        <p:spPr>
          <a:xfrm>
            <a:off x="1184995" y="4781472"/>
            <a:ext cx="2252950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Depends on 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5A1AADA-99C2-DB2F-BAF1-E455E02CDD85}"/>
              </a:ext>
            </a:extLst>
          </p:cNvPr>
          <p:cNvSpPr/>
          <p:nvPr/>
        </p:nvSpPr>
        <p:spPr>
          <a:xfrm>
            <a:off x="3766365" y="367793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B18B172-AC2D-CDE3-81A4-4CC925A4E241}"/>
                  </a:ext>
                </a:extLst>
              </p:cNvPr>
              <p:cNvSpPr/>
              <p:nvPr/>
            </p:nvSpPr>
            <p:spPr>
              <a:xfrm>
                <a:off x="3298834" y="2157786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B18B172-AC2D-CDE3-81A4-4CC925A4E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834" y="2157786"/>
                <a:ext cx="3095061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1ACD333-F2F9-8BA1-E740-942A32EF0DA4}"/>
              </a:ext>
            </a:extLst>
          </p:cNvPr>
          <p:cNvSpPr/>
          <p:nvPr/>
        </p:nvSpPr>
        <p:spPr>
          <a:xfrm>
            <a:off x="18576908" y="367793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29023DA3-07B5-035D-9F5C-00EA1E724509}"/>
                  </a:ext>
                </a:extLst>
              </p:cNvPr>
              <p:cNvSpPr/>
              <p:nvPr/>
            </p:nvSpPr>
            <p:spPr>
              <a:xfrm>
                <a:off x="18109377" y="2157786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29023DA3-07B5-035D-9F5C-00EA1E7245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9377" y="2157786"/>
                <a:ext cx="309506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466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00634-BD08-0198-0EBF-37485390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CE128C-297E-A175-4026-9FA1ACB935A8}"/>
              </a:ext>
            </a:extLst>
          </p:cNvPr>
          <p:cNvSpPr/>
          <p:nvPr/>
        </p:nvSpPr>
        <p:spPr>
          <a:xfrm>
            <a:off x="3766365" y="367793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FFB1770F-AC96-71A8-7428-E2A8909F9079}"/>
                  </a:ext>
                </a:extLst>
              </p:cNvPr>
              <p:cNvSpPr/>
              <p:nvPr/>
            </p:nvSpPr>
            <p:spPr>
              <a:xfrm>
                <a:off x="3298834" y="2157786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FFB1770F-AC96-71A8-7428-E2A8909F9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834" y="2157786"/>
                <a:ext cx="3095061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6AE1257-1EFA-C43C-85CF-4D2CCC89EA77}"/>
              </a:ext>
            </a:extLst>
          </p:cNvPr>
          <p:cNvSpPr/>
          <p:nvPr/>
        </p:nvSpPr>
        <p:spPr>
          <a:xfrm>
            <a:off x="18576908" y="367793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5D5EDAD-4B03-74D5-4B1F-0C0E8CBF741B}"/>
                  </a:ext>
                </a:extLst>
              </p:cNvPr>
              <p:cNvSpPr/>
              <p:nvPr/>
            </p:nvSpPr>
            <p:spPr>
              <a:xfrm>
                <a:off x="18109377" y="2157786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5D5EDAD-4B03-74D5-4B1F-0C0E8CBF74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9377" y="2157786"/>
                <a:ext cx="309506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8EE3689-A2D7-3B0F-14D4-240493DB09B0}"/>
              </a:ext>
            </a:extLst>
          </p:cNvPr>
          <p:cNvSpPr/>
          <p:nvPr/>
        </p:nvSpPr>
        <p:spPr>
          <a:xfrm>
            <a:off x="1184996" y="3409476"/>
            <a:ext cx="22529509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						Running Time of A						Running Time of B</a:t>
            </a:r>
          </a:p>
          <a:p>
            <a:pPr marL="914400" lvl="4" indent="-914400" defTabSz="825500">
              <a:lnSpc>
                <a:spcPct val="100000"/>
              </a:lnSpc>
              <a:spcBef>
                <a:spcPts val="0"/>
              </a:spcBef>
              <a:buAutoNum type="arabicPlain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                                      8													 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									 11												  6	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								      14												 11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4									 17												 18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5									 20												 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594F6A8-E7AD-A7A8-A468-F9CA0E9180AB}"/>
                  </a:ext>
                </a:extLst>
              </p:cNvPr>
              <p:cNvSpPr/>
              <p:nvPr/>
            </p:nvSpPr>
            <p:spPr>
              <a:xfrm>
                <a:off x="1184995" y="9146206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Observations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After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,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A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consistently beats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B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So, we deduce that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A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better than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B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594F6A8-E7AD-A7A8-A468-F9CA0E918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995" y="9146206"/>
                <a:ext cx="22529509" cy="2871708"/>
              </a:xfrm>
              <a:prstGeom prst="roundRect">
                <a:avLst/>
              </a:prstGeom>
              <a:blipFill>
                <a:blip r:embed="rId4"/>
                <a:stretch>
                  <a:fillRect l="-674" b="-64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00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28E8-770D-B82A-50EA-320193C22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3101C685-6996-F0E3-0FC2-D6076DEE4FE2}"/>
              </a:ext>
            </a:extLst>
          </p:cNvPr>
          <p:cNvSpPr/>
          <p:nvPr/>
        </p:nvSpPr>
        <p:spPr>
          <a:xfrm>
            <a:off x="4939024" y="11572558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CC319CD4-2517-1918-E206-6C27F0F17213}"/>
              </a:ext>
            </a:extLst>
          </p:cNvPr>
          <p:cNvSpPr/>
          <p:nvPr/>
        </p:nvSpPr>
        <p:spPr>
          <a:xfrm>
            <a:off x="5012871" y="4245429"/>
            <a:ext cx="12932229" cy="7511142"/>
          </a:xfrm>
          <a:custGeom>
            <a:avLst/>
            <a:gdLst>
              <a:gd name="connsiteX0" fmla="*/ 0 w 12932229"/>
              <a:gd name="connsiteY0" fmla="*/ 7511142 h 7511142"/>
              <a:gd name="connsiteX1" fmla="*/ 212272 w 12932229"/>
              <a:gd name="connsiteY1" fmla="*/ 7494814 h 7511142"/>
              <a:gd name="connsiteX2" fmla="*/ 310243 w 12932229"/>
              <a:gd name="connsiteY2" fmla="*/ 7462157 h 7511142"/>
              <a:gd name="connsiteX3" fmla="*/ 408215 w 12932229"/>
              <a:gd name="connsiteY3" fmla="*/ 7429500 h 7511142"/>
              <a:gd name="connsiteX4" fmla="*/ 457200 w 12932229"/>
              <a:gd name="connsiteY4" fmla="*/ 7413171 h 7511142"/>
              <a:gd name="connsiteX5" fmla="*/ 653143 w 12932229"/>
              <a:gd name="connsiteY5" fmla="*/ 7380514 h 7511142"/>
              <a:gd name="connsiteX6" fmla="*/ 751115 w 12932229"/>
              <a:gd name="connsiteY6" fmla="*/ 7364185 h 7511142"/>
              <a:gd name="connsiteX7" fmla="*/ 930729 w 12932229"/>
              <a:gd name="connsiteY7" fmla="*/ 7347857 h 7511142"/>
              <a:gd name="connsiteX8" fmla="*/ 1143000 w 12932229"/>
              <a:gd name="connsiteY8" fmla="*/ 7315200 h 7511142"/>
              <a:gd name="connsiteX9" fmla="*/ 1208315 w 12932229"/>
              <a:gd name="connsiteY9" fmla="*/ 7298871 h 7511142"/>
              <a:gd name="connsiteX10" fmla="*/ 1338943 w 12932229"/>
              <a:gd name="connsiteY10" fmla="*/ 7282542 h 7511142"/>
              <a:gd name="connsiteX11" fmla="*/ 1469572 w 12932229"/>
              <a:gd name="connsiteY11" fmla="*/ 7249885 h 7511142"/>
              <a:gd name="connsiteX12" fmla="*/ 1551215 w 12932229"/>
              <a:gd name="connsiteY12" fmla="*/ 7233557 h 7511142"/>
              <a:gd name="connsiteX13" fmla="*/ 1632858 w 12932229"/>
              <a:gd name="connsiteY13" fmla="*/ 7200900 h 7511142"/>
              <a:gd name="connsiteX14" fmla="*/ 1747158 w 12932229"/>
              <a:gd name="connsiteY14" fmla="*/ 7184571 h 7511142"/>
              <a:gd name="connsiteX15" fmla="*/ 1828800 w 12932229"/>
              <a:gd name="connsiteY15" fmla="*/ 7168242 h 7511142"/>
              <a:gd name="connsiteX16" fmla="*/ 1877786 w 12932229"/>
              <a:gd name="connsiteY16" fmla="*/ 7151914 h 7511142"/>
              <a:gd name="connsiteX17" fmla="*/ 1943100 w 12932229"/>
              <a:gd name="connsiteY17" fmla="*/ 7135585 h 7511142"/>
              <a:gd name="connsiteX18" fmla="*/ 2024743 w 12932229"/>
              <a:gd name="connsiteY18" fmla="*/ 7102928 h 7511142"/>
              <a:gd name="connsiteX19" fmla="*/ 2318658 w 12932229"/>
              <a:gd name="connsiteY19" fmla="*/ 7037614 h 7511142"/>
              <a:gd name="connsiteX20" fmla="*/ 2579915 w 12932229"/>
              <a:gd name="connsiteY20" fmla="*/ 7004957 h 7511142"/>
              <a:gd name="connsiteX21" fmla="*/ 2824843 w 12932229"/>
              <a:gd name="connsiteY21" fmla="*/ 6972300 h 7511142"/>
              <a:gd name="connsiteX22" fmla="*/ 2922815 w 12932229"/>
              <a:gd name="connsiteY22" fmla="*/ 6939642 h 7511142"/>
              <a:gd name="connsiteX23" fmla="*/ 3102429 w 12932229"/>
              <a:gd name="connsiteY23" fmla="*/ 6906985 h 7511142"/>
              <a:gd name="connsiteX24" fmla="*/ 3216729 w 12932229"/>
              <a:gd name="connsiteY24" fmla="*/ 6858000 h 7511142"/>
              <a:gd name="connsiteX25" fmla="*/ 3314700 w 12932229"/>
              <a:gd name="connsiteY25" fmla="*/ 6825342 h 7511142"/>
              <a:gd name="connsiteX26" fmla="*/ 3412672 w 12932229"/>
              <a:gd name="connsiteY26" fmla="*/ 6776357 h 7511142"/>
              <a:gd name="connsiteX27" fmla="*/ 3543300 w 12932229"/>
              <a:gd name="connsiteY27" fmla="*/ 6727371 h 7511142"/>
              <a:gd name="connsiteX28" fmla="*/ 3624943 w 12932229"/>
              <a:gd name="connsiteY28" fmla="*/ 6678385 h 7511142"/>
              <a:gd name="connsiteX29" fmla="*/ 3722915 w 12932229"/>
              <a:gd name="connsiteY29" fmla="*/ 6613071 h 7511142"/>
              <a:gd name="connsiteX30" fmla="*/ 3869872 w 12932229"/>
              <a:gd name="connsiteY30" fmla="*/ 6547757 h 7511142"/>
              <a:gd name="connsiteX31" fmla="*/ 4000500 w 12932229"/>
              <a:gd name="connsiteY31" fmla="*/ 6498771 h 7511142"/>
              <a:gd name="connsiteX32" fmla="*/ 4147458 w 12932229"/>
              <a:gd name="connsiteY32" fmla="*/ 6433457 h 7511142"/>
              <a:gd name="connsiteX33" fmla="*/ 4229100 w 12932229"/>
              <a:gd name="connsiteY33" fmla="*/ 6384471 h 7511142"/>
              <a:gd name="connsiteX34" fmla="*/ 4294415 w 12932229"/>
              <a:gd name="connsiteY34" fmla="*/ 6351814 h 7511142"/>
              <a:gd name="connsiteX35" fmla="*/ 4343400 w 12932229"/>
              <a:gd name="connsiteY35" fmla="*/ 6319157 h 7511142"/>
              <a:gd name="connsiteX36" fmla="*/ 4523015 w 12932229"/>
              <a:gd name="connsiteY36" fmla="*/ 6253842 h 7511142"/>
              <a:gd name="connsiteX37" fmla="*/ 4669972 w 12932229"/>
              <a:gd name="connsiteY37" fmla="*/ 6188528 h 7511142"/>
              <a:gd name="connsiteX38" fmla="*/ 4784272 w 12932229"/>
              <a:gd name="connsiteY38" fmla="*/ 6155871 h 7511142"/>
              <a:gd name="connsiteX39" fmla="*/ 4849586 w 12932229"/>
              <a:gd name="connsiteY39" fmla="*/ 6123214 h 7511142"/>
              <a:gd name="connsiteX40" fmla="*/ 4947558 w 12932229"/>
              <a:gd name="connsiteY40" fmla="*/ 6090557 h 7511142"/>
              <a:gd name="connsiteX41" fmla="*/ 4996543 w 12932229"/>
              <a:gd name="connsiteY41" fmla="*/ 6074228 h 7511142"/>
              <a:gd name="connsiteX42" fmla="*/ 5045529 w 12932229"/>
              <a:gd name="connsiteY42" fmla="*/ 6057900 h 7511142"/>
              <a:gd name="connsiteX43" fmla="*/ 5339443 w 12932229"/>
              <a:gd name="connsiteY43" fmla="*/ 5943600 h 7511142"/>
              <a:gd name="connsiteX44" fmla="*/ 5437415 w 12932229"/>
              <a:gd name="connsiteY44" fmla="*/ 5910942 h 7511142"/>
              <a:gd name="connsiteX45" fmla="*/ 5551715 w 12932229"/>
              <a:gd name="connsiteY45" fmla="*/ 5878285 h 7511142"/>
              <a:gd name="connsiteX46" fmla="*/ 5780315 w 12932229"/>
              <a:gd name="connsiteY46" fmla="*/ 5763985 h 7511142"/>
              <a:gd name="connsiteX47" fmla="*/ 5959929 w 12932229"/>
              <a:gd name="connsiteY47" fmla="*/ 5682342 h 7511142"/>
              <a:gd name="connsiteX48" fmla="*/ 6188529 w 12932229"/>
              <a:gd name="connsiteY48" fmla="*/ 5551714 h 7511142"/>
              <a:gd name="connsiteX49" fmla="*/ 6270172 w 12932229"/>
              <a:gd name="connsiteY49" fmla="*/ 5519057 h 7511142"/>
              <a:gd name="connsiteX50" fmla="*/ 6368143 w 12932229"/>
              <a:gd name="connsiteY50" fmla="*/ 5453742 h 7511142"/>
              <a:gd name="connsiteX51" fmla="*/ 6515100 w 12932229"/>
              <a:gd name="connsiteY51" fmla="*/ 5372100 h 7511142"/>
              <a:gd name="connsiteX52" fmla="*/ 6645729 w 12932229"/>
              <a:gd name="connsiteY52" fmla="*/ 5306785 h 7511142"/>
              <a:gd name="connsiteX53" fmla="*/ 6760029 w 12932229"/>
              <a:gd name="connsiteY53" fmla="*/ 5241471 h 7511142"/>
              <a:gd name="connsiteX54" fmla="*/ 6955972 w 12932229"/>
              <a:gd name="connsiteY54" fmla="*/ 5143500 h 7511142"/>
              <a:gd name="connsiteX55" fmla="*/ 7021286 w 12932229"/>
              <a:gd name="connsiteY55" fmla="*/ 5110842 h 7511142"/>
              <a:gd name="connsiteX56" fmla="*/ 7070272 w 12932229"/>
              <a:gd name="connsiteY56" fmla="*/ 5078185 h 7511142"/>
              <a:gd name="connsiteX57" fmla="*/ 7135586 w 12932229"/>
              <a:gd name="connsiteY57" fmla="*/ 5045528 h 7511142"/>
              <a:gd name="connsiteX58" fmla="*/ 7184572 w 12932229"/>
              <a:gd name="connsiteY58" fmla="*/ 4996542 h 7511142"/>
              <a:gd name="connsiteX59" fmla="*/ 7282543 w 12932229"/>
              <a:gd name="connsiteY59" fmla="*/ 4947557 h 7511142"/>
              <a:gd name="connsiteX60" fmla="*/ 7429500 w 12932229"/>
              <a:gd name="connsiteY60" fmla="*/ 4833257 h 7511142"/>
              <a:gd name="connsiteX61" fmla="*/ 7707086 w 12932229"/>
              <a:gd name="connsiteY61" fmla="*/ 4637314 h 7511142"/>
              <a:gd name="connsiteX62" fmla="*/ 7837715 w 12932229"/>
              <a:gd name="connsiteY62" fmla="*/ 4506685 h 7511142"/>
              <a:gd name="connsiteX63" fmla="*/ 8066315 w 12932229"/>
              <a:gd name="connsiteY63" fmla="*/ 4343400 h 7511142"/>
              <a:gd name="connsiteX64" fmla="*/ 8164286 w 12932229"/>
              <a:gd name="connsiteY64" fmla="*/ 4261757 h 7511142"/>
              <a:gd name="connsiteX65" fmla="*/ 8245929 w 12932229"/>
              <a:gd name="connsiteY65" fmla="*/ 4212771 h 7511142"/>
              <a:gd name="connsiteX66" fmla="*/ 8360229 w 12932229"/>
              <a:gd name="connsiteY66" fmla="*/ 4114800 h 7511142"/>
              <a:gd name="connsiteX67" fmla="*/ 8409215 w 12932229"/>
              <a:gd name="connsiteY67" fmla="*/ 4082142 h 7511142"/>
              <a:gd name="connsiteX68" fmla="*/ 8441872 w 12932229"/>
              <a:gd name="connsiteY68" fmla="*/ 4033157 h 7511142"/>
              <a:gd name="connsiteX69" fmla="*/ 8490858 w 12932229"/>
              <a:gd name="connsiteY69" fmla="*/ 4016828 h 7511142"/>
              <a:gd name="connsiteX70" fmla="*/ 8539843 w 12932229"/>
              <a:gd name="connsiteY70" fmla="*/ 3984171 h 7511142"/>
              <a:gd name="connsiteX71" fmla="*/ 8735786 w 12932229"/>
              <a:gd name="connsiteY71" fmla="*/ 3886200 h 7511142"/>
              <a:gd name="connsiteX72" fmla="*/ 8850086 w 12932229"/>
              <a:gd name="connsiteY72" fmla="*/ 3804557 h 7511142"/>
              <a:gd name="connsiteX73" fmla="*/ 8948058 w 12932229"/>
              <a:gd name="connsiteY73" fmla="*/ 3739242 h 7511142"/>
              <a:gd name="connsiteX74" fmla="*/ 9160329 w 12932229"/>
              <a:gd name="connsiteY74" fmla="*/ 3592285 h 7511142"/>
              <a:gd name="connsiteX75" fmla="*/ 9225643 w 12932229"/>
              <a:gd name="connsiteY75" fmla="*/ 3543300 h 7511142"/>
              <a:gd name="connsiteX76" fmla="*/ 9290958 w 12932229"/>
              <a:gd name="connsiteY76" fmla="*/ 3510642 h 7511142"/>
              <a:gd name="connsiteX77" fmla="*/ 9421586 w 12932229"/>
              <a:gd name="connsiteY77" fmla="*/ 3380014 h 7511142"/>
              <a:gd name="connsiteX78" fmla="*/ 9503229 w 12932229"/>
              <a:gd name="connsiteY78" fmla="*/ 3331028 h 7511142"/>
              <a:gd name="connsiteX79" fmla="*/ 9568543 w 12932229"/>
              <a:gd name="connsiteY79" fmla="*/ 3298371 h 7511142"/>
              <a:gd name="connsiteX80" fmla="*/ 9650186 w 12932229"/>
              <a:gd name="connsiteY80" fmla="*/ 3233057 h 7511142"/>
              <a:gd name="connsiteX81" fmla="*/ 9748158 w 12932229"/>
              <a:gd name="connsiteY81" fmla="*/ 3167742 h 7511142"/>
              <a:gd name="connsiteX82" fmla="*/ 9829800 w 12932229"/>
              <a:gd name="connsiteY82" fmla="*/ 3086100 h 7511142"/>
              <a:gd name="connsiteX83" fmla="*/ 9878786 w 12932229"/>
              <a:gd name="connsiteY83" fmla="*/ 3053442 h 7511142"/>
              <a:gd name="connsiteX84" fmla="*/ 9976758 w 12932229"/>
              <a:gd name="connsiteY84" fmla="*/ 2939142 h 7511142"/>
              <a:gd name="connsiteX85" fmla="*/ 10335986 w 12932229"/>
              <a:gd name="connsiteY85" fmla="*/ 2596242 h 7511142"/>
              <a:gd name="connsiteX86" fmla="*/ 10433958 w 12932229"/>
              <a:gd name="connsiteY86" fmla="*/ 2498271 h 7511142"/>
              <a:gd name="connsiteX87" fmla="*/ 10548258 w 12932229"/>
              <a:gd name="connsiteY87" fmla="*/ 2383971 h 7511142"/>
              <a:gd name="connsiteX88" fmla="*/ 10695215 w 12932229"/>
              <a:gd name="connsiteY88" fmla="*/ 2286000 h 7511142"/>
              <a:gd name="connsiteX89" fmla="*/ 10776858 w 12932229"/>
              <a:gd name="connsiteY89" fmla="*/ 2204357 h 7511142"/>
              <a:gd name="connsiteX90" fmla="*/ 10923815 w 12932229"/>
              <a:gd name="connsiteY90" fmla="*/ 2073728 h 7511142"/>
              <a:gd name="connsiteX91" fmla="*/ 11021786 w 12932229"/>
              <a:gd name="connsiteY91" fmla="*/ 1959428 h 7511142"/>
              <a:gd name="connsiteX92" fmla="*/ 11152415 w 12932229"/>
              <a:gd name="connsiteY92" fmla="*/ 1877785 h 7511142"/>
              <a:gd name="connsiteX93" fmla="*/ 11315700 w 12932229"/>
              <a:gd name="connsiteY93" fmla="*/ 1763485 h 7511142"/>
              <a:gd name="connsiteX94" fmla="*/ 11364686 w 12932229"/>
              <a:gd name="connsiteY94" fmla="*/ 1730828 h 7511142"/>
              <a:gd name="connsiteX95" fmla="*/ 11478986 w 12932229"/>
              <a:gd name="connsiteY95" fmla="*/ 1583871 h 7511142"/>
              <a:gd name="connsiteX96" fmla="*/ 11544300 w 12932229"/>
              <a:gd name="connsiteY96" fmla="*/ 1534885 h 7511142"/>
              <a:gd name="connsiteX97" fmla="*/ 11789229 w 12932229"/>
              <a:gd name="connsiteY97" fmla="*/ 1322614 h 7511142"/>
              <a:gd name="connsiteX98" fmla="*/ 11952515 w 12932229"/>
              <a:gd name="connsiteY98" fmla="*/ 1175657 h 7511142"/>
              <a:gd name="connsiteX99" fmla="*/ 12034158 w 12932229"/>
              <a:gd name="connsiteY99" fmla="*/ 1077685 h 7511142"/>
              <a:gd name="connsiteX100" fmla="*/ 12099472 w 12932229"/>
              <a:gd name="connsiteY100" fmla="*/ 996042 h 7511142"/>
              <a:gd name="connsiteX101" fmla="*/ 12295415 w 12932229"/>
              <a:gd name="connsiteY101" fmla="*/ 800100 h 7511142"/>
              <a:gd name="connsiteX102" fmla="*/ 12360729 w 12932229"/>
              <a:gd name="connsiteY102" fmla="*/ 718457 h 7511142"/>
              <a:gd name="connsiteX103" fmla="*/ 12409715 w 12932229"/>
              <a:gd name="connsiteY103" fmla="*/ 669471 h 7511142"/>
              <a:gd name="connsiteX104" fmla="*/ 12442372 w 12932229"/>
              <a:gd name="connsiteY104" fmla="*/ 620485 h 7511142"/>
              <a:gd name="connsiteX105" fmla="*/ 12491358 w 12932229"/>
              <a:gd name="connsiteY105" fmla="*/ 571500 h 7511142"/>
              <a:gd name="connsiteX106" fmla="*/ 12540343 w 12932229"/>
              <a:gd name="connsiteY106" fmla="*/ 489857 h 7511142"/>
              <a:gd name="connsiteX107" fmla="*/ 12621986 w 12932229"/>
              <a:gd name="connsiteY107" fmla="*/ 375557 h 7511142"/>
              <a:gd name="connsiteX108" fmla="*/ 12719958 w 12932229"/>
              <a:gd name="connsiteY108" fmla="*/ 261257 h 7511142"/>
              <a:gd name="connsiteX109" fmla="*/ 12768943 w 12932229"/>
              <a:gd name="connsiteY109" fmla="*/ 228600 h 7511142"/>
              <a:gd name="connsiteX110" fmla="*/ 12850586 w 12932229"/>
              <a:gd name="connsiteY110" fmla="*/ 97971 h 7511142"/>
              <a:gd name="connsiteX111" fmla="*/ 12899572 w 12932229"/>
              <a:gd name="connsiteY111" fmla="*/ 16328 h 7511142"/>
              <a:gd name="connsiteX112" fmla="*/ 12932229 w 12932229"/>
              <a:gd name="connsiteY112" fmla="*/ 0 h 7511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2932229" h="7511142">
                <a:moveTo>
                  <a:pt x="0" y="7511142"/>
                </a:moveTo>
                <a:cubicBezTo>
                  <a:pt x="70757" y="7505699"/>
                  <a:pt x="142174" y="7505882"/>
                  <a:pt x="212272" y="7494814"/>
                </a:cubicBezTo>
                <a:cubicBezTo>
                  <a:pt x="246274" y="7489445"/>
                  <a:pt x="277586" y="7473043"/>
                  <a:pt x="310243" y="7462157"/>
                </a:cubicBezTo>
                <a:lnTo>
                  <a:pt x="408215" y="7429500"/>
                </a:lnTo>
                <a:cubicBezTo>
                  <a:pt x="424543" y="7424057"/>
                  <a:pt x="440323" y="7416547"/>
                  <a:pt x="457200" y="7413171"/>
                </a:cubicBezTo>
                <a:cubicBezTo>
                  <a:pt x="600930" y="7384424"/>
                  <a:pt x="477605" y="7407520"/>
                  <a:pt x="653143" y="7380514"/>
                </a:cubicBezTo>
                <a:cubicBezTo>
                  <a:pt x="685866" y="7375480"/>
                  <a:pt x="718234" y="7368053"/>
                  <a:pt x="751115" y="7364185"/>
                </a:cubicBezTo>
                <a:cubicBezTo>
                  <a:pt x="810821" y="7357161"/>
                  <a:pt x="870858" y="7353300"/>
                  <a:pt x="930729" y="7347857"/>
                </a:cubicBezTo>
                <a:cubicBezTo>
                  <a:pt x="1180432" y="7297915"/>
                  <a:pt x="787144" y="7374509"/>
                  <a:pt x="1143000" y="7315200"/>
                </a:cubicBezTo>
                <a:cubicBezTo>
                  <a:pt x="1165136" y="7311511"/>
                  <a:pt x="1186179" y="7302560"/>
                  <a:pt x="1208315" y="7298871"/>
                </a:cubicBezTo>
                <a:cubicBezTo>
                  <a:pt x="1251599" y="7291657"/>
                  <a:pt x="1295813" y="7290629"/>
                  <a:pt x="1338943" y="7282542"/>
                </a:cubicBezTo>
                <a:cubicBezTo>
                  <a:pt x="1383057" y="7274271"/>
                  <a:pt x="1425560" y="7258687"/>
                  <a:pt x="1469572" y="7249885"/>
                </a:cubicBezTo>
                <a:lnTo>
                  <a:pt x="1551215" y="7233557"/>
                </a:lnTo>
                <a:cubicBezTo>
                  <a:pt x="1578429" y="7222671"/>
                  <a:pt x="1604422" y="7208009"/>
                  <a:pt x="1632858" y="7200900"/>
                </a:cubicBezTo>
                <a:cubicBezTo>
                  <a:pt x="1670196" y="7191566"/>
                  <a:pt x="1709195" y="7190898"/>
                  <a:pt x="1747158" y="7184571"/>
                </a:cubicBezTo>
                <a:cubicBezTo>
                  <a:pt x="1774533" y="7180008"/>
                  <a:pt x="1801876" y="7174973"/>
                  <a:pt x="1828800" y="7168242"/>
                </a:cubicBezTo>
                <a:cubicBezTo>
                  <a:pt x="1845498" y="7164068"/>
                  <a:pt x="1861236" y="7156642"/>
                  <a:pt x="1877786" y="7151914"/>
                </a:cubicBezTo>
                <a:cubicBezTo>
                  <a:pt x="1899364" y="7145749"/>
                  <a:pt x="1921810" y="7142682"/>
                  <a:pt x="1943100" y="7135585"/>
                </a:cubicBezTo>
                <a:cubicBezTo>
                  <a:pt x="1970907" y="7126316"/>
                  <a:pt x="1996381" y="7110327"/>
                  <a:pt x="2024743" y="7102928"/>
                </a:cubicBezTo>
                <a:cubicBezTo>
                  <a:pt x="2121855" y="7077595"/>
                  <a:pt x="2219662" y="7054114"/>
                  <a:pt x="2318658" y="7037614"/>
                </a:cubicBezTo>
                <a:cubicBezTo>
                  <a:pt x="2494343" y="7008332"/>
                  <a:pt x="2344432" y="7031122"/>
                  <a:pt x="2579915" y="7004957"/>
                </a:cubicBezTo>
                <a:cubicBezTo>
                  <a:pt x="2674842" y="6994410"/>
                  <a:pt x="2731909" y="6985576"/>
                  <a:pt x="2824843" y="6972300"/>
                </a:cubicBezTo>
                <a:cubicBezTo>
                  <a:pt x="2857500" y="6961414"/>
                  <a:pt x="2889604" y="6948700"/>
                  <a:pt x="2922815" y="6939642"/>
                </a:cubicBezTo>
                <a:cubicBezTo>
                  <a:pt x="2988162" y="6921820"/>
                  <a:pt x="3035251" y="6921914"/>
                  <a:pt x="3102429" y="6906985"/>
                </a:cubicBezTo>
                <a:cubicBezTo>
                  <a:pt x="3161564" y="6893844"/>
                  <a:pt x="3154325" y="6882962"/>
                  <a:pt x="3216729" y="6858000"/>
                </a:cubicBezTo>
                <a:cubicBezTo>
                  <a:pt x="3248690" y="6845215"/>
                  <a:pt x="3282924" y="6838582"/>
                  <a:pt x="3314700" y="6825342"/>
                </a:cubicBezTo>
                <a:cubicBezTo>
                  <a:pt x="3348403" y="6811299"/>
                  <a:pt x="3379112" y="6790740"/>
                  <a:pt x="3412672" y="6776357"/>
                </a:cubicBezTo>
                <a:cubicBezTo>
                  <a:pt x="3455416" y="6758038"/>
                  <a:pt x="3501077" y="6746859"/>
                  <a:pt x="3543300" y="6727371"/>
                </a:cubicBezTo>
                <a:cubicBezTo>
                  <a:pt x="3572116" y="6714071"/>
                  <a:pt x="3598168" y="6695424"/>
                  <a:pt x="3624943" y="6678385"/>
                </a:cubicBezTo>
                <a:cubicBezTo>
                  <a:pt x="3658056" y="6657313"/>
                  <a:pt x="3687049" y="6629012"/>
                  <a:pt x="3722915" y="6613071"/>
                </a:cubicBezTo>
                <a:cubicBezTo>
                  <a:pt x="3771901" y="6591300"/>
                  <a:pt x="3820304" y="6568167"/>
                  <a:pt x="3869872" y="6547757"/>
                </a:cubicBezTo>
                <a:cubicBezTo>
                  <a:pt x="3912873" y="6530051"/>
                  <a:pt x="3958277" y="6518259"/>
                  <a:pt x="4000500" y="6498771"/>
                </a:cubicBezTo>
                <a:cubicBezTo>
                  <a:pt x="4167416" y="6421732"/>
                  <a:pt x="4004663" y="6469154"/>
                  <a:pt x="4147458" y="6433457"/>
                </a:cubicBezTo>
                <a:cubicBezTo>
                  <a:pt x="4174672" y="6417128"/>
                  <a:pt x="4201357" y="6399884"/>
                  <a:pt x="4229100" y="6384471"/>
                </a:cubicBezTo>
                <a:cubicBezTo>
                  <a:pt x="4250378" y="6372650"/>
                  <a:pt x="4273281" y="6363891"/>
                  <a:pt x="4294415" y="6351814"/>
                </a:cubicBezTo>
                <a:cubicBezTo>
                  <a:pt x="4311454" y="6342078"/>
                  <a:pt x="4325848" y="6327933"/>
                  <a:pt x="4343400" y="6319157"/>
                </a:cubicBezTo>
                <a:cubicBezTo>
                  <a:pt x="4414788" y="6283463"/>
                  <a:pt x="4446818" y="6284321"/>
                  <a:pt x="4523015" y="6253842"/>
                </a:cubicBezTo>
                <a:cubicBezTo>
                  <a:pt x="4572787" y="6233933"/>
                  <a:pt x="4619779" y="6207350"/>
                  <a:pt x="4669972" y="6188528"/>
                </a:cubicBezTo>
                <a:cubicBezTo>
                  <a:pt x="4707074" y="6174615"/>
                  <a:pt x="4747033" y="6169412"/>
                  <a:pt x="4784272" y="6155871"/>
                </a:cubicBezTo>
                <a:cubicBezTo>
                  <a:pt x="4807148" y="6147553"/>
                  <a:pt x="4826986" y="6132254"/>
                  <a:pt x="4849586" y="6123214"/>
                </a:cubicBezTo>
                <a:cubicBezTo>
                  <a:pt x="4881548" y="6110429"/>
                  <a:pt x="4914901" y="6101443"/>
                  <a:pt x="4947558" y="6090557"/>
                </a:cubicBezTo>
                <a:lnTo>
                  <a:pt x="4996543" y="6074228"/>
                </a:lnTo>
                <a:cubicBezTo>
                  <a:pt x="5012872" y="6068785"/>
                  <a:pt x="5029487" y="6064138"/>
                  <a:pt x="5045529" y="6057900"/>
                </a:cubicBezTo>
                <a:cubicBezTo>
                  <a:pt x="5143500" y="6019800"/>
                  <a:pt x="5239719" y="5976842"/>
                  <a:pt x="5339443" y="5943600"/>
                </a:cubicBezTo>
                <a:cubicBezTo>
                  <a:pt x="5372100" y="5932714"/>
                  <a:pt x="5404443" y="5920834"/>
                  <a:pt x="5437415" y="5910942"/>
                </a:cubicBezTo>
                <a:cubicBezTo>
                  <a:pt x="5469750" y="5901242"/>
                  <a:pt x="5519541" y="5893426"/>
                  <a:pt x="5551715" y="5878285"/>
                </a:cubicBezTo>
                <a:cubicBezTo>
                  <a:pt x="5628800" y="5842009"/>
                  <a:pt x="5703510" y="5800851"/>
                  <a:pt x="5780315" y="5763985"/>
                </a:cubicBezTo>
                <a:cubicBezTo>
                  <a:pt x="5839605" y="5735526"/>
                  <a:pt x="5904159" y="5717198"/>
                  <a:pt x="5959929" y="5682342"/>
                </a:cubicBezTo>
                <a:cubicBezTo>
                  <a:pt x="6067548" y="5615081"/>
                  <a:pt x="6083009" y="5599678"/>
                  <a:pt x="6188529" y="5551714"/>
                </a:cubicBezTo>
                <a:cubicBezTo>
                  <a:pt x="6215212" y="5539585"/>
                  <a:pt x="6244440" y="5533093"/>
                  <a:pt x="6270172" y="5519057"/>
                </a:cubicBezTo>
                <a:cubicBezTo>
                  <a:pt x="6304628" y="5500262"/>
                  <a:pt x="6333038" y="5471294"/>
                  <a:pt x="6368143" y="5453742"/>
                </a:cubicBezTo>
                <a:cubicBezTo>
                  <a:pt x="6587611" y="5344010"/>
                  <a:pt x="6248609" y="5515596"/>
                  <a:pt x="6515100" y="5372100"/>
                </a:cubicBezTo>
                <a:cubicBezTo>
                  <a:pt x="6557964" y="5349020"/>
                  <a:pt x="6602774" y="5329694"/>
                  <a:pt x="6645729" y="5306785"/>
                </a:cubicBezTo>
                <a:cubicBezTo>
                  <a:pt x="6684448" y="5286135"/>
                  <a:pt x="6721197" y="5261909"/>
                  <a:pt x="6760029" y="5241471"/>
                </a:cubicBezTo>
                <a:cubicBezTo>
                  <a:pt x="6824649" y="5207461"/>
                  <a:pt x="6890658" y="5176157"/>
                  <a:pt x="6955972" y="5143500"/>
                </a:cubicBezTo>
                <a:cubicBezTo>
                  <a:pt x="6977743" y="5132614"/>
                  <a:pt x="7001033" y="5124344"/>
                  <a:pt x="7021286" y="5110842"/>
                </a:cubicBezTo>
                <a:cubicBezTo>
                  <a:pt x="7037615" y="5099956"/>
                  <a:pt x="7053233" y="5087921"/>
                  <a:pt x="7070272" y="5078185"/>
                </a:cubicBezTo>
                <a:cubicBezTo>
                  <a:pt x="7091406" y="5066108"/>
                  <a:pt x="7115779" y="5059676"/>
                  <a:pt x="7135586" y="5045528"/>
                </a:cubicBezTo>
                <a:cubicBezTo>
                  <a:pt x="7154377" y="5032106"/>
                  <a:pt x="7165358" y="5009351"/>
                  <a:pt x="7184572" y="4996542"/>
                </a:cubicBezTo>
                <a:cubicBezTo>
                  <a:pt x="7214951" y="4976289"/>
                  <a:pt x="7252164" y="4967810"/>
                  <a:pt x="7282543" y="4947557"/>
                </a:cubicBezTo>
                <a:cubicBezTo>
                  <a:pt x="7334178" y="4913133"/>
                  <a:pt x="7379191" y="4869591"/>
                  <a:pt x="7429500" y="4833257"/>
                </a:cubicBezTo>
                <a:cubicBezTo>
                  <a:pt x="7487175" y="4791603"/>
                  <a:pt x="7653767" y="4690633"/>
                  <a:pt x="7707086" y="4637314"/>
                </a:cubicBezTo>
                <a:cubicBezTo>
                  <a:pt x="7750629" y="4593771"/>
                  <a:pt x="7786478" y="4540843"/>
                  <a:pt x="7837715" y="4506685"/>
                </a:cubicBezTo>
                <a:cubicBezTo>
                  <a:pt x="7945917" y="4434551"/>
                  <a:pt x="7952902" y="4432510"/>
                  <a:pt x="8066315" y="4343400"/>
                </a:cubicBezTo>
                <a:cubicBezTo>
                  <a:pt x="8099741" y="4317136"/>
                  <a:pt x="8129907" y="4286760"/>
                  <a:pt x="8164286" y="4261757"/>
                </a:cubicBezTo>
                <a:cubicBezTo>
                  <a:pt x="8189953" y="4243090"/>
                  <a:pt x="8219522" y="4230376"/>
                  <a:pt x="8245929" y="4212771"/>
                </a:cubicBezTo>
                <a:cubicBezTo>
                  <a:pt x="8368224" y="4131240"/>
                  <a:pt x="8259324" y="4198887"/>
                  <a:pt x="8360229" y="4114800"/>
                </a:cubicBezTo>
                <a:cubicBezTo>
                  <a:pt x="8375305" y="4102237"/>
                  <a:pt x="8392886" y="4093028"/>
                  <a:pt x="8409215" y="4082142"/>
                </a:cubicBezTo>
                <a:cubicBezTo>
                  <a:pt x="8420101" y="4065814"/>
                  <a:pt x="8426548" y="4045416"/>
                  <a:pt x="8441872" y="4033157"/>
                </a:cubicBezTo>
                <a:cubicBezTo>
                  <a:pt x="8455312" y="4022405"/>
                  <a:pt x="8475463" y="4024525"/>
                  <a:pt x="8490858" y="4016828"/>
                </a:cubicBezTo>
                <a:cubicBezTo>
                  <a:pt x="8508410" y="4008052"/>
                  <a:pt x="8522527" y="3993406"/>
                  <a:pt x="8539843" y="3984171"/>
                </a:cubicBezTo>
                <a:cubicBezTo>
                  <a:pt x="8604276" y="3949807"/>
                  <a:pt x="8675027" y="3926707"/>
                  <a:pt x="8735786" y="3886200"/>
                </a:cubicBezTo>
                <a:cubicBezTo>
                  <a:pt x="8807415" y="3838446"/>
                  <a:pt x="8769072" y="3865317"/>
                  <a:pt x="8850086" y="3804557"/>
                </a:cubicBezTo>
                <a:cubicBezTo>
                  <a:pt x="8922555" y="3695853"/>
                  <a:pt x="8832413" y="3807269"/>
                  <a:pt x="8948058" y="3739242"/>
                </a:cubicBezTo>
                <a:cubicBezTo>
                  <a:pt x="9022235" y="3695608"/>
                  <a:pt x="9090022" y="3641914"/>
                  <a:pt x="9160329" y="3592285"/>
                </a:cubicBezTo>
                <a:cubicBezTo>
                  <a:pt x="9182562" y="3576591"/>
                  <a:pt x="9201302" y="3555471"/>
                  <a:pt x="9225643" y="3543300"/>
                </a:cubicBezTo>
                <a:cubicBezTo>
                  <a:pt x="9247415" y="3532414"/>
                  <a:pt x="9272258" y="3526225"/>
                  <a:pt x="9290958" y="3510642"/>
                </a:cubicBezTo>
                <a:cubicBezTo>
                  <a:pt x="9338264" y="3471220"/>
                  <a:pt x="9368783" y="3411696"/>
                  <a:pt x="9421586" y="3380014"/>
                </a:cubicBezTo>
                <a:cubicBezTo>
                  <a:pt x="9448800" y="3363685"/>
                  <a:pt x="9475486" y="3346441"/>
                  <a:pt x="9503229" y="3331028"/>
                </a:cubicBezTo>
                <a:cubicBezTo>
                  <a:pt x="9524507" y="3319207"/>
                  <a:pt x="9548290" y="3311873"/>
                  <a:pt x="9568543" y="3298371"/>
                </a:cubicBezTo>
                <a:cubicBezTo>
                  <a:pt x="9597541" y="3279039"/>
                  <a:pt x="9622001" y="3253556"/>
                  <a:pt x="9650186" y="3233057"/>
                </a:cubicBezTo>
                <a:cubicBezTo>
                  <a:pt x="9681928" y="3209972"/>
                  <a:pt x="9717781" y="3192596"/>
                  <a:pt x="9748158" y="3167742"/>
                </a:cubicBezTo>
                <a:cubicBezTo>
                  <a:pt x="9777945" y="3143371"/>
                  <a:pt x="9800836" y="3111444"/>
                  <a:pt x="9829800" y="3086100"/>
                </a:cubicBezTo>
                <a:cubicBezTo>
                  <a:pt x="9844569" y="3073177"/>
                  <a:pt x="9863886" y="3066214"/>
                  <a:pt x="9878786" y="3053442"/>
                </a:cubicBezTo>
                <a:cubicBezTo>
                  <a:pt x="10151906" y="2819338"/>
                  <a:pt x="9803413" y="3112486"/>
                  <a:pt x="9976758" y="2939142"/>
                </a:cubicBezTo>
                <a:cubicBezTo>
                  <a:pt x="10143412" y="2772489"/>
                  <a:pt x="10136820" y="2861794"/>
                  <a:pt x="10335986" y="2596242"/>
                </a:cubicBezTo>
                <a:cubicBezTo>
                  <a:pt x="10450236" y="2443911"/>
                  <a:pt x="10323757" y="2597452"/>
                  <a:pt x="10433958" y="2498271"/>
                </a:cubicBezTo>
                <a:cubicBezTo>
                  <a:pt x="10474008" y="2462226"/>
                  <a:pt x="10502055" y="2411693"/>
                  <a:pt x="10548258" y="2383971"/>
                </a:cubicBezTo>
                <a:cubicBezTo>
                  <a:pt x="10602374" y="2351501"/>
                  <a:pt x="10648124" y="2327858"/>
                  <a:pt x="10695215" y="2286000"/>
                </a:cubicBezTo>
                <a:cubicBezTo>
                  <a:pt x="10723981" y="2260431"/>
                  <a:pt x="10748380" y="2230246"/>
                  <a:pt x="10776858" y="2204357"/>
                </a:cubicBezTo>
                <a:cubicBezTo>
                  <a:pt x="10822659" y="2162719"/>
                  <a:pt x="10882746" y="2123011"/>
                  <a:pt x="10923815" y="2073728"/>
                </a:cubicBezTo>
                <a:cubicBezTo>
                  <a:pt x="10978667" y="2007905"/>
                  <a:pt x="10934568" y="2024842"/>
                  <a:pt x="11021786" y="1959428"/>
                </a:cubicBezTo>
                <a:cubicBezTo>
                  <a:pt x="11062864" y="1928619"/>
                  <a:pt x="11109691" y="1906268"/>
                  <a:pt x="11152415" y="1877785"/>
                </a:cubicBezTo>
                <a:cubicBezTo>
                  <a:pt x="11377656" y="1727624"/>
                  <a:pt x="11146441" y="1884384"/>
                  <a:pt x="11315700" y="1763485"/>
                </a:cubicBezTo>
                <a:cubicBezTo>
                  <a:pt x="11331669" y="1752078"/>
                  <a:pt x="11349917" y="1743751"/>
                  <a:pt x="11364686" y="1730828"/>
                </a:cubicBezTo>
                <a:cubicBezTo>
                  <a:pt x="11646453" y="1484283"/>
                  <a:pt x="11313434" y="1777016"/>
                  <a:pt x="11478986" y="1583871"/>
                </a:cubicBezTo>
                <a:cubicBezTo>
                  <a:pt x="11496697" y="1563208"/>
                  <a:pt x="11523483" y="1552415"/>
                  <a:pt x="11544300" y="1534885"/>
                </a:cubicBezTo>
                <a:cubicBezTo>
                  <a:pt x="11626939" y="1465294"/>
                  <a:pt x="11712835" y="1399008"/>
                  <a:pt x="11789229" y="1322614"/>
                </a:cubicBezTo>
                <a:cubicBezTo>
                  <a:pt x="11917406" y="1194437"/>
                  <a:pt x="11858697" y="1238202"/>
                  <a:pt x="11952515" y="1175657"/>
                </a:cubicBezTo>
                <a:cubicBezTo>
                  <a:pt x="12019350" y="1075403"/>
                  <a:pt x="11946150" y="1178265"/>
                  <a:pt x="12034158" y="1077685"/>
                </a:cubicBezTo>
                <a:cubicBezTo>
                  <a:pt x="12057108" y="1051457"/>
                  <a:pt x="12075586" y="1021421"/>
                  <a:pt x="12099472" y="996042"/>
                </a:cubicBezTo>
                <a:cubicBezTo>
                  <a:pt x="12162778" y="928780"/>
                  <a:pt x="12237713" y="872228"/>
                  <a:pt x="12295415" y="800100"/>
                </a:cubicBezTo>
                <a:cubicBezTo>
                  <a:pt x="12317186" y="772886"/>
                  <a:pt x="12337779" y="744685"/>
                  <a:pt x="12360729" y="718457"/>
                </a:cubicBezTo>
                <a:cubicBezTo>
                  <a:pt x="12375935" y="701078"/>
                  <a:pt x="12394932" y="687211"/>
                  <a:pt x="12409715" y="669471"/>
                </a:cubicBezTo>
                <a:cubicBezTo>
                  <a:pt x="12422278" y="654395"/>
                  <a:pt x="12429809" y="635561"/>
                  <a:pt x="12442372" y="620485"/>
                </a:cubicBezTo>
                <a:cubicBezTo>
                  <a:pt x="12457155" y="602745"/>
                  <a:pt x="12477503" y="589974"/>
                  <a:pt x="12491358" y="571500"/>
                </a:cubicBezTo>
                <a:cubicBezTo>
                  <a:pt x="12510400" y="546110"/>
                  <a:pt x="12522739" y="516264"/>
                  <a:pt x="12540343" y="489857"/>
                </a:cubicBezTo>
                <a:cubicBezTo>
                  <a:pt x="12566315" y="450899"/>
                  <a:pt x="12593893" y="413014"/>
                  <a:pt x="12621986" y="375557"/>
                </a:cubicBezTo>
                <a:cubicBezTo>
                  <a:pt x="12636571" y="356110"/>
                  <a:pt x="12689313" y="285773"/>
                  <a:pt x="12719958" y="261257"/>
                </a:cubicBezTo>
                <a:cubicBezTo>
                  <a:pt x="12735282" y="248998"/>
                  <a:pt x="12752615" y="239486"/>
                  <a:pt x="12768943" y="228600"/>
                </a:cubicBezTo>
                <a:cubicBezTo>
                  <a:pt x="12796157" y="185057"/>
                  <a:pt x="12824168" y="142001"/>
                  <a:pt x="12850586" y="97971"/>
                </a:cubicBezTo>
                <a:cubicBezTo>
                  <a:pt x="12866915" y="70757"/>
                  <a:pt x="12879254" y="40709"/>
                  <a:pt x="12899572" y="16328"/>
                </a:cubicBezTo>
                <a:cubicBezTo>
                  <a:pt x="12907363" y="6978"/>
                  <a:pt x="12921343" y="5443"/>
                  <a:pt x="12932229" y="0"/>
                </a:cubicBezTo>
              </a:path>
            </a:pathLst>
          </a:cu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0B62F8E-0B1E-1994-187C-FCAB4CF14513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4939025" y="9367024"/>
            <a:ext cx="12858321" cy="1980241"/>
          </a:xfrm>
          <a:prstGeom prst="line">
            <a:avLst/>
          </a:prstGeom>
          <a:noFill/>
          <a:ln w="1270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F3D090-1BE2-99E2-59C4-3EF5123FF454}"/>
              </a:ext>
            </a:extLst>
          </p:cNvPr>
          <p:cNvSpPr/>
          <p:nvPr/>
        </p:nvSpPr>
        <p:spPr>
          <a:xfrm>
            <a:off x="3766365" y="367793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A7B30360-A6C0-5E2E-2981-FF16C1CEE425}"/>
                  </a:ext>
                </a:extLst>
              </p:cNvPr>
              <p:cNvSpPr/>
              <p:nvPr/>
            </p:nvSpPr>
            <p:spPr>
              <a:xfrm>
                <a:off x="3298834" y="2157786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A7B30360-A6C0-5E2E-2981-FF16C1CEE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834" y="2157786"/>
                <a:ext cx="3095061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92026F6-7CAB-FFEF-F4EB-812411234F7B}"/>
              </a:ext>
            </a:extLst>
          </p:cNvPr>
          <p:cNvSpPr/>
          <p:nvPr/>
        </p:nvSpPr>
        <p:spPr>
          <a:xfrm>
            <a:off x="18576908" y="367793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F2D9444-FB4D-B9DF-25B3-D20733FDA212}"/>
                  </a:ext>
                </a:extLst>
              </p:cNvPr>
              <p:cNvSpPr/>
              <p:nvPr/>
            </p:nvSpPr>
            <p:spPr>
              <a:xfrm>
                <a:off x="18109377" y="2157786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F2D9444-FB4D-B9DF-25B3-D20733FDA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9377" y="2157786"/>
                <a:ext cx="309506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ADA16C-F1AF-A23B-D24B-651EEFAA4CF8}"/>
              </a:ext>
            </a:extLst>
          </p:cNvPr>
          <p:cNvCxnSpPr>
            <a:cxnSpLocks/>
          </p:cNvCxnSpPr>
          <p:nvPr/>
        </p:nvCxnSpPr>
        <p:spPr>
          <a:xfrm>
            <a:off x="3558209" y="11946835"/>
            <a:ext cx="16598348" cy="0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79D4C31-1E2A-14D5-A9FA-01D10CFA2A60}"/>
              </a:ext>
            </a:extLst>
          </p:cNvPr>
          <p:cNvSpPr/>
          <p:nvPr/>
        </p:nvSpPr>
        <p:spPr>
          <a:xfrm>
            <a:off x="4715592" y="12333696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1E72E94-6025-2A22-EE32-AA1A59528FD3}"/>
              </a:ext>
            </a:extLst>
          </p:cNvPr>
          <p:cNvSpPr/>
          <p:nvPr/>
        </p:nvSpPr>
        <p:spPr>
          <a:xfrm>
            <a:off x="6152683" y="12333696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081E5B7-06D6-815D-D6A3-780461DFAD56}"/>
              </a:ext>
            </a:extLst>
          </p:cNvPr>
          <p:cNvSpPr/>
          <p:nvPr/>
        </p:nvSpPr>
        <p:spPr>
          <a:xfrm>
            <a:off x="7589774" y="12333696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18ACB16-FFD9-428A-DE24-F165737C8BAE}"/>
              </a:ext>
            </a:extLst>
          </p:cNvPr>
          <p:cNvSpPr/>
          <p:nvPr/>
        </p:nvSpPr>
        <p:spPr>
          <a:xfrm>
            <a:off x="9026865" y="12333696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A872FB3-B0CB-45A7-BA11-0F6CE9073747}"/>
              </a:ext>
            </a:extLst>
          </p:cNvPr>
          <p:cNvSpPr/>
          <p:nvPr/>
        </p:nvSpPr>
        <p:spPr>
          <a:xfrm>
            <a:off x="10463956" y="12333696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AD00E17-9885-63E2-25E6-24436D3A6822}"/>
              </a:ext>
            </a:extLst>
          </p:cNvPr>
          <p:cNvSpPr/>
          <p:nvPr/>
        </p:nvSpPr>
        <p:spPr>
          <a:xfrm>
            <a:off x="11901047" y="12333696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381EE8-5F7B-2F14-A2CB-51F043A40FEA}"/>
              </a:ext>
            </a:extLst>
          </p:cNvPr>
          <p:cNvSpPr/>
          <p:nvPr/>
        </p:nvSpPr>
        <p:spPr>
          <a:xfrm>
            <a:off x="13338138" y="12333695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7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C5352CA-CD2D-2563-01A4-E3DDEBED2B7E}"/>
              </a:ext>
            </a:extLst>
          </p:cNvPr>
          <p:cNvSpPr/>
          <p:nvPr/>
        </p:nvSpPr>
        <p:spPr>
          <a:xfrm>
            <a:off x="14775229" y="12333695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8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A871E24-985C-98B4-3926-1BFAD0522FCE}"/>
              </a:ext>
            </a:extLst>
          </p:cNvPr>
          <p:cNvSpPr/>
          <p:nvPr/>
        </p:nvSpPr>
        <p:spPr>
          <a:xfrm>
            <a:off x="16212323" y="12333694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8B458C4F-5441-B21A-7E50-A0030A8DC1D6}"/>
                  </a:ext>
                </a:extLst>
              </p:cNvPr>
              <p:cNvSpPr/>
              <p:nvPr/>
            </p:nvSpPr>
            <p:spPr>
              <a:xfrm>
                <a:off x="20476358" y="11651718"/>
                <a:ext cx="698866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8B458C4F-5441-B21A-7E50-A0030A8DC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6358" y="11651718"/>
                <a:ext cx="698866" cy="5902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E3D64E-8DFD-249F-7F98-BCE3711EAEA6}"/>
              </a:ext>
            </a:extLst>
          </p:cNvPr>
          <p:cNvSpPr/>
          <p:nvPr/>
        </p:nvSpPr>
        <p:spPr>
          <a:xfrm>
            <a:off x="137618" y="3850516"/>
            <a:ext cx="3316658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Running Time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20E87A-98F9-1378-FDB8-7B7ABB9E8E19}"/>
              </a:ext>
            </a:extLst>
          </p:cNvPr>
          <p:cNvCxnSpPr>
            <a:cxnSpLocks/>
          </p:cNvCxnSpPr>
          <p:nvPr/>
        </p:nvCxnSpPr>
        <p:spPr>
          <a:xfrm flipV="1">
            <a:off x="3558209" y="3836504"/>
            <a:ext cx="0" cy="8110331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2B4078C-ABBC-64B6-49E9-A202D781DE24}"/>
              </a:ext>
            </a:extLst>
          </p:cNvPr>
          <p:cNvSpPr/>
          <p:nvPr/>
        </p:nvSpPr>
        <p:spPr>
          <a:xfrm>
            <a:off x="6376116" y="10988305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3AF9DA-9209-5012-E8E3-7167BD15C1DD}"/>
              </a:ext>
            </a:extLst>
          </p:cNvPr>
          <p:cNvSpPr/>
          <p:nvPr/>
        </p:nvSpPr>
        <p:spPr>
          <a:xfrm>
            <a:off x="4939025" y="11221265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8EF5E3C-E5E1-A535-AFFD-769C590677AC}"/>
              </a:ext>
            </a:extLst>
          </p:cNvPr>
          <p:cNvSpPr/>
          <p:nvPr/>
        </p:nvSpPr>
        <p:spPr>
          <a:xfrm>
            <a:off x="7813207" y="10761781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9083680-ABE0-4A92-512A-48273E57809B}"/>
              </a:ext>
            </a:extLst>
          </p:cNvPr>
          <p:cNvSpPr/>
          <p:nvPr/>
        </p:nvSpPr>
        <p:spPr>
          <a:xfrm>
            <a:off x="9250298" y="1054283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85CFC46-1E84-ECC6-96BB-DFB90AA09871}"/>
              </a:ext>
            </a:extLst>
          </p:cNvPr>
          <p:cNvSpPr/>
          <p:nvPr/>
        </p:nvSpPr>
        <p:spPr>
          <a:xfrm>
            <a:off x="10687389" y="1034171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F0D106D-2DD2-7D6D-7E9B-A0D4B5B8E128}"/>
              </a:ext>
            </a:extLst>
          </p:cNvPr>
          <p:cNvSpPr/>
          <p:nvPr/>
        </p:nvSpPr>
        <p:spPr>
          <a:xfrm>
            <a:off x="12124480" y="10100920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B8CC43D-5242-3BED-4082-BFFC3772A197}"/>
              </a:ext>
            </a:extLst>
          </p:cNvPr>
          <p:cNvSpPr/>
          <p:nvPr/>
        </p:nvSpPr>
        <p:spPr>
          <a:xfrm>
            <a:off x="13561571" y="9882988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7CCDB25-4579-9C5F-57B3-423A1D565AF8}"/>
              </a:ext>
            </a:extLst>
          </p:cNvPr>
          <p:cNvSpPr/>
          <p:nvPr/>
        </p:nvSpPr>
        <p:spPr>
          <a:xfrm>
            <a:off x="14998662" y="9669628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8B745AD-5F94-5E84-10AD-62E89444F917}"/>
              </a:ext>
            </a:extLst>
          </p:cNvPr>
          <p:cNvSpPr/>
          <p:nvPr/>
        </p:nvSpPr>
        <p:spPr>
          <a:xfrm>
            <a:off x="16435756" y="944255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5334E1F-14A8-D596-F63B-F716AE088412}"/>
              </a:ext>
            </a:extLst>
          </p:cNvPr>
          <p:cNvSpPr/>
          <p:nvPr/>
        </p:nvSpPr>
        <p:spPr>
          <a:xfrm>
            <a:off x="6321121" y="11374063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7E076F4-709D-797D-E516-C4A54E119714}"/>
              </a:ext>
            </a:extLst>
          </p:cNvPr>
          <p:cNvSpPr/>
          <p:nvPr/>
        </p:nvSpPr>
        <p:spPr>
          <a:xfrm>
            <a:off x="7813206" y="11010058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AD1E9B-62ED-55C9-3E86-B248E2FC72AA}"/>
              </a:ext>
            </a:extLst>
          </p:cNvPr>
          <p:cNvSpPr/>
          <p:nvPr/>
        </p:nvSpPr>
        <p:spPr>
          <a:xfrm>
            <a:off x="9250297" y="1035291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F64203-253B-0FBA-DB7F-0A39FE6D46B6}"/>
              </a:ext>
            </a:extLst>
          </p:cNvPr>
          <p:cNvSpPr/>
          <p:nvPr/>
        </p:nvSpPr>
        <p:spPr>
          <a:xfrm>
            <a:off x="10647190" y="982709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6624B3C-4D62-8D91-BE34-6C8DF69E1A38}"/>
              </a:ext>
            </a:extLst>
          </p:cNvPr>
          <p:cNvSpPr/>
          <p:nvPr/>
        </p:nvSpPr>
        <p:spPr>
          <a:xfrm>
            <a:off x="12066000" y="9053886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8B48E2B-71DA-CDD1-0FC1-2D0B6B5D5A08}"/>
              </a:ext>
            </a:extLst>
          </p:cNvPr>
          <p:cNvSpPr/>
          <p:nvPr/>
        </p:nvSpPr>
        <p:spPr>
          <a:xfrm>
            <a:off x="13561570" y="8018617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7AE19FC-4B44-7FA6-B370-3554D4FDB7FC}"/>
              </a:ext>
            </a:extLst>
          </p:cNvPr>
          <p:cNvSpPr/>
          <p:nvPr/>
        </p:nvSpPr>
        <p:spPr>
          <a:xfrm>
            <a:off x="14998661" y="6972838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D738864-6AEF-CF53-72B5-57D90EAA0760}"/>
              </a:ext>
            </a:extLst>
          </p:cNvPr>
          <p:cNvSpPr/>
          <p:nvPr/>
        </p:nvSpPr>
        <p:spPr>
          <a:xfrm>
            <a:off x="16435755" y="569583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5D5998C-86F5-A7F3-41E1-F5E8A136D342}"/>
              </a:ext>
            </a:extLst>
          </p:cNvPr>
          <p:cNvSpPr/>
          <p:nvPr/>
        </p:nvSpPr>
        <p:spPr>
          <a:xfrm>
            <a:off x="4053613" y="3887208"/>
            <a:ext cx="3880855" cy="8036643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76D5479B-D452-E229-53FF-2450CC5CD886}"/>
              </a:ext>
            </a:extLst>
          </p:cNvPr>
          <p:cNvSpPr/>
          <p:nvPr/>
        </p:nvSpPr>
        <p:spPr>
          <a:xfrm>
            <a:off x="9381034" y="4000296"/>
            <a:ext cx="8883867" cy="7923556"/>
          </a:xfrm>
          <a:prstGeom prst="roundRect">
            <a:avLst/>
          </a:prstGeom>
          <a:solidFill>
            <a:schemeClr val="accent3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5620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EBA5D-9B71-BECE-CAF5-CB8C40C46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69CF8C84-D6AE-EB7D-0DEF-4740561B6723}"/>
              </a:ext>
            </a:extLst>
          </p:cNvPr>
          <p:cNvSpPr/>
          <p:nvPr/>
        </p:nvSpPr>
        <p:spPr>
          <a:xfrm>
            <a:off x="5162048" y="847251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2BCB88D4-7F37-2646-E350-2FA4E9515028}"/>
              </a:ext>
            </a:extLst>
          </p:cNvPr>
          <p:cNvSpPr/>
          <p:nvPr/>
        </p:nvSpPr>
        <p:spPr>
          <a:xfrm>
            <a:off x="5235895" y="1145390"/>
            <a:ext cx="12932229" cy="7511142"/>
          </a:xfrm>
          <a:custGeom>
            <a:avLst/>
            <a:gdLst>
              <a:gd name="connsiteX0" fmla="*/ 0 w 12932229"/>
              <a:gd name="connsiteY0" fmla="*/ 7511142 h 7511142"/>
              <a:gd name="connsiteX1" fmla="*/ 212272 w 12932229"/>
              <a:gd name="connsiteY1" fmla="*/ 7494814 h 7511142"/>
              <a:gd name="connsiteX2" fmla="*/ 310243 w 12932229"/>
              <a:gd name="connsiteY2" fmla="*/ 7462157 h 7511142"/>
              <a:gd name="connsiteX3" fmla="*/ 408215 w 12932229"/>
              <a:gd name="connsiteY3" fmla="*/ 7429500 h 7511142"/>
              <a:gd name="connsiteX4" fmla="*/ 457200 w 12932229"/>
              <a:gd name="connsiteY4" fmla="*/ 7413171 h 7511142"/>
              <a:gd name="connsiteX5" fmla="*/ 653143 w 12932229"/>
              <a:gd name="connsiteY5" fmla="*/ 7380514 h 7511142"/>
              <a:gd name="connsiteX6" fmla="*/ 751115 w 12932229"/>
              <a:gd name="connsiteY6" fmla="*/ 7364185 h 7511142"/>
              <a:gd name="connsiteX7" fmla="*/ 930729 w 12932229"/>
              <a:gd name="connsiteY7" fmla="*/ 7347857 h 7511142"/>
              <a:gd name="connsiteX8" fmla="*/ 1143000 w 12932229"/>
              <a:gd name="connsiteY8" fmla="*/ 7315200 h 7511142"/>
              <a:gd name="connsiteX9" fmla="*/ 1208315 w 12932229"/>
              <a:gd name="connsiteY9" fmla="*/ 7298871 h 7511142"/>
              <a:gd name="connsiteX10" fmla="*/ 1338943 w 12932229"/>
              <a:gd name="connsiteY10" fmla="*/ 7282542 h 7511142"/>
              <a:gd name="connsiteX11" fmla="*/ 1469572 w 12932229"/>
              <a:gd name="connsiteY11" fmla="*/ 7249885 h 7511142"/>
              <a:gd name="connsiteX12" fmla="*/ 1551215 w 12932229"/>
              <a:gd name="connsiteY12" fmla="*/ 7233557 h 7511142"/>
              <a:gd name="connsiteX13" fmla="*/ 1632858 w 12932229"/>
              <a:gd name="connsiteY13" fmla="*/ 7200900 h 7511142"/>
              <a:gd name="connsiteX14" fmla="*/ 1747158 w 12932229"/>
              <a:gd name="connsiteY14" fmla="*/ 7184571 h 7511142"/>
              <a:gd name="connsiteX15" fmla="*/ 1828800 w 12932229"/>
              <a:gd name="connsiteY15" fmla="*/ 7168242 h 7511142"/>
              <a:gd name="connsiteX16" fmla="*/ 1877786 w 12932229"/>
              <a:gd name="connsiteY16" fmla="*/ 7151914 h 7511142"/>
              <a:gd name="connsiteX17" fmla="*/ 1943100 w 12932229"/>
              <a:gd name="connsiteY17" fmla="*/ 7135585 h 7511142"/>
              <a:gd name="connsiteX18" fmla="*/ 2024743 w 12932229"/>
              <a:gd name="connsiteY18" fmla="*/ 7102928 h 7511142"/>
              <a:gd name="connsiteX19" fmla="*/ 2318658 w 12932229"/>
              <a:gd name="connsiteY19" fmla="*/ 7037614 h 7511142"/>
              <a:gd name="connsiteX20" fmla="*/ 2579915 w 12932229"/>
              <a:gd name="connsiteY20" fmla="*/ 7004957 h 7511142"/>
              <a:gd name="connsiteX21" fmla="*/ 2824843 w 12932229"/>
              <a:gd name="connsiteY21" fmla="*/ 6972300 h 7511142"/>
              <a:gd name="connsiteX22" fmla="*/ 2922815 w 12932229"/>
              <a:gd name="connsiteY22" fmla="*/ 6939642 h 7511142"/>
              <a:gd name="connsiteX23" fmla="*/ 3102429 w 12932229"/>
              <a:gd name="connsiteY23" fmla="*/ 6906985 h 7511142"/>
              <a:gd name="connsiteX24" fmla="*/ 3216729 w 12932229"/>
              <a:gd name="connsiteY24" fmla="*/ 6858000 h 7511142"/>
              <a:gd name="connsiteX25" fmla="*/ 3314700 w 12932229"/>
              <a:gd name="connsiteY25" fmla="*/ 6825342 h 7511142"/>
              <a:gd name="connsiteX26" fmla="*/ 3412672 w 12932229"/>
              <a:gd name="connsiteY26" fmla="*/ 6776357 h 7511142"/>
              <a:gd name="connsiteX27" fmla="*/ 3543300 w 12932229"/>
              <a:gd name="connsiteY27" fmla="*/ 6727371 h 7511142"/>
              <a:gd name="connsiteX28" fmla="*/ 3624943 w 12932229"/>
              <a:gd name="connsiteY28" fmla="*/ 6678385 h 7511142"/>
              <a:gd name="connsiteX29" fmla="*/ 3722915 w 12932229"/>
              <a:gd name="connsiteY29" fmla="*/ 6613071 h 7511142"/>
              <a:gd name="connsiteX30" fmla="*/ 3869872 w 12932229"/>
              <a:gd name="connsiteY30" fmla="*/ 6547757 h 7511142"/>
              <a:gd name="connsiteX31" fmla="*/ 4000500 w 12932229"/>
              <a:gd name="connsiteY31" fmla="*/ 6498771 h 7511142"/>
              <a:gd name="connsiteX32" fmla="*/ 4147458 w 12932229"/>
              <a:gd name="connsiteY32" fmla="*/ 6433457 h 7511142"/>
              <a:gd name="connsiteX33" fmla="*/ 4229100 w 12932229"/>
              <a:gd name="connsiteY33" fmla="*/ 6384471 h 7511142"/>
              <a:gd name="connsiteX34" fmla="*/ 4294415 w 12932229"/>
              <a:gd name="connsiteY34" fmla="*/ 6351814 h 7511142"/>
              <a:gd name="connsiteX35" fmla="*/ 4343400 w 12932229"/>
              <a:gd name="connsiteY35" fmla="*/ 6319157 h 7511142"/>
              <a:gd name="connsiteX36" fmla="*/ 4523015 w 12932229"/>
              <a:gd name="connsiteY36" fmla="*/ 6253842 h 7511142"/>
              <a:gd name="connsiteX37" fmla="*/ 4669972 w 12932229"/>
              <a:gd name="connsiteY37" fmla="*/ 6188528 h 7511142"/>
              <a:gd name="connsiteX38" fmla="*/ 4784272 w 12932229"/>
              <a:gd name="connsiteY38" fmla="*/ 6155871 h 7511142"/>
              <a:gd name="connsiteX39" fmla="*/ 4849586 w 12932229"/>
              <a:gd name="connsiteY39" fmla="*/ 6123214 h 7511142"/>
              <a:gd name="connsiteX40" fmla="*/ 4947558 w 12932229"/>
              <a:gd name="connsiteY40" fmla="*/ 6090557 h 7511142"/>
              <a:gd name="connsiteX41" fmla="*/ 4996543 w 12932229"/>
              <a:gd name="connsiteY41" fmla="*/ 6074228 h 7511142"/>
              <a:gd name="connsiteX42" fmla="*/ 5045529 w 12932229"/>
              <a:gd name="connsiteY42" fmla="*/ 6057900 h 7511142"/>
              <a:gd name="connsiteX43" fmla="*/ 5339443 w 12932229"/>
              <a:gd name="connsiteY43" fmla="*/ 5943600 h 7511142"/>
              <a:gd name="connsiteX44" fmla="*/ 5437415 w 12932229"/>
              <a:gd name="connsiteY44" fmla="*/ 5910942 h 7511142"/>
              <a:gd name="connsiteX45" fmla="*/ 5551715 w 12932229"/>
              <a:gd name="connsiteY45" fmla="*/ 5878285 h 7511142"/>
              <a:gd name="connsiteX46" fmla="*/ 5780315 w 12932229"/>
              <a:gd name="connsiteY46" fmla="*/ 5763985 h 7511142"/>
              <a:gd name="connsiteX47" fmla="*/ 5959929 w 12932229"/>
              <a:gd name="connsiteY47" fmla="*/ 5682342 h 7511142"/>
              <a:gd name="connsiteX48" fmla="*/ 6188529 w 12932229"/>
              <a:gd name="connsiteY48" fmla="*/ 5551714 h 7511142"/>
              <a:gd name="connsiteX49" fmla="*/ 6270172 w 12932229"/>
              <a:gd name="connsiteY49" fmla="*/ 5519057 h 7511142"/>
              <a:gd name="connsiteX50" fmla="*/ 6368143 w 12932229"/>
              <a:gd name="connsiteY50" fmla="*/ 5453742 h 7511142"/>
              <a:gd name="connsiteX51" fmla="*/ 6515100 w 12932229"/>
              <a:gd name="connsiteY51" fmla="*/ 5372100 h 7511142"/>
              <a:gd name="connsiteX52" fmla="*/ 6645729 w 12932229"/>
              <a:gd name="connsiteY52" fmla="*/ 5306785 h 7511142"/>
              <a:gd name="connsiteX53" fmla="*/ 6760029 w 12932229"/>
              <a:gd name="connsiteY53" fmla="*/ 5241471 h 7511142"/>
              <a:gd name="connsiteX54" fmla="*/ 6955972 w 12932229"/>
              <a:gd name="connsiteY54" fmla="*/ 5143500 h 7511142"/>
              <a:gd name="connsiteX55" fmla="*/ 7021286 w 12932229"/>
              <a:gd name="connsiteY55" fmla="*/ 5110842 h 7511142"/>
              <a:gd name="connsiteX56" fmla="*/ 7070272 w 12932229"/>
              <a:gd name="connsiteY56" fmla="*/ 5078185 h 7511142"/>
              <a:gd name="connsiteX57" fmla="*/ 7135586 w 12932229"/>
              <a:gd name="connsiteY57" fmla="*/ 5045528 h 7511142"/>
              <a:gd name="connsiteX58" fmla="*/ 7184572 w 12932229"/>
              <a:gd name="connsiteY58" fmla="*/ 4996542 h 7511142"/>
              <a:gd name="connsiteX59" fmla="*/ 7282543 w 12932229"/>
              <a:gd name="connsiteY59" fmla="*/ 4947557 h 7511142"/>
              <a:gd name="connsiteX60" fmla="*/ 7429500 w 12932229"/>
              <a:gd name="connsiteY60" fmla="*/ 4833257 h 7511142"/>
              <a:gd name="connsiteX61" fmla="*/ 7707086 w 12932229"/>
              <a:gd name="connsiteY61" fmla="*/ 4637314 h 7511142"/>
              <a:gd name="connsiteX62" fmla="*/ 7837715 w 12932229"/>
              <a:gd name="connsiteY62" fmla="*/ 4506685 h 7511142"/>
              <a:gd name="connsiteX63" fmla="*/ 8066315 w 12932229"/>
              <a:gd name="connsiteY63" fmla="*/ 4343400 h 7511142"/>
              <a:gd name="connsiteX64" fmla="*/ 8164286 w 12932229"/>
              <a:gd name="connsiteY64" fmla="*/ 4261757 h 7511142"/>
              <a:gd name="connsiteX65" fmla="*/ 8245929 w 12932229"/>
              <a:gd name="connsiteY65" fmla="*/ 4212771 h 7511142"/>
              <a:gd name="connsiteX66" fmla="*/ 8360229 w 12932229"/>
              <a:gd name="connsiteY66" fmla="*/ 4114800 h 7511142"/>
              <a:gd name="connsiteX67" fmla="*/ 8409215 w 12932229"/>
              <a:gd name="connsiteY67" fmla="*/ 4082142 h 7511142"/>
              <a:gd name="connsiteX68" fmla="*/ 8441872 w 12932229"/>
              <a:gd name="connsiteY68" fmla="*/ 4033157 h 7511142"/>
              <a:gd name="connsiteX69" fmla="*/ 8490858 w 12932229"/>
              <a:gd name="connsiteY69" fmla="*/ 4016828 h 7511142"/>
              <a:gd name="connsiteX70" fmla="*/ 8539843 w 12932229"/>
              <a:gd name="connsiteY70" fmla="*/ 3984171 h 7511142"/>
              <a:gd name="connsiteX71" fmla="*/ 8735786 w 12932229"/>
              <a:gd name="connsiteY71" fmla="*/ 3886200 h 7511142"/>
              <a:gd name="connsiteX72" fmla="*/ 8850086 w 12932229"/>
              <a:gd name="connsiteY72" fmla="*/ 3804557 h 7511142"/>
              <a:gd name="connsiteX73" fmla="*/ 8948058 w 12932229"/>
              <a:gd name="connsiteY73" fmla="*/ 3739242 h 7511142"/>
              <a:gd name="connsiteX74" fmla="*/ 9160329 w 12932229"/>
              <a:gd name="connsiteY74" fmla="*/ 3592285 h 7511142"/>
              <a:gd name="connsiteX75" fmla="*/ 9225643 w 12932229"/>
              <a:gd name="connsiteY75" fmla="*/ 3543300 h 7511142"/>
              <a:gd name="connsiteX76" fmla="*/ 9290958 w 12932229"/>
              <a:gd name="connsiteY76" fmla="*/ 3510642 h 7511142"/>
              <a:gd name="connsiteX77" fmla="*/ 9421586 w 12932229"/>
              <a:gd name="connsiteY77" fmla="*/ 3380014 h 7511142"/>
              <a:gd name="connsiteX78" fmla="*/ 9503229 w 12932229"/>
              <a:gd name="connsiteY78" fmla="*/ 3331028 h 7511142"/>
              <a:gd name="connsiteX79" fmla="*/ 9568543 w 12932229"/>
              <a:gd name="connsiteY79" fmla="*/ 3298371 h 7511142"/>
              <a:gd name="connsiteX80" fmla="*/ 9650186 w 12932229"/>
              <a:gd name="connsiteY80" fmla="*/ 3233057 h 7511142"/>
              <a:gd name="connsiteX81" fmla="*/ 9748158 w 12932229"/>
              <a:gd name="connsiteY81" fmla="*/ 3167742 h 7511142"/>
              <a:gd name="connsiteX82" fmla="*/ 9829800 w 12932229"/>
              <a:gd name="connsiteY82" fmla="*/ 3086100 h 7511142"/>
              <a:gd name="connsiteX83" fmla="*/ 9878786 w 12932229"/>
              <a:gd name="connsiteY83" fmla="*/ 3053442 h 7511142"/>
              <a:gd name="connsiteX84" fmla="*/ 9976758 w 12932229"/>
              <a:gd name="connsiteY84" fmla="*/ 2939142 h 7511142"/>
              <a:gd name="connsiteX85" fmla="*/ 10335986 w 12932229"/>
              <a:gd name="connsiteY85" fmla="*/ 2596242 h 7511142"/>
              <a:gd name="connsiteX86" fmla="*/ 10433958 w 12932229"/>
              <a:gd name="connsiteY86" fmla="*/ 2498271 h 7511142"/>
              <a:gd name="connsiteX87" fmla="*/ 10548258 w 12932229"/>
              <a:gd name="connsiteY87" fmla="*/ 2383971 h 7511142"/>
              <a:gd name="connsiteX88" fmla="*/ 10695215 w 12932229"/>
              <a:gd name="connsiteY88" fmla="*/ 2286000 h 7511142"/>
              <a:gd name="connsiteX89" fmla="*/ 10776858 w 12932229"/>
              <a:gd name="connsiteY89" fmla="*/ 2204357 h 7511142"/>
              <a:gd name="connsiteX90" fmla="*/ 10923815 w 12932229"/>
              <a:gd name="connsiteY90" fmla="*/ 2073728 h 7511142"/>
              <a:gd name="connsiteX91" fmla="*/ 11021786 w 12932229"/>
              <a:gd name="connsiteY91" fmla="*/ 1959428 h 7511142"/>
              <a:gd name="connsiteX92" fmla="*/ 11152415 w 12932229"/>
              <a:gd name="connsiteY92" fmla="*/ 1877785 h 7511142"/>
              <a:gd name="connsiteX93" fmla="*/ 11315700 w 12932229"/>
              <a:gd name="connsiteY93" fmla="*/ 1763485 h 7511142"/>
              <a:gd name="connsiteX94" fmla="*/ 11364686 w 12932229"/>
              <a:gd name="connsiteY94" fmla="*/ 1730828 h 7511142"/>
              <a:gd name="connsiteX95" fmla="*/ 11478986 w 12932229"/>
              <a:gd name="connsiteY95" fmla="*/ 1583871 h 7511142"/>
              <a:gd name="connsiteX96" fmla="*/ 11544300 w 12932229"/>
              <a:gd name="connsiteY96" fmla="*/ 1534885 h 7511142"/>
              <a:gd name="connsiteX97" fmla="*/ 11789229 w 12932229"/>
              <a:gd name="connsiteY97" fmla="*/ 1322614 h 7511142"/>
              <a:gd name="connsiteX98" fmla="*/ 11952515 w 12932229"/>
              <a:gd name="connsiteY98" fmla="*/ 1175657 h 7511142"/>
              <a:gd name="connsiteX99" fmla="*/ 12034158 w 12932229"/>
              <a:gd name="connsiteY99" fmla="*/ 1077685 h 7511142"/>
              <a:gd name="connsiteX100" fmla="*/ 12099472 w 12932229"/>
              <a:gd name="connsiteY100" fmla="*/ 996042 h 7511142"/>
              <a:gd name="connsiteX101" fmla="*/ 12295415 w 12932229"/>
              <a:gd name="connsiteY101" fmla="*/ 800100 h 7511142"/>
              <a:gd name="connsiteX102" fmla="*/ 12360729 w 12932229"/>
              <a:gd name="connsiteY102" fmla="*/ 718457 h 7511142"/>
              <a:gd name="connsiteX103" fmla="*/ 12409715 w 12932229"/>
              <a:gd name="connsiteY103" fmla="*/ 669471 h 7511142"/>
              <a:gd name="connsiteX104" fmla="*/ 12442372 w 12932229"/>
              <a:gd name="connsiteY104" fmla="*/ 620485 h 7511142"/>
              <a:gd name="connsiteX105" fmla="*/ 12491358 w 12932229"/>
              <a:gd name="connsiteY105" fmla="*/ 571500 h 7511142"/>
              <a:gd name="connsiteX106" fmla="*/ 12540343 w 12932229"/>
              <a:gd name="connsiteY106" fmla="*/ 489857 h 7511142"/>
              <a:gd name="connsiteX107" fmla="*/ 12621986 w 12932229"/>
              <a:gd name="connsiteY107" fmla="*/ 375557 h 7511142"/>
              <a:gd name="connsiteX108" fmla="*/ 12719958 w 12932229"/>
              <a:gd name="connsiteY108" fmla="*/ 261257 h 7511142"/>
              <a:gd name="connsiteX109" fmla="*/ 12768943 w 12932229"/>
              <a:gd name="connsiteY109" fmla="*/ 228600 h 7511142"/>
              <a:gd name="connsiteX110" fmla="*/ 12850586 w 12932229"/>
              <a:gd name="connsiteY110" fmla="*/ 97971 h 7511142"/>
              <a:gd name="connsiteX111" fmla="*/ 12899572 w 12932229"/>
              <a:gd name="connsiteY111" fmla="*/ 16328 h 7511142"/>
              <a:gd name="connsiteX112" fmla="*/ 12932229 w 12932229"/>
              <a:gd name="connsiteY112" fmla="*/ 0 h 7511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2932229" h="7511142">
                <a:moveTo>
                  <a:pt x="0" y="7511142"/>
                </a:moveTo>
                <a:cubicBezTo>
                  <a:pt x="70757" y="7505699"/>
                  <a:pt x="142174" y="7505882"/>
                  <a:pt x="212272" y="7494814"/>
                </a:cubicBezTo>
                <a:cubicBezTo>
                  <a:pt x="246274" y="7489445"/>
                  <a:pt x="277586" y="7473043"/>
                  <a:pt x="310243" y="7462157"/>
                </a:cubicBezTo>
                <a:lnTo>
                  <a:pt x="408215" y="7429500"/>
                </a:lnTo>
                <a:cubicBezTo>
                  <a:pt x="424543" y="7424057"/>
                  <a:pt x="440323" y="7416547"/>
                  <a:pt x="457200" y="7413171"/>
                </a:cubicBezTo>
                <a:cubicBezTo>
                  <a:pt x="600930" y="7384424"/>
                  <a:pt x="477605" y="7407520"/>
                  <a:pt x="653143" y="7380514"/>
                </a:cubicBezTo>
                <a:cubicBezTo>
                  <a:pt x="685866" y="7375480"/>
                  <a:pt x="718234" y="7368053"/>
                  <a:pt x="751115" y="7364185"/>
                </a:cubicBezTo>
                <a:cubicBezTo>
                  <a:pt x="810821" y="7357161"/>
                  <a:pt x="870858" y="7353300"/>
                  <a:pt x="930729" y="7347857"/>
                </a:cubicBezTo>
                <a:cubicBezTo>
                  <a:pt x="1180432" y="7297915"/>
                  <a:pt x="787144" y="7374509"/>
                  <a:pt x="1143000" y="7315200"/>
                </a:cubicBezTo>
                <a:cubicBezTo>
                  <a:pt x="1165136" y="7311511"/>
                  <a:pt x="1186179" y="7302560"/>
                  <a:pt x="1208315" y="7298871"/>
                </a:cubicBezTo>
                <a:cubicBezTo>
                  <a:pt x="1251599" y="7291657"/>
                  <a:pt x="1295813" y="7290629"/>
                  <a:pt x="1338943" y="7282542"/>
                </a:cubicBezTo>
                <a:cubicBezTo>
                  <a:pt x="1383057" y="7274271"/>
                  <a:pt x="1425560" y="7258687"/>
                  <a:pt x="1469572" y="7249885"/>
                </a:cubicBezTo>
                <a:lnTo>
                  <a:pt x="1551215" y="7233557"/>
                </a:lnTo>
                <a:cubicBezTo>
                  <a:pt x="1578429" y="7222671"/>
                  <a:pt x="1604422" y="7208009"/>
                  <a:pt x="1632858" y="7200900"/>
                </a:cubicBezTo>
                <a:cubicBezTo>
                  <a:pt x="1670196" y="7191566"/>
                  <a:pt x="1709195" y="7190898"/>
                  <a:pt x="1747158" y="7184571"/>
                </a:cubicBezTo>
                <a:cubicBezTo>
                  <a:pt x="1774533" y="7180008"/>
                  <a:pt x="1801876" y="7174973"/>
                  <a:pt x="1828800" y="7168242"/>
                </a:cubicBezTo>
                <a:cubicBezTo>
                  <a:pt x="1845498" y="7164068"/>
                  <a:pt x="1861236" y="7156642"/>
                  <a:pt x="1877786" y="7151914"/>
                </a:cubicBezTo>
                <a:cubicBezTo>
                  <a:pt x="1899364" y="7145749"/>
                  <a:pt x="1921810" y="7142682"/>
                  <a:pt x="1943100" y="7135585"/>
                </a:cubicBezTo>
                <a:cubicBezTo>
                  <a:pt x="1970907" y="7126316"/>
                  <a:pt x="1996381" y="7110327"/>
                  <a:pt x="2024743" y="7102928"/>
                </a:cubicBezTo>
                <a:cubicBezTo>
                  <a:pt x="2121855" y="7077595"/>
                  <a:pt x="2219662" y="7054114"/>
                  <a:pt x="2318658" y="7037614"/>
                </a:cubicBezTo>
                <a:cubicBezTo>
                  <a:pt x="2494343" y="7008332"/>
                  <a:pt x="2344432" y="7031122"/>
                  <a:pt x="2579915" y="7004957"/>
                </a:cubicBezTo>
                <a:cubicBezTo>
                  <a:pt x="2674842" y="6994410"/>
                  <a:pt x="2731909" y="6985576"/>
                  <a:pt x="2824843" y="6972300"/>
                </a:cubicBezTo>
                <a:cubicBezTo>
                  <a:pt x="2857500" y="6961414"/>
                  <a:pt x="2889604" y="6948700"/>
                  <a:pt x="2922815" y="6939642"/>
                </a:cubicBezTo>
                <a:cubicBezTo>
                  <a:pt x="2988162" y="6921820"/>
                  <a:pt x="3035251" y="6921914"/>
                  <a:pt x="3102429" y="6906985"/>
                </a:cubicBezTo>
                <a:cubicBezTo>
                  <a:pt x="3161564" y="6893844"/>
                  <a:pt x="3154325" y="6882962"/>
                  <a:pt x="3216729" y="6858000"/>
                </a:cubicBezTo>
                <a:cubicBezTo>
                  <a:pt x="3248690" y="6845215"/>
                  <a:pt x="3282924" y="6838582"/>
                  <a:pt x="3314700" y="6825342"/>
                </a:cubicBezTo>
                <a:cubicBezTo>
                  <a:pt x="3348403" y="6811299"/>
                  <a:pt x="3379112" y="6790740"/>
                  <a:pt x="3412672" y="6776357"/>
                </a:cubicBezTo>
                <a:cubicBezTo>
                  <a:pt x="3455416" y="6758038"/>
                  <a:pt x="3501077" y="6746859"/>
                  <a:pt x="3543300" y="6727371"/>
                </a:cubicBezTo>
                <a:cubicBezTo>
                  <a:pt x="3572116" y="6714071"/>
                  <a:pt x="3598168" y="6695424"/>
                  <a:pt x="3624943" y="6678385"/>
                </a:cubicBezTo>
                <a:cubicBezTo>
                  <a:pt x="3658056" y="6657313"/>
                  <a:pt x="3687049" y="6629012"/>
                  <a:pt x="3722915" y="6613071"/>
                </a:cubicBezTo>
                <a:cubicBezTo>
                  <a:pt x="3771901" y="6591300"/>
                  <a:pt x="3820304" y="6568167"/>
                  <a:pt x="3869872" y="6547757"/>
                </a:cubicBezTo>
                <a:cubicBezTo>
                  <a:pt x="3912873" y="6530051"/>
                  <a:pt x="3958277" y="6518259"/>
                  <a:pt x="4000500" y="6498771"/>
                </a:cubicBezTo>
                <a:cubicBezTo>
                  <a:pt x="4167416" y="6421732"/>
                  <a:pt x="4004663" y="6469154"/>
                  <a:pt x="4147458" y="6433457"/>
                </a:cubicBezTo>
                <a:cubicBezTo>
                  <a:pt x="4174672" y="6417128"/>
                  <a:pt x="4201357" y="6399884"/>
                  <a:pt x="4229100" y="6384471"/>
                </a:cubicBezTo>
                <a:cubicBezTo>
                  <a:pt x="4250378" y="6372650"/>
                  <a:pt x="4273281" y="6363891"/>
                  <a:pt x="4294415" y="6351814"/>
                </a:cubicBezTo>
                <a:cubicBezTo>
                  <a:pt x="4311454" y="6342078"/>
                  <a:pt x="4325848" y="6327933"/>
                  <a:pt x="4343400" y="6319157"/>
                </a:cubicBezTo>
                <a:cubicBezTo>
                  <a:pt x="4414788" y="6283463"/>
                  <a:pt x="4446818" y="6284321"/>
                  <a:pt x="4523015" y="6253842"/>
                </a:cubicBezTo>
                <a:cubicBezTo>
                  <a:pt x="4572787" y="6233933"/>
                  <a:pt x="4619779" y="6207350"/>
                  <a:pt x="4669972" y="6188528"/>
                </a:cubicBezTo>
                <a:cubicBezTo>
                  <a:pt x="4707074" y="6174615"/>
                  <a:pt x="4747033" y="6169412"/>
                  <a:pt x="4784272" y="6155871"/>
                </a:cubicBezTo>
                <a:cubicBezTo>
                  <a:pt x="4807148" y="6147553"/>
                  <a:pt x="4826986" y="6132254"/>
                  <a:pt x="4849586" y="6123214"/>
                </a:cubicBezTo>
                <a:cubicBezTo>
                  <a:pt x="4881548" y="6110429"/>
                  <a:pt x="4914901" y="6101443"/>
                  <a:pt x="4947558" y="6090557"/>
                </a:cubicBezTo>
                <a:lnTo>
                  <a:pt x="4996543" y="6074228"/>
                </a:lnTo>
                <a:cubicBezTo>
                  <a:pt x="5012872" y="6068785"/>
                  <a:pt x="5029487" y="6064138"/>
                  <a:pt x="5045529" y="6057900"/>
                </a:cubicBezTo>
                <a:cubicBezTo>
                  <a:pt x="5143500" y="6019800"/>
                  <a:pt x="5239719" y="5976842"/>
                  <a:pt x="5339443" y="5943600"/>
                </a:cubicBezTo>
                <a:cubicBezTo>
                  <a:pt x="5372100" y="5932714"/>
                  <a:pt x="5404443" y="5920834"/>
                  <a:pt x="5437415" y="5910942"/>
                </a:cubicBezTo>
                <a:cubicBezTo>
                  <a:pt x="5469750" y="5901242"/>
                  <a:pt x="5519541" y="5893426"/>
                  <a:pt x="5551715" y="5878285"/>
                </a:cubicBezTo>
                <a:cubicBezTo>
                  <a:pt x="5628800" y="5842009"/>
                  <a:pt x="5703510" y="5800851"/>
                  <a:pt x="5780315" y="5763985"/>
                </a:cubicBezTo>
                <a:cubicBezTo>
                  <a:pt x="5839605" y="5735526"/>
                  <a:pt x="5904159" y="5717198"/>
                  <a:pt x="5959929" y="5682342"/>
                </a:cubicBezTo>
                <a:cubicBezTo>
                  <a:pt x="6067548" y="5615081"/>
                  <a:pt x="6083009" y="5599678"/>
                  <a:pt x="6188529" y="5551714"/>
                </a:cubicBezTo>
                <a:cubicBezTo>
                  <a:pt x="6215212" y="5539585"/>
                  <a:pt x="6244440" y="5533093"/>
                  <a:pt x="6270172" y="5519057"/>
                </a:cubicBezTo>
                <a:cubicBezTo>
                  <a:pt x="6304628" y="5500262"/>
                  <a:pt x="6333038" y="5471294"/>
                  <a:pt x="6368143" y="5453742"/>
                </a:cubicBezTo>
                <a:cubicBezTo>
                  <a:pt x="6587611" y="5344010"/>
                  <a:pt x="6248609" y="5515596"/>
                  <a:pt x="6515100" y="5372100"/>
                </a:cubicBezTo>
                <a:cubicBezTo>
                  <a:pt x="6557964" y="5349020"/>
                  <a:pt x="6602774" y="5329694"/>
                  <a:pt x="6645729" y="5306785"/>
                </a:cubicBezTo>
                <a:cubicBezTo>
                  <a:pt x="6684448" y="5286135"/>
                  <a:pt x="6721197" y="5261909"/>
                  <a:pt x="6760029" y="5241471"/>
                </a:cubicBezTo>
                <a:cubicBezTo>
                  <a:pt x="6824649" y="5207461"/>
                  <a:pt x="6890658" y="5176157"/>
                  <a:pt x="6955972" y="5143500"/>
                </a:cubicBezTo>
                <a:cubicBezTo>
                  <a:pt x="6977743" y="5132614"/>
                  <a:pt x="7001033" y="5124344"/>
                  <a:pt x="7021286" y="5110842"/>
                </a:cubicBezTo>
                <a:cubicBezTo>
                  <a:pt x="7037615" y="5099956"/>
                  <a:pt x="7053233" y="5087921"/>
                  <a:pt x="7070272" y="5078185"/>
                </a:cubicBezTo>
                <a:cubicBezTo>
                  <a:pt x="7091406" y="5066108"/>
                  <a:pt x="7115779" y="5059676"/>
                  <a:pt x="7135586" y="5045528"/>
                </a:cubicBezTo>
                <a:cubicBezTo>
                  <a:pt x="7154377" y="5032106"/>
                  <a:pt x="7165358" y="5009351"/>
                  <a:pt x="7184572" y="4996542"/>
                </a:cubicBezTo>
                <a:cubicBezTo>
                  <a:pt x="7214951" y="4976289"/>
                  <a:pt x="7252164" y="4967810"/>
                  <a:pt x="7282543" y="4947557"/>
                </a:cubicBezTo>
                <a:cubicBezTo>
                  <a:pt x="7334178" y="4913133"/>
                  <a:pt x="7379191" y="4869591"/>
                  <a:pt x="7429500" y="4833257"/>
                </a:cubicBezTo>
                <a:cubicBezTo>
                  <a:pt x="7487175" y="4791603"/>
                  <a:pt x="7653767" y="4690633"/>
                  <a:pt x="7707086" y="4637314"/>
                </a:cubicBezTo>
                <a:cubicBezTo>
                  <a:pt x="7750629" y="4593771"/>
                  <a:pt x="7786478" y="4540843"/>
                  <a:pt x="7837715" y="4506685"/>
                </a:cubicBezTo>
                <a:cubicBezTo>
                  <a:pt x="7945917" y="4434551"/>
                  <a:pt x="7952902" y="4432510"/>
                  <a:pt x="8066315" y="4343400"/>
                </a:cubicBezTo>
                <a:cubicBezTo>
                  <a:pt x="8099741" y="4317136"/>
                  <a:pt x="8129907" y="4286760"/>
                  <a:pt x="8164286" y="4261757"/>
                </a:cubicBezTo>
                <a:cubicBezTo>
                  <a:pt x="8189953" y="4243090"/>
                  <a:pt x="8219522" y="4230376"/>
                  <a:pt x="8245929" y="4212771"/>
                </a:cubicBezTo>
                <a:cubicBezTo>
                  <a:pt x="8368224" y="4131240"/>
                  <a:pt x="8259324" y="4198887"/>
                  <a:pt x="8360229" y="4114800"/>
                </a:cubicBezTo>
                <a:cubicBezTo>
                  <a:pt x="8375305" y="4102237"/>
                  <a:pt x="8392886" y="4093028"/>
                  <a:pt x="8409215" y="4082142"/>
                </a:cubicBezTo>
                <a:cubicBezTo>
                  <a:pt x="8420101" y="4065814"/>
                  <a:pt x="8426548" y="4045416"/>
                  <a:pt x="8441872" y="4033157"/>
                </a:cubicBezTo>
                <a:cubicBezTo>
                  <a:pt x="8455312" y="4022405"/>
                  <a:pt x="8475463" y="4024525"/>
                  <a:pt x="8490858" y="4016828"/>
                </a:cubicBezTo>
                <a:cubicBezTo>
                  <a:pt x="8508410" y="4008052"/>
                  <a:pt x="8522527" y="3993406"/>
                  <a:pt x="8539843" y="3984171"/>
                </a:cubicBezTo>
                <a:cubicBezTo>
                  <a:pt x="8604276" y="3949807"/>
                  <a:pt x="8675027" y="3926707"/>
                  <a:pt x="8735786" y="3886200"/>
                </a:cubicBezTo>
                <a:cubicBezTo>
                  <a:pt x="8807415" y="3838446"/>
                  <a:pt x="8769072" y="3865317"/>
                  <a:pt x="8850086" y="3804557"/>
                </a:cubicBezTo>
                <a:cubicBezTo>
                  <a:pt x="8922555" y="3695853"/>
                  <a:pt x="8832413" y="3807269"/>
                  <a:pt x="8948058" y="3739242"/>
                </a:cubicBezTo>
                <a:cubicBezTo>
                  <a:pt x="9022235" y="3695608"/>
                  <a:pt x="9090022" y="3641914"/>
                  <a:pt x="9160329" y="3592285"/>
                </a:cubicBezTo>
                <a:cubicBezTo>
                  <a:pt x="9182562" y="3576591"/>
                  <a:pt x="9201302" y="3555471"/>
                  <a:pt x="9225643" y="3543300"/>
                </a:cubicBezTo>
                <a:cubicBezTo>
                  <a:pt x="9247415" y="3532414"/>
                  <a:pt x="9272258" y="3526225"/>
                  <a:pt x="9290958" y="3510642"/>
                </a:cubicBezTo>
                <a:cubicBezTo>
                  <a:pt x="9338264" y="3471220"/>
                  <a:pt x="9368783" y="3411696"/>
                  <a:pt x="9421586" y="3380014"/>
                </a:cubicBezTo>
                <a:cubicBezTo>
                  <a:pt x="9448800" y="3363685"/>
                  <a:pt x="9475486" y="3346441"/>
                  <a:pt x="9503229" y="3331028"/>
                </a:cubicBezTo>
                <a:cubicBezTo>
                  <a:pt x="9524507" y="3319207"/>
                  <a:pt x="9548290" y="3311873"/>
                  <a:pt x="9568543" y="3298371"/>
                </a:cubicBezTo>
                <a:cubicBezTo>
                  <a:pt x="9597541" y="3279039"/>
                  <a:pt x="9622001" y="3253556"/>
                  <a:pt x="9650186" y="3233057"/>
                </a:cubicBezTo>
                <a:cubicBezTo>
                  <a:pt x="9681928" y="3209972"/>
                  <a:pt x="9717781" y="3192596"/>
                  <a:pt x="9748158" y="3167742"/>
                </a:cubicBezTo>
                <a:cubicBezTo>
                  <a:pt x="9777945" y="3143371"/>
                  <a:pt x="9800836" y="3111444"/>
                  <a:pt x="9829800" y="3086100"/>
                </a:cubicBezTo>
                <a:cubicBezTo>
                  <a:pt x="9844569" y="3073177"/>
                  <a:pt x="9863886" y="3066214"/>
                  <a:pt x="9878786" y="3053442"/>
                </a:cubicBezTo>
                <a:cubicBezTo>
                  <a:pt x="10151906" y="2819338"/>
                  <a:pt x="9803413" y="3112486"/>
                  <a:pt x="9976758" y="2939142"/>
                </a:cubicBezTo>
                <a:cubicBezTo>
                  <a:pt x="10143412" y="2772489"/>
                  <a:pt x="10136820" y="2861794"/>
                  <a:pt x="10335986" y="2596242"/>
                </a:cubicBezTo>
                <a:cubicBezTo>
                  <a:pt x="10450236" y="2443911"/>
                  <a:pt x="10323757" y="2597452"/>
                  <a:pt x="10433958" y="2498271"/>
                </a:cubicBezTo>
                <a:cubicBezTo>
                  <a:pt x="10474008" y="2462226"/>
                  <a:pt x="10502055" y="2411693"/>
                  <a:pt x="10548258" y="2383971"/>
                </a:cubicBezTo>
                <a:cubicBezTo>
                  <a:pt x="10602374" y="2351501"/>
                  <a:pt x="10648124" y="2327858"/>
                  <a:pt x="10695215" y="2286000"/>
                </a:cubicBezTo>
                <a:cubicBezTo>
                  <a:pt x="10723981" y="2260431"/>
                  <a:pt x="10748380" y="2230246"/>
                  <a:pt x="10776858" y="2204357"/>
                </a:cubicBezTo>
                <a:cubicBezTo>
                  <a:pt x="10822659" y="2162719"/>
                  <a:pt x="10882746" y="2123011"/>
                  <a:pt x="10923815" y="2073728"/>
                </a:cubicBezTo>
                <a:cubicBezTo>
                  <a:pt x="10978667" y="2007905"/>
                  <a:pt x="10934568" y="2024842"/>
                  <a:pt x="11021786" y="1959428"/>
                </a:cubicBezTo>
                <a:cubicBezTo>
                  <a:pt x="11062864" y="1928619"/>
                  <a:pt x="11109691" y="1906268"/>
                  <a:pt x="11152415" y="1877785"/>
                </a:cubicBezTo>
                <a:cubicBezTo>
                  <a:pt x="11377656" y="1727624"/>
                  <a:pt x="11146441" y="1884384"/>
                  <a:pt x="11315700" y="1763485"/>
                </a:cubicBezTo>
                <a:cubicBezTo>
                  <a:pt x="11331669" y="1752078"/>
                  <a:pt x="11349917" y="1743751"/>
                  <a:pt x="11364686" y="1730828"/>
                </a:cubicBezTo>
                <a:cubicBezTo>
                  <a:pt x="11646453" y="1484283"/>
                  <a:pt x="11313434" y="1777016"/>
                  <a:pt x="11478986" y="1583871"/>
                </a:cubicBezTo>
                <a:cubicBezTo>
                  <a:pt x="11496697" y="1563208"/>
                  <a:pt x="11523483" y="1552415"/>
                  <a:pt x="11544300" y="1534885"/>
                </a:cubicBezTo>
                <a:cubicBezTo>
                  <a:pt x="11626939" y="1465294"/>
                  <a:pt x="11712835" y="1399008"/>
                  <a:pt x="11789229" y="1322614"/>
                </a:cubicBezTo>
                <a:cubicBezTo>
                  <a:pt x="11917406" y="1194437"/>
                  <a:pt x="11858697" y="1238202"/>
                  <a:pt x="11952515" y="1175657"/>
                </a:cubicBezTo>
                <a:cubicBezTo>
                  <a:pt x="12019350" y="1075403"/>
                  <a:pt x="11946150" y="1178265"/>
                  <a:pt x="12034158" y="1077685"/>
                </a:cubicBezTo>
                <a:cubicBezTo>
                  <a:pt x="12057108" y="1051457"/>
                  <a:pt x="12075586" y="1021421"/>
                  <a:pt x="12099472" y="996042"/>
                </a:cubicBezTo>
                <a:cubicBezTo>
                  <a:pt x="12162778" y="928780"/>
                  <a:pt x="12237713" y="872228"/>
                  <a:pt x="12295415" y="800100"/>
                </a:cubicBezTo>
                <a:cubicBezTo>
                  <a:pt x="12317186" y="772886"/>
                  <a:pt x="12337779" y="744685"/>
                  <a:pt x="12360729" y="718457"/>
                </a:cubicBezTo>
                <a:cubicBezTo>
                  <a:pt x="12375935" y="701078"/>
                  <a:pt x="12394932" y="687211"/>
                  <a:pt x="12409715" y="669471"/>
                </a:cubicBezTo>
                <a:cubicBezTo>
                  <a:pt x="12422278" y="654395"/>
                  <a:pt x="12429809" y="635561"/>
                  <a:pt x="12442372" y="620485"/>
                </a:cubicBezTo>
                <a:cubicBezTo>
                  <a:pt x="12457155" y="602745"/>
                  <a:pt x="12477503" y="589974"/>
                  <a:pt x="12491358" y="571500"/>
                </a:cubicBezTo>
                <a:cubicBezTo>
                  <a:pt x="12510400" y="546110"/>
                  <a:pt x="12522739" y="516264"/>
                  <a:pt x="12540343" y="489857"/>
                </a:cubicBezTo>
                <a:cubicBezTo>
                  <a:pt x="12566315" y="450899"/>
                  <a:pt x="12593893" y="413014"/>
                  <a:pt x="12621986" y="375557"/>
                </a:cubicBezTo>
                <a:cubicBezTo>
                  <a:pt x="12636571" y="356110"/>
                  <a:pt x="12689313" y="285773"/>
                  <a:pt x="12719958" y="261257"/>
                </a:cubicBezTo>
                <a:cubicBezTo>
                  <a:pt x="12735282" y="248998"/>
                  <a:pt x="12752615" y="239486"/>
                  <a:pt x="12768943" y="228600"/>
                </a:cubicBezTo>
                <a:cubicBezTo>
                  <a:pt x="12796157" y="185057"/>
                  <a:pt x="12824168" y="142001"/>
                  <a:pt x="12850586" y="97971"/>
                </a:cubicBezTo>
                <a:cubicBezTo>
                  <a:pt x="12866915" y="70757"/>
                  <a:pt x="12879254" y="40709"/>
                  <a:pt x="12899572" y="16328"/>
                </a:cubicBezTo>
                <a:cubicBezTo>
                  <a:pt x="12907363" y="6978"/>
                  <a:pt x="12921343" y="5443"/>
                  <a:pt x="12932229" y="0"/>
                </a:cubicBezTo>
              </a:path>
            </a:pathLst>
          </a:cu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604CB4-47CF-0F78-FEC4-8CABC7418719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5162049" y="6266985"/>
            <a:ext cx="12858321" cy="1980241"/>
          </a:xfrm>
          <a:prstGeom prst="line">
            <a:avLst/>
          </a:prstGeom>
          <a:noFill/>
          <a:ln w="1270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7C042F4-BD23-B963-9343-76F7055B6BB0}"/>
                  </a:ext>
                </a:extLst>
              </p:cNvPr>
              <p:cNvSpPr/>
              <p:nvPr/>
            </p:nvSpPr>
            <p:spPr>
              <a:xfrm>
                <a:off x="18522576" y="5662681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7C042F4-BD23-B963-9343-76F7055B6B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2576" y="5662681"/>
                <a:ext cx="3095061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E4BC7F9-9899-04D6-F303-0EF9B782E50C}"/>
                  </a:ext>
                </a:extLst>
              </p:cNvPr>
              <p:cNvSpPr/>
              <p:nvPr/>
            </p:nvSpPr>
            <p:spPr>
              <a:xfrm>
                <a:off x="18515782" y="288672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E4BC7F9-9899-04D6-F303-0EF9B782E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5782" y="288672"/>
                <a:ext cx="309506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D46DB4-2FD5-9E90-7C58-40EC5C23789C}"/>
              </a:ext>
            </a:extLst>
          </p:cNvPr>
          <p:cNvCxnSpPr>
            <a:cxnSpLocks/>
          </p:cNvCxnSpPr>
          <p:nvPr/>
        </p:nvCxnSpPr>
        <p:spPr>
          <a:xfrm>
            <a:off x="3781233" y="8846796"/>
            <a:ext cx="16598348" cy="0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1E4952F-6BF1-9C42-F1B8-0AFEBF723D3C}"/>
              </a:ext>
            </a:extLst>
          </p:cNvPr>
          <p:cNvSpPr/>
          <p:nvPr/>
        </p:nvSpPr>
        <p:spPr>
          <a:xfrm>
            <a:off x="4938616" y="9233657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FAEE571-E0AB-87C8-DBF0-E0A1D1EEE906}"/>
              </a:ext>
            </a:extLst>
          </p:cNvPr>
          <p:cNvSpPr/>
          <p:nvPr/>
        </p:nvSpPr>
        <p:spPr>
          <a:xfrm>
            <a:off x="6375707" y="9233657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B5E9962-662A-2247-2B67-35DC6D044710}"/>
              </a:ext>
            </a:extLst>
          </p:cNvPr>
          <p:cNvSpPr/>
          <p:nvPr/>
        </p:nvSpPr>
        <p:spPr>
          <a:xfrm>
            <a:off x="7812798" y="9233657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1E8271D-BA57-09E7-79DA-7F92C1B8381A}"/>
              </a:ext>
            </a:extLst>
          </p:cNvPr>
          <p:cNvSpPr/>
          <p:nvPr/>
        </p:nvSpPr>
        <p:spPr>
          <a:xfrm>
            <a:off x="9249889" y="9233657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AD9B8C3-2D79-E57B-9E07-2245107AB0E2}"/>
              </a:ext>
            </a:extLst>
          </p:cNvPr>
          <p:cNvSpPr/>
          <p:nvPr/>
        </p:nvSpPr>
        <p:spPr>
          <a:xfrm>
            <a:off x="10686980" y="9233657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0780B8-6D79-4065-A6BB-9B91CFF80C7C}"/>
              </a:ext>
            </a:extLst>
          </p:cNvPr>
          <p:cNvSpPr/>
          <p:nvPr/>
        </p:nvSpPr>
        <p:spPr>
          <a:xfrm>
            <a:off x="12124071" y="9233657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3231AA-9A0E-75DC-F7D7-C95DA2D926A2}"/>
              </a:ext>
            </a:extLst>
          </p:cNvPr>
          <p:cNvSpPr/>
          <p:nvPr/>
        </p:nvSpPr>
        <p:spPr>
          <a:xfrm>
            <a:off x="13561162" y="9233656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7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87A62EB-7154-C202-1EB7-DA812823107E}"/>
              </a:ext>
            </a:extLst>
          </p:cNvPr>
          <p:cNvSpPr/>
          <p:nvPr/>
        </p:nvSpPr>
        <p:spPr>
          <a:xfrm>
            <a:off x="14998253" y="9233656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8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5A979B5-CA03-2B37-906D-5BBA65CFFF81}"/>
              </a:ext>
            </a:extLst>
          </p:cNvPr>
          <p:cNvSpPr/>
          <p:nvPr/>
        </p:nvSpPr>
        <p:spPr>
          <a:xfrm>
            <a:off x="16435347" y="9233655"/>
            <a:ext cx="69886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D31DB612-51EE-E39E-BB1F-D6B1B231826F}"/>
                  </a:ext>
                </a:extLst>
              </p:cNvPr>
              <p:cNvSpPr/>
              <p:nvPr/>
            </p:nvSpPr>
            <p:spPr>
              <a:xfrm>
                <a:off x="20699382" y="8551679"/>
                <a:ext cx="698866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D31DB612-51EE-E39E-BB1F-D6B1B23182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9382" y="8551679"/>
                <a:ext cx="698866" cy="5902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7CADC09-419B-31DA-91B6-37D58B92DB10}"/>
              </a:ext>
            </a:extLst>
          </p:cNvPr>
          <p:cNvSpPr/>
          <p:nvPr/>
        </p:nvSpPr>
        <p:spPr>
          <a:xfrm>
            <a:off x="360642" y="750477"/>
            <a:ext cx="3316658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Running Time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E5A296C-F7CB-9CCD-C2E2-33ED63F95317}"/>
              </a:ext>
            </a:extLst>
          </p:cNvPr>
          <p:cNvCxnSpPr>
            <a:cxnSpLocks/>
          </p:cNvCxnSpPr>
          <p:nvPr/>
        </p:nvCxnSpPr>
        <p:spPr>
          <a:xfrm flipV="1">
            <a:off x="3781233" y="736465"/>
            <a:ext cx="0" cy="8110331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8D5A447-242C-32D6-0E4A-EEA9AA4880F3}"/>
              </a:ext>
            </a:extLst>
          </p:cNvPr>
          <p:cNvSpPr/>
          <p:nvPr/>
        </p:nvSpPr>
        <p:spPr>
          <a:xfrm>
            <a:off x="6599140" y="788826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F465E32-3407-313D-D077-6E15D98B12FB}"/>
              </a:ext>
            </a:extLst>
          </p:cNvPr>
          <p:cNvSpPr/>
          <p:nvPr/>
        </p:nvSpPr>
        <p:spPr>
          <a:xfrm>
            <a:off x="5162049" y="812122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D567529-CCA5-E25D-8146-E7E2DA0D38FC}"/>
              </a:ext>
            </a:extLst>
          </p:cNvPr>
          <p:cNvSpPr/>
          <p:nvPr/>
        </p:nvSpPr>
        <p:spPr>
          <a:xfrm>
            <a:off x="8036231" y="766174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D779925-6F4E-A08D-517A-7287D78DE730}"/>
              </a:ext>
            </a:extLst>
          </p:cNvPr>
          <p:cNvSpPr/>
          <p:nvPr/>
        </p:nvSpPr>
        <p:spPr>
          <a:xfrm>
            <a:off x="9473322" y="7442797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851FBA5-2D12-FF44-C283-DCD8C00C1D37}"/>
              </a:ext>
            </a:extLst>
          </p:cNvPr>
          <p:cNvSpPr/>
          <p:nvPr/>
        </p:nvSpPr>
        <p:spPr>
          <a:xfrm>
            <a:off x="10910413" y="7241673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E7F2D33-1707-505A-D170-F77D19BC5145}"/>
              </a:ext>
            </a:extLst>
          </p:cNvPr>
          <p:cNvSpPr/>
          <p:nvPr/>
        </p:nvSpPr>
        <p:spPr>
          <a:xfrm>
            <a:off x="12347504" y="7000881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A97EB2-E611-3DEF-1C7F-6C8080F7EC9C}"/>
              </a:ext>
            </a:extLst>
          </p:cNvPr>
          <p:cNvSpPr/>
          <p:nvPr/>
        </p:nvSpPr>
        <p:spPr>
          <a:xfrm>
            <a:off x="13784595" y="678294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00021BB-3B85-F1C3-AE69-F0C68E3AC7CD}"/>
              </a:ext>
            </a:extLst>
          </p:cNvPr>
          <p:cNvSpPr/>
          <p:nvPr/>
        </p:nvSpPr>
        <p:spPr>
          <a:xfrm>
            <a:off x="15221686" y="656958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B48F383-AA37-0AD5-EE68-0B99E948A260}"/>
              </a:ext>
            </a:extLst>
          </p:cNvPr>
          <p:cNvSpPr/>
          <p:nvPr/>
        </p:nvSpPr>
        <p:spPr>
          <a:xfrm>
            <a:off x="16658780" y="6342513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851FEE3-A820-A971-F813-05256F6E9D0A}"/>
              </a:ext>
            </a:extLst>
          </p:cNvPr>
          <p:cNvSpPr/>
          <p:nvPr/>
        </p:nvSpPr>
        <p:spPr>
          <a:xfrm>
            <a:off x="6544145" y="8274024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05FF8B3-065F-035F-3AEC-D060FA2C1B07}"/>
              </a:ext>
            </a:extLst>
          </p:cNvPr>
          <p:cNvSpPr/>
          <p:nvPr/>
        </p:nvSpPr>
        <p:spPr>
          <a:xfrm>
            <a:off x="8036230" y="791001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088921-1067-E898-8D24-5AC050ADC1B3}"/>
              </a:ext>
            </a:extLst>
          </p:cNvPr>
          <p:cNvSpPr/>
          <p:nvPr/>
        </p:nvSpPr>
        <p:spPr>
          <a:xfrm>
            <a:off x="9473321" y="7252880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B814B88-B863-4E5D-2B06-15A1E145D7AC}"/>
              </a:ext>
            </a:extLst>
          </p:cNvPr>
          <p:cNvSpPr/>
          <p:nvPr/>
        </p:nvSpPr>
        <p:spPr>
          <a:xfrm>
            <a:off x="10870214" y="672705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F10A4F2-8583-FC60-988E-C7F62B5EBA81}"/>
              </a:ext>
            </a:extLst>
          </p:cNvPr>
          <p:cNvSpPr/>
          <p:nvPr/>
        </p:nvSpPr>
        <p:spPr>
          <a:xfrm>
            <a:off x="12289024" y="5953847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6F508D6-2A1A-B199-FE9B-DB2E21335A37}"/>
              </a:ext>
            </a:extLst>
          </p:cNvPr>
          <p:cNvSpPr/>
          <p:nvPr/>
        </p:nvSpPr>
        <p:spPr>
          <a:xfrm>
            <a:off x="13784594" y="4918578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034E3D9-E0B3-62BE-824F-AE2D7279E185}"/>
              </a:ext>
            </a:extLst>
          </p:cNvPr>
          <p:cNvSpPr/>
          <p:nvPr/>
        </p:nvSpPr>
        <p:spPr>
          <a:xfrm>
            <a:off x="15221685" y="387279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4757F57-D748-0E35-6542-738A353745DF}"/>
              </a:ext>
            </a:extLst>
          </p:cNvPr>
          <p:cNvSpPr/>
          <p:nvPr/>
        </p:nvSpPr>
        <p:spPr>
          <a:xfrm>
            <a:off x="16658779" y="259579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7D9A441-7F05-C1C9-E8C8-7F0D0803687D}"/>
              </a:ext>
            </a:extLst>
          </p:cNvPr>
          <p:cNvSpPr/>
          <p:nvPr/>
        </p:nvSpPr>
        <p:spPr>
          <a:xfrm>
            <a:off x="4276637" y="787169"/>
            <a:ext cx="3880855" cy="8036643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3526DD0A-FAA3-90CF-1543-B91847C5B28A}"/>
              </a:ext>
            </a:extLst>
          </p:cNvPr>
          <p:cNvSpPr/>
          <p:nvPr/>
        </p:nvSpPr>
        <p:spPr>
          <a:xfrm>
            <a:off x="9604058" y="900257"/>
            <a:ext cx="8883867" cy="7923556"/>
          </a:xfrm>
          <a:prstGeom prst="roundRect">
            <a:avLst/>
          </a:prstGeom>
          <a:solidFill>
            <a:schemeClr val="accent3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89FDD24-96AA-000D-84FA-7CF0EABE721A}"/>
                  </a:ext>
                </a:extLst>
              </p:cNvPr>
              <p:cNvSpPr/>
              <p:nvPr/>
            </p:nvSpPr>
            <p:spPr>
              <a:xfrm>
                <a:off x="1150268" y="10657093"/>
                <a:ext cx="2252950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After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,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A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consistently beats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B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For high values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,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A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consistently beats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B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89FDD24-96AA-000D-84FA-7CF0EABE72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268" y="10657093"/>
                <a:ext cx="22529509" cy="1952308"/>
              </a:xfrm>
              <a:prstGeom prst="roundRect">
                <a:avLst/>
              </a:prstGeom>
              <a:blipFill>
                <a:blip r:embed="rId5"/>
                <a:stretch>
                  <a:fillRect l="-899" t="-2500" b="-13125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638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5DEB5-46BC-EF7F-2A85-212941850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FEFBB987-D759-FB26-4D85-88DBFBA91033}"/>
              </a:ext>
            </a:extLst>
          </p:cNvPr>
          <p:cNvSpPr/>
          <p:nvPr/>
        </p:nvSpPr>
        <p:spPr>
          <a:xfrm>
            <a:off x="5162048" y="847251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CCA9B0A2-5137-DFA5-A266-23858D753351}"/>
              </a:ext>
            </a:extLst>
          </p:cNvPr>
          <p:cNvSpPr/>
          <p:nvPr/>
        </p:nvSpPr>
        <p:spPr>
          <a:xfrm>
            <a:off x="5235895" y="1145390"/>
            <a:ext cx="12932229" cy="7511142"/>
          </a:xfrm>
          <a:custGeom>
            <a:avLst/>
            <a:gdLst>
              <a:gd name="connsiteX0" fmla="*/ 0 w 12932229"/>
              <a:gd name="connsiteY0" fmla="*/ 7511142 h 7511142"/>
              <a:gd name="connsiteX1" fmla="*/ 212272 w 12932229"/>
              <a:gd name="connsiteY1" fmla="*/ 7494814 h 7511142"/>
              <a:gd name="connsiteX2" fmla="*/ 310243 w 12932229"/>
              <a:gd name="connsiteY2" fmla="*/ 7462157 h 7511142"/>
              <a:gd name="connsiteX3" fmla="*/ 408215 w 12932229"/>
              <a:gd name="connsiteY3" fmla="*/ 7429500 h 7511142"/>
              <a:gd name="connsiteX4" fmla="*/ 457200 w 12932229"/>
              <a:gd name="connsiteY4" fmla="*/ 7413171 h 7511142"/>
              <a:gd name="connsiteX5" fmla="*/ 653143 w 12932229"/>
              <a:gd name="connsiteY5" fmla="*/ 7380514 h 7511142"/>
              <a:gd name="connsiteX6" fmla="*/ 751115 w 12932229"/>
              <a:gd name="connsiteY6" fmla="*/ 7364185 h 7511142"/>
              <a:gd name="connsiteX7" fmla="*/ 930729 w 12932229"/>
              <a:gd name="connsiteY7" fmla="*/ 7347857 h 7511142"/>
              <a:gd name="connsiteX8" fmla="*/ 1143000 w 12932229"/>
              <a:gd name="connsiteY8" fmla="*/ 7315200 h 7511142"/>
              <a:gd name="connsiteX9" fmla="*/ 1208315 w 12932229"/>
              <a:gd name="connsiteY9" fmla="*/ 7298871 h 7511142"/>
              <a:gd name="connsiteX10" fmla="*/ 1338943 w 12932229"/>
              <a:gd name="connsiteY10" fmla="*/ 7282542 h 7511142"/>
              <a:gd name="connsiteX11" fmla="*/ 1469572 w 12932229"/>
              <a:gd name="connsiteY11" fmla="*/ 7249885 h 7511142"/>
              <a:gd name="connsiteX12" fmla="*/ 1551215 w 12932229"/>
              <a:gd name="connsiteY12" fmla="*/ 7233557 h 7511142"/>
              <a:gd name="connsiteX13" fmla="*/ 1632858 w 12932229"/>
              <a:gd name="connsiteY13" fmla="*/ 7200900 h 7511142"/>
              <a:gd name="connsiteX14" fmla="*/ 1747158 w 12932229"/>
              <a:gd name="connsiteY14" fmla="*/ 7184571 h 7511142"/>
              <a:gd name="connsiteX15" fmla="*/ 1828800 w 12932229"/>
              <a:gd name="connsiteY15" fmla="*/ 7168242 h 7511142"/>
              <a:gd name="connsiteX16" fmla="*/ 1877786 w 12932229"/>
              <a:gd name="connsiteY16" fmla="*/ 7151914 h 7511142"/>
              <a:gd name="connsiteX17" fmla="*/ 1943100 w 12932229"/>
              <a:gd name="connsiteY17" fmla="*/ 7135585 h 7511142"/>
              <a:gd name="connsiteX18" fmla="*/ 2024743 w 12932229"/>
              <a:gd name="connsiteY18" fmla="*/ 7102928 h 7511142"/>
              <a:gd name="connsiteX19" fmla="*/ 2318658 w 12932229"/>
              <a:gd name="connsiteY19" fmla="*/ 7037614 h 7511142"/>
              <a:gd name="connsiteX20" fmla="*/ 2579915 w 12932229"/>
              <a:gd name="connsiteY20" fmla="*/ 7004957 h 7511142"/>
              <a:gd name="connsiteX21" fmla="*/ 2824843 w 12932229"/>
              <a:gd name="connsiteY21" fmla="*/ 6972300 h 7511142"/>
              <a:gd name="connsiteX22" fmla="*/ 2922815 w 12932229"/>
              <a:gd name="connsiteY22" fmla="*/ 6939642 h 7511142"/>
              <a:gd name="connsiteX23" fmla="*/ 3102429 w 12932229"/>
              <a:gd name="connsiteY23" fmla="*/ 6906985 h 7511142"/>
              <a:gd name="connsiteX24" fmla="*/ 3216729 w 12932229"/>
              <a:gd name="connsiteY24" fmla="*/ 6858000 h 7511142"/>
              <a:gd name="connsiteX25" fmla="*/ 3314700 w 12932229"/>
              <a:gd name="connsiteY25" fmla="*/ 6825342 h 7511142"/>
              <a:gd name="connsiteX26" fmla="*/ 3412672 w 12932229"/>
              <a:gd name="connsiteY26" fmla="*/ 6776357 h 7511142"/>
              <a:gd name="connsiteX27" fmla="*/ 3543300 w 12932229"/>
              <a:gd name="connsiteY27" fmla="*/ 6727371 h 7511142"/>
              <a:gd name="connsiteX28" fmla="*/ 3624943 w 12932229"/>
              <a:gd name="connsiteY28" fmla="*/ 6678385 h 7511142"/>
              <a:gd name="connsiteX29" fmla="*/ 3722915 w 12932229"/>
              <a:gd name="connsiteY29" fmla="*/ 6613071 h 7511142"/>
              <a:gd name="connsiteX30" fmla="*/ 3869872 w 12932229"/>
              <a:gd name="connsiteY30" fmla="*/ 6547757 h 7511142"/>
              <a:gd name="connsiteX31" fmla="*/ 4000500 w 12932229"/>
              <a:gd name="connsiteY31" fmla="*/ 6498771 h 7511142"/>
              <a:gd name="connsiteX32" fmla="*/ 4147458 w 12932229"/>
              <a:gd name="connsiteY32" fmla="*/ 6433457 h 7511142"/>
              <a:gd name="connsiteX33" fmla="*/ 4229100 w 12932229"/>
              <a:gd name="connsiteY33" fmla="*/ 6384471 h 7511142"/>
              <a:gd name="connsiteX34" fmla="*/ 4294415 w 12932229"/>
              <a:gd name="connsiteY34" fmla="*/ 6351814 h 7511142"/>
              <a:gd name="connsiteX35" fmla="*/ 4343400 w 12932229"/>
              <a:gd name="connsiteY35" fmla="*/ 6319157 h 7511142"/>
              <a:gd name="connsiteX36" fmla="*/ 4523015 w 12932229"/>
              <a:gd name="connsiteY36" fmla="*/ 6253842 h 7511142"/>
              <a:gd name="connsiteX37" fmla="*/ 4669972 w 12932229"/>
              <a:gd name="connsiteY37" fmla="*/ 6188528 h 7511142"/>
              <a:gd name="connsiteX38" fmla="*/ 4784272 w 12932229"/>
              <a:gd name="connsiteY38" fmla="*/ 6155871 h 7511142"/>
              <a:gd name="connsiteX39" fmla="*/ 4849586 w 12932229"/>
              <a:gd name="connsiteY39" fmla="*/ 6123214 h 7511142"/>
              <a:gd name="connsiteX40" fmla="*/ 4947558 w 12932229"/>
              <a:gd name="connsiteY40" fmla="*/ 6090557 h 7511142"/>
              <a:gd name="connsiteX41" fmla="*/ 4996543 w 12932229"/>
              <a:gd name="connsiteY41" fmla="*/ 6074228 h 7511142"/>
              <a:gd name="connsiteX42" fmla="*/ 5045529 w 12932229"/>
              <a:gd name="connsiteY42" fmla="*/ 6057900 h 7511142"/>
              <a:gd name="connsiteX43" fmla="*/ 5339443 w 12932229"/>
              <a:gd name="connsiteY43" fmla="*/ 5943600 h 7511142"/>
              <a:gd name="connsiteX44" fmla="*/ 5437415 w 12932229"/>
              <a:gd name="connsiteY44" fmla="*/ 5910942 h 7511142"/>
              <a:gd name="connsiteX45" fmla="*/ 5551715 w 12932229"/>
              <a:gd name="connsiteY45" fmla="*/ 5878285 h 7511142"/>
              <a:gd name="connsiteX46" fmla="*/ 5780315 w 12932229"/>
              <a:gd name="connsiteY46" fmla="*/ 5763985 h 7511142"/>
              <a:gd name="connsiteX47" fmla="*/ 5959929 w 12932229"/>
              <a:gd name="connsiteY47" fmla="*/ 5682342 h 7511142"/>
              <a:gd name="connsiteX48" fmla="*/ 6188529 w 12932229"/>
              <a:gd name="connsiteY48" fmla="*/ 5551714 h 7511142"/>
              <a:gd name="connsiteX49" fmla="*/ 6270172 w 12932229"/>
              <a:gd name="connsiteY49" fmla="*/ 5519057 h 7511142"/>
              <a:gd name="connsiteX50" fmla="*/ 6368143 w 12932229"/>
              <a:gd name="connsiteY50" fmla="*/ 5453742 h 7511142"/>
              <a:gd name="connsiteX51" fmla="*/ 6515100 w 12932229"/>
              <a:gd name="connsiteY51" fmla="*/ 5372100 h 7511142"/>
              <a:gd name="connsiteX52" fmla="*/ 6645729 w 12932229"/>
              <a:gd name="connsiteY52" fmla="*/ 5306785 h 7511142"/>
              <a:gd name="connsiteX53" fmla="*/ 6760029 w 12932229"/>
              <a:gd name="connsiteY53" fmla="*/ 5241471 h 7511142"/>
              <a:gd name="connsiteX54" fmla="*/ 6955972 w 12932229"/>
              <a:gd name="connsiteY54" fmla="*/ 5143500 h 7511142"/>
              <a:gd name="connsiteX55" fmla="*/ 7021286 w 12932229"/>
              <a:gd name="connsiteY55" fmla="*/ 5110842 h 7511142"/>
              <a:gd name="connsiteX56" fmla="*/ 7070272 w 12932229"/>
              <a:gd name="connsiteY56" fmla="*/ 5078185 h 7511142"/>
              <a:gd name="connsiteX57" fmla="*/ 7135586 w 12932229"/>
              <a:gd name="connsiteY57" fmla="*/ 5045528 h 7511142"/>
              <a:gd name="connsiteX58" fmla="*/ 7184572 w 12932229"/>
              <a:gd name="connsiteY58" fmla="*/ 4996542 h 7511142"/>
              <a:gd name="connsiteX59" fmla="*/ 7282543 w 12932229"/>
              <a:gd name="connsiteY59" fmla="*/ 4947557 h 7511142"/>
              <a:gd name="connsiteX60" fmla="*/ 7429500 w 12932229"/>
              <a:gd name="connsiteY60" fmla="*/ 4833257 h 7511142"/>
              <a:gd name="connsiteX61" fmla="*/ 7707086 w 12932229"/>
              <a:gd name="connsiteY61" fmla="*/ 4637314 h 7511142"/>
              <a:gd name="connsiteX62" fmla="*/ 7837715 w 12932229"/>
              <a:gd name="connsiteY62" fmla="*/ 4506685 h 7511142"/>
              <a:gd name="connsiteX63" fmla="*/ 8066315 w 12932229"/>
              <a:gd name="connsiteY63" fmla="*/ 4343400 h 7511142"/>
              <a:gd name="connsiteX64" fmla="*/ 8164286 w 12932229"/>
              <a:gd name="connsiteY64" fmla="*/ 4261757 h 7511142"/>
              <a:gd name="connsiteX65" fmla="*/ 8245929 w 12932229"/>
              <a:gd name="connsiteY65" fmla="*/ 4212771 h 7511142"/>
              <a:gd name="connsiteX66" fmla="*/ 8360229 w 12932229"/>
              <a:gd name="connsiteY66" fmla="*/ 4114800 h 7511142"/>
              <a:gd name="connsiteX67" fmla="*/ 8409215 w 12932229"/>
              <a:gd name="connsiteY67" fmla="*/ 4082142 h 7511142"/>
              <a:gd name="connsiteX68" fmla="*/ 8441872 w 12932229"/>
              <a:gd name="connsiteY68" fmla="*/ 4033157 h 7511142"/>
              <a:gd name="connsiteX69" fmla="*/ 8490858 w 12932229"/>
              <a:gd name="connsiteY69" fmla="*/ 4016828 h 7511142"/>
              <a:gd name="connsiteX70" fmla="*/ 8539843 w 12932229"/>
              <a:gd name="connsiteY70" fmla="*/ 3984171 h 7511142"/>
              <a:gd name="connsiteX71" fmla="*/ 8735786 w 12932229"/>
              <a:gd name="connsiteY71" fmla="*/ 3886200 h 7511142"/>
              <a:gd name="connsiteX72" fmla="*/ 8850086 w 12932229"/>
              <a:gd name="connsiteY72" fmla="*/ 3804557 h 7511142"/>
              <a:gd name="connsiteX73" fmla="*/ 8948058 w 12932229"/>
              <a:gd name="connsiteY73" fmla="*/ 3739242 h 7511142"/>
              <a:gd name="connsiteX74" fmla="*/ 9160329 w 12932229"/>
              <a:gd name="connsiteY74" fmla="*/ 3592285 h 7511142"/>
              <a:gd name="connsiteX75" fmla="*/ 9225643 w 12932229"/>
              <a:gd name="connsiteY75" fmla="*/ 3543300 h 7511142"/>
              <a:gd name="connsiteX76" fmla="*/ 9290958 w 12932229"/>
              <a:gd name="connsiteY76" fmla="*/ 3510642 h 7511142"/>
              <a:gd name="connsiteX77" fmla="*/ 9421586 w 12932229"/>
              <a:gd name="connsiteY77" fmla="*/ 3380014 h 7511142"/>
              <a:gd name="connsiteX78" fmla="*/ 9503229 w 12932229"/>
              <a:gd name="connsiteY78" fmla="*/ 3331028 h 7511142"/>
              <a:gd name="connsiteX79" fmla="*/ 9568543 w 12932229"/>
              <a:gd name="connsiteY79" fmla="*/ 3298371 h 7511142"/>
              <a:gd name="connsiteX80" fmla="*/ 9650186 w 12932229"/>
              <a:gd name="connsiteY80" fmla="*/ 3233057 h 7511142"/>
              <a:gd name="connsiteX81" fmla="*/ 9748158 w 12932229"/>
              <a:gd name="connsiteY81" fmla="*/ 3167742 h 7511142"/>
              <a:gd name="connsiteX82" fmla="*/ 9829800 w 12932229"/>
              <a:gd name="connsiteY82" fmla="*/ 3086100 h 7511142"/>
              <a:gd name="connsiteX83" fmla="*/ 9878786 w 12932229"/>
              <a:gd name="connsiteY83" fmla="*/ 3053442 h 7511142"/>
              <a:gd name="connsiteX84" fmla="*/ 9976758 w 12932229"/>
              <a:gd name="connsiteY84" fmla="*/ 2939142 h 7511142"/>
              <a:gd name="connsiteX85" fmla="*/ 10335986 w 12932229"/>
              <a:gd name="connsiteY85" fmla="*/ 2596242 h 7511142"/>
              <a:gd name="connsiteX86" fmla="*/ 10433958 w 12932229"/>
              <a:gd name="connsiteY86" fmla="*/ 2498271 h 7511142"/>
              <a:gd name="connsiteX87" fmla="*/ 10548258 w 12932229"/>
              <a:gd name="connsiteY87" fmla="*/ 2383971 h 7511142"/>
              <a:gd name="connsiteX88" fmla="*/ 10695215 w 12932229"/>
              <a:gd name="connsiteY88" fmla="*/ 2286000 h 7511142"/>
              <a:gd name="connsiteX89" fmla="*/ 10776858 w 12932229"/>
              <a:gd name="connsiteY89" fmla="*/ 2204357 h 7511142"/>
              <a:gd name="connsiteX90" fmla="*/ 10923815 w 12932229"/>
              <a:gd name="connsiteY90" fmla="*/ 2073728 h 7511142"/>
              <a:gd name="connsiteX91" fmla="*/ 11021786 w 12932229"/>
              <a:gd name="connsiteY91" fmla="*/ 1959428 h 7511142"/>
              <a:gd name="connsiteX92" fmla="*/ 11152415 w 12932229"/>
              <a:gd name="connsiteY92" fmla="*/ 1877785 h 7511142"/>
              <a:gd name="connsiteX93" fmla="*/ 11315700 w 12932229"/>
              <a:gd name="connsiteY93" fmla="*/ 1763485 h 7511142"/>
              <a:gd name="connsiteX94" fmla="*/ 11364686 w 12932229"/>
              <a:gd name="connsiteY94" fmla="*/ 1730828 h 7511142"/>
              <a:gd name="connsiteX95" fmla="*/ 11478986 w 12932229"/>
              <a:gd name="connsiteY95" fmla="*/ 1583871 h 7511142"/>
              <a:gd name="connsiteX96" fmla="*/ 11544300 w 12932229"/>
              <a:gd name="connsiteY96" fmla="*/ 1534885 h 7511142"/>
              <a:gd name="connsiteX97" fmla="*/ 11789229 w 12932229"/>
              <a:gd name="connsiteY97" fmla="*/ 1322614 h 7511142"/>
              <a:gd name="connsiteX98" fmla="*/ 11952515 w 12932229"/>
              <a:gd name="connsiteY98" fmla="*/ 1175657 h 7511142"/>
              <a:gd name="connsiteX99" fmla="*/ 12034158 w 12932229"/>
              <a:gd name="connsiteY99" fmla="*/ 1077685 h 7511142"/>
              <a:gd name="connsiteX100" fmla="*/ 12099472 w 12932229"/>
              <a:gd name="connsiteY100" fmla="*/ 996042 h 7511142"/>
              <a:gd name="connsiteX101" fmla="*/ 12295415 w 12932229"/>
              <a:gd name="connsiteY101" fmla="*/ 800100 h 7511142"/>
              <a:gd name="connsiteX102" fmla="*/ 12360729 w 12932229"/>
              <a:gd name="connsiteY102" fmla="*/ 718457 h 7511142"/>
              <a:gd name="connsiteX103" fmla="*/ 12409715 w 12932229"/>
              <a:gd name="connsiteY103" fmla="*/ 669471 h 7511142"/>
              <a:gd name="connsiteX104" fmla="*/ 12442372 w 12932229"/>
              <a:gd name="connsiteY104" fmla="*/ 620485 h 7511142"/>
              <a:gd name="connsiteX105" fmla="*/ 12491358 w 12932229"/>
              <a:gd name="connsiteY105" fmla="*/ 571500 h 7511142"/>
              <a:gd name="connsiteX106" fmla="*/ 12540343 w 12932229"/>
              <a:gd name="connsiteY106" fmla="*/ 489857 h 7511142"/>
              <a:gd name="connsiteX107" fmla="*/ 12621986 w 12932229"/>
              <a:gd name="connsiteY107" fmla="*/ 375557 h 7511142"/>
              <a:gd name="connsiteX108" fmla="*/ 12719958 w 12932229"/>
              <a:gd name="connsiteY108" fmla="*/ 261257 h 7511142"/>
              <a:gd name="connsiteX109" fmla="*/ 12768943 w 12932229"/>
              <a:gd name="connsiteY109" fmla="*/ 228600 h 7511142"/>
              <a:gd name="connsiteX110" fmla="*/ 12850586 w 12932229"/>
              <a:gd name="connsiteY110" fmla="*/ 97971 h 7511142"/>
              <a:gd name="connsiteX111" fmla="*/ 12899572 w 12932229"/>
              <a:gd name="connsiteY111" fmla="*/ 16328 h 7511142"/>
              <a:gd name="connsiteX112" fmla="*/ 12932229 w 12932229"/>
              <a:gd name="connsiteY112" fmla="*/ 0 h 7511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2932229" h="7511142">
                <a:moveTo>
                  <a:pt x="0" y="7511142"/>
                </a:moveTo>
                <a:cubicBezTo>
                  <a:pt x="70757" y="7505699"/>
                  <a:pt x="142174" y="7505882"/>
                  <a:pt x="212272" y="7494814"/>
                </a:cubicBezTo>
                <a:cubicBezTo>
                  <a:pt x="246274" y="7489445"/>
                  <a:pt x="277586" y="7473043"/>
                  <a:pt x="310243" y="7462157"/>
                </a:cubicBezTo>
                <a:lnTo>
                  <a:pt x="408215" y="7429500"/>
                </a:lnTo>
                <a:cubicBezTo>
                  <a:pt x="424543" y="7424057"/>
                  <a:pt x="440323" y="7416547"/>
                  <a:pt x="457200" y="7413171"/>
                </a:cubicBezTo>
                <a:cubicBezTo>
                  <a:pt x="600930" y="7384424"/>
                  <a:pt x="477605" y="7407520"/>
                  <a:pt x="653143" y="7380514"/>
                </a:cubicBezTo>
                <a:cubicBezTo>
                  <a:pt x="685866" y="7375480"/>
                  <a:pt x="718234" y="7368053"/>
                  <a:pt x="751115" y="7364185"/>
                </a:cubicBezTo>
                <a:cubicBezTo>
                  <a:pt x="810821" y="7357161"/>
                  <a:pt x="870858" y="7353300"/>
                  <a:pt x="930729" y="7347857"/>
                </a:cubicBezTo>
                <a:cubicBezTo>
                  <a:pt x="1180432" y="7297915"/>
                  <a:pt x="787144" y="7374509"/>
                  <a:pt x="1143000" y="7315200"/>
                </a:cubicBezTo>
                <a:cubicBezTo>
                  <a:pt x="1165136" y="7311511"/>
                  <a:pt x="1186179" y="7302560"/>
                  <a:pt x="1208315" y="7298871"/>
                </a:cubicBezTo>
                <a:cubicBezTo>
                  <a:pt x="1251599" y="7291657"/>
                  <a:pt x="1295813" y="7290629"/>
                  <a:pt x="1338943" y="7282542"/>
                </a:cubicBezTo>
                <a:cubicBezTo>
                  <a:pt x="1383057" y="7274271"/>
                  <a:pt x="1425560" y="7258687"/>
                  <a:pt x="1469572" y="7249885"/>
                </a:cubicBezTo>
                <a:lnTo>
                  <a:pt x="1551215" y="7233557"/>
                </a:lnTo>
                <a:cubicBezTo>
                  <a:pt x="1578429" y="7222671"/>
                  <a:pt x="1604422" y="7208009"/>
                  <a:pt x="1632858" y="7200900"/>
                </a:cubicBezTo>
                <a:cubicBezTo>
                  <a:pt x="1670196" y="7191566"/>
                  <a:pt x="1709195" y="7190898"/>
                  <a:pt x="1747158" y="7184571"/>
                </a:cubicBezTo>
                <a:cubicBezTo>
                  <a:pt x="1774533" y="7180008"/>
                  <a:pt x="1801876" y="7174973"/>
                  <a:pt x="1828800" y="7168242"/>
                </a:cubicBezTo>
                <a:cubicBezTo>
                  <a:pt x="1845498" y="7164068"/>
                  <a:pt x="1861236" y="7156642"/>
                  <a:pt x="1877786" y="7151914"/>
                </a:cubicBezTo>
                <a:cubicBezTo>
                  <a:pt x="1899364" y="7145749"/>
                  <a:pt x="1921810" y="7142682"/>
                  <a:pt x="1943100" y="7135585"/>
                </a:cubicBezTo>
                <a:cubicBezTo>
                  <a:pt x="1970907" y="7126316"/>
                  <a:pt x="1996381" y="7110327"/>
                  <a:pt x="2024743" y="7102928"/>
                </a:cubicBezTo>
                <a:cubicBezTo>
                  <a:pt x="2121855" y="7077595"/>
                  <a:pt x="2219662" y="7054114"/>
                  <a:pt x="2318658" y="7037614"/>
                </a:cubicBezTo>
                <a:cubicBezTo>
                  <a:pt x="2494343" y="7008332"/>
                  <a:pt x="2344432" y="7031122"/>
                  <a:pt x="2579915" y="7004957"/>
                </a:cubicBezTo>
                <a:cubicBezTo>
                  <a:pt x="2674842" y="6994410"/>
                  <a:pt x="2731909" y="6985576"/>
                  <a:pt x="2824843" y="6972300"/>
                </a:cubicBezTo>
                <a:cubicBezTo>
                  <a:pt x="2857500" y="6961414"/>
                  <a:pt x="2889604" y="6948700"/>
                  <a:pt x="2922815" y="6939642"/>
                </a:cubicBezTo>
                <a:cubicBezTo>
                  <a:pt x="2988162" y="6921820"/>
                  <a:pt x="3035251" y="6921914"/>
                  <a:pt x="3102429" y="6906985"/>
                </a:cubicBezTo>
                <a:cubicBezTo>
                  <a:pt x="3161564" y="6893844"/>
                  <a:pt x="3154325" y="6882962"/>
                  <a:pt x="3216729" y="6858000"/>
                </a:cubicBezTo>
                <a:cubicBezTo>
                  <a:pt x="3248690" y="6845215"/>
                  <a:pt x="3282924" y="6838582"/>
                  <a:pt x="3314700" y="6825342"/>
                </a:cubicBezTo>
                <a:cubicBezTo>
                  <a:pt x="3348403" y="6811299"/>
                  <a:pt x="3379112" y="6790740"/>
                  <a:pt x="3412672" y="6776357"/>
                </a:cubicBezTo>
                <a:cubicBezTo>
                  <a:pt x="3455416" y="6758038"/>
                  <a:pt x="3501077" y="6746859"/>
                  <a:pt x="3543300" y="6727371"/>
                </a:cubicBezTo>
                <a:cubicBezTo>
                  <a:pt x="3572116" y="6714071"/>
                  <a:pt x="3598168" y="6695424"/>
                  <a:pt x="3624943" y="6678385"/>
                </a:cubicBezTo>
                <a:cubicBezTo>
                  <a:pt x="3658056" y="6657313"/>
                  <a:pt x="3687049" y="6629012"/>
                  <a:pt x="3722915" y="6613071"/>
                </a:cubicBezTo>
                <a:cubicBezTo>
                  <a:pt x="3771901" y="6591300"/>
                  <a:pt x="3820304" y="6568167"/>
                  <a:pt x="3869872" y="6547757"/>
                </a:cubicBezTo>
                <a:cubicBezTo>
                  <a:pt x="3912873" y="6530051"/>
                  <a:pt x="3958277" y="6518259"/>
                  <a:pt x="4000500" y="6498771"/>
                </a:cubicBezTo>
                <a:cubicBezTo>
                  <a:pt x="4167416" y="6421732"/>
                  <a:pt x="4004663" y="6469154"/>
                  <a:pt x="4147458" y="6433457"/>
                </a:cubicBezTo>
                <a:cubicBezTo>
                  <a:pt x="4174672" y="6417128"/>
                  <a:pt x="4201357" y="6399884"/>
                  <a:pt x="4229100" y="6384471"/>
                </a:cubicBezTo>
                <a:cubicBezTo>
                  <a:pt x="4250378" y="6372650"/>
                  <a:pt x="4273281" y="6363891"/>
                  <a:pt x="4294415" y="6351814"/>
                </a:cubicBezTo>
                <a:cubicBezTo>
                  <a:pt x="4311454" y="6342078"/>
                  <a:pt x="4325848" y="6327933"/>
                  <a:pt x="4343400" y="6319157"/>
                </a:cubicBezTo>
                <a:cubicBezTo>
                  <a:pt x="4414788" y="6283463"/>
                  <a:pt x="4446818" y="6284321"/>
                  <a:pt x="4523015" y="6253842"/>
                </a:cubicBezTo>
                <a:cubicBezTo>
                  <a:pt x="4572787" y="6233933"/>
                  <a:pt x="4619779" y="6207350"/>
                  <a:pt x="4669972" y="6188528"/>
                </a:cubicBezTo>
                <a:cubicBezTo>
                  <a:pt x="4707074" y="6174615"/>
                  <a:pt x="4747033" y="6169412"/>
                  <a:pt x="4784272" y="6155871"/>
                </a:cubicBezTo>
                <a:cubicBezTo>
                  <a:pt x="4807148" y="6147553"/>
                  <a:pt x="4826986" y="6132254"/>
                  <a:pt x="4849586" y="6123214"/>
                </a:cubicBezTo>
                <a:cubicBezTo>
                  <a:pt x="4881548" y="6110429"/>
                  <a:pt x="4914901" y="6101443"/>
                  <a:pt x="4947558" y="6090557"/>
                </a:cubicBezTo>
                <a:lnTo>
                  <a:pt x="4996543" y="6074228"/>
                </a:lnTo>
                <a:cubicBezTo>
                  <a:pt x="5012872" y="6068785"/>
                  <a:pt x="5029487" y="6064138"/>
                  <a:pt x="5045529" y="6057900"/>
                </a:cubicBezTo>
                <a:cubicBezTo>
                  <a:pt x="5143500" y="6019800"/>
                  <a:pt x="5239719" y="5976842"/>
                  <a:pt x="5339443" y="5943600"/>
                </a:cubicBezTo>
                <a:cubicBezTo>
                  <a:pt x="5372100" y="5932714"/>
                  <a:pt x="5404443" y="5920834"/>
                  <a:pt x="5437415" y="5910942"/>
                </a:cubicBezTo>
                <a:cubicBezTo>
                  <a:pt x="5469750" y="5901242"/>
                  <a:pt x="5519541" y="5893426"/>
                  <a:pt x="5551715" y="5878285"/>
                </a:cubicBezTo>
                <a:cubicBezTo>
                  <a:pt x="5628800" y="5842009"/>
                  <a:pt x="5703510" y="5800851"/>
                  <a:pt x="5780315" y="5763985"/>
                </a:cubicBezTo>
                <a:cubicBezTo>
                  <a:pt x="5839605" y="5735526"/>
                  <a:pt x="5904159" y="5717198"/>
                  <a:pt x="5959929" y="5682342"/>
                </a:cubicBezTo>
                <a:cubicBezTo>
                  <a:pt x="6067548" y="5615081"/>
                  <a:pt x="6083009" y="5599678"/>
                  <a:pt x="6188529" y="5551714"/>
                </a:cubicBezTo>
                <a:cubicBezTo>
                  <a:pt x="6215212" y="5539585"/>
                  <a:pt x="6244440" y="5533093"/>
                  <a:pt x="6270172" y="5519057"/>
                </a:cubicBezTo>
                <a:cubicBezTo>
                  <a:pt x="6304628" y="5500262"/>
                  <a:pt x="6333038" y="5471294"/>
                  <a:pt x="6368143" y="5453742"/>
                </a:cubicBezTo>
                <a:cubicBezTo>
                  <a:pt x="6587611" y="5344010"/>
                  <a:pt x="6248609" y="5515596"/>
                  <a:pt x="6515100" y="5372100"/>
                </a:cubicBezTo>
                <a:cubicBezTo>
                  <a:pt x="6557964" y="5349020"/>
                  <a:pt x="6602774" y="5329694"/>
                  <a:pt x="6645729" y="5306785"/>
                </a:cubicBezTo>
                <a:cubicBezTo>
                  <a:pt x="6684448" y="5286135"/>
                  <a:pt x="6721197" y="5261909"/>
                  <a:pt x="6760029" y="5241471"/>
                </a:cubicBezTo>
                <a:cubicBezTo>
                  <a:pt x="6824649" y="5207461"/>
                  <a:pt x="6890658" y="5176157"/>
                  <a:pt x="6955972" y="5143500"/>
                </a:cubicBezTo>
                <a:cubicBezTo>
                  <a:pt x="6977743" y="5132614"/>
                  <a:pt x="7001033" y="5124344"/>
                  <a:pt x="7021286" y="5110842"/>
                </a:cubicBezTo>
                <a:cubicBezTo>
                  <a:pt x="7037615" y="5099956"/>
                  <a:pt x="7053233" y="5087921"/>
                  <a:pt x="7070272" y="5078185"/>
                </a:cubicBezTo>
                <a:cubicBezTo>
                  <a:pt x="7091406" y="5066108"/>
                  <a:pt x="7115779" y="5059676"/>
                  <a:pt x="7135586" y="5045528"/>
                </a:cubicBezTo>
                <a:cubicBezTo>
                  <a:pt x="7154377" y="5032106"/>
                  <a:pt x="7165358" y="5009351"/>
                  <a:pt x="7184572" y="4996542"/>
                </a:cubicBezTo>
                <a:cubicBezTo>
                  <a:pt x="7214951" y="4976289"/>
                  <a:pt x="7252164" y="4967810"/>
                  <a:pt x="7282543" y="4947557"/>
                </a:cubicBezTo>
                <a:cubicBezTo>
                  <a:pt x="7334178" y="4913133"/>
                  <a:pt x="7379191" y="4869591"/>
                  <a:pt x="7429500" y="4833257"/>
                </a:cubicBezTo>
                <a:cubicBezTo>
                  <a:pt x="7487175" y="4791603"/>
                  <a:pt x="7653767" y="4690633"/>
                  <a:pt x="7707086" y="4637314"/>
                </a:cubicBezTo>
                <a:cubicBezTo>
                  <a:pt x="7750629" y="4593771"/>
                  <a:pt x="7786478" y="4540843"/>
                  <a:pt x="7837715" y="4506685"/>
                </a:cubicBezTo>
                <a:cubicBezTo>
                  <a:pt x="7945917" y="4434551"/>
                  <a:pt x="7952902" y="4432510"/>
                  <a:pt x="8066315" y="4343400"/>
                </a:cubicBezTo>
                <a:cubicBezTo>
                  <a:pt x="8099741" y="4317136"/>
                  <a:pt x="8129907" y="4286760"/>
                  <a:pt x="8164286" y="4261757"/>
                </a:cubicBezTo>
                <a:cubicBezTo>
                  <a:pt x="8189953" y="4243090"/>
                  <a:pt x="8219522" y="4230376"/>
                  <a:pt x="8245929" y="4212771"/>
                </a:cubicBezTo>
                <a:cubicBezTo>
                  <a:pt x="8368224" y="4131240"/>
                  <a:pt x="8259324" y="4198887"/>
                  <a:pt x="8360229" y="4114800"/>
                </a:cubicBezTo>
                <a:cubicBezTo>
                  <a:pt x="8375305" y="4102237"/>
                  <a:pt x="8392886" y="4093028"/>
                  <a:pt x="8409215" y="4082142"/>
                </a:cubicBezTo>
                <a:cubicBezTo>
                  <a:pt x="8420101" y="4065814"/>
                  <a:pt x="8426548" y="4045416"/>
                  <a:pt x="8441872" y="4033157"/>
                </a:cubicBezTo>
                <a:cubicBezTo>
                  <a:pt x="8455312" y="4022405"/>
                  <a:pt x="8475463" y="4024525"/>
                  <a:pt x="8490858" y="4016828"/>
                </a:cubicBezTo>
                <a:cubicBezTo>
                  <a:pt x="8508410" y="4008052"/>
                  <a:pt x="8522527" y="3993406"/>
                  <a:pt x="8539843" y="3984171"/>
                </a:cubicBezTo>
                <a:cubicBezTo>
                  <a:pt x="8604276" y="3949807"/>
                  <a:pt x="8675027" y="3926707"/>
                  <a:pt x="8735786" y="3886200"/>
                </a:cubicBezTo>
                <a:cubicBezTo>
                  <a:pt x="8807415" y="3838446"/>
                  <a:pt x="8769072" y="3865317"/>
                  <a:pt x="8850086" y="3804557"/>
                </a:cubicBezTo>
                <a:cubicBezTo>
                  <a:pt x="8922555" y="3695853"/>
                  <a:pt x="8832413" y="3807269"/>
                  <a:pt x="8948058" y="3739242"/>
                </a:cubicBezTo>
                <a:cubicBezTo>
                  <a:pt x="9022235" y="3695608"/>
                  <a:pt x="9090022" y="3641914"/>
                  <a:pt x="9160329" y="3592285"/>
                </a:cubicBezTo>
                <a:cubicBezTo>
                  <a:pt x="9182562" y="3576591"/>
                  <a:pt x="9201302" y="3555471"/>
                  <a:pt x="9225643" y="3543300"/>
                </a:cubicBezTo>
                <a:cubicBezTo>
                  <a:pt x="9247415" y="3532414"/>
                  <a:pt x="9272258" y="3526225"/>
                  <a:pt x="9290958" y="3510642"/>
                </a:cubicBezTo>
                <a:cubicBezTo>
                  <a:pt x="9338264" y="3471220"/>
                  <a:pt x="9368783" y="3411696"/>
                  <a:pt x="9421586" y="3380014"/>
                </a:cubicBezTo>
                <a:cubicBezTo>
                  <a:pt x="9448800" y="3363685"/>
                  <a:pt x="9475486" y="3346441"/>
                  <a:pt x="9503229" y="3331028"/>
                </a:cubicBezTo>
                <a:cubicBezTo>
                  <a:pt x="9524507" y="3319207"/>
                  <a:pt x="9548290" y="3311873"/>
                  <a:pt x="9568543" y="3298371"/>
                </a:cubicBezTo>
                <a:cubicBezTo>
                  <a:pt x="9597541" y="3279039"/>
                  <a:pt x="9622001" y="3253556"/>
                  <a:pt x="9650186" y="3233057"/>
                </a:cubicBezTo>
                <a:cubicBezTo>
                  <a:pt x="9681928" y="3209972"/>
                  <a:pt x="9717781" y="3192596"/>
                  <a:pt x="9748158" y="3167742"/>
                </a:cubicBezTo>
                <a:cubicBezTo>
                  <a:pt x="9777945" y="3143371"/>
                  <a:pt x="9800836" y="3111444"/>
                  <a:pt x="9829800" y="3086100"/>
                </a:cubicBezTo>
                <a:cubicBezTo>
                  <a:pt x="9844569" y="3073177"/>
                  <a:pt x="9863886" y="3066214"/>
                  <a:pt x="9878786" y="3053442"/>
                </a:cubicBezTo>
                <a:cubicBezTo>
                  <a:pt x="10151906" y="2819338"/>
                  <a:pt x="9803413" y="3112486"/>
                  <a:pt x="9976758" y="2939142"/>
                </a:cubicBezTo>
                <a:cubicBezTo>
                  <a:pt x="10143412" y="2772489"/>
                  <a:pt x="10136820" y="2861794"/>
                  <a:pt x="10335986" y="2596242"/>
                </a:cubicBezTo>
                <a:cubicBezTo>
                  <a:pt x="10450236" y="2443911"/>
                  <a:pt x="10323757" y="2597452"/>
                  <a:pt x="10433958" y="2498271"/>
                </a:cubicBezTo>
                <a:cubicBezTo>
                  <a:pt x="10474008" y="2462226"/>
                  <a:pt x="10502055" y="2411693"/>
                  <a:pt x="10548258" y="2383971"/>
                </a:cubicBezTo>
                <a:cubicBezTo>
                  <a:pt x="10602374" y="2351501"/>
                  <a:pt x="10648124" y="2327858"/>
                  <a:pt x="10695215" y="2286000"/>
                </a:cubicBezTo>
                <a:cubicBezTo>
                  <a:pt x="10723981" y="2260431"/>
                  <a:pt x="10748380" y="2230246"/>
                  <a:pt x="10776858" y="2204357"/>
                </a:cubicBezTo>
                <a:cubicBezTo>
                  <a:pt x="10822659" y="2162719"/>
                  <a:pt x="10882746" y="2123011"/>
                  <a:pt x="10923815" y="2073728"/>
                </a:cubicBezTo>
                <a:cubicBezTo>
                  <a:pt x="10978667" y="2007905"/>
                  <a:pt x="10934568" y="2024842"/>
                  <a:pt x="11021786" y="1959428"/>
                </a:cubicBezTo>
                <a:cubicBezTo>
                  <a:pt x="11062864" y="1928619"/>
                  <a:pt x="11109691" y="1906268"/>
                  <a:pt x="11152415" y="1877785"/>
                </a:cubicBezTo>
                <a:cubicBezTo>
                  <a:pt x="11377656" y="1727624"/>
                  <a:pt x="11146441" y="1884384"/>
                  <a:pt x="11315700" y="1763485"/>
                </a:cubicBezTo>
                <a:cubicBezTo>
                  <a:pt x="11331669" y="1752078"/>
                  <a:pt x="11349917" y="1743751"/>
                  <a:pt x="11364686" y="1730828"/>
                </a:cubicBezTo>
                <a:cubicBezTo>
                  <a:pt x="11646453" y="1484283"/>
                  <a:pt x="11313434" y="1777016"/>
                  <a:pt x="11478986" y="1583871"/>
                </a:cubicBezTo>
                <a:cubicBezTo>
                  <a:pt x="11496697" y="1563208"/>
                  <a:pt x="11523483" y="1552415"/>
                  <a:pt x="11544300" y="1534885"/>
                </a:cubicBezTo>
                <a:cubicBezTo>
                  <a:pt x="11626939" y="1465294"/>
                  <a:pt x="11712835" y="1399008"/>
                  <a:pt x="11789229" y="1322614"/>
                </a:cubicBezTo>
                <a:cubicBezTo>
                  <a:pt x="11917406" y="1194437"/>
                  <a:pt x="11858697" y="1238202"/>
                  <a:pt x="11952515" y="1175657"/>
                </a:cubicBezTo>
                <a:cubicBezTo>
                  <a:pt x="12019350" y="1075403"/>
                  <a:pt x="11946150" y="1178265"/>
                  <a:pt x="12034158" y="1077685"/>
                </a:cubicBezTo>
                <a:cubicBezTo>
                  <a:pt x="12057108" y="1051457"/>
                  <a:pt x="12075586" y="1021421"/>
                  <a:pt x="12099472" y="996042"/>
                </a:cubicBezTo>
                <a:cubicBezTo>
                  <a:pt x="12162778" y="928780"/>
                  <a:pt x="12237713" y="872228"/>
                  <a:pt x="12295415" y="800100"/>
                </a:cubicBezTo>
                <a:cubicBezTo>
                  <a:pt x="12317186" y="772886"/>
                  <a:pt x="12337779" y="744685"/>
                  <a:pt x="12360729" y="718457"/>
                </a:cubicBezTo>
                <a:cubicBezTo>
                  <a:pt x="12375935" y="701078"/>
                  <a:pt x="12394932" y="687211"/>
                  <a:pt x="12409715" y="669471"/>
                </a:cubicBezTo>
                <a:cubicBezTo>
                  <a:pt x="12422278" y="654395"/>
                  <a:pt x="12429809" y="635561"/>
                  <a:pt x="12442372" y="620485"/>
                </a:cubicBezTo>
                <a:cubicBezTo>
                  <a:pt x="12457155" y="602745"/>
                  <a:pt x="12477503" y="589974"/>
                  <a:pt x="12491358" y="571500"/>
                </a:cubicBezTo>
                <a:cubicBezTo>
                  <a:pt x="12510400" y="546110"/>
                  <a:pt x="12522739" y="516264"/>
                  <a:pt x="12540343" y="489857"/>
                </a:cubicBezTo>
                <a:cubicBezTo>
                  <a:pt x="12566315" y="450899"/>
                  <a:pt x="12593893" y="413014"/>
                  <a:pt x="12621986" y="375557"/>
                </a:cubicBezTo>
                <a:cubicBezTo>
                  <a:pt x="12636571" y="356110"/>
                  <a:pt x="12689313" y="285773"/>
                  <a:pt x="12719958" y="261257"/>
                </a:cubicBezTo>
                <a:cubicBezTo>
                  <a:pt x="12735282" y="248998"/>
                  <a:pt x="12752615" y="239486"/>
                  <a:pt x="12768943" y="228600"/>
                </a:cubicBezTo>
                <a:cubicBezTo>
                  <a:pt x="12796157" y="185057"/>
                  <a:pt x="12824168" y="142001"/>
                  <a:pt x="12850586" y="97971"/>
                </a:cubicBezTo>
                <a:cubicBezTo>
                  <a:pt x="12866915" y="70757"/>
                  <a:pt x="12879254" y="40709"/>
                  <a:pt x="12899572" y="16328"/>
                </a:cubicBezTo>
                <a:cubicBezTo>
                  <a:pt x="12907363" y="6978"/>
                  <a:pt x="12921343" y="5443"/>
                  <a:pt x="12932229" y="0"/>
                </a:cubicBezTo>
              </a:path>
            </a:pathLst>
          </a:cu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7841051-2D0B-F3E2-082C-C55913FD768D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5162049" y="6266985"/>
            <a:ext cx="12858321" cy="1980241"/>
          </a:xfrm>
          <a:prstGeom prst="line">
            <a:avLst/>
          </a:prstGeom>
          <a:noFill/>
          <a:ln w="1270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50BC83-1774-B181-837B-07D3A2E7A973}"/>
              </a:ext>
            </a:extLst>
          </p:cNvPr>
          <p:cNvSpPr/>
          <p:nvPr/>
        </p:nvSpPr>
        <p:spPr>
          <a:xfrm>
            <a:off x="18522576" y="5662681"/>
            <a:ext cx="309506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f(n)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18803E-6799-BC93-1E6F-FCD684C09F27}"/>
              </a:ext>
            </a:extLst>
          </p:cNvPr>
          <p:cNvSpPr/>
          <p:nvPr/>
        </p:nvSpPr>
        <p:spPr>
          <a:xfrm>
            <a:off x="18515782" y="288672"/>
            <a:ext cx="309506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g(n)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8866D1-A9FF-FE4F-0CF2-E8CD209E7BCB}"/>
              </a:ext>
            </a:extLst>
          </p:cNvPr>
          <p:cNvCxnSpPr>
            <a:cxnSpLocks/>
          </p:cNvCxnSpPr>
          <p:nvPr/>
        </p:nvCxnSpPr>
        <p:spPr>
          <a:xfrm>
            <a:off x="3781233" y="8846796"/>
            <a:ext cx="16598348" cy="0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8875D105-776F-945A-2C01-877A10E10953}"/>
                  </a:ext>
                </a:extLst>
              </p:cNvPr>
              <p:cNvSpPr/>
              <p:nvPr/>
            </p:nvSpPr>
            <p:spPr>
              <a:xfrm>
                <a:off x="20699382" y="8551679"/>
                <a:ext cx="698866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8875D105-776F-945A-2C01-877A10E10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9382" y="8551679"/>
                <a:ext cx="698866" cy="59023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4FFF905-CFA0-D51F-86F5-A453C6AE3B8B}"/>
              </a:ext>
            </a:extLst>
          </p:cNvPr>
          <p:cNvSpPr/>
          <p:nvPr/>
        </p:nvSpPr>
        <p:spPr>
          <a:xfrm>
            <a:off x="360642" y="750477"/>
            <a:ext cx="3316658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Running Time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9A410C9-E603-6690-AA92-11F3C2164054}"/>
              </a:ext>
            </a:extLst>
          </p:cNvPr>
          <p:cNvCxnSpPr>
            <a:cxnSpLocks/>
          </p:cNvCxnSpPr>
          <p:nvPr/>
        </p:nvCxnSpPr>
        <p:spPr>
          <a:xfrm flipV="1">
            <a:off x="3781233" y="736465"/>
            <a:ext cx="0" cy="8110331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5A1D2B4-B5B5-D41B-202E-11BE2FC80A7E}"/>
              </a:ext>
            </a:extLst>
          </p:cNvPr>
          <p:cNvSpPr/>
          <p:nvPr/>
        </p:nvSpPr>
        <p:spPr>
          <a:xfrm>
            <a:off x="6599140" y="788826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1159BE-6AF2-5582-DC02-7C4E1ECDBEFB}"/>
              </a:ext>
            </a:extLst>
          </p:cNvPr>
          <p:cNvSpPr/>
          <p:nvPr/>
        </p:nvSpPr>
        <p:spPr>
          <a:xfrm>
            <a:off x="5162049" y="812122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DD15B80-F7E6-E60F-4EC1-E6C5189AF43A}"/>
              </a:ext>
            </a:extLst>
          </p:cNvPr>
          <p:cNvSpPr/>
          <p:nvPr/>
        </p:nvSpPr>
        <p:spPr>
          <a:xfrm>
            <a:off x="8036231" y="766174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0B74CCE-99D8-D055-8658-65A51A2A4B2D}"/>
              </a:ext>
            </a:extLst>
          </p:cNvPr>
          <p:cNvSpPr/>
          <p:nvPr/>
        </p:nvSpPr>
        <p:spPr>
          <a:xfrm>
            <a:off x="9473322" y="7442797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F31CE7-4792-4455-9B5B-2F78F7693C16}"/>
              </a:ext>
            </a:extLst>
          </p:cNvPr>
          <p:cNvSpPr/>
          <p:nvPr/>
        </p:nvSpPr>
        <p:spPr>
          <a:xfrm>
            <a:off x="10910413" y="7241673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396882F-EBDD-1FFD-03C0-0424044B60D3}"/>
              </a:ext>
            </a:extLst>
          </p:cNvPr>
          <p:cNvSpPr/>
          <p:nvPr/>
        </p:nvSpPr>
        <p:spPr>
          <a:xfrm>
            <a:off x="12347504" y="7000881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62AC1C6-C240-8EBD-2059-652C4D7EF81B}"/>
              </a:ext>
            </a:extLst>
          </p:cNvPr>
          <p:cNvSpPr/>
          <p:nvPr/>
        </p:nvSpPr>
        <p:spPr>
          <a:xfrm>
            <a:off x="13784595" y="678294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8C29E91-C4E6-A2BD-8543-D5660193E5F1}"/>
              </a:ext>
            </a:extLst>
          </p:cNvPr>
          <p:cNvSpPr/>
          <p:nvPr/>
        </p:nvSpPr>
        <p:spPr>
          <a:xfrm>
            <a:off x="15221686" y="656958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DDC0B68-609B-805F-FF73-AE355A957F1F}"/>
              </a:ext>
            </a:extLst>
          </p:cNvPr>
          <p:cNvSpPr/>
          <p:nvPr/>
        </p:nvSpPr>
        <p:spPr>
          <a:xfrm>
            <a:off x="16658780" y="6342513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C33FD3A-C8DF-BDDC-B8EA-7AC0EB9B61FD}"/>
              </a:ext>
            </a:extLst>
          </p:cNvPr>
          <p:cNvSpPr/>
          <p:nvPr/>
        </p:nvSpPr>
        <p:spPr>
          <a:xfrm>
            <a:off x="6544145" y="8274024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E8A2442-47EE-47D8-F8E6-FDCD240B4656}"/>
              </a:ext>
            </a:extLst>
          </p:cNvPr>
          <p:cNvSpPr/>
          <p:nvPr/>
        </p:nvSpPr>
        <p:spPr>
          <a:xfrm>
            <a:off x="8036230" y="791001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128646-E7F8-97D7-5A06-493D3BA0C103}"/>
              </a:ext>
            </a:extLst>
          </p:cNvPr>
          <p:cNvSpPr/>
          <p:nvPr/>
        </p:nvSpPr>
        <p:spPr>
          <a:xfrm>
            <a:off x="9473321" y="7252880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BB082DF-951B-1D29-592A-F45084F4388B}"/>
              </a:ext>
            </a:extLst>
          </p:cNvPr>
          <p:cNvSpPr/>
          <p:nvPr/>
        </p:nvSpPr>
        <p:spPr>
          <a:xfrm>
            <a:off x="10870214" y="672705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B4F231F-593A-E60C-E349-29D53EACC9DE}"/>
              </a:ext>
            </a:extLst>
          </p:cNvPr>
          <p:cNvSpPr/>
          <p:nvPr/>
        </p:nvSpPr>
        <p:spPr>
          <a:xfrm>
            <a:off x="12289024" y="5953847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7C84E71-6B67-82BD-8E5C-CE7945760DAE}"/>
              </a:ext>
            </a:extLst>
          </p:cNvPr>
          <p:cNvSpPr/>
          <p:nvPr/>
        </p:nvSpPr>
        <p:spPr>
          <a:xfrm>
            <a:off x="13784594" y="4918578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0A518A8-A667-53B6-0A5F-54BF6A86FCAE}"/>
              </a:ext>
            </a:extLst>
          </p:cNvPr>
          <p:cNvSpPr/>
          <p:nvPr/>
        </p:nvSpPr>
        <p:spPr>
          <a:xfrm>
            <a:off x="15221685" y="387279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A33B2AB-BC4A-359F-53E1-127E7CAD72CD}"/>
              </a:ext>
            </a:extLst>
          </p:cNvPr>
          <p:cNvSpPr/>
          <p:nvPr/>
        </p:nvSpPr>
        <p:spPr>
          <a:xfrm>
            <a:off x="16658779" y="259579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E4FBE0A-63AB-B01B-19E3-227993A9A26F}"/>
              </a:ext>
            </a:extLst>
          </p:cNvPr>
          <p:cNvSpPr/>
          <p:nvPr/>
        </p:nvSpPr>
        <p:spPr>
          <a:xfrm>
            <a:off x="4276637" y="787169"/>
            <a:ext cx="3880855" cy="8036643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DDB1940-7D46-9EB4-DDC3-A05EC68D8FB4}"/>
              </a:ext>
            </a:extLst>
          </p:cNvPr>
          <p:cNvSpPr/>
          <p:nvPr/>
        </p:nvSpPr>
        <p:spPr>
          <a:xfrm>
            <a:off x="9604058" y="900257"/>
            <a:ext cx="8883867" cy="7923556"/>
          </a:xfrm>
          <a:prstGeom prst="roundRect">
            <a:avLst/>
          </a:prstGeom>
          <a:solidFill>
            <a:schemeClr val="accent3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6C69DCE-BB8A-365D-32F8-904D0E9C23A3}"/>
                  </a:ext>
                </a:extLst>
              </p:cNvPr>
              <p:cNvSpPr/>
              <p:nvPr/>
            </p:nvSpPr>
            <p:spPr>
              <a:xfrm>
                <a:off x="1150268" y="10197393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6C69DCE-BB8A-365D-32F8-904D0E9C2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268" y="10197393"/>
                <a:ext cx="22529509" cy="2871708"/>
              </a:xfrm>
              <a:prstGeom prst="roundRect">
                <a:avLst/>
              </a:prstGeom>
              <a:blipFill>
                <a:blip r:embed="rId3"/>
                <a:stretch>
                  <a:fillRect l="-899" b="-732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6F223A9-28BF-5494-C4F1-C0381907FB57}"/>
                  </a:ext>
                </a:extLst>
              </p:cNvPr>
              <p:cNvSpPr/>
              <p:nvPr/>
            </p:nvSpPr>
            <p:spPr>
              <a:xfrm>
                <a:off x="9332215" y="9202358"/>
                <a:ext cx="786210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8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6F223A9-28BF-5494-C4F1-C0381907F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215" y="9202358"/>
                <a:ext cx="786210" cy="5902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71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AF39E-FB28-2B13-52E8-820B3AE0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CC95AD4-EEB3-F85E-208B-4B4E3B5659A8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CC95AD4-EEB3-F85E-208B-4B4E3B565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C8A0C-088A-083B-EC7C-57D160918B1C}"/>
              </a:ext>
            </a:extLst>
          </p:cNvPr>
          <p:cNvSpPr/>
          <p:nvPr/>
        </p:nvSpPr>
        <p:spPr>
          <a:xfrm>
            <a:off x="927245" y="4445992"/>
            <a:ext cx="2252950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Consequence of this definition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Lower order terms in running time do not matter</a:t>
            </a: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110A6E0-F0EA-866A-3AE2-C99E4EC800B6}"/>
              </a:ext>
            </a:extLst>
          </p:cNvPr>
          <p:cNvSpPr/>
          <p:nvPr/>
        </p:nvSpPr>
        <p:spPr>
          <a:xfrm>
            <a:off x="3164200" y="7521357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59A83F5-DC27-56E1-334D-29E520212A97}"/>
                  </a:ext>
                </a:extLst>
              </p:cNvPr>
              <p:cNvSpPr/>
              <p:nvPr/>
            </p:nvSpPr>
            <p:spPr>
              <a:xfrm>
                <a:off x="1544642" y="930028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59A83F5-DC27-56E1-334D-29E520212A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642" y="9300280"/>
                <a:ext cx="5399116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468EE6-A7AD-4515-456F-AEA319AC42A9}"/>
              </a:ext>
            </a:extLst>
          </p:cNvPr>
          <p:cNvSpPr/>
          <p:nvPr/>
        </p:nvSpPr>
        <p:spPr>
          <a:xfrm>
            <a:off x="17974743" y="7521357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C2911050-7B4B-9F36-952D-2B6969264D26}"/>
                  </a:ext>
                </a:extLst>
              </p:cNvPr>
              <p:cNvSpPr/>
              <p:nvPr/>
            </p:nvSpPr>
            <p:spPr>
              <a:xfrm>
                <a:off x="15880997" y="9300279"/>
                <a:ext cx="69583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C2911050-7B4B-9F36-952D-2B6969264D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0997" y="9300279"/>
                <a:ext cx="6958361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59547F93-2C68-2E7F-EB50-62C4E39EACE2}"/>
              </a:ext>
            </a:extLst>
          </p:cNvPr>
          <p:cNvSpPr/>
          <p:nvPr/>
        </p:nvSpPr>
        <p:spPr>
          <a:xfrm>
            <a:off x="1544642" y="9125437"/>
            <a:ext cx="1619558" cy="1382589"/>
          </a:xfrm>
          <a:prstGeom prst="ellipse">
            <a:avLst/>
          </a:prstGeom>
          <a:noFill/>
          <a:ln w="1270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99DD68-58A0-9B8D-02EA-5D6BC8C5B40C}"/>
              </a:ext>
            </a:extLst>
          </p:cNvPr>
          <p:cNvSpPr/>
          <p:nvPr/>
        </p:nvSpPr>
        <p:spPr>
          <a:xfrm>
            <a:off x="16037510" y="9125436"/>
            <a:ext cx="1619558" cy="1382589"/>
          </a:xfrm>
          <a:prstGeom prst="ellipse">
            <a:avLst/>
          </a:prstGeom>
          <a:noFill/>
          <a:ln w="1270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61741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FE22-28DB-4DD9-C6DC-1C6D1DFC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9C58863-636E-0B5C-C4AA-F963DB99BA24}"/>
              </a:ext>
            </a:extLst>
          </p:cNvPr>
          <p:cNvSpPr/>
          <p:nvPr/>
        </p:nvSpPr>
        <p:spPr>
          <a:xfrm>
            <a:off x="637314" y="2699066"/>
            <a:ext cx="9543957" cy="10441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(”%d”, max);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55DA5D-FE3B-48B0-3FAD-F9EA07682B53}"/>
              </a:ext>
            </a:extLst>
          </p:cNvPr>
          <p:cNvSpPr/>
          <p:nvPr/>
        </p:nvSpPr>
        <p:spPr>
          <a:xfrm>
            <a:off x="1150270" y="163924"/>
            <a:ext cx="2252950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Consequence of this definition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Lower order terms in running time do not matter</a:t>
            </a: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5478380C-1BB4-5BEA-0D4F-0EE8DC5AF0DB}"/>
              </a:ext>
            </a:extLst>
          </p:cNvPr>
          <p:cNvSpPr/>
          <p:nvPr/>
        </p:nvSpPr>
        <p:spPr>
          <a:xfrm>
            <a:off x="6400800" y="6858000"/>
            <a:ext cx="981307" cy="3401123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094183EC-2B4F-A428-9F59-92DFD7837B4C}"/>
                  </a:ext>
                </a:extLst>
              </p:cNvPr>
              <p:cNvSpPr/>
              <p:nvPr/>
            </p:nvSpPr>
            <p:spPr>
              <a:xfrm>
                <a:off x="7702885" y="8093465"/>
                <a:ext cx="210560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094183EC-2B4F-A428-9F59-92DFD7837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885" y="8093465"/>
                <a:ext cx="2105601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7B4813-72D6-9ECF-3974-94F7999FE889}"/>
              </a:ext>
            </a:extLst>
          </p:cNvPr>
          <p:cNvSpPr/>
          <p:nvPr/>
        </p:nvSpPr>
        <p:spPr>
          <a:xfrm>
            <a:off x="10705170" y="3002854"/>
            <a:ext cx="12796188" cy="838811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Identify the most time-consuming part of the code and calculate its running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=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cn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+……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Looks ugly to write the running time like this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So, let us change our definition of the order notation a bit to solve this problem</a:t>
            </a:r>
          </a:p>
        </p:txBody>
      </p:sp>
    </p:spTree>
    <p:extLst>
      <p:ext uri="{BB962C8B-B14F-4D97-AF65-F5344CB8AC3E}">
        <p14:creationId xmlns:p14="http://schemas.microsoft.com/office/powerpoint/2010/main" val="626842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D83E-4741-F0D9-528E-383248BC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58F83F0-9206-9125-0154-5FBDA54BF2BD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58F83F0-9206-9125-0154-5FBDA54BF2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4C12AD9D-55F2-1FD2-91BA-31CA4698E091}"/>
              </a:ext>
            </a:extLst>
          </p:cNvPr>
          <p:cNvSpPr/>
          <p:nvPr/>
        </p:nvSpPr>
        <p:spPr>
          <a:xfrm>
            <a:off x="4983628" y="1191340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90CD4DF-8984-5392-9DF1-9EA6A4330AA6}"/>
              </a:ext>
            </a:extLst>
          </p:cNvPr>
          <p:cNvSpPr/>
          <p:nvPr/>
        </p:nvSpPr>
        <p:spPr>
          <a:xfrm>
            <a:off x="5057475" y="4586273"/>
            <a:ext cx="12932229" cy="7511142"/>
          </a:xfrm>
          <a:custGeom>
            <a:avLst/>
            <a:gdLst>
              <a:gd name="connsiteX0" fmla="*/ 0 w 12932229"/>
              <a:gd name="connsiteY0" fmla="*/ 7511142 h 7511142"/>
              <a:gd name="connsiteX1" fmla="*/ 212272 w 12932229"/>
              <a:gd name="connsiteY1" fmla="*/ 7494814 h 7511142"/>
              <a:gd name="connsiteX2" fmla="*/ 310243 w 12932229"/>
              <a:gd name="connsiteY2" fmla="*/ 7462157 h 7511142"/>
              <a:gd name="connsiteX3" fmla="*/ 408215 w 12932229"/>
              <a:gd name="connsiteY3" fmla="*/ 7429500 h 7511142"/>
              <a:gd name="connsiteX4" fmla="*/ 457200 w 12932229"/>
              <a:gd name="connsiteY4" fmla="*/ 7413171 h 7511142"/>
              <a:gd name="connsiteX5" fmla="*/ 653143 w 12932229"/>
              <a:gd name="connsiteY5" fmla="*/ 7380514 h 7511142"/>
              <a:gd name="connsiteX6" fmla="*/ 751115 w 12932229"/>
              <a:gd name="connsiteY6" fmla="*/ 7364185 h 7511142"/>
              <a:gd name="connsiteX7" fmla="*/ 930729 w 12932229"/>
              <a:gd name="connsiteY7" fmla="*/ 7347857 h 7511142"/>
              <a:gd name="connsiteX8" fmla="*/ 1143000 w 12932229"/>
              <a:gd name="connsiteY8" fmla="*/ 7315200 h 7511142"/>
              <a:gd name="connsiteX9" fmla="*/ 1208315 w 12932229"/>
              <a:gd name="connsiteY9" fmla="*/ 7298871 h 7511142"/>
              <a:gd name="connsiteX10" fmla="*/ 1338943 w 12932229"/>
              <a:gd name="connsiteY10" fmla="*/ 7282542 h 7511142"/>
              <a:gd name="connsiteX11" fmla="*/ 1469572 w 12932229"/>
              <a:gd name="connsiteY11" fmla="*/ 7249885 h 7511142"/>
              <a:gd name="connsiteX12" fmla="*/ 1551215 w 12932229"/>
              <a:gd name="connsiteY12" fmla="*/ 7233557 h 7511142"/>
              <a:gd name="connsiteX13" fmla="*/ 1632858 w 12932229"/>
              <a:gd name="connsiteY13" fmla="*/ 7200900 h 7511142"/>
              <a:gd name="connsiteX14" fmla="*/ 1747158 w 12932229"/>
              <a:gd name="connsiteY14" fmla="*/ 7184571 h 7511142"/>
              <a:gd name="connsiteX15" fmla="*/ 1828800 w 12932229"/>
              <a:gd name="connsiteY15" fmla="*/ 7168242 h 7511142"/>
              <a:gd name="connsiteX16" fmla="*/ 1877786 w 12932229"/>
              <a:gd name="connsiteY16" fmla="*/ 7151914 h 7511142"/>
              <a:gd name="connsiteX17" fmla="*/ 1943100 w 12932229"/>
              <a:gd name="connsiteY17" fmla="*/ 7135585 h 7511142"/>
              <a:gd name="connsiteX18" fmla="*/ 2024743 w 12932229"/>
              <a:gd name="connsiteY18" fmla="*/ 7102928 h 7511142"/>
              <a:gd name="connsiteX19" fmla="*/ 2318658 w 12932229"/>
              <a:gd name="connsiteY19" fmla="*/ 7037614 h 7511142"/>
              <a:gd name="connsiteX20" fmla="*/ 2579915 w 12932229"/>
              <a:gd name="connsiteY20" fmla="*/ 7004957 h 7511142"/>
              <a:gd name="connsiteX21" fmla="*/ 2824843 w 12932229"/>
              <a:gd name="connsiteY21" fmla="*/ 6972300 h 7511142"/>
              <a:gd name="connsiteX22" fmla="*/ 2922815 w 12932229"/>
              <a:gd name="connsiteY22" fmla="*/ 6939642 h 7511142"/>
              <a:gd name="connsiteX23" fmla="*/ 3102429 w 12932229"/>
              <a:gd name="connsiteY23" fmla="*/ 6906985 h 7511142"/>
              <a:gd name="connsiteX24" fmla="*/ 3216729 w 12932229"/>
              <a:gd name="connsiteY24" fmla="*/ 6858000 h 7511142"/>
              <a:gd name="connsiteX25" fmla="*/ 3314700 w 12932229"/>
              <a:gd name="connsiteY25" fmla="*/ 6825342 h 7511142"/>
              <a:gd name="connsiteX26" fmla="*/ 3412672 w 12932229"/>
              <a:gd name="connsiteY26" fmla="*/ 6776357 h 7511142"/>
              <a:gd name="connsiteX27" fmla="*/ 3543300 w 12932229"/>
              <a:gd name="connsiteY27" fmla="*/ 6727371 h 7511142"/>
              <a:gd name="connsiteX28" fmla="*/ 3624943 w 12932229"/>
              <a:gd name="connsiteY28" fmla="*/ 6678385 h 7511142"/>
              <a:gd name="connsiteX29" fmla="*/ 3722915 w 12932229"/>
              <a:gd name="connsiteY29" fmla="*/ 6613071 h 7511142"/>
              <a:gd name="connsiteX30" fmla="*/ 3869872 w 12932229"/>
              <a:gd name="connsiteY30" fmla="*/ 6547757 h 7511142"/>
              <a:gd name="connsiteX31" fmla="*/ 4000500 w 12932229"/>
              <a:gd name="connsiteY31" fmla="*/ 6498771 h 7511142"/>
              <a:gd name="connsiteX32" fmla="*/ 4147458 w 12932229"/>
              <a:gd name="connsiteY32" fmla="*/ 6433457 h 7511142"/>
              <a:gd name="connsiteX33" fmla="*/ 4229100 w 12932229"/>
              <a:gd name="connsiteY33" fmla="*/ 6384471 h 7511142"/>
              <a:gd name="connsiteX34" fmla="*/ 4294415 w 12932229"/>
              <a:gd name="connsiteY34" fmla="*/ 6351814 h 7511142"/>
              <a:gd name="connsiteX35" fmla="*/ 4343400 w 12932229"/>
              <a:gd name="connsiteY35" fmla="*/ 6319157 h 7511142"/>
              <a:gd name="connsiteX36" fmla="*/ 4523015 w 12932229"/>
              <a:gd name="connsiteY36" fmla="*/ 6253842 h 7511142"/>
              <a:gd name="connsiteX37" fmla="*/ 4669972 w 12932229"/>
              <a:gd name="connsiteY37" fmla="*/ 6188528 h 7511142"/>
              <a:gd name="connsiteX38" fmla="*/ 4784272 w 12932229"/>
              <a:gd name="connsiteY38" fmla="*/ 6155871 h 7511142"/>
              <a:gd name="connsiteX39" fmla="*/ 4849586 w 12932229"/>
              <a:gd name="connsiteY39" fmla="*/ 6123214 h 7511142"/>
              <a:gd name="connsiteX40" fmla="*/ 4947558 w 12932229"/>
              <a:gd name="connsiteY40" fmla="*/ 6090557 h 7511142"/>
              <a:gd name="connsiteX41" fmla="*/ 4996543 w 12932229"/>
              <a:gd name="connsiteY41" fmla="*/ 6074228 h 7511142"/>
              <a:gd name="connsiteX42" fmla="*/ 5045529 w 12932229"/>
              <a:gd name="connsiteY42" fmla="*/ 6057900 h 7511142"/>
              <a:gd name="connsiteX43" fmla="*/ 5339443 w 12932229"/>
              <a:gd name="connsiteY43" fmla="*/ 5943600 h 7511142"/>
              <a:gd name="connsiteX44" fmla="*/ 5437415 w 12932229"/>
              <a:gd name="connsiteY44" fmla="*/ 5910942 h 7511142"/>
              <a:gd name="connsiteX45" fmla="*/ 5551715 w 12932229"/>
              <a:gd name="connsiteY45" fmla="*/ 5878285 h 7511142"/>
              <a:gd name="connsiteX46" fmla="*/ 5780315 w 12932229"/>
              <a:gd name="connsiteY46" fmla="*/ 5763985 h 7511142"/>
              <a:gd name="connsiteX47" fmla="*/ 5959929 w 12932229"/>
              <a:gd name="connsiteY47" fmla="*/ 5682342 h 7511142"/>
              <a:gd name="connsiteX48" fmla="*/ 6188529 w 12932229"/>
              <a:gd name="connsiteY48" fmla="*/ 5551714 h 7511142"/>
              <a:gd name="connsiteX49" fmla="*/ 6270172 w 12932229"/>
              <a:gd name="connsiteY49" fmla="*/ 5519057 h 7511142"/>
              <a:gd name="connsiteX50" fmla="*/ 6368143 w 12932229"/>
              <a:gd name="connsiteY50" fmla="*/ 5453742 h 7511142"/>
              <a:gd name="connsiteX51" fmla="*/ 6515100 w 12932229"/>
              <a:gd name="connsiteY51" fmla="*/ 5372100 h 7511142"/>
              <a:gd name="connsiteX52" fmla="*/ 6645729 w 12932229"/>
              <a:gd name="connsiteY52" fmla="*/ 5306785 h 7511142"/>
              <a:gd name="connsiteX53" fmla="*/ 6760029 w 12932229"/>
              <a:gd name="connsiteY53" fmla="*/ 5241471 h 7511142"/>
              <a:gd name="connsiteX54" fmla="*/ 6955972 w 12932229"/>
              <a:gd name="connsiteY54" fmla="*/ 5143500 h 7511142"/>
              <a:gd name="connsiteX55" fmla="*/ 7021286 w 12932229"/>
              <a:gd name="connsiteY55" fmla="*/ 5110842 h 7511142"/>
              <a:gd name="connsiteX56" fmla="*/ 7070272 w 12932229"/>
              <a:gd name="connsiteY56" fmla="*/ 5078185 h 7511142"/>
              <a:gd name="connsiteX57" fmla="*/ 7135586 w 12932229"/>
              <a:gd name="connsiteY57" fmla="*/ 5045528 h 7511142"/>
              <a:gd name="connsiteX58" fmla="*/ 7184572 w 12932229"/>
              <a:gd name="connsiteY58" fmla="*/ 4996542 h 7511142"/>
              <a:gd name="connsiteX59" fmla="*/ 7282543 w 12932229"/>
              <a:gd name="connsiteY59" fmla="*/ 4947557 h 7511142"/>
              <a:gd name="connsiteX60" fmla="*/ 7429500 w 12932229"/>
              <a:gd name="connsiteY60" fmla="*/ 4833257 h 7511142"/>
              <a:gd name="connsiteX61" fmla="*/ 7707086 w 12932229"/>
              <a:gd name="connsiteY61" fmla="*/ 4637314 h 7511142"/>
              <a:gd name="connsiteX62" fmla="*/ 7837715 w 12932229"/>
              <a:gd name="connsiteY62" fmla="*/ 4506685 h 7511142"/>
              <a:gd name="connsiteX63" fmla="*/ 8066315 w 12932229"/>
              <a:gd name="connsiteY63" fmla="*/ 4343400 h 7511142"/>
              <a:gd name="connsiteX64" fmla="*/ 8164286 w 12932229"/>
              <a:gd name="connsiteY64" fmla="*/ 4261757 h 7511142"/>
              <a:gd name="connsiteX65" fmla="*/ 8245929 w 12932229"/>
              <a:gd name="connsiteY65" fmla="*/ 4212771 h 7511142"/>
              <a:gd name="connsiteX66" fmla="*/ 8360229 w 12932229"/>
              <a:gd name="connsiteY66" fmla="*/ 4114800 h 7511142"/>
              <a:gd name="connsiteX67" fmla="*/ 8409215 w 12932229"/>
              <a:gd name="connsiteY67" fmla="*/ 4082142 h 7511142"/>
              <a:gd name="connsiteX68" fmla="*/ 8441872 w 12932229"/>
              <a:gd name="connsiteY68" fmla="*/ 4033157 h 7511142"/>
              <a:gd name="connsiteX69" fmla="*/ 8490858 w 12932229"/>
              <a:gd name="connsiteY69" fmla="*/ 4016828 h 7511142"/>
              <a:gd name="connsiteX70" fmla="*/ 8539843 w 12932229"/>
              <a:gd name="connsiteY70" fmla="*/ 3984171 h 7511142"/>
              <a:gd name="connsiteX71" fmla="*/ 8735786 w 12932229"/>
              <a:gd name="connsiteY71" fmla="*/ 3886200 h 7511142"/>
              <a:gd name="connsiteX72" fmla="*/ 8850086 w 12932229"/>
              <a:gd name="connsiteY72" fmla="*/ 3804557 h 7511142"/>
              <a:gd name="connsiteX73" fmla="*/ 8948058 w 12932229"/>
              <a:gd name="connsiteY73" fmla="*/ 3739242 h 7511142"/>
              <a:gd name="connsiteX74" fmla="*/ 9160329 w 12932229"/>
              <a:gd name="connsiteY74" fmla="*/ 3592285 h 7511142"/>
              <a:gd name="connsiteX75" fmla="*/ 9225643 w 12932229"/>
              <a:gd name="connsiteY75" fmla="*/ 3543300 h 7511142"/>
              <a:gd name="connsiteX76" fmla="*/ 9290958 w 12932229"/>
              <a:gd name="connsiteY76" fmla="*/ 3510642 h 7511142"/>
              <a:gd name="connsiteX77" fmla="*/ 9421586 w 12932229"/>
              <a:gd name="connsiteY77" fmla="*/ 3380014 h 7511142"/>
              <a:gd name="connsiteX78" fmla="*/ 9503229 w 12932229"/>
              <a:gd name="connsiteY78" fmla="*/ 3331028 h 7511142"/>
              <a:gd name="connsiteX79" fmla="*/ 9568543 w 12932229"/>
              <a:gd name="connsiteY79" fmla="*/ 3298371 h 7511142"/>
              <a:gd name="connsiteX80" fmla="*/ 9650186 w 12932229"/>
              <a:gd name="connsiteY80" fmla="*/ 3233057 h 7511142"/>
              <a:gd name="connsiteX81" fmla="*/ 9748158 w 12932229"/>
              <a:gd name="connsiteY81" fmla="*/ 3167742 h 7511142"/>
              <a:gd name="connsiteX82" fmla="*/ 9829800 w 12932229"/>
              <a:gd name="connsiteY82" fmla="*/ 3086100 h 7511142"/>
              <a:gd name="connsiteX83" fmla="*/ 9878786 w 12932229"/>
              <a:gd name="connsiteY83" fmla="*/ 3053442 h 7511142"/>
              <a:gd name="connsiteX84" fmla="*/ 9976758 w 12932229"/>
              <a:gd name="connsiteY84" fmla="*/ 2939142 h 7511142"/>
              <a:gd name="connsiteX85" fmla="*/ 10335986 w 12932229"/>
              <a:gd name="connsiteY85" fmla="*/ 2596242 h 7511142"/>
              <a:gd name="connsiteX86" fmla="*/ 10433958 w 12932229"/>
              <a:gd name="connsiteY86" fmla="*/ 2498271 h 7511142"/>
              <a:gd name="connsiteX87" fmla="*/ 10548258 w 12932229"/>
              <a:gd name="connsiteY87" fmla="*/ 2383971 h 7511142"/>
              <a:gd name="connsiteX88" fmla="*/ 10695215 w 12932229"/>
              <a:gd name="connsiteY88" fmla="*/ 2286000 h 7511142"/>
              <a:gd name="connsiteX89" fmla="*/ 10776858 w 12932229"/>
              <a:gd name="connsiteY89" fmla="*/ 2204357 h 7511142"/>
              <a:gd name="connsiteX90" fmla="*/ 10923815 w 12932229"/>
              <a:gd name="connsiteY90" fmla="*/ 2073728 h 7511142"/>
              <a:gd name="connsiteX91" fmla="*/ 11021786 w 12932229"/>
              <a:gd name="connsiteY91" fmla="*/ 1959428 h 7511142"/>
              <a:gd name="connsiteX92" fmla="*/ 11152415 w 12932229"/>
              <a:gd name="connsiteY92" fmla="*/ 1877785 h 7511142"/>
              <a:gd name="connsiteX93" fmla="*/ 11315700 w 12932229"/>
              <a:gd name="connsiteY93" fmla="*/ 1763485 h 7511142"/>
              <a:gd name="connsiteX94" fmla="*/ 11364686 w 12932229"/>
              <a:gd name="connsiteY94" fmla="*/ 1730828 h 7511142"/>
              <a:gd name="connsiteX95" fmla="*/ 11478986 w 12932229"/>
              <a:gd name="connsiteY95" fmla="*/ 1583871 h 7511142"/>
              <a:gd name="connsiteX96" fmla="*/ 11544300 w 12932229"/>
              <a:gd name="connsiteY96" fmla="*/ 1534885 h 7511142"/>
              <a:gd name="connsiteX97" fmla="*/ 11789229 w 12932229"/>
              <a:gd name="connsiteY97" fmla="*/ 1322614 h 7511142"/>
              <a:gd name="connsiteX98" fmla="*/ 11952515 w 12932229"/>
              <a:gd name="connsiteY98" fmla="*/ 1175657 h 7511142"/>
              <a:gd name="connsiteX99" fmla="*/ 12034158 w 12932229"/>
              <a:gd name="connsiteY99" fmla="*/ 1077685 h 7511142"/>
              <a:gd name="connsiteX100" fmla="*/ 12099472 w 12932229"/>
              <a:gd name="connsiteY100" fmla="*/ 996042 h 7511142"/>
              <a:gd name="connsiteX101" fmla="*/ 12295415 w 12932229"/>
              <a:gd name="connsiteY101" fmla="*/ 800100 h 7511142"/>
              <a:gd name="connsiteX102" fmla="*/ 12360729 w 12932229"/>
              <a:gd name="connsiteY102" fmla="*/ 718457 h 7511142"/>
              <a:gd name="connsiteX103" fmla="*/ 12409715 w 12932229"/>
              <a:gd name="connsiteY103" fmla="*/ 669471 h 7511142"/>
              <a:gd name="connsiteX104" fmla="*/ 12442372 w 12932229"/>
              <a:gd name="connsiteY104" fmla="*/ 620485 h 7511142"/>
              <a:gd name="connsiteX105" fmla="*/ 12491358 w 12932229"/>
              <a:gd name="connsiteY105" fmla="*/ 571500 h 7511142"/>
              <a:gd name="connsiteX106" fmla="*/ 12540343 w 12932229"/>
              <a:gd name="connsiteY106" fmla="*/ 489857 h 7511142"/>
              <a:gd name="connsiteX107" fmla="*/ 12621986 w 12932229"/>
              <a:gd name="connsiteY107" fmla="*/ 375557 h 7511142"/>
              <a:gd name="connsiteX108" fmla="*/ 12719958 w 12932229"/>
              <a:gd name="connsiteY108" fmla="*/ 261257 h 7511142"/>
              <a:gd name="connsiteX109" fmla="*/ 12768943 w 12932229"/>
              <a:gd name="connsiteY109" fmla="*/ 228600 h 7511142"/>
              <a:gd name="connsiteX110" fmla="*/ 12850586 w 12932229"/>
              <a:gd name="connsiteY110" fmla="*/ 97971 h 7511142"/>
              <a:gd name="connsiteX111" fmla="*/ 12899572 w 12932229"/>
              <a:gd name="connsiteY111" fmla="*/ 16328 h 7511142"/>
              <a:gd name="connsiteX112" fmla="*/ 12932229 w 12932229"/>
              <a:gd name="connsiteY112" fmla="*/ 0 h 7511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2932229" h="7511142">
                <a:moveTo>
                  <a:pt x="0" y="7511142"/>
                </a:moveTo>
                <a:cubicBezTo>
                  <a:pt x="70757" y="7505699"/>
                  <a:pt x="142174" y="7505882"/>
                  <a:pt x="212272" y="7494814"/>
                </a:cubicBezTo>
                <a:cubicBezTo>
                  <a:pt x="246274" y="7489445"/>
                  <a:pt x="277586" y="7473043"/>
                  <a:pt x="310243" y="7462157"/>
                </a:cubicBezTo>
                <a:lnTo>
                  <a:pt x="408215" y="7429500"/>
                </a:lnTo>
                <a:cubicBezTo>
                  <a:pt x="424543" y="7424057"/>
                  <a:pt x="440323" y="7416547"/>
                  <a:pt x="457200" y="7413171"/>
                </a:cubicBezTo>
                <a:cubicBezTo>
                  <a:pt x="600930" y="7384424"/>
                  <a:pt x="477605" y="7407520"/>
                  <a:pt x="653143" y="7380514"/>
                </a:cubicBezTo>
                <a:cubicBezTo>
                  <a:pt x="685866" y="7375480"/>
                  <a:pt x="718234" y="7368053"/>
                  <a:pt x="751115" y="7364185"/>
                </a:cubicBezTo>
                <a:cubicBezTo>
                  <a:pt x="810821" y="7357161"/>
                  <a:pt x="870858" y="7353300"/>
                  <a:pt x="930729" y="7347857"/>
                </a:cubicBezTo>
                <a:cubicBezTo>
                  <a:pt x="1180432" y="7297915"/>
                  <a:pt x="787144" y="7374509"/>
                  <a:pt x="1143000" y="7315200"/>
                </a:cubicBezTo>
                <a:cubicBezTo>
                  <a:pt x="1165136" y="7311511"/>
                  <a:pt x="1186179" y="7302560"/>
                  <a:pt x="1208315" y="7298871"/>
                </a:cubicBezTo>
                <a:cubicBezTo>
                  <a:pt x="1251599" y="7291657"/>
                  <a:pt x="1295813" y="7290629"/>
                  <a:pt x="1338943" y="7282542"/>
                </a:cubicBezTo>
                <a:cubicBezTo>
                  <a:pt x="1383057" y="7274271"/>
                  <a:pt x="1425560" y="7258687"/>
                  <a:pt x="1469572" y="7249885"/>
                </a:cubicBezTo>
                <a:lnTo>
                  <a:pt x="1551215" y="7233557"/>
                </a:lnTo>
                <a:cubicBezTo>
                  <a:pt x="1578429" y="7222671"/>
                  <a:pt x="1604422" y="7208009"/>
                  <a:pt x="1632858" y="7200900"/>
                </a:cubicBezTo>
                <a:cubicBezTo>
                  <a:pt x="1670196" y="7191566"/>
                  <a:pt x="1709195" y="7190898"/>
                  <a:pt x="1747158" y="7184571"/>
                </a:cubicBezTo>
                <a:cubicBezTo>
                  <a:pt x="1774533" y="7180008"/>
                  <a:pt x="1801876" y="7174973"/>
                  <a:pt x="1828800" y="7168242"/>
                </a:cubicBezTo>
                <a:cubicBezTo>
                  <a:pt x="1845498" y="7164068"/>
                  <a:pt x="1861236" y="7156642"/>
                  <a:pt x="1877786" y="7151914"/>
                </a:cubicBezTo>
                <a:cubicBezTo>
                  <a:pt x="1899364" y="7145749"/>
                  <a:pt x="1921810" y="7142682"/>
                  <a:pt x="1943100" y="7135585"/>
                </a:cubicBezTo>
                <a:cubicBezTo>
                  <a:pt x="1970907" y="7126316"/>
                  <a:pt x="1996381" y="7110327"/>
                  <a:pt x="2024743" y="7102928"/>
                </a:cubicBezTo>
                <a:cubicBezTo>
                  <a:pt x="2121855" y="7077595"/>
                  <a:pt x="2219662" y="7054114"/>
                  <a:pt x="2318658" y="7037614"/>
                </a:cubicBezTo>
                <a:cubicBezTo>
                  <a:pt x="2494343" y="7008332"/>
                  <a:pt x="2344432" y="7031122"/>
                  <a:pt x="2579915" y="7004957"/>
                </a:cubicBezTo>
                <a:cubicBezTo>
                  <a:pt x="2674842" y="6994410"/>
                  <a:pt x="2731909" y="6985576"/>
                  <a:pt x="2824843" y="6972300"/>
                </a:cubicBezTo>
                <a:cubicBezTo>
                  <a:pt x="2857500" y="6961414"/>
                  <a:pt x="2889604" y="6948700"/>
                  <a:pt x="2922815" y="6939642"/>
                </a:cubicBezTo>
                <a:cubicBezTo>
                  <a:pt x="2988162" y="6921820"/>
                  <a:pt x="3035251" y="6921914"/>
                  <a:pt x="3102429" y="6906985"/>
                </a:cubicBezTo>
                <a:cubicBezTo>
                  <a:pt x="3161564" y="6893844"/>
                  <a:pt x="3154325" y="6882962"/>
                  <a:pt x="3216729" y="6858000"/>
                </a:cubicBezTo>
                <a:cubicBezTo>
                  <a:pt x="3248690" y="6845215"/>
                  <a:pt x="3282924" y="6838582"/>
                  <a:pt x="3314700" y="6825342"/>
                </a:cubicBezTo>
                <a:cubicBezTo>
                  <a:pt x="3348403" y="6811299"/>
                  <a:pt x="3379112" y="6790740"/>
                  <a:pt x="3412672" y="6776357"/>
                </a:cubicBezTo>
                <a:cubicBezTo>
                  <a:pt x="3455416" y="6758038"/>
                  <a:pt x="3501077" y="6746859"/>
                  <a:pt x="3543300" y="6727371"/>
                </a:cubicBezTo>
                <a:cubicBezTo>
                  <a:pt x="3572116" y="6714071"/>
                  <a:pt x="3598168" y="6695424"/>
                  <a:pt x="3624943" y="6678385"/>
                </a:cubicBezTo>
                <a:cubicBezTo>
                  <a:pt x="3658056" y="6657313"/>
                  <a:pt x="3687049" y="6629012"/>
                  <a:pt x="3722915" y="6613071"/>
                </a:cubicBezTo>
                <a:cubicBezTo>
                  <a:pt x="3771901" y="6591300"/>
                  <a:pt x="3820304" y="6568167"/>
                  <a:pt x="3869872" y="6547757"/>
                </a:cubicBezTo>
                <a:cubicBezTo>
                  <a:pt x="3912873" y="6530051"/>
                  <a:pt x="3958277" y="6518259"/>
                  <a:pt x="4000500" y="6498771"/>
                </a:cubicBezTo>
                <a:cubicBezTo>
                  <a:pt x="4167416" y="6421732"/>
                  <a:pt x="4004663" y="6469154"/>
                  <a:pt x="4147458" y="6433457"/>
                </a:cubicBezTo>
                <a:cubicBezTo>
                  <a:pt x="4174672" y="6417128"/>
                  <a:pt x="4201357" y="6399884"/>
                  <a:pt x="4229100" y="6384471"/>
                </a:cubicBezTo>
                <a:cubicBezTo>
                  <a:pt x="4250378" y="6372650"/>
                  <a:pt x="4273281" y="6363891"/>
                  <a:pt x="4294415" y="6351814"/>
                </a:cubicBezTo>
                <a:cubicBezTo>
                  <a:pt x="4311454" y="6342078"/>
                  <a:pt x="4325848" y="6327933"/>
                  <a:pt x="4343400" y="6319157"/>
                </a:cubicBezTo>
                <a:cubicBezTo>
                  <a:pt x="4414788" y="6283463"/>
                  <a:pt x="4446818" y="6284321"/>
                  <a:pt x="4523015" y="6253842"/>
                </a:cubicBezTo>
                <a:cubicBezTo>
                  <a:pt x="4572787" y="6233933"/>
                  <a:pt x="4619779" y="6207350"/>
                  <a:pt x="4669972" y="6188528"/>
                </a:cubicBezTo>
                <a:cubicBezTo>
                  <a:pt x="4707074" y="6174615"/>
                  <a:pt x="4747033" y="6169412"/>
                  <a:pt x="4784272" y="6155871"/>
                </a:cubicBezTo>
                <a:cubicBezTo>
                  <a:pt x="4807148" y="6147553"/>
                  <a:pt x="4826986" y="6132254"/>
                  <a:pt x="4849586" y="6123214"/>
                </a:cubicBezTo>
                <a:cubicBezTo>
                  <a:pt x="4881548" y="6110429"/>
                  <a:pt x="4914901" y="6101443"/>
                  <a:pt x="4947558" y="6090557"/>
                </a:cubicBezTo>
                <a:lnTo>
                  <a:pt x="4996543" y="6074228"/>
                </a:lnTo>
                <a:cubicBezTo>
                  <a:pt x="5012872" y="6068785"/>
                  <a:pt x="5029487" y="6064138"/>
                  <a:pt x="5045529" y="6057900"/>
                </a:cubicBezTo>
                <a:cubicBezTo>
                  <a:pt x="5143500" y="6019800"/>
                  <a:pt x="5239719" y="5976842"/>
                  <a:pt x="5339443" y="5943600"/>
                </a:cubicBezTo>
                <a:cubicBezTo>
                  <a:pt x="5372100" y="5932714"/>
                  <a:pt x="5404443" y="5920834"/>
                  <a:pt x="5437415" y="5910942"/>
                </a:cubicBezTo>
                <a:cubicBezTo>
                  <a:pt x="5469750" y="5901242"/>
                  <a:pt x="5519541" y="5893426"/>
                  <a:pt x="5551715" y="5878285"/>
                </a:cubicBezTo>
                <a:cubicBezTo>
                  <a:pt x="5628800" y="5842009"/>
                  <a:pt x="5703510" y="5800851"/>
                  <a:pt x="5780315" y="5763985"/>
                </a:cubicBezTo>
                <a:cubicBezTo>
                  <a:pt x="5839605" y="5735526"/>
                  <a:pt x="5904159" y="5717198"/>
                  <a:pt x="5959929" y="5682342"/>
                </a:cubicBezTo>
                <a:cubicBezTo>
                  <a:pt x="6067548" y="5615081"/>
                  <a:pt x="6083009" y="5599678"/>
                  <a:pt x="6188529" y="5551714"/>
                </a:cubicBezTo>
                <a:cubicBezTo>
                  <a:pt x="6215212" y="5539585"/>
                  <a:pt x="6244440" y="5533093"/>
                  <a:pt x="6270172" y="5519057"/>
                </a:cubicBezTo>
                <a:cubicBezTo>
                  <a:pt x="6304628" y="5500262"/>
                  <a:pt x="6333038" y="5471294"/>
                  <a:pt x="6368143" y="5453742"/>
                </a:cubicBezTo>
                <a:cubicBezTo>
                  <a:pt x="6587611" y="5344010"/>
                  <a:pt x="6248609" y="5515596"/>
                  <a:pt x="6515100" y="5372100"/>
                </a:cubicBezTo>
                <a:cubicBezTo>
                  <a:pt x="6557964" y="5349020"/>
                  <a:pt x="6602774" y="5329694"/>
                  <a:pt x="6645729" y="5306785"/>
                </a:cubicBezTo>
                <a:cubicBezTo>
                  <a:pt x="6684448" y="5286135"/>
                  <a:pt x="6721197" y="5261909"/>
                  <a:pt x="6760029" y="5241471"/>
                </a:cubicBezTo>
                <a:cubicBezTo>
                  <a:pt x="6824649" y="5207461"/>
                  <a:pt x="6890658" y="5176157"/>
                  <a:pt x="6955972" y="5143500"/>
                </a:cubicBezTo>
                <a:cubicBezTo>
                  <a:pt x="6977743" y="5132614"/>
                  <a:pt x="7001033" y="5124344"/>
                  <a:pt x="7021286" y="5110842"/>
                </a:cubicBezTo>
                <a:cubicBezTo>
                  <a:pt x="7037615" y="5099956"/>
                  <a:pt x="7053233" y="5087921"/>
                  <a:pt x="7070272" y="5078185"/>
                </a:cubicBezTo>
                <a:cubicBezTo>
                  <a:pt x="7091406" y="5066108"/>
                  <a:pt x="7115779" y="5059676"/>
                  <a:pt x="7135586" y="5045528"/>
                </a:cubicBezTo>
                <a:cubicBezTo>
                  <a:pt x="7154377" y="5032106"/>
                  <a:pt x="7165358" y="5009351"/>
                  <a:pt x="7184572" y="4996542"/>
                </a:cubicBezTo>
                <a:cubicBezTo>
                  <a:pt x="7214951" y="4976289"/>
                  <a:pt x="7252164" y="4967810"/>
                  <a:pt x="7282543" y="4947557"/>
                </a:cubicBezTo>
                <a:cubicBezTo>
                  <a:pt x="7334178" y="4913133"/>
                  <a:pt x="7379191" y="4869591"/>
                  <a:pt x="7429500" y="4833257"/>
                </a:cubicBezTo>
                <a:cubicBezTo>
                  <a:pt x="7487175" y="4791603"/>
                  <a:pt x="7653767" y="4690633"/>
                  <a:pt x="7707086" y="4637314"/>
                </a:cubicBezTo>
                <a:cubicBezTo>
                  <a:pt x="7750629" y="4593771"/>
                  <a:pt x="7786478" y="4540843"/>
                  <a:pt x="7837715" y="4506685"/>
                </a:cubicBezTo>
                <a:cubicBezTo>
                  <a:pt x="7945917" y="4434551"/>
                  <a:pt x="7952902" y="4432510"/>
                  <a:pt x="8066315" y="4343400"/>
                </a:cubicBezTo>
                <a:cubicBezTo>
                  <a:pt x="8099741" y="4317136"/>
                  <a:pt x="8129907" y="4286760"/>
                  <a:pt x="8164286" y="4261757"/>
                </a:cubicBezTo>
                <a:cubicBezTo>
                  <a:pt x="8189953" y="4243090"/>
                  <a:pt x="8219522" y="4230376"/>
                  <a:pt x="8245929" y="4212771"/>
                </a:cubicBezTo>
                <a:cubicBezTo>
                  <a:pt x="8368224" y="4131240"/>
                  <a:pt x="8259324" y="4198887"/>
                  <a:pt x="8360229" y="4114800"/>
                </a:cubicBezTo>
                <a:cubicBezTo>
                  <a:pt x="8375305" y="4102237"/>
                  <a:pt x="8392886" y="4093028"/>
                  <a:pt x="8409215" y="4082142"/>
                </a:cubicBezTo>
                <a:cubicBezTo>
                  <a:pt x="8420101" y="4065814"/>
                  <a:pt x="8426548" y="4045416"/>
                  <a:pt x="8441872" y="4033157"/>
                </a:cubicBezTo>
                <a:cubicBezTo>
                  <a:pt x="8455312" y="4022405"/>
                  <a:pt x="8475463" y="4024525"/>
                  <a:pt x="8490858" y="4016828"/>
                </a:cubicBezTo>
                <a:cubicBezTo>
                  <a:pt x="8508410" y="4008052"/>
                  <a:pt x="8522527" y="3993406"/>
                  <a:pt x="8539843" y="3984171"/>
                </a:cubicBezTo>
                <a:cubicBezTo>
                  <a:pt x="8604276" y="3949807"/>
                  <a:pt x="8675027" y="3926707"/>
                  <a:pt x="8735786" y="3886200"/>
                </a:cubicBezTo>
                <a:cubicBezTo>
                  <a:pt x="8807415" y="3838446"/>
                  <a:pt x="8769072" y="3865317"/>
                  <a:pt x="8850086" y="3804557"/>
                </a:cubicBezTo>
                <a:cubicBezTo>
                  <a:pt x="8922555" y="3695853"/>
                  <a:pt x="8832413" y="3807269"/>
                  <a:pt x="8948058" y="3739242"/>
                </a:cubicBezTo>
                <a:cubicBezTo>
                  <a:pt x="9022235" y="3695608"/>
                  <a:pt x="9090022" y="3641914"/>
                  <a:pt x="9160329" y="3592285"/>
                </a:cubicBezTo>
                <a:cubicBezTo>
                  <a:pt x="9182562" y="3576591"/>
                  <a:pt x="9201302" y="3555471"/>
                  <a:pt x="9225643" y="3543300"/>
                </a:cubicBezTo>
                <a:cubicBezTo>
                  <a:pt x="9247415" y="3532414"/>
                  <a:pt x="9272258" y="3526225"/>
                  <a:pt x="9290958" y="3510642"/>
                </a:cubicBezTo>
                <a:cubicBezTo>
                  <a:pt x="9338264" y="3471220"/>
                  <a:pt x="9368783" y="3411696"/>
                  <a:pt x="9421586" y="3380014"/>
                </a:cubicBezTo>
                <a:cubicBezTo>
                  <a:pt x="9448800" y="3363685"/>
                  <a:pt x="9475486" y="3346441"/>
                  <a:pt x="9503229" y="3331028"/>
                </a:cubicBezTo>
                <a:cubicBezTo>
                  <a:pt x="9524507" y="3319207"/>
                  <a:pt x="9548290" y="3311873"/>
                  <a:pt x="9568543" y="3298371"/>
                </a:cubicBezTo>
                <a:cubicBezTo>
                  <a:pt x="9597541" y="3279039"/>
                  <a:pt x="9622001" y="3253556"/>
                  <a:pt x="9650186" y="3233057"/>
                </a:cubicBezTo>
                <a:cubicBezTo>
                  <a:pt x="9681928" y="3209972"/>
                  <a:pt x="9717781" y="3192596"/>
                  <a:pt x="9748158" y="3167742"/>
                </a:cubicBezTo>
                <a:cubicBezTo>
                  <a:pt x="9777945" y="3143371"/>
                  <a:pt x="9800836" y="3111444"/>
                  <a:pt x="9829800" y="3086100"/>
                </a:cubicBezTo>
                <a:cubicBezTo>
                  <a:pt x="9844569" y="3073177"/>
                  <a:pt x="9863886" y="3066214"/>
                  <a:pt x="9878786" y="3053442"/>
                </a:cubicBezTo>
                <a:cubicBezTo>
                  <a:pt x="10151906" y="2819338"/>
                  <a:pt x="9803413" y="3112486"/>
                  <a:pt x="9976758" y="2939142"/>
                </a:cubicBezTo>
                <a:cubicBezTo>
                  <a:pt x="10143412" y="2772489"/>
                  <a:pt x="10136820" y="2861794"/>
                  <a:pt x="10335986" y="2596242"/>
                </a:cubicBezTo>
                <a:cubicBezTo>
                  <a:pt x="10450236" y="2443911"/>
                  <a:pt x="10323757" y="2597452"/>
                  <a:pt x="10433958" y="2498271"/>
                </a:cubicBezTo>
                <a:cubicBezTo>
                  <a:pt x="10474008" y="2462226"/>
                  <a:pt x="10502055" y="2411693"/>
                  <a:pt x="10548258" y="2383971"/>
                </a:cubicBezTo>
                <a:cubicBezTo>
                  <a:pt x="10602374" y="2351501"/>
                  <a:pt x="10648124" y="2327858"/>
                  <a:pt x="10695215" y="2286000"/>
                </a:cubicBezTo>
                <a:cubicBezTo>
                  <a:pt x="10723981" y="2260431"/>
                  <a:pt x="10748380" y="2230246"/>
                  <a:pt x="10776858" y="2204357"/>
                </a:cubicBezTo>
                <a:cubicBezTo>
                  <a:pt x="10822659" y="2162719"/>
                  <a:pt x="10882746" y="2123011"/>
                  <a:pt x="10923815" y="2073728"/>
                </a:cubicBezTo>
                <a:cubicBezTo>
                  <a:pt x="10978667" y="2007905"/>
                  <a:pt x="10934568" y="2024842"/>
                  <a:pt x="11021786" y="1959428"/>
                </a:cubicBezTo>
                <a:cubicBezTo>
                  <a:pt x="11062864" y="1928619"/>
                  <a:pt x="11109691" y="1906268"/>
                  <a:pt x="11152415" y="1877785"/>
                </a:cubicBezTo>
                <a:cubicBezTo>
                  <a:pt x="11377656" y="1727624"/>
                  <a:pt x="11146441" y="1884384"/>
                  <a:pt x="11315700" y="1763485"/>
                </a:cubicBezTo>
                <a:cubicBezTo>
                  <a:pt x="11331669" y="1752078"/>
                  <a:pt x="11349917" y="1743751"/>
                  <a:pt x="11364686" y="1730828"/>
                </a:cubicBezTo>
                <a:cubicBezTo>
                  <a:pt x="11646453" y="1484283"/>
                  <a:pt x="11313434" y="1777016"/>
                  <a:pt x="11478986" y="1583871"/>
                </a:cubicBezTo>
                <a:cubicBezTo>
                  <a:pt x="11496697" y="1563208"/>
                  <a:pt x="11523483" y="1552415"/>
                  <a:pt x="11544300" y="1534885"/>
                </a:cubicBezTo>
                <a:cubicBezTo>
                  <a:pt x="11626939" y="1465294"/>
                  <a:pt x="11712835" y="1399008"/>
                  <a:pt x="11789229" y="1322614"/>
                </a:cubicBezTo>
                <a:cubicBezTo>
                  <a:pt x="11917406" y="1194437"/>
                  <a:pt x="11858697" y="1238202"/>
                  <a:pt x="11952515" y="1175657"/>
                </a:cubicBezTo>
                <a:cubicBezTo>
                  <a:pt x="12019350" y="1075403"/>
                  <a:pt x="11946150" y="1178265"/>
                  <a:pt x="12034158" y="1077685"/>
                </a:cubicBezTo>
                <a:cubicBezTo>
                  <a:pt x="12057108" y="1051457"/>
                  <a:pt x="12075586" y="1021421"/>
                  <a:pt x="12099472" y="996042"/>
                </a:cubicBezTo>
                <a:cubicBezTo>
                  <a:pt x="12162778" y="928780"/>
                  <a:pt x="12237713" y="872228"/>
                  <a:pt x="12295415" y="800100"/>
                </a:cubicBezTo>
                <a:cubicBezTo>
                  <a:pt x="12317186" y="772886"/>
                  <a:pt x="12337779" y="744685"/>
                  <a:pt x="12360729" y="718457"/>
                </a:cubicBezTo>
                <a:cubicBezTo>
                  <a:pt x="12375935" y="701078"/>
                  <a:pt x="12394932" y="687211"/>
                  <a:pt x="12409715" y="669471"/>
                </a:cubicBezTo>
                <a:cubicBezTo>
                  <a:pt x="12422278" y="654395"/>
                  <a:pt x="12429809" y="635561"/>
                  <a:pt x="12442372" y="620485"/>
                </a:cubicBezTo>
                <a:cubicBezTo>
                  <a:pt x="12457155" y="602745"/>
                  <a:pt x="12477503" y="589974"/>
                  <a:pt x="12491358" y="571500"/>
                </a:cubicBezTo>
                <a:cubicBezTo>
                  <a:pt x="12510400" y="546110"/>
                  <a:pt x="12522739" y="516264"/>
                  <a:pt x="12540343" y="489857"/>
                </a:cubicBezTo>
                <a:cubicBezTo>
                  <a:pt x="12566315" y="450899"/>
                  <a:pt x="12593893" y="413014"/>
                  <a:pt x="12621986" y="375557"/>
                </a:cubicBezTo>
                <a:cubicBezTo>
                  <a:pt x="12636571" y="356110"/>
                  <a:pt x="12689313" y="285773"/>
                  <a:pt x="12719958" y="261257"/>
                </a:cubicBezTo>
                <a:cubicBezTo>
                  <a:pt x="12735282" y="248998"/>
                  <a:pt x="12752615" y="239486"/>
                  <a:pt x="12768943" y="228600"/>
                </a:cubicBezTo>
                <a:cubicBezTo>
                  <a:pt x="12796157" y="185057"/>
                  <a:pt x="12824168" y="142001"/>
                  <a:pt x="12850586" y="97971"/>
                </a:cubicBezTo>
                <a:cubicBezTo>
                  <a:pt x="12866915" y="70757"/>
                  <a:pt x="12879254" y="40709"/>
                  <a:pt x="12899572" y="16328"/>
                </a:cubicBezTo>
                <a:cubicBezTo>
                  <a:pt x="12907363" y="6978"/>
                  <a:pt x="12921343" y="5443"/>
                  <a:pt x="12932229" y="0"/>
                </a:cubicBezTo>
              </a:path>
            </a:pathLst>
          </a:cu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8058CE-2F83-5DC4-79ED-7D31A714AA9E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4983629" y="9707868"/>
            <a:ext cx="12858321" cy="1980241"/>
          </a:xfrm>
          <a:prstGeom prst="line">
            <a:avLst/>
          </a:prstGeom>
          <a:noFill/>
          <a:ln w="1270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B14E7CD9-977A-BB9E-F79D-7D17FED038EB}"/>
                  </a:ext>
                </a:extLst>
              </p:cNvPr>
              <p:cNvSpPr/>
              <p:nvPr/>
            </p:nvSpPr>
            <p:spPr>
              <a:xfrm>
                <a:off x="18344156" y="9103564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B14E7CD9-977A-BB9E-F79D-7D17FED03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4156" y="9103564"/>
                <a:ext cx="309506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E5E5F0F-0B16-5F1F-BE5F-42D6856EE9BE}"/>
                  </a:ext>
                </a:extLst>
              </p:cNvPr>
              <p:cNvSpPr/>
              <p:nvPr/>
            </p:nvSpPr>
            <p:spPr>
              <a:xfrm>
                <a:off x="18337362" y="3729555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E5E5F0F-0B16-5F1F-BE5F-42D6856EE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7362" y="3729555"/>
                <a:ext cx="3095061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2EC35F-0D7D-100E-F3EC-089A2A546F1D}"/>
              </a:ext>
            </a:extLst>
          </p:cNvPr>
          <p:cNvCxnSpPr>
            <a:cxnSpLocks/>
          </p:cNvCxnSpPr>
          <p:nvPr/>
        </p:nvCxnSpPr>
        <p:spPr>
          <a:xfrm>
            <a:off x="3602813" y="12287679"/>
            <a:ext cx="16598348" cy="0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1627B2F-B48C-61C8-A303-139BC72B98E6}"/>
                  </a:ext>
                </a:extLst>
              </p:cNvPr>
              <p:cNvSpPr/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1627B2F-B48C-61C8-A303-139BC72B98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294474A-7C67-0C74-73CF-4E7C99052E80}"/>
              </a:ext>
            </a:extLst>
          </p:cNvPr>
          <p:cNvSpPr/>
          <p:nvPr/>
        </p:nvSpPr>
        <p:spPr>
          <a:xfrm>
            <a:off x="182222" y="4191360"/>
            <a:ext cx="3316658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Running Time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2277CD-C521-4819-68FF-63AF06AA9FDF}"/>
              </a:ext>
            </a:extLst>
          </p:cNvPr>
          <p:cNvCxnSpPr>
            <a:cxnSpLocks/>
          </p:cNvCxnSpPr>
          <p:nvPr/>
        </p:nvCxnSpPr>
        <p:spPr>
          <a:xfrm flipV="1">
            <a:off x="3602813" y="4177348"/>
            <a:ext cx="0" cy="8110331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BEFE011-B3EC-F829-626E-FEF760832AD9}"/>
              </a:ext>
            </a:extLst>
          </p:cNvPr>
          <p:cNvSpPr/>
          <p:nvPr/>
        </p:nvSpPr>
        <p:spPr>
          <a:xfrm>
            <a:off x="6420720" y="1132914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ABB8F3B-A17D-6B3E-63FA-0FEA41A85BD0}"/>
              </a:ext>
            </a:extLst>
          </p:cNvPr>
          <p:cNvSpPr/>
          <p:nvPr/>
        </p:nvSpPr>
        <p:spPr>
          <a:xfrm>
            <a:off x="4983629" y="1156210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994A25-BA99-1458-60AE-4E8ECAE5154B}"/>
              </a:ext>
            </a:extLst>
          </p:cNvPr>
          <p:cNvSpPr/>
          <p:nvPr/>
        </p:nvSpPr>
        <p:spPr>
          <a:xfrm>
            <a:off x="7857811" y="11102625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9902B11-5615-F59C-1E34-CA7B2C77CCD0}"/>
              </a:ext>
            </a:extLst>
          </p:cNvPr>
          <p:cNvSpPr/>
          <p:nvPr/>
        </p:nvSpPr>
        <p:spPr>
          <a:xfrm>
            <a:off x="9294902" y="10883680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92FA922-A1A0-AFD9-70FA-358BF84533AF}"/>
              </a:ext>
            </a:extLst>
          </p:cNvPr>
          <p:cNvSpPr/>
          <p:nvPr/>
        </p:nvSpPr>
        <p:spPr>
          <a:xfrm>
            <a:off x="10731993" y="1068255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C9B4834-BE10-AED1-52B1-BEE3BBD54658}"/>
              </a:ext>
            </a:extLst>
          </p:cNvPr>
          <p:cNvSpPr/>
          <p:nvPr/>
        </p:nvSpPr>
        <p:spPr>
          <a:xfrm>
            <a:off x="12169084" y="10441764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3675FF-20A7-B60C-BBA5-FB19CBC4909B}"/>
              </a:ext>
            </a:extLst>
          </p:cNvPr>
          <p:cNvSpPr/>
          <p:nvPr/>
        </p:nvSpPr>
        <p:spPr>
          <a:xfrm>
            <a:off x="13606175" y="1022383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3D059FF-B62D-15B1-ECDA-C4455A90E863}"/>
              </a:ext>
            </a:extLst>
          </p:cNvPr>
          <p:cNvSpPr/>
          <p:nvPr/>
        </p:nvSpPr>
        <p:spPr>
          <a:xfrm>
            <a:off x="15043266" y="1001047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E502D0D-B5AD-F75D-9ED5-44DA229D2900}"/>
              </a:ext>
            </a:extLst>
          </p:cNvPr>
          <p:cNvSpPr/>
          <p:nvPr/>
        </p:nvSpPr>
        <p:spPr>
          <a:xfrm>
            <a:off x="16480360" y="978339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7D8E63A-A772-6898-A920-15D2ED066132}"/>
              </a:ext>
            </a:extLst>
          </p:cNvPr>
          <p:cNvSpPr/>
          <p:nvPr/>
        </p:nvSpPr>
        <p:spPr>
          <a:xfrm>
            <a:off x="6365725" y="11714907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0EF38F5-344F-3CDD-D882-9DFD45E267BC}"/>
              </a:ext>
            </a:extLst>
          </p:cNvPr>
          <p:cNvSpPr/>
          <p:nvPr/>
        </p:nvSpPr>
        <p:spPr>
          <a:xfrm>
            <a:off x="7857810" y="1135090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0CC6840-6AC5-7105-B158-7609E237ACC0}"/>
              </a:ext>
            </a:extLst>
          </p:cNvPr>
          <p:cNvSpPr/>
          <p:nvPr/>
        </p:nvSpPr>
        <p:spPr>
          <a:xfrm>
            <a:off x="9294901" y="10693763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65B33FA-3C67-C382-0226-2D8DA918FEE2}"/>
              </a:ext>
            </a:extLst>
          </p:cNvPr>
          <p:cNvSpPr/>
          <p:nvPr/>
        </p:nvSpPr>
        <p:spPr>
          <a:xfrm>
            <a:off x="10691794" y="10167935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CE85E61-9FB5-12B4-3893-6B477D5C8FB7}"/>
              </a:ext>
            </a:extLst>
          </p:cNvPr>
          <p:cNvSpPr/>
          <p:nvPr/>
        </p:nvSpPr>
        <p:spPr>
          <a:xfrm>
            <a:off x="12110604" y="9394730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C516E9-784D-150B-5889-BBF5F7DF3B82}"/>
              </a:ext>
            </a:extLst>
          </p:cNvPr>
          <p:cNvSpPr/>
          <p:nvPr/>
        </p:nvSpPr>
        <p:spPr>
          <a:xfrm>
            <a:off x="13606174" y="835946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467BEF-C575-D385-F597-5F0054BAB4D2}"/>
              </a:ext>
            </a:extLst>
          </p:cNvPr>
          <p:cNvSpPr/>
          <p:nvPr/>
        </p:nvSpPr>
        <p:spPr>
          <a:xfrm>
            <a:off x="15043265" y="731368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2BA88B9-B7B3-A62D-8366-B65ED9A0240A}"/>
              </a:ext>
            </a:extLst>
          </p:cNvPr>
          <p:cNvSpPr/>
          <p:nvPr/>
        </p:nvSpPr>
        <p:spPr>
          <a:xfrm>
            <a:off x="16480359" y="6036675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1AA8C17-EE46-980B-25C0-0CB9B6849202}"/>
              </a:ext>
            </a:extLst>
          </p:cNvPr>
          <p:cNvSpPr/>
          <p:nvPr/>
        </p:nvSpPr>
        <p:spPr>
          <a:xfrm>
            <a:off x="4098217" y="4228052"/>
            <a:ext cx="3880855" cy="8036643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711947B-870A-1160-1F99-3E9D3EA4267F}"/>
              </a:ext>
            </a:extLst>
          </p:cNvPr>
          <p:cNvSpPr/>
          <p:nvPr/>
        </p:nvSpPr>
        <p:spPr>
          <a:xfrm>
            <a:off x="9425638" y="4341140"/>
            <a:ext cx="8883867" cy="7923556"/>
          </a:xfrm>
          <a:prstGeom prst="roundRect">
            <a:avLst/>
          </a:prstGeom>
          <a:solidFill>
            <a:schemeClr val="accent3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75160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B2B8-2130-DC52-3E0F-0CF05014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30A070E-1EFC-106C-83F4-6B18FB1890C5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30A070E-1EFC-106C-83F4-6B18FB189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7D382355-7DEA-5B1B-09E7-55310566B8A2}"/>
              </a:ext>
            </a:extLst>
          </p:cNvPr>
          <p:cNvSpPr/>
          <p:nvPr/>
        </p:nvSpPr>
        <p:spPr>
          <a:xfrm>
            <a:off x="4983628" y="1191340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86F3261-E0B5-2E9E-6B11-DCFAF94BD905}"/>
              </a:ext>
            </a:extLst>
          </p:cNvPr>
          <p:cNvSpPr/>
          <p:nvPr/>
        </p:nvSpPr>
        <p:spPr>
          <a:xfrm>
            <a:off x="5057475" y="4586273"/>
            <a:ext cx="12932229" cy="7511142"/>
          </a:xfrm>
          <a:custGeom>
            <a:avLst/>
            <a:gdLst>
              <a:gd name="connsiteX0" fmla="*/ 0 w 12932229"/>
              <a:gd name="connsiteY0" fmla="*/ 7511142 h 7511142"/>
              <a:gd name="connsiteX1" fmla="*/ 212272 w 12932229"/>
              <a:gd name="connsiteY1" fmla="*/ 7494814 h 7511142"/>
              <a:gd name="connsiteX2" fmla="*/ 310243 w 12932229"/>
              <a:gd name="connsiteY2" fmla="*/ 7462157 h 7511142"/>
              <a:gd name="connsiteX3" fmla="*/ 408215 w 12932229"/>
              <a:gd name="connsiteY3" fmla="*/ 7429500 h 7511142"/>
              <a:gd name="connsiteX4" fmla="*/ 457200 w 12932229"/>
              <a:gd name="connsiteY4" fmla="*/ 7413171 h 7511142"/>
              <a:gd name="connsiteX5" fmla="*/ 653143 w 12932229"/>
              <a:gd name="connsiteY5" fmla="*/ 7380514 h 7511142"/>
              <a:gd name="connsiteX6" fmla="*/ 751115 w 12932229"/>
              <a:gd name="connsiteY6" fmla="*/ 7364185 h 7511142"/>
              <a:gd name="connsiteX7" fmla="*/ 930729 w 12932229"/>
              <a:gd name="connsiteY7" fmla="*/ 7347857 h 7511142"/>
              <a:gd name="connsiteX8" fmla="*/ 1143000 w 12932229"/>
              <a:gd name="connsiteY8" fmla="*/ 7315200 h 7511142"/>
              <a:gd name="connsiteX9" fmla="*/ 1208315 w 12932229"/>
              <a:gd name="connsiteY9" fmla="*/ 7298871 h 7511142"/>
              <a:gd name="connsiteX10" fmla="*/ 1338943 w 12932229"/>
              <a:gd name="connsiteY10" fmla="*/ 7282542 h 7511142"/>
              <a:gd name="connsiteX11" fmla="*/ 1469572 w 12932229"/>
              <a:gd name="connsiteY11" fmla="*/ 7249885 h 7511142"/>
              <a:gd name="connsiteX12" fmla="*/ 1551215 w 12932229"/>
              <a:gd name="connsiteY12" fmla="*/ 7233557 h 7511142"/>
              <a:gd name="connsiteX13" fmla="*/ 1632858 w 12932229"/>
              <a:gd name="connsiteY13" fmla="*/ 7200900 h 7511142"/>
              <a:gd name="connsiteX14" fmla="*/ 1747158 w 12932229"/>
              <a:gd name="connsiteY14" fmla="*/ 7184571 h 7511142"/>
              <a:gd name="connsiteX15" fmla="*/ 1828800 w 12932229"/>
              <a:gd name="connsiteY15" fmla="*/ 7168242 h 7511142"/>
              <a:gd name="connsiteX16" fmla="*/ 1877786 w 12932229"/>
              <a:gd name="connsiteY16" fmla="*/ 7151914 h 7511142"/>
              <a:gd name="connsiteX17" fmla="*/ 1943100 w 12932229"/>
              <a:gd name="connsiteY17" fmla="*/ 7135585 h 7511142"/>
              <a:gd name="connsiteX18" fmla="*/ 2024743 w 12932229"/>
              <a:gd name="connsiteY18" fmla="*/ 7102928 h 7511142"/>
              <a:gd name="connsiteX19" fmla="*/ 2318658 w 12932229"/>
              <a:gd name="connsiteY19" fmla="*/ 7037614 h 7511142"/>
              <a:gd name="connsiteX20" fmla="*/ 2579915 w 12932229"/>
              <a:gd name="connsiteY20" fmla="*/ 7004957 h 7511142"/>
              <a:gd name="connsiteX21" fmla="*/ 2824843 w 12932229"/>
              <a:gd name="connsiteY21" fmla="*/ 6972300 h 7511142"/>
              <a:gd name="connsiteX22" fmla="*/ 2922815 w 12932229"/>
              <a:gd name="connsiteY22" fmla="*/ 6939642 h 7511142"/>
              <a:gd name="connsiteX23" fmla="*/ 3102429 w 12932229"/>
              <a:gd name="connsiteY23" fmla="*/ 6906985 h 7511142"/>
              <a:gd name="connsiteX24" fmla="*/ 3216729 w 12932229"/>
              <a:gd name="connsiteY24" fmla="*/ 6858000 h 7511142"/>
              <a:gd name="connsiteX25" fmla="*/ 3314700 w 12932229"/>
              <a:gd name="connsiteY25" fmla="*/ 6825342 h 7511142"/>
              <a:gd name="connsiteX26" fmla="*/ 3412672 w 12932229"/>
              <a:gd name="connsiteY26" fmla="*/ 6776357 h 7511142"/>
              <a:gd name="connsiteX27" fmla="*/ 3543300 w 12932229"/>
              <a:gd name="connsiteY27" fmla="*/ 6727371 h 7511142"/>
              <a:gd name="connsiteX28" fmla="*/ 3624943 w 12932229"/>
              <a:gd name="connsiteY28" fmla="*/ 6678385 h 7511142"/>
              <a:gd name="connsiteX29" fmla="*/ 3722915 w 12932229"/>
              <a:gd name="connsiteY29" fmla="*/ 6613071 h 7511142"/>
              <a:gd name="connsiteX30" fmla="*/ 3869872 w 12932229"/>
              <a:gd name="connsiteY30" fmla="*/ 6547757 h 7511142"/>
              <a:gd name="connsiteX31" fmla="*/ 4000500 w 12932229"/>
              <a:gd name="connsiteY31" fmla="*/ 6498771 h 7511142"/>
              <a:gd name="connsiteX32" fmla="*/ 4147458 w 12932229"/>
              <a:gd name="connsiteY32" fmla="*/ 6433457 h 7511142"/>
              <a:gd name="connsiteX33" fmla="*/ 4229100 w 12932229"/>
              <a:gd name="connsiteY33" fmla="*/ 6384471 h 7511142"/>
              <a:gd name="connsiteX34" fmla="*/ 4294415 w 12932229"/>
              <a:gd name="connsiteY34" fmla="*/ 6351814 h 7511142"/>
              <a:gd name="connsiteX35" fmla="*/ 4343400 w 12932229"/>
              <a:gd name="connsiteY35" fmla="*/ 6319157 h 7511142"/>
              <a:gd name="connsiteX36" fmla="*/ 4523015 w 12932229"/>
              <a:gd name="connsiteY36" fmla="*/ 6253842 h 7511142"/>
              <a:gd name="connsiteX37" fmla="*/ 4669972 w 12932229"/>
              <a:gd name="connsiteY37" fmla="*/ 6188528 h 7511142"/>
              <a:gd name="connsiteX38" fmla="*/ 4784272 w 12932229"/>
              <a:gd name="connsiteY38" fmla="*/ 6155871 h 7511142"/>
              <a:gd name="connsiteX39" fmla="*/ 4849586 w 12932229"/>
              <a:gd name="connsiteY39" fmla="*/ 6123214 h 7511142"/>
              <a:gd name="connsiteX40" fmla="*/ 4947558 w 12932229"/>
              <a:gd name="connsiteY40" fmla="*/ 6090557 h 7511142"/>
              <a:gd name="connsiteX41" fmla="*/ 4996543 w 12932229"/>
              <a:gd name="connsiteY41" fmla="*/ 6074228 h 7511142"/>
              <a:gd name="connsiteX42" fmla="*/ 5045529 w 12932229"/>
              <a:gd name="connsiteY42" fmla="*/ 6057900 h 7511142"/>
              <a:gd name="connsiteX43" fmla="*/ 5339443 w 12932229"/>
              <a:gd name="connsiteY43" fmla="*/ 5943600 h 7511142"/>
              <a:gd name="connsiteX44" fmla="*/ 5437415 w 12932229"/>
              <a:gd name="connsiteY44" fmla="*/ 5910942 h 7511142"/>
              <a:gd name="connsiteX45" fmla="*/ 5551715 w 12932229"/>
              <a:gd name="connsiteY45" fmla="*/ 5878285 h 7511142"/>
              <a:gd name="connsiteX46" fmla="*/ 5780315 w 12932229"/>
              <a:gd name="connsiteY46" fmla="*/ 5763985 h 7511142"/>
              <a:gd name="connsiteX47" fmla="*/ 5959929 w 12932229"/>
              <a:gd name="connsiteY47" fmla="*/ 5682342 h 7511142"/>
              <a:gd name="connsiteX48" fmla="*/ 6188529 w 12932229"/>
              <a:gd name="connsiteY48" fmla="*/ 5551714 h 7511142"/>
              <a:gd name="connsiteX49" fmla="*/ 6270172 w 12932229"/>
              <a:gd name="connsiteY49" fmla="*/ 5519057 h 7511142"/>
              <a:gd name="connsiteX50" fmla="*/ 6368143 w 12932229"/>
              <a:gd name="connsiteY50" fmla="*/ 5453742 h 7511142"/>
              <a:gd name="connsiteX51" fmla="*/ 6515100 w 12932229"/>
              <a:gd name="connsiteY51" fmla="*/ 5372100 h 7511142"/>
              <a:gd name="connsiteX52" fmla="*/ 6645729 w 12932229"/>
              <a:gd name="connsiteY52" fmla="*/ 5306785 h 7511142"/>
              <a:gd name="connsiteX53" fmla="*/ 6760029 w 12932229"/>
              <a:gd name="connsiteY53" fmla="*/ 5241471 h 7511142"/>
              <a:gd name="connsiteX54" fmla="*/ 6955972 w 12932229"/>
              <a:gd name="connsiteY54" fmla="*/ 5143500 h 7511142"/>
              <a:gd name="connsiteX55" fmla="*/ 7021286 w 12932229"/>
              <a:gd name="connsiteY55" fmla="*/ 5110842 h 7511142"/>
              <a:gd name="connsiteX56" fmla="*/ 7070272 w 12932229"/>
              <a:gd name="connsiteY56" fmla="*/ 5078185 h 7511142"/>
              <a:gd name="connsiteX57" fmla="*/ 7135586 w 12932229"/>
              <a:gd name="connsiteY57" fmla="*/ 5045528 h 7511142"/>
              <a:gd name="connsiteX58" fmla="*/ 7184572 w 12932229"/>
              <a:gd name="connsiteY58" fmla="*/ 4996542 h 7511142"/>
              <a:gd name="connsiteX59" fmla="*/ 7282543 w 12932229"/>
              <a:gd name="connsiteY59" fmla="*/ 4947557 h 7511142"/>
              <a:gd name="connsiteX60" fmla="*/ 7429500 w 12932229"/>
              <a:gd name="connsiteY60" fmla="*/ 4833257 h 7511142"/>
              <a:gd name="connsiteX61" fmla="*/ 7707086 w 12932229"/>
              <a:gd name="connsiteY61" fmla="*/ 4637314 h 7511142"/>
              <a:gd name="connsiteX62" fmla="*/ 7837715 w 12932229"/>
              <a:gd name="connsiteY62" fmla="*/ 4506685 h 7511142"/>
              <a:gd name="connsiteX63" fmla="*/ 8066315 w 12932229"/>
              <a:gd name="connsiteY63" fmla="*/ 4343400 h 7511142"/>
              <a:gd name="connsiteX64" fmla="*/ 8164286 w 12932229"/>
              <a:gd name="connsiteY64" fmla="*/ 4261757 h 7511142"/>
              <a:gd name="connsiteX65" fmla="*/ 8245929 w 12932229"/>
              <a:gd name="connsiteY65" fmla="*/ 4212771 h 7511142"/>
              <a:gd name="connsiteX66" fmla="*/ 8360229 w 12932229"/>
              <a:gd name="connsiteY66" fmla="*/ 4114800 h 7511142"/>
              <a:gd name="connsiteX67" fmla="*/ 8409215 w 12932229"/>
              <a:gd name="connsiteY67" fmla="*/ 4082142 h 7511142"/>
              <a:gd name="connsiteX68" fmla="*/ 8441872 w 12932229"/>
              <a:gd name="connsiteY68" fmla="*/ 4033157 h 7511142"/>
              <a:gd name="connsiteX69" fmla="*/ 8490858 w 12932229"/>
              <a:gd name="connsiteY69" fmla="*/ 4016828 h 7511142"/>
              <a:gd name="connsiteX70" fmla="*/ 8539843 w 12932229"/>
              <a:gd name="connsiteY70" fmla="*/ 3984171 h 7511142"/>
              <a:gd name="connsiteX71" fmla="*/ 8735786 w 12932229"/>
              <a:gd name="connsiteY71" fmla="*/ 3886200 h 7511142"/>
              <a:gd name="connsiteX72" fmla="*/ 8850086 w 12932229"/>
              <a:gd name="connsiteY72" fmla="*/ 3804557 h 7511142"/>
              <a:gd name="connsiteX73" fmla="*/ 8948058 w 12932229"/>
              <a:gd name="connsiteY73" fmla="*/ 3739242 h 7511142"/>
              <a:gd name="connsiteX74" fmla="*/ 9160329 w 12932229"/>
              <a:gd name="connsiteY74" fmla="*/ 3592285 h 7511142"/>
              <a:gd name="connsiteX75" fmla="*/ 9225643 w 12932229"/>
              <a:gd name="connsiteY75" fmla="*/ 3543300 h 7511142"/>
              <a:gd name="connsiteX76" fmla="*/ 9290958 w 12932229"/>
              <a:gd name="connsiteY76" fmla="*/ 3510642 h 7511142"/>
              <a:gd name="connsiteX77" fmla="*/ 9421586 w 12932229"/>
              <a:gd name="connsiteY77" fmla="*/ 3380014 h 7511142"/>
              <a:gd name="connsiteX78" fmla="*/ 9503229 w 12932229"/>
              <a:gd name="connsiteY78" fmla="*/ 3331028 h 7511142"/>
              <a:gd name="connsiteX79" fmla="*/ 9568543 w 12932229"/>
              <a:gd name="connsiteY79" fmla="*/ 3298371 h 7511142"/>
              <a:gd name="connsiteX80" fmla="*/ 9650186 w 12932229"/>
              <a:gd name="connsiteY80" fmla="*/ 3233057 h 7511142"/>
              <a:gd name="connsiteX81" fmla="*/ 9748158 w 12932229"/>
              <a:gd name="connsiteY81" fmla="*/ 3167742 h 7511142"/>
              <a:gd name="connsiteX82" fmla="*/ 9829800 w 12932229"/>
              <a:gd name="connsiteY82" fmla="*/ 3086100 h 7511142"/>
              <a:gd name="connsiteX83" fmla="*/ 9878786 w 12932229"/>
              <a:gd name="connsiteY83" fmla="*/ 3053442 h 7511142"/>
              <a:gd name="connsiteX84" fmla="*/ 9976758 w 12932229"/>
              <a:gd name="connsiteY84" fmla="*/ 2939142 h 7511142"/>
              <a:gd name="connsiteX85" fmla="*/ 10335986 w 12932229"/>
              <a:gd name="connsiteY85" fmla="*/ 2596242 h 7511142"/>
              <a:gd name="connsiteX86" fmla="*/ 10433958 w 12932229"/>
              <a:gd name="connsiteY86" fmla="*/ 2498271 h 7511142"/>
              <a:gd name="connsiteX87" fmla="*/ 10548258 w 12932229"/>
              <a:gd name="connsiteY87" fmla="*/ 2383971 h 7511142"/>
              <a:gd name="connsiteX88" fmla="*/ 10695215 w 12932229"/>
              <a:gd name="connsiteY88" fmla="*/ 2286000 h 7511142"/>
              <a:gd name="connsiteX89" fmla="*/ 10776858 w 12932229"/>
              <a:gd name="connsiteY89" fmla="*/ 2204357 h 7511142"/>
              <a:gd name="connsiteX90" fmla="*/ 10923815 w 12932229"/>
              <a:gd name="connsiteY90" fmla="*/ 2073728 h 7511142"/>
              <a:gd name="connsiteX91" fmla="*/ 11021786 w 12932229"/>
              <a:gd name="connsiteY91" fmla="*/ 1959428 h 7511142"/>
              <a:gd name="connsiteX92" fmla="*/ 11152415 w 12932229"/>
              <a:gd name="connsiteY92" fmla="*/ 1877785 h 7511142"/>
              <a:gd name="connsiteX93" fmla="*/ 11315700 w 12932229"/>
              <a:gd name="connsiteY93" fmla="*/ 1763485 h 7511142"/>
              <a:gd name="connsiteX94" fmla="*/ 11364686 w 12932229"/>
              <a:gd name="connsiteY94" fmla="*/ 1730828 h 7511142"/>
              <a:gd name="connsiteX95" fmla="*/ 11478986 w 12932229"/>
              <a:gd name="connsiteY95" fmla="*/ 1583871 h 7511142"/>
              <a:gd name="connsiteX96" fmla="*/ 11544300 w 12932229"/>
              <a:gd name="connsiteY96" fmla="*/ 1534885 h 7511142"/>
              <a:gd name="connsiteX97" fmla="*/ 11789229 w 12932229"/>
              <a:gd name="connsiteY97" fmla="*/ 1322614 h 7511142"/>
              <a:gd name="connsiteX98" fmla="*/ 11952515 w 12932229"/>
              <a:gd name="connsiteY98" fmla="*/ 1175657 h 7511142"/>
              <a:gd name="connsiteX99" fmla="*/ 12034158 w 12932229"/>
              <a:gd name="connsiteY99" fmla="*/ 1077685 h 7511142"/>
              <a:gd name="connsiteX100" fmla="*/ 12099472 w 12932229"/>
              <a:gd name="connsiteY100" fmla="*/ 996042 h 7511142"/>
              <a:gd name="connsiteX101" fmla="*/ 12295415 w 12932229"/>
              <a:gd name="connsiteY101" fmla="*/ 800100 h 7511142"/>
              <a:gd name="connsiteX102" fmla="*/ 12360729 w 12932229"/>
              <a:gd name="connsiteY102" fmla="*/ 718457 h 7511142"/>
              <a:gd name="connsiteX103" fmla="*/ 12409715 w 12932229"/>
              <a:gd name="connsiteY103" fmla="*/ 669471 h 7511142"/>
              <a:gd name="connsiteX104" fmla="*/ 12442372 w 12932229"/>
              <a:gd name="connsiteY104" fmla="*/ 620485 h 7511142"/>
              <a:gd name="connsiteX105" fmla="*/ 12491358 w 12932229"/>
              <a:gd name="connsiteY105" fmla="*/ 571500 h 7511142"/>
              <a:gd name="connsiteX106" fmla="*/ 12540343 w 12932229"/>
              <a:gd name="connsiteY106" fmla="*/ 489857 h 7511142"/>
              <a:gd name="connsiteX107" fmla="*/ 12621986 w 12932229"/>
              <a:gd name="connsiteY107" fmla="*/ 375557 h 7511142"/>
              <a:gd name="connsiteX108" fmla="*/ 12719958 w 12932229"/>
              <a:gd name="connsiteY108" fmla="*/ 261257 h 7511142"/>
              <a:gd name="connsiteX109" fmla="*/ 12768943 w 12932229"/>
              <a:gd name="connsiteY109" fmla="*/ 228600 h 7511142"/>
              <a:gd name="connsiteX110" fmla="*/ 12850586 w 12932229"/>
              <a:gd name="connsiteY110" fmla="*/ 97971 h 7511142"/>
              <a:gd name="connsiteX111" fmla="*/ 12899572 w 12932229"/>
              <a:gd name="connsiteY111" fmla="*/ 16328 h 7511142"/>
              <a:gd name="connsiteX112" fmla="*/ 12932229 w 12932229"/>
              <a:gd name="connsiteY112" fmla="*/ 0 h 7511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2932229" h="7511142">
                <a:moveTo>
                  <a:pt x="0" y="7511142"/>
                </a:moveTo>
                <a:cubicBezTo>
                  <a:pt x="70757" y="7505699"/>
                  <a:pt x="142174" y="7505882"/>
                  <a:pt x="212272" y="7494814"/>
                </a:cubicBezTo>
                <a:cubicBezTo>
                  <a:pt x="246274" y="7489445"/>
                  <a:pt x="277586" y="7473043"/>
                  <a:pt x="310243" y="7462157"/>
                </a:cubicBezTo>
                <a:lnTo>
                  <a:pt x="408215" y="7429500"/>
                </a:lnTo>
                <a:cubicBezTo>
                  <a:pt x="424543" y="7424057"/>
                  <a:pt x="440323" y="7416547"/>
                  <a:pt x="457200" y="7413171"/>
                </a:cubicBezTo>
                <a:cubicBezTo>
                  <a:pt x="600930" y="7384424"/>
                  <a:pt x="477605" y="7407520"/>
                  <a:pt x="653143" y="7380514"/>
                </a:cubicBezTo>
                <a:cubicBezTo>
                  <a:pt x="685866" y="7375480"/>
                  <a:pt x="718234" y="7368053"/>
                  <a:pt x="751115" y="7364185"/>
                </a:cubicBezTo>
                <a:cubicBezTo>
                  <a:pt x="810821" y="7357161"/>
                  <a:pt x="870858" y="7353300"/>
                  <a:pt x="930729" y="7347857"/>
                </a:cubicBezTo>
                <a:cubicBezTo>
                  <a:pt x="1180432" y="7297915"/>
                  <a:pt x="787144" y="7374509"/>
                  <a:pt x="1143000" y="7315200"/>
                </a:cubicBezTo>
                <a:cubicBezTo>
                  <a:pt x="1165136" y="7311511"/>
                  <a:pt x="1186179" y="7302560"/>
                  <a:pt x="1208315" y="7298871"/>
                </a:cubicBezTo>
                <a:cubicBezTo>
                  <a:pt x="1251599" y="7291657"/>
                  <a:pt x="1295813" y="7290629"/>
                  <a:pt x="1338943" y="7282542"/>
                </a:cubicBezTo>
                <a:cubicBezTo>
                  <a:pt x="1383057" y="7274271"/>
                  <a:pt x="1425560" y="7258687"/>
                  <a:pt x="1469572" y="7249885"/>
                </a:cubicBezTo>
                <a:lnTo>
                  <a:pt x="1551215" y="7233557"/>
                </a:lnTo>
                <a:cubicBezTo>
                  <a:pt x="1578429" y="7222671"/>
                  <a:pt x="1604422" y="7208009"/>
                  <a:pt x="1632858" y="7200900"/>
                </a:cubicBezTo>
                <a:cubicBezTo>
                  <a:pt x="1670196" y="7191566"/>
                  <a:pt x="1709195" y="7190898"/>
                  <a:pt x="1747158" y="7184571"/>
                </a:cubicBezTo>
                <a:cubicBezTo>
                  <a:pt x="1774533" y="7180008"/>
                  <a:pt x="1801876" y="7174973"/>
                  <a:pt x="1828800" y="7168242"/>
                </a:cubicBezTo>
                <a:cubicBezTo>
                  <a:pt x="1845498" y="7164068"/>
                  <a:pt x="1861236" y="7156642"/>
                  <a:pt x="1877786" y="7151914"/>
                </a:cubicBezTo>
                <a:cubicBezTo>
                  <a:pt x="1899364" y="7145749"/>
                  <a:pt x="1921810" y="7142682"/>
                  <a:pt x="1943100" y="7135585"/>
                </a:cubicBezTo>
                <a:cubicBezTo>
                  <a:pt x="1970907" y="7126316"/>
                  <a:pt x="1996381" y="7110327"/>
                  <a:pt x="2024743" y="7102928"/>
                </a:cubicBezTo>
                <a:cubicBezTo>
                  <a:pt x="2121855" y="7077595"/>
                  <a:pt x="2219662" y="7054114"/>
                  <a:pt x="2318658" y="7037614"/>
                </a:cubicBezTo>
                <a:cubicBezTo>
                  <a:pt x="2494343" y="7008332"/>
                  <a:pt x="2344432" y="7031122"/>
                  <a:pt x="2579915" y="7004957"/>
                </a:cubicBezTo>
                <a:cubicBezTo>
                  <a:pt x="2674842" y="6994410"/>
                  <a:pt x="2731909" y="6985576"/>
                  <a:pt x="2824843" y="6972300"/>
                </a:cubicBezTo>
                <a:cubicBezTo>
                  <a:pt x="2857500" y="6961414"/>
                  <a:pt x="2889604" y="6948700"/>
                  <a:pt x="2922815" y="6939642"/>
                </a:cubicBezTo>
                <a:cubicBezTo>
                  <a:pt x="2988162" y="6921820"/>
                  <a:pt x="3035251" y="6921914"/>
                  <a:pt x="3102429" y="6906985"/>
                </a:cubicBezTo>
                <a:cubicBezTo>
                  <a:pt x="3161564" y="6893844"/>
                  <a:pt x="3154325" y="6882962"/>
                  <a:pt x="3216729" y="6858000"/>
                </a:cubicBezTo>
                <a:cubicBezTo>
                  <a:pt x="3248690" y="6845215"/>
                  <a:pt x="3282924" y="6838582"/>
                  <a:pt x="3314700" y="6825342"/>
                </a:cubicBezTo>
                <a:cubicBezTo>
                  <a:pt x="3348403" y="6811299"/>
                  <a:pt x="3379112" y="6790740"/>
                  <a:pt x="3412672" y="6776357"/>
                </a:cubicBezTo>
                <a:cubicBezTo>
                  <a:pt x="3455416" y="6758038"/>
                  <a:pt x="3501077" y="6746859"/>
                  <a:pt x="3543300" y="6727371"/>
                </a:cubicBezTo>
                <a:cubicBezTo>
                  <a:pt x="3572116" y="6714071"/>
                  <a:pt x="3598168" y="6695424"/>
                  <a:pt x="3624943" y="6678385"/>
                </a:cubicBezTo>
                <a:cubicBezTo>
                  <a:pt x="3658056" y="6657313"/>
                  <a:pt x="3687049" y="6629012"/>
                  <a:pt x="3722915" y="6613071"/>
                </a:cubicBezTo>
                <a:cubicBezTo>
                  <a:pt x="3771901" y="6591300"/>
                  <a:pt x="3820304" y="6568167"/>
                  <a:pt x="3869872" y="6547757"/>
                </a:cubicBezTo>
                <a:cubicBezTo>
                  <a:pt x="3912873" y="6530051"/>
                  <a:pt x="3958277" y="6518259"/>
                  <a:pt x="4000500" y="6498771"/>
                </a:cubicBezTo>
                <a:cubicBezTo>
                  <a:pt x="4167416" y="6421732"/>
                  <a:pt x="4004663" y="6469154"/>
                  <a:pt x="4147458" y="6433457"/>
                </a:cubicBezTo>
                <a:cubicBezTo>
                  <a:pt x="4174672" y="6417128"/>
                  <a:pt x="4201357" y="6399884"/>
                  <a:pt x="4229100" y="6384471"/>
                </a:cubicBezTo>
                <a:cubicBezTo>
                  <a:pt x="4250378" y="6372650"/>
                  <a:pt x="4273281" y="6363891"/>
                  <a:pt x="4294415" y="6351814"/>
                </a:cubicBezTo>
                <a:cubicBezTo>
                  <a:pt x="4311454" y="6342078"/>
                  <a:pt x="4325848" y="6327933"/>
                  <a:pt x="4343400" y="6319157"/>
                </a:cubicBezTo>
                <a:cubicBezTo>
                  <a:pt x="4414788" y="6283463"/>
                  <a:pt x="4446818" y="6284321"/>
                  <a:pt x="4523015" y="6253842"/>
                </a:cubicBezTo>
                <a:cubicBezTo>
                  <a:pt x="4572787" y="6233933"/>
                  <a:pt x="4619779" y="6207350"/>
                  <a:pt x="4669972" y="6188528"/>
                </a:cubicBezTo>
                <a:cubicBezTo>
                  <a:pt x="4707074" y="6174615"/>
                  <a:pt x="4747033" y="6169412"/>
                  <a:pt x="4784272" y="6155871"/>
                </a:cubicBezTo>
                <a:cubicBezTo>
                  <a:pt x="4807148" y="6147553"/>
                  <a:pt x="4826986" y="6132254"/>
                  <a:pt x="4849586" y="6123214"/>
                </a:cubicBezTo>
                <a:cubicBezTo>
                  <a:pt x="4881548" y="6110429"/>
                  <a:pt x="4914901" y="6101443"/>
                  <a:pt x="4947558" y="6090557"/>
                </a:cubicBezTo>
                <a:lnTo>
                  <a:pt x="4996543" y="6074228"/>
                </a:lnTo>
                <a:cubicBezTo>
                  <a:pt x="5012872" y="6068785"/>
                  <a:pt x="5029487" y="6064138"/>
                  <a:pt x="5045529" y="6057900"/>
                </a:cubicBezTo>
                <a:cubicBezTo>
                  <a:pt x="5143500" y="6019800"/>
                  <a:pt x="5239719" y="5976842"/>
                  <a:pt x="5339443" y="5943600"/>
                </a:cubicBezTo>
                <a:cubicBezTo>
                  <a:pt x="5372100" y="5932714"/>
                  <a:pt x="5404443" y="5920834"/>
                  <a:pt x="5437415" y="5910942"/>
                </a:cubicBezTo>
                <a:cubicBezTo>
                  <a:pt x="5469750" y="5901242"/>
                  <a:pt x="5519541" y="5893426"/>
                  <a:pt x="5551715" y="5878285"/>
                </a:cubicBezTo>
                <a:cubicBezTo>
                  <a:pt x="5628800" y="5842009"/>
                  <a:pt x="5703510" y="5800851"/>
                  <a:pt x="5780315" y="5763985"/>
                </a:cubicBezTo>
                <a:cubicBezTo>
                  <a:pt x="5839605" y="5735526"/>
                  <a:pt x="5904159" y="5717198"/>
                  <a:pt x="5959929" y="5682342"/>
                </a:cubicBezTo>
                <a:cubicBezTo>
                  <a:pt x="6067548" y="5615081"/>
                  <a:pt x="6083009" y="5599678"/>
                  <a:pt x="6188529" y="5551714"/>
                </a:cubicBezTo>
                <a:cubicBezTo>
                  <a:pt x="6215212" y="5539585"/>
                  <a:pt x="6244440" y="5533093"/>
                  <a:pt x="6270172" y="5519057"/>
                </a:cubicBezTo>
                <a:cubicBezTo>
                  <a:pt x="6304628" y="5500262"/>
                  <a:pt x="6333038" y="5471294"/>
                  <a:pt x="6368143" y="5453742"/>
                </a:cubicBezTo>
                <a:cubicBezTo>
                  <a:pt x="6587611" y="5344010"/>
                  <a:pt x="6248609" y="5515596"/>
                  <a:pt x="6515100" y="5372100"/>
                </a:cubicBezTo>
                <a:cubicBezTo>
                  <a:pt x="6557964" y="5349020"/>
                  <a:pt x="6602774" y="5329694"/>
                  <a:pt x="6645729" y="5306785"/>
                </a:cubicBezTo>
                <a:cubicBezTo>
                  <a:pt x="6684448" y="5286135"/>
                  <a:pt x="6721197" y="5261909"/>
                  <a:pt x="6760029" y="5241471"/>
                </a:cubicBezTo>
                <a:cubicBezTo>
                  <a:pt x="6824649" y="5207461"/>
                  <a:pt x="6890658" y="5176157"/>
                  <a:pt x="6955972" y="5143500"/>
                </a:cubicBezTo>
                <a:cubicBezTo>
                  <a:pt x="6977743" y="5132614"/>
                  <a:pt x="7001033" y="5124344"/>
                  <a:pt x="7021286" y="5110842"/>
                </a:cubicBezTo>
                <a:cubicBezTo>
                  <a:pt x="7037615" y="5099956"/>
                  <a:pt x="7053233" y="5087921"/>
                  <a:pt x="7070272" y="5078185"/>
                </a:cubicBezTo>
                <a:cubicBezTo>
                  <a:pt x="7091406" y="5066108"/>
                  <a:pt x="7115779" y="5059676"/>
                  <a:pt x="7135586" y="5045528"/>
                </a:cubicBezTo>
                <a:cubicBezTo>
                  <a:pt x="7154377" y="5032106"/>
                  <a:pt x="7165358" y="5009351"/>
                  <a:pt x="7184572" y="4996542"/>
                </a:cubicBezTo>
                <a:cubicBezTo>
                  <a:pt x="7214951" y="4976289"/>
                  <a:pt x="7252164" y="4967810"/>
                  <a:pt x="7282543" y="4947557"/>
                </a:cubicBezTo>
                <a:cubicBezTo>
                  <a:pt x="7334178" y="4913133"/>
                  <a:pt x="7379191" y="4869591"/>
                  <a:pt x="7429500" y="4833257"/>
                </a:cubicBezTo>
                <a:cubicBezTo>
                  <a:pt x="7487175" y="4791603"/>
                  <a:pt x="7653767" y="4690633"/>
                  <a:pt x="7707086" y="4637314"/>
                </a:cubicBezTo>
                <a:cubicBezTo>
                  <a:pt x="7750629" y="4593771"/>
                  <a:pt x="7786478" y="4540843"/>
                  <a:pt x="7837715" y="4506685"/>
                </a:cubicBezTo>
                <a:cubicBezTo>
                  <a:pt x="7945917" y="4434551"/>
                  <a:pt x="7952902" y="4432510"/>
                  <a:pt x="8066315" y="4343400"/>
                </a:cubicBezTo>
                <a:cubicBezTo>
                  <a:pt x="8099741" y="4317136"/>
                  <a:pt x="8129907" y="4286760"/>
                  <a:pt x="8164286" y="4261757"/>
                </a:cubicBezTo>
                <a:cubicBezTo>
                  <a:pt x="8189953" y="4243090"/>
                  <a:pt x="8219522" y="4230376"/>
                  <a:pt x="8245929" y="4212771"/>
                </a:cubicBezTo>
                <a:cubicBezTo>
                  <a:pt x="8368224" y="4131240"/>
                  <a:pt x="8259324" y="4198887"/>
                  <a:pt x="8360229" y="4114800"/>
                </a:cubicBezTo>
                <a:cubicBezTo>
                  <a:pt x="8375305" y="4102237"/>
                  <a:pt x="8392886" y="4093028"/>
                  <a:pt x="8409215" y="4082142"/>
                </a:cubicBezTo>
                <a:cubicBezTo>
                  <a:pt x="8420101" y="4065814"/>
                  <a:pt x="8426548" y="4045416"/>
                  <a:pt x="8441872" y="4033157"/>
                </a:cubicBezTo>
                <a:cubicBezTo>
                  <a:pt x="8455312" y="4022405"/>
                  <a:pt x="8475463" y="4024525"/>
                  <a:pt x="8490858" y="4016828"/>
                </a:cubicBezTo>
                <a:cubicBezTo>
                  <a:pt x="8508410" y="4008052"/>
                  <a:pt x="8522527" y="3993406"/>
                  <a:pt x="8539843" y="3984171"/>
                </a:cubicBezTo>
                <a:cubicBezTo>
                  <a:pt x="8604276" y="3949807"/>
                  <a:pt x="8675027" y="3926707"/>
                  <a:pt x="8735786" y="3886200"/>
                </a:cubicBezTo>
                <a:cubicBezTo>
                  <a:pt x="8807415" y="3838446"/>
                  <a:pt x="8769072" y="3865317"/>
                  <a:pt x="8850086" y="3804557"/>
                </a:cubicBezTo>
                <a:cubicBezTo>
                  <a:pt x="8922555" y="3695853"/>
                  <a:pt x="8832413" y="3807269"/>
                  <a:pt x="8948058" y="3739242"/>
                </a:cubicBezTo>
                <a:cubicBezTo>
                  <a:pt x="9022235" y="3695608"/>
                  <a:pt x="9090022" y="3641914"/>
                  <a:pt x="9160329" y="3592285"/>
                </a:cubicBezTo>
                <a:cubicBezTo>
                  <a:pt x="9182562" y="3576591"/>
                  <a:pt x="9201302" y="3555471"/>
                  <a:pt x="9225643" y="3543300"/>
                </a:cubicBezTo>
                <a:cubicBezTo>
                  <a:pt x="9247415" y="3532414"/>
                  <a:pt x="9272258" y="3526225"/>
                  <a:pt x="9290958" y="3510642"/>
                </a:cubicBezTo>
                <a:cubicBezTo>
                  <a:pt x="9338264" y="3471220"/>
                  <a:pt x="9368783" y="3411696"/>
                  <a:pt x="9421586" y="3380014"/>
                </a:cubicBezTo>
                <a:cubicBezTo>
                  <a:pt x="9448800" y="3363685"/>
                  <a:pt x="9475486" y="3346441"/>
                  <a:pt x="9503229" y="3331028"/>
                </a:cubicBezTo>
                <a:cubicBezTo>
                  <a:pt x="9524507" y="3319207"/>
                  <a:pt x="9548290" y="3311873"/>
                  <a:pt x="9568543" y="3298371"/>
                </a:cubicBezTo>
                <a:cubicBezTo>
                  <a:pt x="9597541" y="3279039"/>
                  <a:pt x="9622001" y="3253556"/>
                  <a:pt x="9650186" y="3233057"/>
                </a:cubicBezTo>
                <a:cubicBezTo>
                  <a:pt x="9681928" y="3209972"/>
                  <a:pt x="9717781" y="3192596"/>
                  <a:pt x="9748158" y="3167742"/>
                </a:cubicBezTo>
                <a:cubicBezTo>
                  <a:pt x="9777945" y="3143371"/>
                  <a:pt x="9800836" y="3111444"/>
                  <a:pt x="9829800" y="3086100"/>
                </a:cubicBezTo>
                <a:cubicBezTo>
                  <a:pt x="9844569" y="3073177"/>
                  <a:pt x="9863886" y="3066214"/>
                  <a:pt x="9878786" y="3053442"/>
                </a:cubicBezTo>
                <a:cubicBezTo>
                  <a:pt x="10151906" y="2819338"/>
                  <a:pt x="9803413" y="3112486"/>
                  <a:pt x="9976758" y="2939142"/>
                </a:cubicBezTo>
                <a:cubicBezTo>
                  <a:pt x="10143412" y="2772489"/>
                  <a:pt x="10136820" y="2861794"/>
                  <a:pt x="10335986" y="2596242"/>
                </a:cubicBezTo>
                <a:cubicBezTo>
                  <a:pt x="10450236" y="2443911"/>
                  <a:pt x="10323757" y="2597452"/>
                  <a:pt x="10433958" y="2498271"/>
                </a:cubicBezTo>
                <a:cubicBezTo>
                  <a:pt x="10474008" y="2462226"/>
                  <a:pt x="10502055" y="2411693"/>
                  <a:pt x="10548258" y="2383971"/>
                </a:cubicBezTo>
                <a:cubicBezTo>
                  <a:pt x="10602374" y="2351501"/>
                  <a:pt x="10648124" y="2327858"/>
                  <a:pt x="10695215" y="2286000"/>
                </a:cubicBezTo>
                <a:cubicBezTo>
                  <a:pt x="10723981" y="2260431"/>
                  <a:pt x="10748380" y="2230246"/>
                  <a:pt x="10776858" y="2204357"/>
                </a:cubicBezTo>
                <a:cubicBezTo>
                  <a:pt x="10822659" y="2162719"/>
                  <a:pt x="10882746" y="2123011"/>
                  <a:pt x="10923815" y="2073728"/>
                </a:cubicBezTo>
                <a:cubicBezTo>
                  <a:pt x="10978667" y="2007905"/>
                  <a:pt x="10934568" y="2024842"/>
                  <a:pt x="11021786" y="1959428"/>
                </a:cubicBezTo>
                <a:cubicBezTo>
                  <a:pt x="11062864" y="1928619"/>
                  <a:pt x="11109691" y="1906268"/>
                  <a:pt x="11152415" y="1877785"/>
                </a:cubicBezTo>
                <a:cubicBezTo>
                  <a:pt x="11377656" y="1727624"/>
                  <a:pt x="11146441" y="1884384"/>
                  <a:pt x="11315700" y="1763485"/>
                </a:cubicBezTo>
                <a:cubicBezTo>
                  <a:pt x="11331669" y="1752078"/>
                  <a:pt x="11349917" y="1743751"/>
                  <a:pt x="11364686" y="1730828"/>
                </a:cubicBezTo>
                <a:cubicBezTo>
                  <a:pt x="11646453" y="1484283"/>
                  <a:pt x="11313434" y="1777016"/>
                  <a:pt x="11478986" y="1583871"/>
                </a:cubicBezTo>
                <a:cubicBezTo>
                  <a:pt x="11496697" y="1563208"/>
                  <a:pt x="11523483" y="1552415"/>
                  <a:pt x="11544300" y="1534885"/>
                </a:cubicBezTo>
                <a:cubicBezTo>
                  <a:pt x="11626939" y="1465294"/>
                  <a:pt x="11712835" y="1399008"/>
                  <a:pt x="11789229" y="1322614"/>
                </a:cubicBezTo>
                <a:cubicBezTo>
                  <a:pt x="11917406" y="1194437"/>
                  <a:pt x="11858697" y="1238202"/>
                  <a:pt x="11952515" y="1175657"/>
                </a:cubicBezTo>
                <a:cubicBezTo>
                  <a:pt x="12019350" y="1075403"/>
                  <a:pt x="11946150" y="1178265"/>
                  <a:pt x="12034158" y="1077685"/>
                </a:cubicBezTo>
                <a:cubicBezTo>
                  <a:pt x="12057108" y="1051457"/>
                  <a:pt x="12075586" y="1021421"/>
                  <a:pt x="12099472" y="996042"/>
                </a:cubicBezTo>
                <a:cubicBezTo>
                  <a:pt x="12162778" y="928780"/>
                  <a:pt x="12237713" y="872228"/>
                  <a:pt x="12295415" y="800100"/>
                </a:cubicBezTo>
                <a:cubicBezTo>
                  <a:pt x="12317186" y="772886"/>
                  <a:pt x="12337779" y="744685"/>
                  <a:pt x="12360729" y="718457"/>
                </a:cubicBezTo>
                <a:cubicBezTo>
                  <a:pt x="12375935" y="701078"/>
                  <a:pt x="12394932" y="687211"/>
                  <a:pt x="12409715" y="669471"/>
                </a:cubicBezTo>
                <a:cubicBezTo>
                  <a:pt x="12422278" y="654395"/>
                  <a:pt x="12429809" y="635561"/>
                  <a:pt x="12442372" y="620485"/>
                </a:cubicBezTo>
                <a:cubicBezTo>
                  <a:pt x="12457155" y="602745"/>
                  <a:pt x="12477503" y="589974"/>
                  <a:pt x="12491358" y="571500"/>
                </a:cubicBezTo>
                <a:cubicBezTo>
                  <a:pt x="12510400" y="546110"/>
                  <a:pt x="12522739" y="516264"/>
                  <a:pt x="12540343" y="489857"/>
                </a:cubicBezTo>
                <a:cubicBezTo>
                  <a:pt x="12566315" y="450899"/>
                  <a:pt x="12593893" y="413014"/>
                  <a:pt x="12621986" y="375557"/>
                </a:cubicBezTo>
                <a:cubicBezTo>
                  <a:pt x="12636571" y="356110"/>
                  <a:pt x="12689313" y="285773"/>
                  <a:pt x="12719958" y="261257"/>
                </a:cubicBezTo>
                <a:cubicBezTo>
                  <a:pt x="12735282" y="248998"/>
                  <a:pt x="12752615" y="239486"/>
                  <a:pt x="12768943" y="228600"/>
                </a:cubicBezTo>
                <a:cubicBezTo>
                  <a:pt x="12796157" y="185057"/>
                  <a:pt x="12824168" y="142001"/>
                  <a:pt x="12850586" y="97971"/>
                </a:cubicBezTo>
                <a:cubicBezTo>
                  <a:pt x="12866915" y="70757"/>
                  <a:pt x="12879254" y="40709"/>
                  <a:pt x="12899572" y="16328"/>
                </a:cubicBezTo>
                <a:cubicBezTo>
                  <a:pt x="12907363" y="6978"/>
                  <a:pt x="12921343" y="5443"/>
                  <a:pt x="12932229" y="0"/>
                </a:cubicBezTo>
              </a:path>
            </a:pathLst>
          </a:cu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28DC5B-B3AE-E782-1C2C-90AEF6009332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4983629" y="9707868"/>
            <a:ext cx="12858321" cy="1980241"/>
          </a:xfrm>
          <a:prstGeom prst="line">
            <a:avLst/>
          </a:prstGeom>
          <a:noFill/>
          <a:ln w="1270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ECA7B86B-BBD6-488B-0474-DD8436B382D5}"/>
                  </a:ext>
                </a:extLst>
              </p:cNvPr>
              <p:cNvSpPr/>
              <p:nvPr/>
            </p:nvSpPr>
            <p:spPr>
              <a:xfrm>
                <a:off x="18344156" y="9103564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ECA7B86B-BBD6-488B-0474-DD8436B38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4156" y="9103564"/>
                <a:ext cx="309506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D588E83-D149-4213-2858-A02F90B3C1BD}"/>
                  </a:ext>
                </a:extLst>
              </p:cNvPr>
              <p:cNvSpPr/>
              <p:nvPr/>
            </p:nvSpPr>
            <p:spPr>
              <a:xfrm>
                <a:off x="18337362" y="3729555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D588E83-D149-4213-2858-A02F90B3C1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7362" y="3729555"/>
                <a:ext cx="3095061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C207DD-7A27-E923-13CC-15A99A7B5024}"/>
              </a:ext>
            </a:extLst>
          </p:cNvPr>
          <p:cNvCxnSpPr>
            <a:cxnSpLocks/>
          </p:cNvCxnSpPr>
          <p:nvPr/>
        </p:nvCxnSpPr>
        <p:spPr>
          <a:xfrm>
            <a:off x="3602813" y="12287679"/>
            <a:ext cx="16598348" cy="0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318FDD91-A3BD-A358-81AA-9F515CBD9938}"/>
                  </a:ext>
                </a:extLst>
              </p:cNvPr>
              <p:cNvSpPr/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318FDD91-A3BD-A358-81AA-9F515CBD99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85CC220-EB01-947B-74E2-5AD509D572CE}"/>
              </a:ext>
            </a:extLst>
          </p:cNvPr>
          <p:cNvSpPr/>
          <p:nvPr/>
        </p:nvSpPr>
        <p:spPr>
          <a:xfrm>
            <a:off x="182222" y="4191360"/>
            <a:ext cx="3316658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Running Time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FD70C40-C693-0EE0-E0B4-8E5E3CA66120}"/>
              </a:ext>
            </a:extLst>
          </p:cNvPr>
          <p:cNvCxnSpPr>
            <a:cxnSpLocks/>
          </p:cNvCxnSpPr>
          <p:nvPr/>
        </p:nvCxnSpPr>
        <p:spPr>
          <a:xfrm flipV="1">
            <a:off x="3602813" y="4177348"/>
            <a:ext cx="0" cy="8110331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D632533-8D19-D469-D5A5-80008636C289}"/>
              </a:ext>
            </a:extLst>
          </p:cNvPr>
          <p:cNvSpPr/>
          <p:nvPr/>
        </p:nvSpPr>
        <p:spPr>
          <a:xfrm>
            <a:off x="6420720" y="1132914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217912A-6197-9A8E-CF69-142FA002C705}"/>
              </a:ext>
            </a:extLst>
          </p:cNvPr>
          <p:cNvSpPr/>
          <p:nvPr/>
        </p:nvSpPr>
        <p:spPr>
          <a:xfrm>
            <a:off x="4983629" y="1156210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EF22C6D-5DAC-DEE6-86BD-8C7377A0A242}"/>
              </a:ext>
            </a:extLst>
          </p:cNvPr>
          <p:cNvSpPr/>
          <p:nvPr/>
        </p:nvSpPr>
        <p:spPr>
          <a:xfrm>
            <a:off x="7857811" y="11102625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F04B0DF-A817-2004-0D28-90565F0C78DA}"/>
              </a:ext>
            </a:extLst>
          </p:cNvPr>
          <p:cNvSpPr/>
          <p:nvPr/>
        </p:nvSpPr>
        <p:spPr>
          <a:xfrm>
            <a:off x="9294902" y="10883680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FA3582-6790-8C16-8915-EC1290BD0AF1}"/>
              </a:ext>
            </a:extLst>
          </p:cNvPr>
          <p:cNvSpPr/>
          <p:nvPr/>
        </p:nvSpPr>
        <p:spPr>
          <a:xfrm>
            <a:off x="10731993" y="1068255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6FD1FD7-CA7F-56A9-FF88-97414BBCAA65}"/>
              </a:ext>
            </a:extLst>
          </p:cNvPr>
          <p:cNvSpPr/>
          <p:nvPr/>
        </p:nvSpPr>
        <p:spPr>
          <a:xfrm>
            <a:off x="12169084" y="10441764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C3FC49-4086-CC16-868B-0B71F28480D5}"/>
              </a:ext>
            </a:extLst>
          </p:cNvPr>
          <p:cNvSpPr/>
          <p:nvPr/>
        </p:nvSpPr>
        <p:spPr>
          <a:xfrm>
            <a:off x="13606175" y="1022383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CC0D42-927F-209C-8023-51D689FE913D}"/>
              </a:ext>
            </a:extLst>
          </p:cNvPr>
          <p:cNvSpPr/>
          <p:nvPr/>
        </p:nvSpPr>
        <p:spPr>
          <a:xfrm>
            <a:off x="15043266" y="1001047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2E0DF5E-21D2-A0C4-CACF-0AB1D1EAD368}"/>
              </a:ext>
            </a:extLst>
          </p:cNvPr>
          <p:cNvSpPr/>
          <p:nvPr/>
        </p:nvSpPr>
        <p:spPr>
          <a:xfrm>
            <a:off x="16480360" y="978339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59662D-6114-91B6-B7E1-CD9626DDEBE2}"/>
              </a:ext>
            </a:extLst>
          </p:cNvPr>
          <p:cNvSpPr/>
          <p:nvPr/>
        </p:nvSpPr>
        <p:spPr>
          <a:xfrm>
            <a:off x="6365725" y="11714907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EEB90C9-70A8-9AFC-01DB-5E12973D1BA0}"/>
              </a:ext>
            </a:extLst>
          </p:cNvPr>
          <p:cNvSpPr/>
          <p:nvPr/>
        </p:nvSpPr>
        <p:spPr>
          <a:xfrm>
            <a:off x="7857810" y="1135090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23C31D8-2D8C-D383-BEF8-3468AAF6C301}"/>
              </a:ext>
            </a:extLst>
          </p:cNvPr>
          <p:cNvSpPr/>
          <p:nvPr/>
        </p:nvSpPr>
        <p:spPr>
          <a:xfrm>
            <a:off x="9294901" y="10693763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86E6DD-F899-88D0-A96B-97AB1607CBDA}"/>
              </a:ext>
            </a:extLst>
          </p:cNvPr>
          <p:cNvSpPr/>
          <p:nvPr/>
        </p:nvSpPr>
        <p:spPr>
          <a:xfrm>
            <a:off x="10691794" y="10167935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0F268C-D5EE-E167-0055-A64419DB58F6}"/>
              </a:ext>
            </a:extLst>
          </p:cNvPr>
          <p:cNvSpPr/>
          <p:nvPr/>
        </p:nvSpPr>
        <p:spPr>
          <a:xfrm>
            <a:off x="12110604" y="9394730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AB05A11-88F3-BE0D-2E84-C5A4CF92365F}"/>
              </a:ext>
            </a:extLst>
          </p:cNvPr>
          <p:cNvSpPr/>
          <p:nvPr/>
        </p:nvSpPr>
        <p:spPr>
          <a:xfrm>
            <a:off x="13606174" y="835946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9ABBAF7-081F-B5E5-D131-E3CA544C5054}"/>
              </a:ext>
            </a:extLst>
          </p:cNvPr>
          <p:cNvSpPr/>
          <p:nvPr/>
        </p:nvSpPr>
        <p:spPr>
          <a:xfrm>
            <a:off x="15043265" y="731368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48B2AA-A985-38F2-9EF2-A11130AFC151}"/>
              </a:ext>
            </a:extLst>
          </p:cNvPr>
          <p:cNvSpPr/>
          <p:nvPr/>
        </p:nvSpPr>
        <p:spPr>
          <a:xfrm>
            <a:off x="16480359" y="6036675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5A69BC4-69F9-9E9B-3C09-98ED53DF6F58}"/>
              </a:ext>
            </a:extLst>
          </p:cNvPr>
          <p:cNvSpPr/>
          <p:nvPr/>
        </p:nvSpPr>
        <p:spPr>
          <a:xfrm>
            <a:off x="4098217" y="4228052"/>
            <a:ext cx="3880855" cy="8036643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173076C-B143-0F14-BBE3-623BC7AA4D88}"/>
              </a:ext>
            </a:extLst>
          </p:cNvPr>
          <p:cNvSpPr/>
          <p:nvPr/>
        </p:nvSpPr>
        <p:spPr>
          <a:xfrm>
            <a:off x="9425638" y="4341140"/>
            <a:ext cx="8883867" cy="7923556"/>
          </a:xfrm>
          <a:prstGeom prst="roundRect">
            <a:avLst/>
          </a:prstGeom>
          <a:solidFill>
            <a:schemeClr val="accent3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8D86CA-2732-B671-7357-4D649F733DEB}"/>
              </a:ext>
            </a:extLst>
          </p:cNvPr>
          <p:cNvSpPr/>
          <p:nvPr/>
        </p:nvSpPr>
        <p:spPr>
          <a:xfrm>
            <a:off x="18666075" y="5763340"/>
            <a:ext cx="95925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rgbClr val="D0CEF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rgbClr val="D0CEF2"/>
                </a:solidFill>
                <a:latin typeface="Bradley Hand" pitchFamily="2" charset="77"/>
              </a:rPr>
              <a:t>c</a:t>
            </a:r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5F860931-D5AC-46D0-BA77-CAC053F6F5B5}"/>
              </a:ext>
            </a:extLst>
          </p:cNvPr>
          <p:cNvSpPr/>
          <p:nvPr/>
        </p:nvSpPr>
        <p:spPr>
          <a:xfrm>
            <a:off x="19756071" y="5822352"/>
            <a:ext cx="764891" cy="796201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rgbClr val="D0CEF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rgbClr val="D0CEF2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CC11C5-A2FB-361E-7A4E-AE286C2D1A43}"/>
              </a:ext>
            </a:extLst>
          </p:cNvPr>
          <p:cNvSpPr/>
          <p:nvPr/>
        </p:nvSpPr>
        <p:spPr>
          <a:xfrm>
            <a:off x="20781187" y="5703998"/>
            <a:ext cx="95925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rgbClr val="D0CEF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rgbClr val="D0CEF2"/>
                </a:solidFill>
                <a:latin typeface="Bradley Hand" pitchFamily="2" charset="77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0D68737-0533-2DFF-A0BE-853C14AAA052}"/>
                  </a:ext>
                </a:extLst>
              </p:cNvPr>
              <p:cNvSpPr/>
              <p:nvPr/>
            </p:nvSpPr>
            <p:spPr>
              <a:xfrm>
                <a:off x="8493740" y="12536351"/>
                <a:ext cx="2321103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=4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0D68737-0533-2DFF-A0BE-853C14AAA0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740" y="12536351"/>
                <a:ext cx="2321103" cy="1032907"/>
              </a:xfrm>
              <a:prstGeom prst="roundRect">
                <a:avLst/>
              </a:prstGeom>
              <a:blipFill>
                <a:blip r:embed="rId6"/>
                <a:stretch>
                  <a:fillRect t="-3448" r="-3723" b="-27586"/>
                </a:stretch>
              </a:blip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0AF9142-1A76-C42D-5C5F-EF329C66F674}"/>
              </a:ext>
            </a:extLst>
          </p:cNvPr>
          <p:cNvSpPr/>
          <p:nvPr/>
        </p:nvSpPr>
        <p:spPr>
          <a:xfrm>
            <a:off x="20793798" y="5693585"/>
            <a:ext cx="95925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rgbClr val="D0CEF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rgbClr val="D0CEF2"/>
                </a:solidFill>
                <a:latin typeface="Bradley Hand" pitchFamily="2" charset="7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67015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B1E2-B866-9D33-1A4C-681AA85E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9D7F31B-F019-64EA-76E2-D669CA573727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9D7F31B-F019-64EA-76E2-D669CA5737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44A83DE7-94E3-FBFE-2B36-F8D76EEE1459}"/>
              </a:ext>
            </a:extLst>
          </p:cNvPr>
          <p:cNvSpPr/>
          <p:nvPr/>
        </p:nvSpPr>
        <p:spPr>
          <a:xfrm>
            <a:off x="4983628" y="1191340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C50207A-DCA5-61D2-5FFC-818D77984FD5}"/>
              </a:ext>
            </a:extLst>
          </p:cNvPr>
          <p:cNvSpPr/>
          <p:nvPr/>
        </p:nvSpPr>
        <p:spPr>
          <a:xfrm>
            <a:off x="5057475" y="4586273"/>
            <a:ext cx="12932229" cy="7511142"/>
          </a:xfrm>
          <a:custGeom>
            <a:avLst/>
            <a:gdLst>
              <a:gd name="connsiteX0" fmla="*/ 0 w 12932229"/>
              <a:gd name="connsiteY0" fmla="*/ 7511142 h 7511142"/>
              <a:gd name="connsiteX1" fmla="*/ 212272 w 12932229"/>
              <a:gd name="connsiteY1" fmla="*/ 7494814 h 7511142"/>
              <a:gd name="connsiteX2" fmla="*/ 310243 w 12932229"/>
              <a:gd name="connsiteY2" fmla="*/ 7462157 h 7511142"/>
              <a:gd name="connsiteX3" fmla="*/ 408215 w 12932229"/>
              <a:gd name="connsiteY3" fmla="*/ 7429500 h 7511142"/>
              <a:gd name="connsiteX4" fmla="*/ 457200 w 12932229"/>
              <a:gd name="connsiteY4" fmla="*/ 7413171 h 7511142"/>
              <a:gd name="connsiteX5" fmla="*/ 653143 w 12932229"/>
              <a:gd name="connsiteY5" fmla="*/ 7380514 h 7511142"/>
              <a:gd name="connsiteX6" fmla="*/ 751115 w 12932229"/>
              <a:gd name="connsiteY6" fmla="*/ 7364185 h 7511142"/>
              <a:gd name="connsiteX7" fmla="*/ 930729 w 12932229"/>
              <a:gd name="connsiteY7" fmla="*/ 7347857 h 7511142"/>
              <a:gd name="connsiteX8" fmla="*/ 1143000 w 12932229"/>
              <a:gd name="connsiteY8" fmla="*/ 7315200 h 7511142"/>
              <a:gd name="connsiteX9" fmla="*/ 1208315 w 12932229"/>
              <a:gd name="connsiteY9" fmla="*/ 7298871 h 7511142"/>
              <a:gd name="connsiteX10" fmla="*/ 1338943 w 12932229"/>
              <a:gd name="connsiteY10" fmla="*/ 7282542 h 7511142"/>
              <a:gd name="connsiteX11" fmla="*/ 1469572 w 12932229"/>
              <a:gd name="connsiteY11" fmla="*/ 7249885 h 7511142"/>
              <a:gd name="connsiteX12" fmla="*/ 1551215 w 12932229"/>
              <a:gd name="connsiteY12" fmla="*/ 7233557 h 7511142"/>
              <a:gd name="connsiteX13" fmla="*/ 1632858 w 12932229"/>
              <a:gd name="connsiteY13" fmla="*/ 7200900 h 7511142"/>
              <a:gd name="connsiteX14" fmla="*/ 1747158 w 12932229"/>
              <a:gd name="connsiteY14" fmla="*/ 7184571 h 7511142"/>
              <a:gd name="connsiteX15" fmla="*/ 1828800 w 12932229"/>
              <a:gd name="connsiteY15" fmla="*/ 7168242 h 7511142"/>
              <a:gd name="connsiteX16" fmla="*/ 1877786 w 12932229"/>
              <a:gd name="connsiteY16" fmla="*/ 7151914 h 7511142"/>
              <a:gd name="connsiteX17" fmla="*/ 1943100 w 12932229"/>
              <a:gd name="connsiteY17" fmla="*/ 7135585 h 7511142"/>
              <a:gd name="connsiteX18" fmla="*/ 2024743 w 12932229"/>
              <a:gd name="connsiteY18" fmla="*/ 7102928 h 7511142"/>
              <a:gd name="connsiteX19" fmla="*/ 2318658 w 12932229"/>
              <a:gd name="connsiteY19" fmla="*/ 7037614 h 7511142"/>
              <a:gd name="connsiteX20" fmla="*/ 2579915 w 12932229"/>
              <a:gd name="connsiteY20" fmla="*/ 7004957 h 7511142"/>
              <a:gd name="connsiteX21" fmla="*/ 2824843 w 12932229"/>
              <a:gd name="connsiteY21" fmla="*/ 6972300 h 7511142"/>
              <a:gd name="connsiteX22" fmla="*/ 2922815 w 12932229"/>
              <a:gd name="connsiteY22" fmla="*/ 6939642 h 7511142"/>
              <a:gd name="connsiteX23" fmla="*/ 3102429 w 12932229"/>
              <a:gd name="connsiteY23" fmla="*/ 6906985 h 7511142"/>
              <a:gd name="connsiteX24" fmla="*/ 3216729 w 12932229"/>
              <a:gd name="connsiteY24" fmla="*/ 6858000 h 7511142"/>
              <a:gd name="connsiteX25" fmla="*/ 3314700 w 12932229"/>
              <a:gd name="connsiteY25" fmla="*/ 6825342 h 7511142"/>
              <a:gd name="connsiteX26" fmla="*/ 3412672 w 12932229"/>
              <a:gd name="connsiteY26" fmla="*/ 6776357 h 7511142"/>
              <a:gd name="connsiteX27" fmla="*/ 3543300 w 12932229"/>
              <a:gd name="connsiteY27" fmla="*/ 6727371 h 7511142"/>
              <a:gd name="connsiteX28" fmla="*/ 3624943 w 12932229"/>
              <a:gd name="connsiteY28" fmla="*/ 6678385 h 7511142"/>
              <a:gd name="connsiteX29" fmla="*/ 3722915 w 12932229"/>
              <a:gd name="connsiteY29" fmla="*/ 6613071 h 7511142"/>
              <a:gd name="connsiteX30" fmla="*/ 3869872 w 12932229"/>
              <a:gd name="connsiteY30" fmla="*/ 6547757 h 7511142"/>
              <a:gd name="connsiteX31" fmla="*/ 4000500 w 12932229"/>
              <a:gd name="connsiteY31" fmla="*/ 6498771 h 7511142"/>
              <a:gd name="connsiteX32" fmla="*/ 4147458 w 12932229"/>
              <a:gd name="connsiteY32" fmla="*/ 6433457 h 7511142"/>
              <a:gd name="connsiteX33" fmla="*/ 4229100 w 12932229"/>
              <a:gd name="connsiteY33" fmla="*/ 6384471 h 7511142"/>
              <a:gd name="connsiteX34" fmla="*/ 4294415 w 12932229"/>
              <a:gd name="connsiteY34" fmla="*/ 6351814 h 7511142"/>
              <a:gd name="connsiteX35" fmla="*/ 4343400 w 12932229"/>
              <a:gd name="connsiteY35" fmla="*/ 6319157 h 7511142"/>
              <a:gd name="connsiteX36" fmla="*/ 4523015 w 12932229"/>
              <a:gd name="connsiteY36" fmla="*/ 6253842 h 7511142"/>
              <a:gd name="connsiteX37" fmla="*/ 4669972 w 12932229"/>
              <a:gd name="connsiteY37" fmla="*/ 6188528 h 7511142"/>
              <a:gd name="connsiteX38" fmla="*/ 4784272 w 12932229"/>
              <a:gd name="connsiteY38" fmla="*/ 6155871 h 7511142"/>
              <a:gd name="connsiteX39" fmla="*/ 4849586 w 12932229"/>
              <a:gd name="connsiteY39" fmla="*/ 6123214 h 7511142"/>
              <a:gd name="connsiteX40" fmla="*/ 4947558 w 12932229"/>
              <a:gd name="connsiteY40" fmla="*/ 6090557 h 7511142"/>
              <a:gd name="connsiteX41" fmla="*/ 4996543 w 12932229"/>
              <a:gd name="connsiteY41" fmla="*/ 6074228 h 7511142"/>
              <a:gd name="connsiteX42" fmla="*/ 5045529 w 12932229"/>
              <a:gd name="connsiteY42" fmla="*/ 6057900 h 7511142"/>
              <a:gd name="connsiteX43" fmla="*/ 5339443 w 12932229"/>
              <a:gd name="connsiteY43" fmla="*/ 5943600 h 7511142"/>
              <a:gd name="connsiteX44" fmla="*/ 5437415 w 12932229"/>
              <a:gd name="connsiteY44" fmla="*/ 5910942 h 7511142"/>
              <a:gd name="connsiteX45" fmla="*/ 5551715 w 12932229"/>
              <a:gd name="connsiteY45" fmla="*/ 5878285 h 7511142"/>
              <a:gd name="connsiteX46" fmla="*/ 5780315 w 12932229"/>
              <a:gd name="connsiteY46" fmla="*/ 5763985 h 7511142"/>
              <a:gd name="connsiteX47" fmla="*/ 5959929 w 12932229"/>
              <a:gd name="connsiteY47" fmla="*/ 5682342 h 7511142"/>
              <a:gd name="connsiteX48" fmla="*/ 6188529 w 12932229"/>
              <a:gd name="connsiteY48" fmla="*/ 5551714 h 7511142"/>
              <a:gd name="connsiteX49" fmla="*/ 6270172 w 12932229"/>
              <a:gd name="connsiteY49" fmla="*/ 5519057 h 7511142"/>
              <a:gd name="connsiteX50" fmla="*/ 6368143 w 12932229"/>
              <a:gd name="connsiteY50" fmla="*/ 5453742 h 7511142"/>
              <a:gd name="connsiteX51" fmla="*/ 6515100 w 12932229"/>
              <a:gd name="connsiteY51" fmla="*/ 5372100 h 7511142"/>
              <a:gd name="connsiteX52" fmla="*/ 6645729 w 12932229"/>
              <a:gd name="connsiteY52" fmla="*/ 5306785 h 7511142"/>
              <a:gd name="connsiteX53" fmla="*/ 6760029 w 12932229"/>
              <a:gd name="connsiteY53" fmla="*/ 5241471 h 7511142"/>
              <a:gd name="connsiteX54" fmla="*/ 6955972 w 12932229"/>
              <a:gd name="connsiteY54" fmla="*/ 5143500 h 7511142"/>
              <a:gd name="connsiteX55" fmla="*/ 7021286 w 12932229"/>
              <a:gd name="connsiteY55" fmla="*/ 5110842 h 7511142"/>
              <a:gd name="connsiteX56" fmla="*/ 7070272 w 12932229"/>
              <a:gd name="connsiteY56" fmla="*/ 5078185 h 7511142"/>
              <a:gd name="connsiteX57" fmla="*/ 7135586 w 12932229"/>
              <a:gd name="connsiteY57" fmla="*/ 5045528 h 7511142"/>
              <a:gd name="connsiteX58" fmla="*/ 7184572 w 12932229"/>
              <a:gd name="connsiteY58" fmla="*/ 4996542 h 7511142"/>
              <a:gd name="connsiteX59" fmla="*/ 7282543 w 12932229"/>
              <a:gd name="connsiteY59" fmla="*/ 4947557 h 7511142"/>
              <a:gd name="connsiteX60" fmla="*/ 7429500 w 12932229"/>
              <a:gd name="connsiteY60" fmla="*/ 4833257 h 7511142"/>
              <a:gd name="connsiteX61" fmla="*/ 7707086 w 12932229"/>
              <a:gd name="connsiteY61" fmla="*/ 4637314 h 7511142"/>
              <a:gd name="connsiteX62" fmla="*/ 7837715 w 12932229"/>
              <a:gd name="connsiteY62" fmla="*/ 4506685 h 7511142"/>
              <a:gd name="connsiteX63" fmla="*/ 8066315 w 12932229"/>
              <a:gd name="connsiteY63" fmla="*/ 4343400 h 7511142"/>
              <a:gd name="connsiteX64" fmla="*/ 8164286 w 12932229"/>
              <a:gd name="connsiteY64" fmla="*/ 4261757 h 7511142"/>
              <a:gd name="connsiteX65" fmla="*/ 8245929 w 12932229"/>
              <a:gd name="connsiteY65" fmla="*/ 4212771 h 7511142"/>
              <a:gd name="connsiteX66" fmla="*/ 8360229 w 12932229"/>
              <a:gd name="connsiteY66" fmla="*/ 4114800 h 7511142"/>
              <a:gd name="connsiteX67" fmla="*/ 8409215 w 12932229"/>
              <a:gd name="connsiteY67" fmla="*/ 4082142 h 7511142"/>
              <a:gd name="connsiteX68" fmla="*/ 8441872 w 12932229"/>
              <a:gd name="connsiteY68" fmla="*/ 4033157 h 7511142"/>
              <a:gd name="connsiteX69" fmla="*/ 8490858 w 12932229"/>
              <a:gd name="connsiteY69" fmla="*/ 4016828 h 7511142"/>
              <a:gd name="connsiteX70" fmla="*/ 8539843 w 12932229"/>
              <a:gd name="connsiteY70" fmla="*/ 3984171 h 7511142"/>
              <a:gd name="connsiteX71" fmla="*/ 8735786 w 12932229"/>
              <a:gd name="connsiteY71" fmla="*/ 3886200 h 7511142"/>
              <a:gd name="connsiteX72" fmla="*/ 8850086 w 12932229"/>
              <a:gd name="connsiteY72" fmla="*/ 3804557 h 7511142"/>
              <a:gd name="connsiteX73" fmla="*/ 8948058 w 12932229"/>
              <a:gd name="connsiteY73" fmla="*/ 3739242 h 7511142"/>
              <a:gd name="connsiteX74" fmla="*/ 9160329 w 12932229"/>
              <a:gd name="connsiteY74" fmla="*/ 3592285 h 7511142"/>
              <a:gd name="connsiteX75" fmla="*/ 9225643 w 12932229"/>
              <a:gd name="connsiteY75" fmla="*/ 3543300 h 7511142"/>
              <a:gd name="connsiteX76" fmla="*/ 9290958 w 12932229"/>
              <a:gd name="connsiteY76" fmla="*/ 3510642 h 7511142"/>
              <a:gd name="connsiteX77" fmla="*/ 9421586 w 12932229"/>
              <a:gd name="connsiteY77" fmla="*/ 3380014 h 7511142"/>
              <a:gd name="connsiteX78" fmla="*/ 9503229 w 12932229"/>
              <a:gd name="connsiteY78" fmla="*/ 3331028 h 7511142"/>
              <a:gd name="connsiteX79" fmla="*/ 9568543 w 12932229"/>
              <a:gd name="connsiteY79" fmla="*/ 3298371 h 7511142"/>
              <a:gd name="connsiteX80" fmla="*/ 9650186 w 12932229"/>
              <a:gd name="connsiteY80" fmla="*/ 3233057 h 7511142"/>
              <a:gd name="connsiteX81" fmla="*/ 9748158 w 12932229"/>
              <a:gd name="connsiteY81" fmla="*/ 3167742 h 7511142"/>
              <a:gd name="connsiteX82" fmla="*/ 9829800 w 12932229"/>
              <a:gd name="connsiteY82" fmla="*/ 3086100 h 7511142"/>
              <a:gd name="connsiteX83" fmla="*/ 9878786 w 12932229"/>
              <a:gd name="connsiteY83" fmla="*/ 3053442 h 7511142"/>
              <a:gd name="connsiteX84" fmla="*/ 9976758 w 12932229"/>
              <a:gd name="connsiteY84" fmla="*/ 2939142 h 7511142"/>
              <a:gd name="connsiteX85" fmla="*/ 10335986 w 12932229"/>
              <a:gd name="connsiteY85" fmla="*/ 2596242 h 7511142"/>
              <a:gd name="connsiteX86" fmla="*/ 10433958 w 12932229"/>
              <a:gd name="connsiteY86" fmla="*/ 2498271 h 7511142"/>
              <a:gd name="connsiteX87" fmla="*/ 10548258 w 12932229"/>
              <a:gd name="connsiteY87" fmla="*/ 2383971 h 7511142"/>
              <a:gd name="connsiteX88" fmla="*/ 10695215 w 12932229"/>
              <a:gd name="connsiteY88" fmla="*/ 2286000 h 7511142"/>
              <a:gd name="connsiteX89" fmla="*/ 10776858 w 12932229"/>
              <a:gd name="connsiteY89" fmla="*/ 2204357 h 7511142"/>
              <a:gd name="connsiteX90" fmla="*/ 10923815 w 12932229"/>
              <a:gd name="connsiteY90" fmla="*/ 2073728 h 7511142"/>
              <a:gd name="connsiteX91" fmla="*/ 11021786 w 12932229"/>
              <a:gd name="connsiteY91" fmla="*/ 1959428 h 7511142"/>
              <a:gd name="connsiteX92" fmla="*/ 11152415 w 12932229"/>
              <a:gd name="connsiteY92" fmla="*/ 1877785 h 7511142"/>
              <a:gd name="connsiteX93" fmla="*/ 11315700 w 12932229"/>
              <a:gd name="connsiteY93" fmla="*/ 1763485 h 7511142"/>
              <a:gd name="connsiteX94" fmla="*/ 11364686 w 12932229"/>
              <a:gd name="connsiteY94" fmla="*/ 1730828 h 7511142"/>
              <a:gd name="connsiteX95" fmla="*/ 11478986 w 12932229"/>
              <a:gd name="connsiteY95" fmla="*/ 1583871 h 7511142"/>
              <a:gd name="connsiteX96" fmla="*/ 11544300 w 12932229"/>
              <a:gd name="connsiteY96" fmla="*/ 1534885 h 7511142"/>
              <a:gd name="connsiteX97" fmla="*/ 11789229 w 12932229"/>
              <a:gd name="connsiteY97" fmla="*/ 1322614 h 7511142"/>
              <a:gd name="connsiteX98" fmla="*/ 11952515 w 12932229"/>
              <a:gd name="connsiteY98" fmla="*/ 1175657 h 7511142"/>
              <a:gd name="connsiteX99" fmla="*/ 12034158 w 12932229"/>
              <a:gd name="connsiteY99" fmla="*/ 1077685 h 7511142"/>
              <a:gd name="connsiteX100" fmla="*/ 12099472 w 12932229"/>
              <a:gd name="connsiteY100" fmla="*/ 996042 h 7511142"/>
              <a:gd name="connsiteX101" fmla="*/ 12295415 w 12932229"/>
              <a:gd name="connsiteY101" fmla="*/ 800100 h 7511142"/>
              <a:gd name="connsiteX102" fmla="*/ 12360729 w 12932229"/>
              <a:gd name="connsiteY102" fmla="*/ 718457 h 7511142"/>
              <a:gd name="connsiteX103" fmla="*/ 12409715 w 12932229"/>
              <a:gd name="connsiteY103" fmla="*/ 669471 h 7511142"/>
              <a:gd name="connsiteX104" fmla="*/ 12442372 w 12932229"/>
              <a:gd name="connsiteY104" fmla="*/ 620485 h 7511142"/>
              <a:gd name="connsiteX105" fmla="*/ 12491358 w 12932229"/>
              <a:gd name="connsiteY105" fmla="*/ 571500 h 7511142"/>
              <a:gd name="connsiteX106" fmla="*/ 12540343 w 12932229"/>
              <a:gd name="connsiteY106" fmla="*/ 489857 h 7511142"/>
              <a:gd name="connsiteX107" fmla="*/ 12621986 w 12932229"/>
              <a:gd name="connsiteY107" fmla="*/ 375557 h 7511142"/>
              <a:gd name="connsiteX108" fmla="*/ 12719958 w 12932229"/>
              <a:gd name="connsiteY108" fmla="*/ 261257 h 7511142"/>
              <a:gd name="connsiteX109" fmla="*/ 12768943 w 12932229"/>
              <a:gd name="connsiteY109" fmla="*/ 228600 h 7511142"/>
              <a:gd name="connsiteX110" fmla="*/ 12850586 w 12932229"/>
              <a:gd name="connsiteY110" fmla="*/ 97971 h 7511142"/>
              <a:gd name="connsiteX111" fmla="*/ 12899572 w 12932229"/>
              <a:gd name="connsiteY111" fmla="*/ 16328 h 7511142"/>
              <a:gd name="connsiteX112" fmla="*/ 12932229 w 12932229"/>
              <a:gd name="connsiteY112" fmla="*/ 0 h 7511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2932229" h="7511142">
                <a:moveTo>
                  <a:pt x="0" y="7511142"/>
                </a:moveTo>
                <a:cubicBezTo>
                  <a:pt x="70757" y="7505699"/>
                  <a:pt x="142174" y="7505882"/>
                  <a:pt x="212272" y="7494814"/>
                </a:cubicBezTo>
                <a:cubicBezTo>
                  <a:pt x="246274" y="7489445"/>
                  <a:pt x="277586" y="7473043"/>
                  <a:pt x="310243" y="7462157"/>
                </a:cubicBezTo>
                <a:lnTo>
                  <a:pt x="408215" y="7429500"/>
                </a:lnTo>
                <a:cubicBezTo>
                  <a:pt x="424543" y="7424057"/>
                  <a:pt x="440323" y="7416547"/>
                  <a:pt x="457200" y="7413171"/>
                </a:cubicBezTo>
                <a:cubicBezTo>
                  <a:pt x="600930" y="7384424"/>
                  <a:pt x="477605" y="7407520"/>
                  <a:pt x="653143" y="7380514"/>
                </a:cubicBezTo>
                <a:cubicBezTo>
                  <a:pt x="685866" y="7375480"/>
                  <a:pt x="718234" y="7368053"/>
                  <a:pt x="751115" y="7364185"/>
                </a:cubicBezTo>
                <a:cubicBezTo>
                  <a:pt x="810821" y="7357161"/>
                  <a:pt x="870858" y="7353300"/>
                  <a:pt x="930729" y="7347857"/>
                </a:cubicBezTo>
                <a:cubicBezTo>
                  <a:pt x="1180432" y="7297915"/>
                  <a:pt x="787144" y="7374509"/>
                  <a:pt x="1143000" y="7315200"/>
                </a:cubicBezTo>
                <a:cubicBezTo>
                  <a:pt x="1165136" y="7311511"/>
                  <a:pt x="1186179" y="7302560"/>
                  <a:pt x="1208315" y="7298871"/>
                </a:cubicBezTo>
                <a:cubicBezTo>
                  <a:pt x="1251599" y="7291657"/>
                  <a:pt x="1295813" y="7290629"/>
                  <a:pt x="1338943" y="7282542"/>
                </a:cubicBezTo>
                <a:cubicBezTo>
                  <a:pt x="1383057" y="7274271"/>
                  <a:pt x="1425560" y="7258687"/>
                  <a:pt x="1469572" y="7249885"/>
                </a:cubicBezTo>
                <a:lnTo>
                  <a:pt x="1551215" y="7233557"/>
                </a:lnTo>
                <a:cubicBezTo>
                  <a:pt x="1578429" y="7222671"/>
                  <a:pt x="1604422" y="7208009"/>
                  <a:pt x="1632858" y="7200900"/>
                </a:cubicBezTo>
                <a:cubicBezTo>
                  <a:pt x="1670196" y="7191566"/>
                  <a:pt x="1709195" y="7190898"/>
                  <a:pt x="1747158" y="7184571"/>
                </a:cubicBezTo>
                <a:cubicBezTo>
                  <a:pt x="1774533" y="7180008"/>
                  <a:pt x="1801876" y="7174973"/>
                  <a:pt x="1828800" y="7168242"/>
                </a:cubicBezTo>
                <a:cubicBezTo>
                  <a:pt x="1845498" y="7164068"/>
                  <a:pt x="1861236" y="7156642"/>
                  <a:pt x="1877786" y="7151914"/>
                </a:cubicBezTo>
                <a:cubicBezTo>
                  <a:pt x="1899364" y="7145749"/>
                  <a:pt x="1921810" y="7142682"/>
                  <a:pt x="1943100" y="7135585"/>
                </a:cubicBezTo>
                <a:cubicBezTo>
                  <a:pt x="1970907" y="7126316"/>
                  <a:pt x="1996381" y="7110327"/>
                  <a:pt x="2024743" y="7102928"/>
                </a:cubicBezTo>
                <a:cubicBezTo>
                  <a:pt x="2121855" y="7077595"/>
                  <a:pt x="2219662" y="7054114"/>
                  <a:pt x="2318658" y="7037614"/>
                </a:cubicBezTo>
                <a:cubicBezTo>
                  <a:pt x="2494343" y="7008332"/>
                  <a:pt x="2344432" y="7031122"/>
                  <a:pt x="2579915" y="7004957"/>
                </a:cubicBezTo>
                <a:cubicBezTo>
                  <a:pt x="2674842" y="6994410"/>
                  <a:pt x="2731909" y="6985576"/>
                  <a:pt x="2824843" y="6972300"/>
                </a:cubicBezTo>
                <a:cubicBezTo>
                  <a:pt x="2857500" y="6961414"/>
                  <a:pt x="2889604" y="6948700"/>
                  <a:pt x="2922815" y="6939642"/>
                </a:cubicBezTo>
                <a:cubicBezTo>
                  <a:pt x="2988162" y="6921820"/>
                  <a:pt x="3035251" y="6921914"/>
                  <a:pt x="3102429" y="6906985"/>
                </a:cubicBezTo>
                <a:cubicBezTo>
                  <a:pt x="3161564" y="6893844"/>
                  <a:pt x="3154325" y="6882962"/>
                  <a:pt x="3216729" y="6858000"/>
                </a:cubicBezTo>
                <a:cubicBezTo>
                  <a:pt x="3248690" y="6845215"/>
                  <a:pt x="3282924" y="6838582"/>
                  <a:pt x="3314700" y="6825342"/>
                </a:cubicBezTo>
                <a:cubicBezTo>
                  <a:pt x="3348403" y="6811299"/>
                  <a:pt x="3379112" y="6790740"/>
                  <a:pt x="3412672" y="6776357"/>
                </a:cubicBezTo>
                <a:cubicBezTo>
                  <a:pt x="3455416" y="6758038"/>
                  <a:pt x="3501077" y="6746859"/>
                  <a:pt x="3543300" y="6727371"/>
                </a:cubicBezTo>
                <a:cubicBezTo>
                  <a:pt x="3572116" y="6714071"/>
                  <a:pt x="3598168" y="6695424"/>
                  <a:pt x="3624943" y="6678385"/>
                </a:cubicBezTo>
                <a:cubicBezTo>
                  <a:pt x="3658056" y="6657313"/>
                  <a:pt x="3687049" y="6629012"/>
                  <a:pt x="3722915" y="6613071"/>
                </a:cubicBezTo>
                <a:cubicBezTo>
                  <a:pt x="3771901" y="6591300"/>
                  <a:pt x="3820304" y="6568167"/>
                  <a:pt x="3869872" y="6547757"/>
                </a:cubicBezTo>
                <a:cubicBezTo>
                  <a:pt x="3912873" y="6530051"/>
                  <a:pt x="3958277" y="6518259"/>
                  <a:pt x="4000500" y="6498771"/>
                </a:cubicBezTo>
                <a:cubicBezTo>
                  <a:pt x="4167416" y="6421732"/>
                  <a:pt x="4004663" y="6469154"/>
                  <a:pt x="4147458" y="6433457"/>
                </a:cubicBezTo>
                <a:cubicBezTo>
                  <a:pt x="4174672" y="6417128"/>
                  <a:pt x="4201357" y="6399884"/>
                  <a:pt x="4229100" y="6384471"/>
                </a:cubicBezTo>
                <a:cubicBezTo>
                  <a:pt x="4250378" y="6372650"/>
                  <a:pt x="4273281" y="6363891"/>
                  <a:pt x="4294415" y="6351814"/>
                </a:cubicBezTo>
                <a:cubicBezTo>
                  <a:pt x="4311454" y="6342078"/>
                  <a:pt x="4325848" y="6327933"/>
                  <a:pt x="4343400" y="6319157"/>
                </a:cubicBezTo>
                <a:cubicBezTo>
                  <a:pt x="4414788" y="6283463"/>
                  <a:pt x="4446818" y="6284321"/>
                  <a:pt x="4523015" y="6253842"/>
                </a:cubicBezTo>
                <a:cubicBezTo>
                  <a:pt x="4572787" y="6233933"/>
                  <a:pt x="4619779" y="6207350"/>
                  <a:pt x="4669972" y="6188528"/>
                </a:cubicBezTo>
                <a:cubicBezTo>
                  <a:pt x="4707074" y="6174615"/>
                  <a:pt x="4747033" y="6169412"/>
                  <a:pt x="4784272" y="6155871"/>
                </a:cubicBezTo>
                <a:cubicBezTo>
                  <a:pt x="4807148" y="6147553"/>
                  <a:pt x="4826986" y="6132254"/>
                  <a:pt x="4849586" y="6123214"/>
                </a:cubicBezTo>
                <a:cubicBezTo>
                  <a:pt x="4881548" y="6110429"/>
                  <a:pt x="4914901" y="6101443"/>
                  <a:pt x="4947558" y="6090557"/>
                </a:cubicBezTo>
                <a:lnTo>
                  <a:pt x="4996543" y="6074228"/>
                </a:lnTo>
                <a:cubicBezTo>
                  <a:pt x="5012872" y="6068785"/>
                  <a:pt x="5029487" y="6064138"/>
                  <a:pt x="5045529" y="6057900"/>
                </a:cubicBezTo>
                <a:cubicBezTo>
                  <a:pt x="5143500" y="6019800"/>
                  <a:pt x="5239719" y="5976842"/>
                  <a:pt x="5339443" y="5943600"/>
                </a:cubicBezTo>
                <a:cubicBezTo>
                  <a:pt x="5372100" y="5932714"/>
                  <a:pt x="5404443" y="5920834"/>
                  <a:pt x="5437415" y="5910942"/>
                </a:cubicBezTo>
                <a:cubicBezTo>
                  <a:pt x="5469750" y="5901242"/>
                  <a:pt x="5519541" y="5893426"/>
                  <a:pt x="5551715" y="5878285"/>
                </a:cubicBezTo>
                <a:cubicBezTo>
                  <a:pt x="5628800" y="5842009"/>
                  <a:pt x="5703510" y="5800851"/>
                  <a:pt x="5780315" y="5763985"/>
                </a:cubicBezTo>
                <a:cubicBezTo>
                  <a:pt x="5839605" y="5735526"/>
                  <a:pt x="5904159" y="5717198"/>
                  <a:pt x="5959929" y="5682342"/>
                </a:cubicBezTo>
                <a:cubicBezTo>
                  <a:pt x="6067548" y="5615081"/>
                  <a:pt x="6083009" y="5599678"/>
                  <a:pt x="6188529" y="5551714"/>
                </a:cubicBezTo>
                <a:cubicBezTo>
                  <a:pt x="6215212" y="5539585"/>
                  <a:pt x="6244440" y="5533093"/>
                  <a:pt x="6270172" y="5519057"/>
                </a:cubicBezTo>
                <a:cubicBezTo>
                  <a:pt x="6304628" y="5500262"/>
                  <a:pt x="6333038" y="5471294"/>
                  <a:pt x="6368143" y="5453742"/>
                </a:cubicBezTo>
                <a:cubicBezTo>
                  <a:pt x="6587611" y="5344010"/>
                  <a:pt x="6248609" y="5515596"/>
                  <a:pt x="6515100" y="5372100"/>
                </a:cubicBezTo>
                <a:cubicBezTo>
                  <a:pt x="6557964" y="5349020"/>
                  <a:pt x="6602774" y="5329694"/>
                  <a:pt x="6645729" y="5306785"/>
                </a:cubicBezTo>
                <a:cubicBezTo>
                  <a:pt x="6684448" y="5286135"/>
                  <a:pt x="6721197" y="5261909"/>
                  <a:pt x="6760029" y="5241471"/>
                </a:cubicBezTo>
                <a:cubicBezTo>
                  <a:pt x="6824649" y="5207461"/>
                  <a:pt x="6890658" y="5176157"/>
                  <a:pt x="6955972" y="5143500"/>
                </a:cubicBezTo>
                <a:cubicBezTo>
                  <a:pt x="6977743" y="5132614"/>
                  <a:pt x="7001033" y="5124344"/>
                  <a:pt x="7021286" y="5110842"/>
                </a:cubicBezTo>
                <a:cubicBezTo>
                  <a:pt x="7037615" y="5099956"/>
                  <a:pt x="7053233" y="5087921"/>
                  <a:pt x="7070272" y="5078185"/>
                </a:cubicBezTo>
                <a:cubicBezTo>
                  <a:pt x="7091406" y="5066108"/>
                  <a:pt x="7115779" y="5059676"/>
                  <a:pt x="7135586" y="5045528"/>
                </a:cubicBezTo>
                <a:cubicBezTo>
                  <a:pt x="7154377" y="5032106"/>
                  <a:pt x="7165358" y="5009351"/>
                  <a:pt x="7184572" y="4996542"/>
                </a:cubicBezTo>
                <a:cubicBezTo>
                  <a:pt x="7214951" y="4976289"/>
                  <a:pt x="7252164" y="4967810"/>
                  <a:pt x="7282543" y="4947557"/>
                </a:cubicBezTo>
                <a:cubicBezTo>
                  <a:pt x="7334178" y="4913133"/>
                  <a:pt x="7379191" y="4869591"/>
                  <a:pt x="7429500" y="4833257"/>
                </a:cubicBezTo>
                <a:cubicBezTo>
                  <a:pt x="7487175" y="4791603"/>
                  <a:pt x="7653767" y="4690633"/>
                  <a:pt x="7707086" y="4637314"/>
                </a:cubicBezTo>
                <a:cubicBezTo>
                  <a:pt x="7750629" y="4593771"/>
                  <a:pt x="7786478" y="4540843"/>
                  <a:pt x="7837715" y="4506685"/>
                </a:cubicBezTo>
                <a:cubicBezTo>
                  <a:pt x="7945917" y="4434551"/>
                  <a:pt x="7952902" y="4432510"/>
                  <a:pt x="8066315" y="4343400"/>
                </a:cubicBezTo>
                <a:cubicBezTo>
                  <a:pt x="8099741" y="4317136"/>
                  <a:pt x="8129907" y="4286760"/>
                  <a:pt x="8164286" y="4261757"/>
                </a:cubicBezTo>
                <a:cubicBezTo>
                  <a:pt x="8189953" y="4243090"/>
                  <a:pt x="8219522" y="4230376"/>
                  <a:pt x="8245929" y="4212771"/>
                </a:cubicBezTo>
                <a:cubicBezTo>
                  <a:pt x="8368224" y="4131240"/>
                  <a:pt x="8259324" y="4198887"/>
                  <a:pt x="8360229" y="4114800"/>
                </a:cubicBezTo>
                <a:cubicBezTo>
                  <a:pt x="8375305" y="4102237"/>
                  <a:pt x="8392886" y="4093028"/>
                  <a:pt x="8409215" y="4082142"/>
                </a:cubicBezTo>
                <a:cubicBezTo>
                  <a:pt x="8420101" y="4065814"/>
                  <a:pt x="8426548" y="4045416"/>
                  <a:pt x="8441872" y="4033157"/>
                </a:cubicBezTo>
                <a:cubicBezTo>
                  <a:pt x="8455312" y="4022405"/>
                  <a:pt x="8475463" y="4024525"/>
                  <a:pt x="8490858" y="4016828"/>
                </a:cubicBezTo>
                <a:cubicBezTo>
                  <a:pt x="8508410" y="4008052"/>
                  <a:pt x="8522527" y="3993406"/>
                  <a:pt x="8539843" y="3984171"/>
                </a:cubicBezTo>
                <a:cubicBezTo>
                  <a:pt x="8604276" y="3949807"/>
                  <a:pt x="8675027" y="3926707"/>
                  <a:pt x="8735786" y="3886200"/>
                </a:cubicBezTo>
                <a:cubicBezTo>
                  <a:pt x="8807415" y="3838446"/>
                  <a:pt x="8769072" y="3865317"/>
                  <a:pt x="8850086" y="3804557"/>
                </a:cubicBezTo>
                <a:cubicBezTo>
                  <a:pt x="8922555" y="3695853"/>
                  <a:pt x="8832413" y="3807269"/>
                  <a:pt x="8948058" y="3739242"/>
                </a:cubicBezTo>
                <a:cubicBezTo>
                  <a:pt x="9022235" y="3695608"/>
                  <a:pt x="9090022" y="3641914"/>
                  <a:pt x="9160329" y="3592285"/>
                </a:cubicBezTo>
                <a:cubicBezTo>
                  <a:pt x="9182562" y="3576591"/>
                  <a:pt x="9201302" y="3555471"/>
                  <a:pt x="9225643" y="3543300"/>
                </a:cubicBezTo>
                <a:cubicBezTo>
                  <a:pt x="9247415" y="3532414"/>
                  <a:pt x="9272258" y="3526225"/>
                  <a:pt x="9290958" y="3510642"/>
                </a:cubicBezTo>
                <a:cubicBezTo>
                  <a:pt x="9338264" y="3471220"/>
                  <a:pt x="9368783" y="3411696"/>
                  <a:pt x="9421586" y="3380014"/>
                </a:cubicBezTo>
                <a:cubicBezTo>
                  <a:pt x="9448800" y="3363685"/>
                  <a:pt x="9475486" y="3346441"/>
                  <a:pt x="9503229" y="3331028"/>
                </a:cubicBezTo>
                <a:cubicBezTo>
                  <a:pt x="9524507" y="3319207"/>
                  <a:pt x="9548290" y="3311873"/>
                  <a:pt x="9568543" y="3298371"/>
                </a:cubicBezTo>
                <a:cubicBezTo>
                  <a:pt x="9597541" y="3279039"/>
                  <a:pt x="9622001" y="3253556"/>
                  <a:pt x="9650186" y="3233057"/>
                </a:cubicBezTo>
                <a:cubicBezTo>
                  <a:pt x="9681928" y="3209972"/>
                  <a:pt x="9717781" y="3192596"/>
                  <a:pt x="9748158" y="3167742"/>
                </a:cubicBezTo>
                <a:cubicBezTo>
                  <a:pt x="9777945" y="3143371"/>
                  <a:pt x="9800836" y="3111444"/>
                  <a:pt x="9829800" y="3086100"/>
                </a:cubicBezTo>
                <a:cubicBezTo>
                  <a:pt x="9844569" y="3073177"/>
                  <a:pt x="9863886" y="3066214"/>
                  <a:pt x="9878786" y="3053442"/>
                </a:cubicBezTo>
                <a:cubicBezTo>
                  <a:pt x="10151906" y="2819338"/>
                  <a:pt x="9803413" y="3112486"/>
                  <a:pt x="9976758" y="2939142"/>
                </a:cubicBezTo>
                <a:cubicBezTo>
                  <a:pt x="10143412" y="2772489"/>
                  <a:pt x="10136820" y="2861794"/>
                  <a:pt x="10335986" y="2596242"/>
                </a:cubicBezTo>
                <a:cubicBezTo>
                  <a:pt x="10450236" y="2443911"/>
                  <a:pt x="10323757" y="2597452"/>
                  <a:pt x="10433958" y="2498271"/>
                </a:cubicBezTo>
                <a:cubicBezTo>
                  <a:pt x="10474008" y="2462226"/>
                  <a:pt x="10502055" y="2411693"/>
                  <a:pt x="10548258" y="2383971"/>
                </a:cubicBezTo>
                <a:cubicBezTo>
                  <a:pt x="10602374" y="2351501"/>
                  <a:pt x="10648124" y="2327858"/>
                  <a:pt x="10695215" y="2286000"/>
                </a:cubicBezTo>
                <a:cubicBezTo>
                  <a:pt x="10723981" y="2260431"/>
                  <a:pt x="10748380" y="2230246"/>
                  <a:pt x="10776858" y="2204357"/>
                </a:cubicBezTo>
                <a:cubicBezTo>
                  <a:pt x="10822659" y="2162719"/>
                  <a:pt x="10882746" y="2123011"/>
                  <a:pt x="10923815" y="2073728"/>
                </a:cubicBezTo>
                <a:cubicBezTo>
                  <a:pt x="10978667" y="2007905"/>
                  <a:pt x="10934568" y="2024842"/>
                  <a:pt x="11021786" y="1959428"/>
                </a:cubicBezTo>
                <a:cubicBezTo>
                  <a:pt x="11062864" y="1928619"/>
                  <a:pt x="11109691" y="1906268"/>
                  <a:pt x="11152415" y="1877785"/>
                </a:cubicBezTo>
                <a:cubicBezTo>
                  <a:pt x="11377656" y="1727624"/>
                  <a:pt x="11146441" y="1884384"/>
                  <a:pt x="11315700" y="1763485"/>
                </a:cubicBezTo>
                <a:cubicBezTo>
                  <a:pt x="11331669" y="1752078"/>
                  <a:pt x="11349917" y="1743751"/>
                  <a:pt x="11364686" y="1730828"/>
                </a:cubicBezTo>
                <a:cubicBezTo>
                  <a:pt x="11646453" y="1484283"/>
                  <a:pt x="11313434" y="1777016"/>
                  <a:pt x="11478986" y="1583871"/>
                </a:cubicBezTo>
                <a:cubicBezTo>
                  <a:pt x="11496697" y="1563208"/>
                  <a:pt x="11523483" y="1552415"/>
                  <a:pt x="11544300" y="1534885"/>
                </a:cubicBezTo>
                <a:cubicBezTo>
                  <a:pt x="11626939" y="1465294"/>
                  <a:pt x="11712835" y="1399008"/>
                  <a:pt x="11789229" y="1322614"/>
                </a:cubicBezTo>
                <a:cubicBezTo>
                  <a:pt x="11917406" y="1194437"/>
                  <a:pt x="11858697" y="1238202"/>
                  <a:pt x="11952515" y="1175657"/>
                </a:cubicBezTo>
                <a:cubicBezTo>
                  <a:pt x="12019350" y="1075403"/>
                  <a:pt x="11946150" y="1178265"/>
                  <a:pt x="12034158" y="1077685"/>
                </a:cubicBezTo>
                <a:cubicBezTo>
                  <a:pt x="12057108" y="1051457"/>
                  <a:pt x="12075586" y="1021421"/>
                  <a:pt x="12099472" y="996042"/>
                </a:cubicBezTo>
                <a:cubicBezTo>
                  <a:pt x="12162778" y="928780"/>
                  <a:pt x="12237713" y="872228"/>
                  <a:pt x="12295415" y="800100"/>
                </a:cubicBezTo>
                <a:cubicBezTo>
                  <a:pt x="12317186" y="772886"/>
                  <a:pt x="12337779" y="744685"/>
                  <a:pt x="12360729" y="718457"/>
                </a:cubicBezTo>
                <a:cubicBezTo>
                  <a:pt x="12375935" y="701078"/>
                  <a:pt x="12394932" y="687211"/>
                  <a:pt x="12409715" y="669471"/>
                </a:cubicBezTo>
                <a:cubicBezTo>
                  <a:pt x="12422278" y="654395"/>
                  <a:pt x="12429809" y="635561"/>
                  <a:pt x="12442372" y="620485"/>
                </a:cubicBezTo>
                <a:cubicBezTo>
                  <a:pt x="12457155" y="602745"/>
                  <a:pt x="12477503" y="589974"/>
                  <a:pt x="12491358" y="571500"/>
                </a:cubicBezTo>
                <a:cubicBezTo>
                  <a:pt x="12510400" y="546110"/>
                  <a:pt x="12522739" y="516264"/>
                  <a:pt x="12540343" y="489857"/>
                </a:cubicBezTo>
                <a:cubicBezTo>
                  <a:pt x="12566315" y="450899"/>
                  <a:pt x="12593893" y="413014"/>
                  <a:pt x="12621986" y="375557"/>
                </a:cubicBezTo>
                <a:cubicBezTo>
                  <a:pt x="12636571" y="356110"/>
                  <a:pt x="12689313" y="285773"/>
                  <a:pt x="12719958" y="261257"/>
                </a:cubicBezTo>
                <a:cubicBezTo>
                  <a:pt x="12735282" y="248998"/>
                  <a:pt x="12752615" y="239486"/>
                  <a:pt x="12768943" y="228600"/>
                </a:cubicBezTo>
                <a:cubicBezTo>
                  <a:pt x="12796157" y="185057"/>
                  <a:pt x="12824168" y="142001"/>
                  <a:pt x="12850586" y="97971"/>
                </a:cubicBezTo>
                <a:cubicBezTo>
                  <a:pt x="12866915" y="70757"/>
                  <a:pt x="12879254" y="40709"/>
                  <a:pt x="12899572" y="16328"/>
                </a:cubicBezTo>
                <a:cubicBezTo>
                  <a:pt x="12907363" y="6978"/>
                  <a:pt x="12921343" y="5443"/>
                  <a:pt x="12932229" y="0"/>
                </a:cubicBezTo>
              </a:path>
            </a:pathLst>
          </a:cu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9495EE-1050-4B4A-5C65-7F5909BCFC81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4983629" y="9707868"/>
            <a:ext cx="12858321" cy="1980241"/>
          </a:xfrm>
          <a:prstGeom prst="line">
            <a:avLst/>
          </a:prstGeom>
          <a:noFill/>
          <a:ln w="1270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7570C16D-07A9-2C5D-4FFD-59150F9E9B6A}"/>
                  </a:ext>
                </a:extLst>
              </p:cNvPr>
              <p:cNvSpPr/>
              <p:nvPr/>
            </p:nvSpPr>
            <p:spPr>
              <a:xfrm>
                <a:off x="18344156" y="9103564"/>
                <a:ext cx="30950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7570C16D-07A9-2C5D-4FFD-59150F9E9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4156" y="9103564"/>
                <a:ext cx="309506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5BAB55F-D712-7EA3-0239-8F7454D75289}"/>
                  </a:ext>
                </a:extLst>
              </p:cNvPr>
              <p:cNvSpPr/>
              <p:nvPr/>
            </p:nvSpPr>
            <p:spPr>
              <a:xfrm>
                <a:off x="18337361" y="3729555"/>
                <a:ext cx="4879477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b="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smtClean="0"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0" smtClean="0"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540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5400" b="0" i="0" smtClean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5BAB55F-D712-7EA3-0239-8F7454D752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7361" y="3729555"/>
                <a:ext cx="4879477" cy="1032907"/>
              </a:xfrm>
              <a:prstGeom prst="roundRect">
                <a:avLst/>
              </a:prstGeom>
              <a:blipFill>
                <a:blip r:embed="rId4"/>
                <a:stretch>
                  <a:fillRect t="-13793" b="-28736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9B082C-2CB8-77AF-4617-B59B2D01858B}"/>
              </a:ext>
            </a:extLst>
          </p:cNvPr>
          <p:cNvCxnSpPr>
            <a:cxnSpLocks/>
          </p:cNvCxnSpPr>
          <p:nvPr/>
        </p:nvCxnSpPr>
        <p:spPr>
          <a:xfrm>
            <a:off x="3602813" y="12287679"/>
            <a:ext cx="16598348" cy="0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F01779F9-14EC-6388-DBE0-E13D43BB0579}"/>
                  </a:ext>
                </a:extLst>
              </p:cNvPr>
              <p:cNvSpPr/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F01779F9-14EC-6388-DBE0-E13D43BB05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9EE66A5-7B83-FAA4-BCB6-AD7C295C0A0E}"/>
              </a:ext>
            </a:extLst>
          </p:cNvPr>
          <p:cNvSpPr/>
          <p:nvPr/>
        </p:nvSpPr>
        <p:spPr>
          <a:xfrm>
            <a:off x="182222" y="4191360"/>
            <a:ext cx="3316658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Running Time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614313-A972-2DFE-5AAF-D54C8AEB32F9}"/>
              </a:ext>
            </a:extLst>
          </p:cNvPr>
          <p:cNvCxnSpPr>
            <a:cxnSpLocks/>
          </p:cNvCxnSpPr>
          <p:nvPr/>
        </p:nvCxnSpPr>
        <p:spPr>
          <a:xfrm flipV="1">
            <a:off x="3602813" y="4177348"/>
            <a:ext cx="0" cy="8110331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2E82D1E-1552-E98E-28C6-2CAE25E19BB8}"/>
              </a:ext>
            </a:extLst>
          </p:cNvPr>
          <p:cNvSpPr/>
          <p:nvPr/>
        </p:nvSpPr>
        <p:spPr>
          <a:xfrm>
            <a:off x="6420720" y="1132914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F3BA2B0-F142-E49C-3AE7-158B00C19CFB}"/>
              </a:ext>
            </a:extLst>
          </p:cNvPr>
          <p:cNvSpPr/>
          <p:nvPr/>
        </p:nvSpPr>
        <p:spPr>
          <a:xfrm>
            <a:off x="4983629" y="1156210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A667274-363B-B403-5FAC-5402C1839254}"/>
              </a:ext>
            </a:extLst>
          </p:cNvPr>
          <p:cNvSpPr/>
          <p:nvPr/>
        </p:nvSpPr>
        <p:spPr>
          <a:xfrm>
            <a:off x="7857811" y="11102625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C7FA08-AB0A-3D2F-3FAC-A37E7DA07DB5}"/>
              </a:ext>
            </a:extLst>
          </p:cNvPr>
          <p:cNvSpPr/>
          <p:nvPr/>
        </p:nvSpPr>
        <p:spPr>
          <a:xfrm>
            <a:off x="9294902" y="10883680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540CCFA-759E-8759-343A-4C68941DE156}"/>
              </a:ext>
            </a:extLst>
          </p:cNvPr>
          <p:cNvSpPr/>
          <p:nvPr/>
        </p:nvSpPr>
        <p:spPr>
          <a:xfrm>
            <a:off x="10731993" y="1068255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D547191-D422-D753-9491-F333FCF85428}"/>
              </a:ext>
            </a:extLst>
          </p:cNvPr>
          <p:cNvSpPr/>
          <p:nvPr/>
        </p:nvSpPr>
        <p:spPr>
          <a:xfrm>
            <a:off x="12169084" y="10441764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37DB353-462D-67CC-49AB-3B34A020D374}"/>
              </a:ext>
            </a:extLst>
          </p:cNvPr>
          <p:cNvSpPr/>
          <p:nvPr/>
        </p:nvSpPr>
        <p:spPr>
          <a:xfrm>
            <a:off x="13606175" y="1022383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526BEFB-80F0-D682-06D3-B840B435A393}"/>
              </a:ext>
            </a:extLst>
          </p:cNvPr>
          <p:cNvSpPr/>
          <p:nvPr/>
        </p:nvSpPr>
        <p:spPr>
          <a:xfrm>
            <a:off x="15043266" y="1001047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24045B-B355-CBF6-FCFF-E4C4A20E2D5F}"/>
              </a:ext>
            </a:extLst>
          </p:cNvPr>
          <p:cNvSpPr/>
          <p:nvPr/>
        </p:nvSpPr>
        <p:spPr>
          <a:xfrm>
            <a:off x="16480360" y="978339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7719B2-0F7E-FE22-F868-90C8C0A17166}"/>
              </a:ext>
            </a:extLst>
          </p:cNvPr>
          <p:cNvSpPr/>
          <p:nvPr/>
        </p:nvSpPr>
        <p:spPr>
          <a:xfrm>
            <a:off x="6365725" y="11714907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BFD3347-36D2-7D7B-CD43-EDAB1BA04067}"/>
              </a:ext>
            </a:extLst>
          </p:cNvPr>
          <p:cNvSpPr/>
          <p:nvPr/>
        </p:nvSpPr>
        <p:spPr>
          <a:xfrm>
            <a:off x="7857810" y="1135090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CAB2167-B042-0F12-2DDA-66424C1E2F72}"/>
              </a:ext>
            </a:extLst>
          </p:cNvPr>
          <p:cNvSpPr/>
          <p:nvPr/>
        </p:nvSpPr>
        <p:spPr>
          <a:xfrm>
            <a:off x="9294901" y="10693763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A8F2040-8BAF-68AC-65D2-6BFBFC4573A4}"/>
              </a:ext>
            </a:extLst>
          </p:cNvPr>
          <p:cNvSpPr/>
          <p:nvPr/>
        </p:nvSpPr>
        <p:spPr>
          <a:xfrm>
            <a:off x="10691794" y="10167935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FDD3F-29A6-4EC8-A2E7-1F244CABFFEF}"/>
              </a:ext>
            </a:extLst>
          </p:cNvPr>
          <p:cNvSpPr/>
          <p:nvPr/>
        </p:nvSpPr>
        <p:spPr>
          <a:xfrm>
            <a:off x="12110604" y="9394730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2F08260-956E-0B08-D396-975377E6F9B9}"/>
              </a:ext>
            </a:extLst>
          </p:cNvPr>
          <p:cNvSpPr/>
          <p:nvPr/>
        </p:nvSpPr>
        <p:spPr>
          <a:xfrm>
            <a:off x="13606174" y="835946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910C023-DC51-6A68-750F-7B10685B92EB}"/>
              </a:ext>
            </a:extLst>
          </p:cNvPr>
          <p:cNvSpPr/>
          <p:nvPr/>
        </p:nvSpPr>
        <p:spPr>
          <a:xfrm>
            <a:off x="15043265" y="731368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479B62F-DFB7-1C99-41B0-ED124E38C83F}"/>
              </a:ext>
            </a:extLst>
          </p:cNvPr>
          <p:cNvSpPr/>
          <p:nvPr/>
        </p:nvSpPr>
        <p:spPr>
          <a:xfrm>
            <a:off x="16480359" y="6036675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9043B25-EB5A-74A9-C234-77256562207D}"/>
              </a:ext>
            </a:extLst>
          </p:cNvPr>
          <p:cNvSpPr/>
          <p:nvPr/>
        </p:nvSpPr>
        <p:spPr>
          <a:xfrm>
            <a:off x="4098217" y="4228052"/>
            <a:ext cx="3880855" cy="8036643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910424B-2A90-3AB6-CE16-D630598AD7D9}"/>
              </a:ext>
            </a:extLst>
          </p:cNvPr>
          <p:cNvSpPr/>
          <p:nvPr/>
        </p:nvSpPr>
        <p:spPr>
          <a:xfrm>
            <a:off x="9425638" y="4341140"/>
            <a:ext cx="8883867" cy="7923556"/>
          </a:xfrm>
          <a:prstGeom prst="roundRect">
            <a:avLst/>
          </a:prstGeom>
          <a:solidFill>
            <a:schemeClr val="accent3">
              <a:lumMod val="40000"/>
              <a:lumOff val="60000"/>
              <a:alpha val="44176"/>
            </a:schemeClr>
          </a:solidFill>
          <a:ln w="63500" cap="flat">
            <a:solidFill>
              <a:schemeClr val="accent6">
                <a:lumMod val="40000"/>
                <a:lumOff val="60000"/>
                <a:alpha val="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accent4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B50283-DCD5-DE70-D527-73FEBE76A4F8}"/>
              </a:ext>
            </a:extLst>
          </p:cNvPr>
          <p:cNvSpPr/>
          <p:nvPr/>
        </p:nvSpPr>
        <p:spPr>
          <a:xfrm>
            <a:off x="18615803" y="3729555"/>
            <a:ext cx="95925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rgbClr val="D0CEF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rgbClr val="D0CEF2"/>
                </a:solidFill>
                <a:latin typeface="Bradley Hand" pitchFamily="2" charset="77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B6974D1-1F77-6983-5559-4EBF00D68420}"/>
                  </a:ext>
                </a:extLst>
              </p:cNvPr>
              <p:cNvSpPr/>
              <p:nvPr/>
            </p:nvSpPr>
            <p:spPr>
              <a:xfrm>
                <a:off x="8493740" y="12536351"/>
                <a:ext cx="2321103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=4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B6974D1-1F77-6983-5559-4EBF00D684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740" y="12536351"/>
                <a:ext cx="2321103" cy="1032907"/>
              </a:xfrm>
              <a:prstGeom prst="roundRect">
                <a:avLst/>
              </a:prstGeom>
              <a:blipFill>
                <a:blip r:embed="rId6"/>
                <a:stretch>
                  <a:fillRect t="-3448" r="-3723" b="-27586"/>
                </a:stretch>
              </a:blip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ED639A-09FF-1FD7-4ADD-C2B785E8AB5B}"/>
              </a:ext>
            </a:extLst>
          </p:cNvPr>
          <p:cNvSpPr/>
          <p:nvPr/>
        </p:nvSpPr>
        <p:spPr>
          <a:xfrm>
            <a:off x="18666075" y="5763340"/>
            <a:ext cx="95925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rgbClr val="D0CEF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rgbClr val="D0CEF2"/>
                </a:solidFill>
                <a:latin typeface="Bradley Hand" pitchFamily="2" charset="77"/>
              </a:rPr>
              <a:t>c</a:t>
            </a:r>
          </a:p>
        </p:txBody>
      </p:sp>
      <p:sp>
        <p:nvSpPr>
          <p:cNvPr id="13" name="Equals 12">
            <a:extLst>
              <a:ext uri="{FF2B5EF4-FFF2-40B4-BE49-F238E27FC236}">
                <a16:creationId xmlns:a16="http://schemas.microsoft.com/office/drawing/2014/main" id="{62C61F5D-D2B2-D1D9-18DF-5C65CE197E60}"/>
              </a:ext>
            </a:extLst>
          </p:cNvPr>
          <p:cNvSpPr/>
          <p:nvPr/>
        </p:nvSpPr>
        <p:spPr>
          <a:xfrm>
            <a:off x="19756071" y="5822352"/>
            <a:ext cx="764891" cy="796201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rgbClr val="D0CEF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rgbClr val="D0CEF2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DA7D594-E174-5297-017A-54310B5C7893}"/>
              </a:ext>
            </a:extLst>
          </p:cNvPr>
          <p:cNvSpPr/>
          <p:nvPr/>
        </p:nvSpPr>
        <p:spPr>
          <a:xfrm>
            <a:off x="20781187" y="5703998"/>
            <a:ext cx="95925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rgbClr val="D0CEF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rgbClr val="D0CEF2"/>
                </a:solidFill>
                <a:latin typeface="Bradley Hand" pitchFamily="2" charset="7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32192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693AD-3464-B684-487C-A10A1430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!!line">
            <a:extLst>
              <a:ext uri="{FF2B5EF4-FFF2-40B4-BE49-F238E27FC236}">
                <a16:creationId xmlns:a16="http://schemas.microsoft.com/office/drawing/2014/main" id="{A0D347BD-5387-2297-633E-19BE3EADDAC0}"/>
              </a:ext>
            </a:extLst>
          </p:cNvPr>
          <p:cNvCxnSpPr>
            <a:cxnSpLocks/>
          </p:cNvCxnSpPr>
          <p:nvPr/>
        </p:nvCxnSpPr>
        <p:spPr>
          <a:xfrm flipV="1">
            <a:off x="4983629" y="10440925"/>
            <a:ext cx="12977800" cy="1551637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1E30EC3-787D-4FC7-CF3C-DC1B4972D41D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1E30EC3-787D-4FC7-CF3C-DC1B4972D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090998-169B-C9CD-9144-B3A477958FE0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4983629" y="9707868"/>
            <a:ext cx="12858321" cy="1980241"/>
          </a:xfrm>
          <a:prstGeom prst="line">
            <a:avLst/>
          </a:prstGeom>
          <a:noFill/>
          <a:ln w="1270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90415606-4A71-19B2-8C04-85B6215BF904}"/>
                  </a:ext>
                </a:extLst>
              </p:cNvPr>
              <p:cNvSpPr/>
              <p:nvPr/>
            </p:nvSpPr>
            <p:spPr>
              <a:xfrm>
                <a:off x="14579438" y="8985833"/>
                <a:ext cx="2508358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90415606-4A71-19B2-8C04-85B6215BF9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9438" y="8985833"/>
                <a:ext cx="2508358" cy="5902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7F157E-D4E9-FE2B-2347-225CF5D05CE5}"/>
              </a:ext>
            </a:extLst>
          </p:cNvPr>
          <p:cNvCxnSpPr>
            <a:cxnSpLocks/>
          </p:cNvCxnSpPr>
          <p:nvPr/>
        </p:nvCxnSpPr>
        <p:spPr>
          <a:xfrm>
            <a:off x="3602813" y="12287679"/>
            <a:ext cx="16598348" cy="0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E72E067D-F04E-F91B-4B3B-6B1813CA6D62}"/>
                  </a:ext>
                </a:extLst>
              </p:cNvPr>
              <p:cNvSpPr/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E72E067D-F04E-F91B-4B3B-6B1813CA6D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9CA10F2-3863-05F3-B332-D845442A769E}"/>
              </a:ext>
            </a:extLst>
          </p:cNvPr>
          <p:cNvSpPr/>
          <p:nvPr/>
        </p:nvSpPr>
        <p:spPr>
          <a:xfrm>
            <a:off x="182222" y="4191360"/>
            <a:ext cx="3316658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Running Time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078D0C-1619-4F69-395D-50A22A547689}"/>
              </a:ext>
            </a:extLst>
          </p:cNvPr>
          <p:cNvCxnSpPr>
            <a:cxnSpLocks/>
          </p:cNvCxnSpPr>
          <p:nvPr/>
        </p:nvCxnSpPr>
        <p:spPr>
          <a:xfrm flipV="1">
            <a:off x="3602813" y="4177348"/>
            <a:ext cx="0" cy="8110331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B270587-3D42-F86E-F6F8-54D7D0E78AF8}"/>
              </a:ext>
            </a:extLst>
          </p:cNvPr>
          <p:cNvSpPr/>
          <p:nvPr/>
        </p:nvSpPr>
        <p:spPr>
          <a:xfrm>
            <a:off x="6420720" y="1132914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59A088-137B-B8EB-7593-E2EB37D523E5}"/>
              </a:ext>
            </a:extLst>
          </p:cNvPr>
          <p:cNvSpPr/>
          <p:nvPr/>
        </p:nvSpPr>
        <p:spPr>
          <a:xfrm>
            <a:off x="4983629" y="1156210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2C81567-A913-FF3F-0247-93CF357235B3}"/>
              </a:ext>
            </a:extLst>
          </p:cNvPr>
          <p:cNvSpPr/>
          <p:nvPr/>
        </p:nvSpPr>
        <p:spPr>
          <a:xfrm>
            <a:off x="7857811" y="11102625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5FE1D32-F015-8F2B-CE80-82381D2C1C00}"/>
              </a:ext>
            </a:extLst>
          </p:cNvPr>
          <p:cNvSpPr/>
          <p:nvPr/>
        </p:nvSpPr>
        <p:spPr>
          <a:xfrm>
            <a:off x="9294902" y="10883680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703D2CE-A973-560A-C6B7-FBC820ED4564}"/>
              </a:ext>
            </a:extLst>
          </p:cNvPr>
          <p:cNvSpPr/>
          <p:nvPr/>
        </p:nvSpPr>
        <p:spPr>
          <a:xfrm>
            <a:off x="10731993" y="1068255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8615C7D-6E8D-999D-DD7C-54C450D53DF2}"/>
              </a:ext>
            </a:extLst>
          </p:cNvPr>
          <p:cNvSpPr/>
          <p:nvPr/>
        </p:nvSpPr>
        <p:spPr>
          <a:xfrm>
            <a:off x="12169084" y="10441764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6F8D0F9-E11A-7164-E2DC-1C39A97096FC}"/>
              </a:ext>
            </a:extLst>
          </p:cNvPr>
          <p:cNvSpPr/>
          <p:nvPr/>
        </p:nvSpPr>
        <p:spPr>
          <a:xfrm>
            <a:off x="13606175" y="1022383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331FB7-23F6-7370-467B-CC36F20C8275}"/>
              </a:ext>
            </a:extLst>
          </p:cNvPr>
          <p:cNvSpPr/>
          <p:nvPr/>
        </p:nvSpPr>
        <p:spPr>
          <a:xfrm>
            <a:off x="15043266" y="1001047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9BE5ED-9A08-55D3-26EB-921264495C23}"/>
              </a:ext>
            </a:extLst>
          </p:cNvPr>
          <p:cNvSpPr/>
          <p:nvPr/>
        </p:nvSpPr>
        <p:spPr>
          <a:xfrm>
            <a:off x="16480360" y="978339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0FAAD3-2A91-F23D-1676-75B84EBA1379}"/>
              </a:ext>
            </a:extLst>
          </p:cNvPr>
          <p:cNvSpPr/>
          <p:nvPr/>
        </p:nvSpPr>
        <p:spPr>
          <a:xfrm>
            <a:off x="5007884" y="11857226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8BEC84-CFCF-4B24-3D80-22D9860299C9}"/>
              </a:ext>
            </a:extLst>
          </p:cNvPr>
          <p:cNvSpPr/>
          <p:nvPr/>
        </p:nvSpPr>
        <p:spPr>
          <a:xfrm>
            <a:off x="6420720" y="1170926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7CDE43-A6C6-D1EB-9FA5-47D43DE16CCE}"/>
              </a:ext>
            </a:extLst>
          </p:cNvPr>
          <p:cNvSpPr/>
          <p:nvPr/>
        </p:nvSpPr>
        <p:spPr>
          <a:xfrm>
            <a:off x="7857811" y="11533917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D581295-F745-2FCA-E842-E63E79BC3674}"/>
              </a:ext>
            </a:extLst>
          </p:cNvPr>
          <p:cNvSpPr/>
          <p:nvPr/>
        </p:nvSpPr>
        <p:spPr>
          <a:xfrm>
            <a:off x="9294902" y="11379886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9E20BE-67D4-1BAC-3DC1-49D3D0DA6A1C}"/>
              </a:ext>
            </a:extLst>
          </p:cNvPr>
          <p:cNvSpPr/>
          <p:nvPr/>
        </p:nvSpPr>
        <p:spPr>
          <a:xfrm>
            <a:off x="10761715" y="1118306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7DFEEB-20B1-9298-A445-76C83C1BA68F}"/>
              </a:ext>
            </a:extLst>
          </p:cNvPr>
          <p:cNvSpPr/>
          <p:nvPr/>
        </p:nvSpPr>
        <p:spPr>
          <a:xfrm>
            <a:off x="12187808" y="1097960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F97FE94-ECE6-9D4A-01A4-D78BF1543B72}"/>
              </a:ext>
            </a:extLst>
          </p:cNvPr>
          <p:cNvSpPr/>
          <p:nvPr/>
        </p:nvSpPr>
        <p:spPr>
          <a:xfrm>
            <a:off x="13624899" y="10829970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7C3CE7-19A3-1D01-19AA-68D2636EB48B}"/>
              </a:ext>
            </a:extLst>
          </p:cNvPr>
          <p:cNvSpPr/>
          <p:nvPr/>
        </p:nvSpPr>
        <p:spPr>
          <a:xfrm>
            <a:off x="15052628" y="1065513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425816B-E8A8-DB2B-329A-44DDFD5287B8}"/>
              </a:ext>
            </a:extLst>
          </p:cNvPr>
          <p:cNvSpPr/>
          <p:nvPr/>
        </p:nvSpPr>
        <p:spPr>
          <a:xfrm>
            <a:off x="16517805" y="10475597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!!box">
                <a:extLst>
                  <a:ext uri="{FF2B5EF4-FFF2-40B4-BE49-F238E27FC236}">
                    <a16:creationId xmlns:a16="http://schemas.microsoft.com/office/drawing/2014/main" id="{34F709D6-1B60-8EFC-6283-FB4739D1658A}"/>
                  </a:ext>
                </a:extLst>
              </p:cNvPr>
              <p:cNvSpPr/>
              <p:nvPr/>
            </p:nvSpPr>
            <p:spPr>
              <a:xfrm>
                <a:off x="13438742" y="11266993"/>
                <a:ext cx="1978180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4" name="!!box">
                <a:extLst>
                  <a:ext uri="{FF2B5EF4-FFF2-40B4-BE49-F238E27FC236}">
                    <a16:creationId xmlns:a16="http://schemas.microsoft.com/office/drawing/2014/main" id="{34F709D6-1B60-8EFC-6283-FB4739D165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8742" y="11266993"/>
                <a:ext cx="1978180" cy="5902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733CA8D-C388-DF96-21C2-0CBC1F290FF8}"/>
              </a:ext>
            </a:extLst>
          </p:cNvPr>
          <p:cNvSpPr/>
          <p:nvPr/>
        </p:nvSpPr>
        <p:spPr>
          <a:xfrm>
            <a:off x="14412407" y="4066520"/>
            <a:ext cx="904434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Is f(n) = O(g(n))?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BDC475E-320A-936C-D874-888EF39ED9A9}"/>
              </a:ext>
            </a:extLst>
          </p:cNvPr>
          <p:cNvSpPr/>
          <p:nvPr/>
        </p:nvSpPr>
        <p:spPr>
          <a:xfrm>
            <a:off x="14412407" y="5383439"/>
            <a:ext cx="904434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Yes. Put </a:t>
            </a:r>
            <a:r>
              <a:rPr lang="en-US" sz="5400" dirty="0">
                <a:solidFill>
                  <a:srgbClr val="D0CEF2"/>
                </a:solidFill>
                <a:latin typeface="Bradley Hand" pitchFamily="2" charset="77"/>
              </a:rPr>
              <a:t>c = 8</a:t>
            </a:r>
          </a:p>
        </p:txBody>
      </p:sp>
    </p:spTree>
    <p:extLst>
      <p:ext uri="{BB962C8B-B14F-4D97-AF65-F5344CB8AC3E}">
        <p14:creationId xmlns:p14="http://schemas.microsoft.com/office/powerpoint/2010/main" val="653761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1B8B4-D586-7474-D52B-BB239289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!!line">
            <a:extLst>
              <a:ext uri="{FF2B5EF4-FFF2-40B4-BE49-F238E27FC236}">
                <a16:creationId xmlns:a16="http://schemas.microsoft.com/office/drawing/2014/main" id="{44463CE1-F85F-FC94-98A8-9CC355E6B229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4983629" y="7138381"/>
            <a:ext cx="12721047" cy="4549728"/>
          </a:xfrm>
          <a:prstGeom prst="lin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373DB44-B20E-1444-4157-4C30D2AA743B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373DB44-B20E-1444-4157-4C30D2AA74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3F3768-A861-BD61-14D0-761E4277D259}"/>
              </a:ext>
            </a:extLst>
          </p:cNvPr>
          <p:cNvCxnSpPr>
            <a:cxnSpLocks/>
            <a:stCxn id="29" idx="2"/>
          </p:cNvCxnSpPr>
          <p:nvPr/>
        </p:nvCxnSpPr>
        <p:spPr>
          <a:xfrm flipV="1">
            <a:off x="4983629" y="9707868"/>
            <a:ext cx="12858321" cy="1980241"/>
          </a:xfrm>
          <a:prstGeom prst="line">
            <a:avLst/>
          </a:prstGeom>
          <a:noFill/>
          <a:ln w="127000" cap="flat">
            <a:solidFill>
              <a:schemeClr val="accent1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A10DEEA-41DD-396A-2474-4970CB0FFCB1}"/>
                  </a:ext>
                </a:extLst>
              </p:cNvPr>
              <p:cNvSpPr/>
              <p:nvPr/>
            </p:nvSpPr>
            <p:spPr>
              <a:xfrm>
                <a:off x="14579438" y="8985833"/>
                <a:ext cx="2508358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A10DEEA-41DD-396A-2474-4970CB0FFC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9438" y="8985833"/>
                <a:ext cx="2508358" cy="5902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E2A925-AF7C-A14E-5B25-2FF99E1B41BA}"/>
              </a:ext>
            </a:extLst>
          </p:cNvPr>
          <p:cNvCxnSpPr>
            <a:cxnSpLocks/>
          </p:cNvCxnSpPr>
          <p:nvPr/>
        </p:nvCxnSpPr>
        <p:spPr>
          <a:xfrm>
            <a:off x="3602813" y="12287679"/>
            <a:ext cx="16598348" cy="0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8CDE483-1427-4B7F-BC9D-98D2746764EE}"/>
                  </a:ext>
                </a:extLst>
              </p:cNvPr>
              <p:cNvSpPr/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Bradley Hand" pitchFamily="2" charset="77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8CDE483-1427-4B7F-BC9D-98D274676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962" y="11992562"/>
                <a:ext cx="698866" cy="5902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B6CB69-1251-79E5-664D-17EDBA8463DA}"/>
              </a:ext>
            </a:extLst>
          </p:cNvPr>
          <p:cNvSpPr/>
          <p:nvPr/>
        </p:nvSpPr>
        <p:spPr>
          <a:xfrm>
            <a:off x="182222" y="4191360"/>
            <a:ext cx="3316658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  Running Time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59007D-8C10-2E39-DA7F-C56DDCBE172F}"/>
              </a:ext>
            </a:extLst>
          </p:cNvPr>
          <p:cNvCxnSpPr>
            <a:cxnSpLocks/>
          </p:cNvCxnSpPr>
          <p:nvPr/>
        </p:nvCxnSpPr>
        <p:spPr>
          <a:xfrm flipV="1">
            <a:off x="3602813" y="4177348"/>
            <a:ext cx="0" cy="8110331"/>
          </a:xfrm>
          <a:prstGeom prst="straightConnector1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3FDA1B7-D297-A029-467E-CAB231E92DEC}"/>
              </a:ext>
            </a:extLst>
          </p:cNvPr>
          <p:cNvSpPr/>
          <p:nvPr/>
        </p:nvSpPr>
        <p:spPr>
          <a:xfrm>
            <a:off x="6420720" y="1132914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4235DA-35EE-0CB5-58C5-C5C5F61D04FA}"/>
              </a:ext>
            </a:extLst>
          </p:cNvPr>
          <p:cNvSpPr/>
          <p:nvPr/>
        </p:nvSpPr>
        <p:spPr>
          <a:xfrm>
            <a:off x="4983629" y="11562109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865E61-1C34-7F99-C43B-A1E7BF7247E0}"/>
              </a:ext>
            </a:extLst>
          </p:cNvPr>
          <p:cNvSpPr/>
          <p:nvPr/>
        </p:nvSpPr>
        <p:spPr>
          <a:xfrm>
            <a:off x="7857811" y="11102625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69583B9-EF28-10E2-8350-2FA718488054}"/>
              </a:ext>
            </a:extLst>
          </p:cNvPr>
          <p:cNvSpPr/>
          <p:nvPr/>
        </p:nvSpPr>
        <p:spPr>
          <a:xfrm>
            <a:off x="9294902" y="10883680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6638F4A-3C8E-7F6B-8A6C-4E9764F01B48}"/>
              </a:ext>
            </a:extLst>
          </p:cNvPr>
          <p:cNvSpPr/>
          <p:nvPr/>
        </p:nvSpPr>
        <p:spPr>
          <a:xfrm>
            <a:off x="10731993" y="1068255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871EBDA-B835-656C-ED4B-B1CC7C629B2B}"/>
              </a:ext>
            </a:extLst>
          </p:cNvPr>
          <p:cNvSpPr/>
          <p:nvPr/>
        </p:nvSpPr>
        <p:spPr>
          <a:xfrm>
            <a:off x="12169084" y="10441764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2532896-04F3-0FB0-4C36-90F4B795CA34}"/>
              </a:ext>
            </a:extLst>
          </p:cNvPr>
          <p:cNvSpPr/>
          <p:nvPr/>
        </p:nvSpPr>
        <p:spPr>
          <a:xfrm>
            <a:off x="13606175" y="1022383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C97D1B-DB5E-8A1D-E97E-55E7A795409D}"/>
              </a:ext>
            </a:extLst>
          </p:cNvPr>
          <p:cNvSpPr/>
          <p:nvPr/>
        </p:nvSpPr>
        <p:spPr>
          <a:xfrm>
            <a:off x="15043266" y="10010472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4B4705D-22C5-C982-B4E6-982506EF3ABA}"/>
              </a:ext>
            </a:extLst>
          </p:cNvPr>
          <p:cNvSpPr/>
          <p:nvPr/>
        </p:nvSpPr>
        <p:spPr>
          <a:xfrm>
            <a:off x="16480360" y="9783396"/>
            <a:ext cx="251999" cy="251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E9A28E-CFA5-9A92-63B3-B374C6CDE747}"/>
              </a:ext>
            </a:extLst>
          </p:cNvPr>
          <p:cNvSpPr/>
          <p:nvPr/>
        </p:nvSpPr>
        <p:spPr>
          <a:xfrm>
            <a:off x="4983629" y="11562109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CD7CFD2-E3C6-4357-74B5-49D30EE0E7C6}"/>
              </a:ext>
            </a:extLst>
          </p:cNvPr>
          <p:cNvSpPr/>
          <p:nvPr/>
        </p:nvSpPr>
        <p:spPr>
          <a:xfrm>
            <a:off x="6420720" y="1098498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9BA99F-D47D-98AC-AE0C-38A61B764913}"/>
              </a:ext>
            </a:extLst>
          </p:cNvPr>
          <p:cNvSpPr/>
          <p:nvPr/>
        </p:nvSpPr>
        <p:spPr>
          <a:xfrm>
            <a:off x="7731812" y="1051714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E7F25A-B9AE-31A0-B059-B82A765C360A}"/>
              </a:ext>
            </a:extLst>
          </p:cNvPr>
          <p:cNvSpPr/>
          <p:nvPr/>
        </p:nvSpPr>
        <p:spPr>
          <a:xfrm>
            <a:off x="9214735" y="10010471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F92E29-2581-3F18-A207-3250B41B207B}"/>
              </a:ext>
            </a:extLst>
          </p:cNvPr>
          <p:cNvSpPr/>
          <p:nvPr/>
        </p:nvSpPr>
        <p:spPr>
          <a:xfrm>
            <a:off x="10731992" y="9422316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BD2CA5-ECD1-6ED5-5244-1AB916DB1C96}"/>
              </a:ext>
            </a:extLst>
          </p:cNvPr>
          <p:cNvSpPr/>
          <p:nvPr/>
        </p:nvSpPr>
        <p:spPr>
          <a:xfrm>
            <a:off x="12164372" y="8946130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482F405-6BE4-A511-1E97-2810FE82124A}"/>
              </a:ext>
            </a:extLst>
          </p:cNvPr>
          <p:cNvSpPr/>
          <p:nvPr/>
        </p:nvSpPr>
        <p:spPr>
          <a:xfrm>
            <a:off x="13522336" y="8436392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3B1A86-C181-C098-48A1-2B184EF2390A}"/>
              </a:ext>
            </a:extLst>
          </p:cNvPr>
          <p:cNvSpPr/>
          <p:nvPr/>
        </p:nvSpPr>
        <p:spPr>
          <a:xfrm>
            <a:off x="14917266" y="7963910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!!box">
                <a:extLst>
                  <a:ext uri="{FF2B5EF4-FFF2-40B4-BE49-F238E27FC236}">
                    <a16:creationId xmlns:a16="http://schemas.microsoft.com/office/drawing/2014/main" id="{CACB9476-C7A1-51ED-B7C3-7F4918F22CC0}"/>
                  </a:ext>
                </a:extLst>
              </p:cNvPr>
              <p:cNvSpPr/>
              <p:nvPr/>
            </p:nvSpPr>
            <p:spPr>
              <a:xfrm>
                <a:off x="10083708" y="8232513"/>
                <a:ext cx="1978180" cy="5902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D0CEF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D0CEF2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4" name="!!box">
                <a:extLst>
                  <a:ext uri="{FF2B5EF4-FFF2-40B4-BE49-F238E27FC236}">
                    <a16:creationId xmlns:a16="http://schemas.microsoft.com/office/drawing/2014/main" id="{CACB9476-C7A1-51ED-B7C3-7F4918F22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708" y="8232513"/>
                <a:ext cx="1978180" cy="5902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7A919CA-9780-42D6-9E53-6A22651000F4}"/>
              </a:ext>
            </a:extLst>
          </p:cNvPr>
          <p:cNvSpPr/>
          <p:nvPr/>
        </p:nvSpPr>
        <p:spPr>
          <a:xfrm>
            <a:off x="14412407" y="4066520"/>
            <a:ext cx="904434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Is f(n) = O(g(n))?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0888286-7140-CB34-1886-69E0FE06D43B}"/>
              </a:ext>
            </a:extLst>
          </p:cNvPr>
          <p:cNvSpPr/>
          <p:nvPr/>
        </p:nvSpPr>
        <p:spPr>
          <a:xfrm>
            <a:off x="16480359" y="7376625"/>
            <a:ext cx="251999" cy="25199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A02ECD4-E044-4D9C-6B9F-84E335F53A1F}"/>
                  </a:ext>
                </a:extLst>
              </p:cNvPr>
              <p:cNvSpPr/>
              <p:nvPr/>
            </p:nvSpPr>
            <p:spPr>
              <a:xfrm>
                <a:off x="4273337" y="12575772"/>
                <a:ext cx="167258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=1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A02ECD4-E044-4D9C-6B9F-84E335F53A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337" y="12575772"/>
                <a:ext cx="1672581" cy="658336"/>
              </a:xfrm>
              <a:prstGeom prst="roundRect">
                <a:avLst/>
              </a:prstGeom>
              <a:blipFill>
                <a:blip r:embed="rId6"/>
                <a:stretch>
                  <a:fillRect b="-18966"/>
                </a:stretch>
              </a:blip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E368A59-88DA-4DA4-68FF-5C80E0186A14}"/>
              </a:ext>
            </a:extLst>
          </p:cNvPr>
          <p:cNvSpPr/>
          <p:nvPr/>
        </p:nvSpPr>
        <p:spPr>
          <a:xfrm>
            <a:off x="14412407" y="5383439"/>
            <a:ext cx="904434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Yes. Put </a:t>
            </a:r>
            <a:r>
              <a:rPr lang="en-US" sz="5400" dirty="0">
                <a:solidFill>
                  <a:srgbClr val="D0CEF2"/>
                </a:solidFill>
                <a:latin typeface="Bradley Hand" pitchFamily="2" charset="77"/>
              </a:rPr>
              <a:t>c = 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C6D8FA-C442-1B07-1CA2-1F71066453F2}"/>
              </a:ext>
            </a:extLst>
          </p:cNvPr>
          <p:cNvSpPr/>
          <p:nvPr/>
        </p:nvSpPr>
        <p:spPr>
          <a:xfrm>
            <a:off x="4273337" y="4252803"/>
            <a:ext cx="9156462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Using this definition,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f(n)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= O(</a:t>
            </a: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g(n)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= O(</a:t>
            </a: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4774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84FAE-6C39-7ECB-CA3D-0A8925DEE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23DF21-9C18-350D-1EA9-474912A70613}"/>
              </a:ext>
            </a:extLst>
          </p:cNvPr>
          <p:cNvSpPr/>
          <p:nvPr/>
        </p:nvSpPr>
        <p:spPr>
          <a:xfrm>
            <a:off x="637314" y="2699066"/>
            <a:ext cx="9543957" cy="10441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IN" sz="360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nt</a:t>
            </a:r>
            <a:r>
              <a:rPr lang="en-IN" sz="360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(“%d”,&amp;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(”%d”, max);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B974E55-80EC-5C4C-6699-E8A18C664115}"/>
              </a:ext>
            </a:extLst>
          </p:cNvPr>
          <p:cNvSpPr/>
          <p:nvPr/>
        </p:nvSpPr>
        <p:spPr>
          <a:xfrm>
            <a:off x="6400800" y="6858000"/>
            <a:ext cx="981307" cy="3401123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4B69F98-F5C7-3BC5-1FE9-5515D99910E8}"/>
                  </a:ext>
                </a:extLst>
              </p:cNvPr>
              <p:cNvSpPr/>
              <p:nvPr/>
            </p:nvSpPr>
            <p:spPr>
              <a:xfrm>
                <a:off x="7702885" y="8093465"/>
                <a:ext cx="210560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4B69F98-F5C7-3BC5-1FE9-5515D99910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885" y="8093465"/>
                <a:ext cx="2105601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67C36B-6D1D-E5C9-6DF3-9225B1F98387}"/>
              </a:ext>
            </a:extLst>
          </p:cNvPr>
          <p:cNvSpPr/>
          <p:nvPr/>
        </p:nvSpPr>
        <p:spPr>
          <a:xfrm>
            <a:off x="10705170" y="4841655"/>
            <a:ext cx="12796188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Identify the most time-consuming part of the code and calculate its running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=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cn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+……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= O(n)</a:t>
            </a:r>
          </a:p>
        </p:txBody>
      </p:sp>
    </p:spTree>
    <p:extLst>
      <p:ext uri="{BB962C8B-B14F-4D97-AF65-F5344CB8AC3E}">
        <p14:creationId xmlns:p14="http://schemas.microsoft.com/office/powerpoint/2010/main" val="491296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D566-36B3-CC55-521C-CC578504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242529-8D3D-017E-1C91-85EA81F4CC67}"/>
              </a:ext>
            </a:extLst>
          </p:cNvPr>
          <p:cNvSpPr/>
          <p:nvPr/>
        </p:nvSpPr>
        <p:spPr>
          <a:xfrm>
            <a:off x="3301360" y="4275237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720C1DB0-BDC8-2E14-D0E1-D4F74A3F7A1B}"/>
                  </a:ext>
                </a:extLst>
              </p:cNvPr>
              <p:cNvSpPr/>
              <p:nvPr/>
            </p:nvSpPr>
            <p:spPr>
              <a:xfrm>
                <a:off x="1681802" y="605416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720C1DB0-BDC8-2E14-D0E1-D4F74A3F7A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802" y="6054160"/>
                <a:ext cx="5399116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D0F7B02-B176-6434-13F8-1B12F8D6FD12}"/>
              </a:ext>
            </a:extLst>
          </p:cNvPr>
          <p:cNvSpPr/>
          <p:nvPr/>
        </p:nvSpPr>
        <p:spPr>
          <a:xfrm>
            <a:off x="18111903" y="4275237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9DCF5F4E-2C55-D8E1-9FC4-679ADB6A8017}"/>
                  </a:ext>
                </a:extLst>
              </p:cNvPr>
              <p:cNvSpPr/>
              <p:nvPr/>
            </p:nvSpPr>
            <p:spPr>
              <a:xfrm>
                <a:off x="16018157" y="6054159"/>
                <a:ext cx="69583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9DCF5F4E-2C55-D8E1-9FC4-679ADB6A80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8157" y="6054159"/>
                <a:ext cx="695836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9D4B7958-DC7E-4746-12D4-DB1E150900C6}"/>
              </a:ext>
            </a:extLst>
          </p:cNvPr>
          <p:cNvSpPr/>
          <p:nvPr/>
        </p:nvSpPr>
        <p:spPr>
          <a:xfrm>
            <a:off x="1681802" y="5879317"/>
            <a:ext cx="1619558" cy="1382589"/>
          </a:xfrm>
          <a:prstGeom prst="ellipse">
            <a:avLst/>
          </a:prstGeom>
          <a:noFill/>
          <a:ln w="1270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29F7D9-D73C-C4F7-0170-A3B56163B8AB}"/>
              </a:ext>
            </a:extLst>
          </p:cNvPr>
          <p:cNvSpPr/>
          <p:nvPr/>
        </p:nvSpPr>
        <p:spPr>
          <a:xfrm>
            <a:off x="17303084" y="5860754"/>
            <a:ext cx="1182853" cy="1294892"/>
          </a:xfrm>
          <a:prstGeom prst="ellipse">
            <a:avLst/>
          </a:prstGeom>
          <a:noFill/>
          <a:ln w="1270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F8C49C9-6A2E-9B1F-B4EB-08D692841F96}"/>
              </a:ext>
            </a:extLst>
          </p:cNvPr>
          <p:cNvSpPr/>
          <p:nvPr/>
        </p:nvSpPr>
        <p:spPr>
          <a:xfrm>
            <a:off x="927245" y="9993129"/>
            <a:ext cx="22529509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Consequence of this definition</a:t>
            </a:r>
          </a:p>
          <a:p>
            <a:pPr marL="914400" indent="-914400" defTabSz="8255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Lower order terms in running time do not matter</a:t>
            </a:r>
          </a:p>
          <a:p>
            <a:pPr marL="914400" indent="-914400" defTabSz="8255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Constants do not matter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FA84A9C-12F1-2FF4-E5D3-05E72DDB9C90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FA84A9C-12F1-2FF4-E5D3-05E72DDB9C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4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305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4001A-C0FE-0108-53BF-85C34E07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CC9286-4531-7503-75AB-F9ACA6AED53A}"/>
              </a:ext>
            </a:extLst>
          </p:cNvPr>
          <p:cNvSpPr/>
          <p:nvPr/>
        </p:nvSpPr>
        <p:spPr>
          <a:xfrm>
            <a:off x="3301360" y="4275237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4F5324C-80FA-F3B7-2593-BB52621C6A96}"/>
                  </a:ext>
                </a:extLst>
              </p:cNvPr>
              <p:cNvSpPr/>
              <p:nvPr/>
            </p:nvSpPr>
            <p:spPr>
              <a:xfrm>
                <a:off x="1681802" y="605416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4F5324C-80FA-F3B7-2593-BB52621C6A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802" y="6054160"/>
                <a:ext cx="5399116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662F25CB-F593-3851-9A72-8FEADEDAD7CC}"/>
              </a:ext>
            </a:extLst>
          </p:cNvPr>
          <p:cNvSpPr/>
          <p:nvPr/>
        </p:nvSpPr>
        <p:spPr>
          <a:xfrm>
            <a:off x="2308860" y="5879315"/>
            <a:ext cx="992500" cy="1382589"/>
          </a:xfrm>
          <a:prstGeom prst="ellipse">
            <a:avLst/>
          </a:prstGeom>
          <a:noFill/>
          <a:ln w="1270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AC576A-1D39-4A10-1352-387ED0A12261}"/>
              </a:ext>
            </a:extLst>
          </p:cNvPr>
          <p:cNvSpPr/>
          <p:nvPr/>
        </p:nvSpPr>
        <p:spPr>
          <a:xfrm>
            <a:off x="927245" y="9993129"/>
            <a:ext cx="22529509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Consequence of this definition</a:t>
            </a:r>
          </a:p>
          <a:p>
            <a:pPr marL="914400" indent="-914400" defTabSz="8255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Lower order terms in running time do not matter</a:t>
            </a:r>
          </a:p>
          <a:p>
            <a:pPr marL="914400" indent="-914400" defTabSz="8255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Constants do not matter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9248505-180A-3580-F8EA-6D4AD3D81DDA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9248505-180A-3580-F8EA-6D4AD3D81D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3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039742-467C-0CCE-E904-DF4B14E65BF7}"/>
              </a:ext>
            </a:extLst>
          </p:cNvPr>
          <p:cNvSpPr/>
          <p:nvPr/>
        </p:nvSpPr>
        <p:spPr>
          <a:xfrm>
            <a:off x="18111903" y="4275237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8BB7519-BEC5-FC24-C526-BF977BFCC1FD}"/>
                  </a:ext>
                </a:extLst>
              </p:cNvPr>
              <p:cNvSpPr/>
              <p:nvPr/>
            </p:nvSpPr>
            <p:spPr>
              <a:xfrm>
                <a:off x="16018157" y="6054159"/>
                <a:ext cx="69583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8BB7519-BEC5-FC24-C526-BF977BFCC1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8157" y="6054159"/>
                <a:ext cx="6958361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522FF61F-8E8E-C19A-87FA-67C4027CBD49}"/>
              </a:ext>
            </a:extLst>
          </p:cNvPr>
          <p:cNvSpPr/>
          <p:nvPr/>
        </p:nvSpPr>
        <p:spPr>
          <a:xfrm>
            <a:off x="17303084" y="5860754"/>
            <a:ext cx="1182853" cy="1294892"/>
          </a:xfrm>
          <a:prstGeom prst="ellipse">
            <a:avLst/>
          </a:prstGeom>
          <a:noFill/>
          <a:ln w="1270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43579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F345B72-0962-959A-D8A6-DD86069E845D}"/>
              </a:ext>
            </a:extLst>
          </p:cNvPr>
          <p:cNvSpPr/>
          <p:nvPr/>
        </p:nvSpPr>
        <p:spPr>
          <a:xfrm>
            <a:off x="3301360" y="4275237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A69347E-CA62-3686-0306-0093C205904F}"/>
                  </a:ext>
                </a:extLst>
              </p:cNvPr>
              <p:cNvSpPr/>
              <p:nvPr/>
            </p:nvSpPr>
            <p:spPr>
              <a:xfrm>
                <a:off x="1681802" y="605416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A69347E-CA62-3686-0306-0093C20590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802" y="6054160"/>
                <a:ext cx="5399116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2FCF8CA-829E-8888-010B-856A2E906B18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2FCF8CA-829E-8888-010B-856A2E906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3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quals 4">
            <a:extLst>
              <a:ext uri="{FF2B5EF4-FFF2-40B4-BE49-F238E27FC236}">
                <a16:creationId xmlns:a16="http://schemas.microsoft.com/office/drawing/2014/main" id="{8FBD59C0-6865-3C2A-4B84-410903BA2A03}"/>
              </a:ext>
            </a:extLst>
          </p:cNvPr>
          <p:cNvSpPr/>
          <p:nvPr/>
        </p:nvSpPr>
        <p:spPr>
          <a:xfrm>
            <a:off x="7772400" y="6253560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CB12A12-814D-2EFC-E72C-D34DED7974DC}"/>
                  </a:ext>
                </a:extLst>
              </p:cNvPr>
              <p:cNvSpPr/>
              <p:nvPr/>
            </p:nvSpPr>
            <p:spPr>
              <a:xfrm>
                <a:off x="9492441" y="6039326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CB12A12-814D-2EFC-E72C-D34DED7974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2441" y="6039326"/>
                <a:ext cx="5399116" cy="1032907"/>
              </a:xfrm>
              <a:prstGeom prst="roundRect">
                <a:avLst/>
              </a:prstGeom>
              <a:blipFill>
                <a:blip r:embed="rId4"/>
                <a:stretch>
                  <a:fillRect b="-8046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Badge Tick1 with solid fill">
            <a:extLst>
              <a:ext uri="{FF2B5EF4-FFF2-40B4-BE49-F238E27FC236}">
                <a16:creationId xmlns:a16="http://schemas.microsoft.com/office/drawing/2014/main" id="{85DB0900-443A-309D-3D02-B2D8D1D196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64557" y="5563189"/>
            <a:ext cx="2014848" cy="2014848"/>
          </a:xfrm>
          <a:prstGeom prst="rect">
            <a:avLst/>
          </a:prstGeom>
        </p:spPr>
      </p:pic>
      <p:sp>
        <p:nvSpPr>
          <p:cNvPr id="8" name="Equals 7">
            <a:extLst>
              <a:ext uri="{FF2B5EF4-FFF2-40B4-BE49-F238E27FC236}">
                <a16:creationId xmlns:a16="http://schemas.microsoft.com/office/drawing/2014/main" id="{78B97D51-A298-203E-B4F8-51E00A47B56D}"/>
              </a:ext>
            </a:extLst>
          </p:cNvPr>
          <p:cNvSpPr/>
          <p:nvPr/>
        </p:nvSpPr>
        <p:spPr>
          <a:xfrm>
            <a:off x="7772400" y="8283242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5096A11-FFEE-3AFF-DBB9-BE11B5EF884E}"/>
                  </a:ext>
                </a:extLst>
              </p:cNvPr>
              <p:cNvSpPr/>
              <p:nvPr/>
            </p:nvSpPr>
            <p:spPr>
              <a:xfrm>
                <a:off x="9492441" y="8069008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5096A11-FFEE-3AFF-DBB9-BE11B5EF8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2441" y="8069008"/>
                <a:ext cx="5399116" cy="1032907"/>
              </a:xfrm>
              <a:prstGeom prst="roundRect">
                <a:avLst/>
              </a:prstGeom>
              <a:blipFill>
                <a:blip r:embed="rId7"/>
                <a:stretch>
                  <a:fillRect b="-9195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 descr="Badge Tick1 with solid fill">
            <a:extLst>
              <a:ext uri="{FF2B5EF4-FFF2-40B4-BE49-F238E27FC236}">
                <a16:creationId xmlns:a16="http://schemas.microsoft.com/office/drawing/2014/main" id="{B015D9D8-EED7-6158-3D0F-C5004F495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64556" y="7578037"/>
            <a:ext cx="2014848" cy="2014848"/>
          </a:xfrm>
          <a:prstGeom prst="rect">
            <a:avLst/>
          </a:prstGeom>
        </p:spPr>
      </p:pic>
      <p:sp>
        <p:nvSpPr>
          <p:cNvPr id="11" name="Equals 10">
            <a:extLst>
              <a:ext uri="{FF2B5EF4-FFF2-40B4-BE49-F238E27FC236}">
                <a16:creationId xmlns:a16="http://schemas.microsoft.com/office/drawing/2014/main" id="{9AA410F7-2984-9AB7-BCE7-E5AA73BE8A86}"/>
              </a:ext>
            </a:extLst>
          </p:cNvPr>
          <p:cNvSpPr/>
          <p:nvPr/>
        </p:nvSpPr>
        <p:spPr>
          <a:xfrm>
            <a:off x="7772401" y="10032525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F335CA0-F92B-4BF7-2E52-4E42320F6273}"/>
                  </a:ext>
                </a:extLst>
              </p:cNvPr>
              <p:cNvSpPr/>
              <p:nvPr/>
            </p:nvSpPr>
            <p:spPr>
              <a:xfrm>
                <a:off x="9492442" y="9818291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F335CA0-F92B-4BF7-2E52-4E42320F6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2442" y="9818291"/>
                <a:ext cx="5399116" cy="1032907"/>
              </a:xfrm>
              <a:prstGeom prst="roundRect">
                <a:avLst/>
              </a:prstGeom>
              <a:blipFill>
                <a:blip r:embed="rId8"/>
                <a:stretch>
                  <a:fillRect b="-10345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phic 12" descr="Badge Tick1 with solid fill">
            <a:extLst>
              <a:ext uri="{FF2B5EF4-FFF2-40B4-BE49-F238E27FC236}">
                <a16:creationId xmlns:a16="http://schemas.microsoft.com/office/drawing/2014/main" id="{B58482BB-56F1-043B-9D42-40C2A6FDD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64557" y="9327320"/>
            <a:ext cx="2014848" cy="2014848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00868EBF-34C9-5B54-E2E5-64298D33B4D1}"/>
              </a:ext>
            </a:extLst>
          </p:cNvPr>
          <p:cNvSpPr/>
          <p:nvPr/>
        </p:nvSpPr>
        <p:spPr>
          <a:xfrm>
            <a:off x="7772401" y="11756324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3342246-8535-1E19-BAE1-95C65085B515}"/>
                  </a:ext>
                </a:extLst>
              </p:cNvPr>
              <p:cNvSpPr/>
              <p:nvPr/>
            </p:nvSpPr>
            <p:spPr>
              <a:xfrm>
                <a:off x="9492442" y="1154209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3342246-8535-1E19-BAE1-95C65085B5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2442" y="11542090"/>
                <a:ext cx="5399116" cy="1032907"/>
              </a:xfrm>
              <a:prstGeom prst="roundRect">
                <a:avLst/>
              </a:prstGeom>
              <a:blipFill>
                <a:blip r:embed="rId9"/>
                <a:stretch>
                  <a:fillRect b="-9195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phic 16" descr="Badge Cross with solid fill">
            <a:extLst>
              <a:ext uri="{FF2B5EF4-FFF2-40B4-BE49-F238E27FC236}">
                <a16:creationId xmlns:a16="http://schemas.microsoft.com/office/drawing/2014/main" id="{599362BA-DE87-5EAB-0D6E-C330C67F1B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92510" y="11018137"/>
            <a:ext cx="2358939" cy="23589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ACE15168-91D5-18D1-B559-F2218B5BFC9C}"/>
                  </a:ext>
                </a:extLst>
              </p:cNvPr>
              <p:cNvSpPr/>
              <p:nvPr/>
            </p:nvSpPr>
            <p:spPr>
              <a:xfrm>
                <a:off x="18468801" y="6039326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ACE15168-91D5-18D1-B559-F2218B5BFC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8801" y="6039326"/>
                <a:ext cx="5399116" cy="103290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EA56B9F-941B-4F9B-CA71-2AD0BF5D01A4}"/>
                  </a:ext>
                </a:extLst>
              </p:cNvPr>
              <p:cNvSpPr/>
              <p:nvPr/>
            </p:nvSpPr>
            <p:spPr>
              <a:xfrm>
                <a:off x="18468801" y="8069008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EA56B9F-941B-4F9B-CA71-2AD0BF5D01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8801" y="8069008"/>
                <a:ext cx="5399116" cy="1032907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37236ABE-2265-DA60-B18D-5D42A7AE8667}"/>
                  </a:ext>
                </a:extLst>
              </p:cNvPr>
              <p:cNvSpPr/>
              <p:nvPr/>
            </p:nvSpPr>
            <p:spPr>
              <a:xfrm>
                <a:off x="18468801" y="9818291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=4,</m:t>
                      </m:r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37236ABE-2265-DA60-B18D-5D42A7AE8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8801" y="9818291"/>
                <a:ext cx="5399116" cy="1032907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D7FA37DE-A559-FAF1-2D73-F5C70C6C1186}"/>
                  </a:ext>
                </a:extLst>
              </p:cNvPr>
              <p:cNvSpPr/>
              <p:nvPr/>
            </p:nvSpPr>
            <p:spPr>
              <a:xfrm>
                <a:off x="18568192" y="11107874"/>
                <a:ext cx="5399116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No such c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possible</a:t>
                </a:r>
              </a:p>
            </p:txBody>
          </p:sp>
        </mc:Choice>
        <mc:Fallback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D7FA37DE-A559-FAF1-2D73-F5C70C6C11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8192" y="11107874"/>
                <a:ext cx="5399116" cy="1952308"/>
              </a:xfrm>
              <a:prstGeom prst="roundRect">
                <a:avLst/>
              </a:prstGeom>
              <a:blipFill>
                <a:blip r:embed="rId15"/>
                <a:stretch>
                  <a:fillRect t="-1258" b="-13208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012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AAB42-8110-9818-A5C2-9B49376F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C0511F-8895-C52B-6A1D-E445B4ABF16E}"/>
              </a:ext>
            </a:extLst>
          </p:cNvPr>
          <p:cNvSpPr/>
          <p:nvPr/>
        </p:nvSpPr>
        <p:spPr>
          <a:xfrm>
            <a:off x="3301360" y="4275237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F4C3311E-2682-EFAE-5FD0-B24911870B0C}"/>
                  </a:ext>
                </a:extLst>
              </p:cNvPr>
              <p:cNvSpPr/>
              <p:nvPr/>
            </p:nvSpPr>
            <p:spPr>
              <a:xfrm>
                <a:off x="1681802" y="605416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F4C3311E-2682-EFAE-5FD0-B24911870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802" y="6054160"/>
                <a:ext cx="5399116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7EF10E22-DFE8-5A78-A7B6-8DAE728637B4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7EF10E22-DFE8-5A78-A7B6-8DAE728637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3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quals 10">
            <a:extLst>
              <a:ext uri="{FF2B5EF4-FFF2-40B4-BE49-F238E27FC236}">
                <a16:creationId xmlns:a16="http://schemas.microsoft.com/office/drawing/2014/main" id="{1C010930-24FA-1932-C1DE-B720D17F4ECB}"/>
              </a:ext>
            </a:extLst>
          </p:cNvPr>
          <p:cNvSpPr/>
          <p:nvPr/>
        </p:nvSpPr>
        <p:spPr>
          <a:xfrm>
            <a:off x="7596080" y="6268394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08259A8-3A0B-C1C2-DB37-A6A7D51B1129}"/>
                  </a:ext>
                </a:extLst>
              </p:cNvPr>
              <p:cNvSpPr/>
              <p:nvPr/>
            </p:nvSpPr>
            <p:spPr>
              <a:xfrm>
                <a:off x="9316121" y="605416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i="1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i="1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i="1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i="1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08259A8-3A0B-C1C2-DB37-A6A7D51B1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121" y="6054160"/>
                <a:ext cx="5399116" cy="1032907"/>
              </a:xfrm>
              <a:prstGeom prst="roundRect">
                <a:avLst/>
              </a:prstGeom>
              <a:blipFill>
                <a:blip r:embed="rId4"/>
                <a:stretch>
                  <a:fillRect b="-14943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591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06510FD-3491-C245-C7E1-A6F105A444EC}"/>
                  </a:ext>
                </a:extLst>
              </p:cNvPr>
              <p:cNvSpPr/>
              <p:nvPr/>
            </p:nvSpPr>
            <p:spPr>
              <a:xfrm>
                <a:off x="912375" y="890612"/>
                <a:ext cx="22559249" cy="562991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Advantages of Order Notation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Machine independent notion of running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Simplifies the effort required to compute the running time – look at the most expensive part of the algorithms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Simplifies the expression for the running time – instead of writing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, just write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06510FD-3491-C245-C7E1-A6F105A444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75" y="890612"/>
                <a:ext cx="22559249" cy="5629910"/>
              </a:xfrm>
              <a:prstGeom prst="roundRect">
                <a:avLst/>
              </a:prstGeom>
              <a:blipFill>
                <a:blip r:embed="rId2"/>
                <a:stretch>
                  <a:fillRect l="-112" r="-281" b="-155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6F0D8F-DCC0-2A37-8260-025FBF08570B}"/>
              </a:ext>
            </a:extLst>
          </p:cNvPr>
          <p:cNvSpPr/>
          <p:nvPr/>
        </p:nvSpPr>
        <p:spPr>
          <a:xfrm>
            <a:off x="912375" y="9493979"/>
            <a:ext cx="2255924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are the disadvantages of order notation?</a:t>
            </a:r>
          </a:p>
        </p:txBody>
      </p:sp>
    </p:spTree>
    <p:extLst>
      <p:ext uri="{BB962C8B-B14F-4D97-AF65-F5344CB8AC3E}">
        <p14:creationId xmlns:p14="http://schemas.microsoft.com/office/powerpoint/2010/main" val="2611091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F241-C910-D4DE-7FC8-D3E8B08A1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06B28C-BCF8-9096-B7F7-F6FA0CEE44BA}"/>
              </a:ext>
            </a:extLst>
          </p:cNvPr>
          <p:cNvSpPr/>
          <p:nvPr/>
        </p:nvSpPr>
        <p:spPr>
          <a:xfrm>
            <a:off x="912375" y="765616"/>
            <a:ext cx="2255924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are the disadvantages of order notation?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A4ABF3-F53B-541F-2584-8919B0656B1E}"/>
              </a:ext>
            </a:extLst>
          </p:cNvPr>
          <p:cNvSpPr/>
          <p:nvPr/>
        </p:nvSpPr>
        <p:spPr>
          <a:xfrm>
            <a:off x="3053363" y="2533720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0CB318B2-C168-C980-F9CF-12C65C2128AC}"/>
                  </a:ext>
                </a:extLst>
              </p:cNvPr>
              <p:cNvSpPr/>
              <p:nvPr/>
            </p:nvSpPr>
            <p:spPr>
              <a:xfrm>
                <a:off x="1433805" y="4312643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0CB318B2-C168-C980-F9CF-12C65C212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805" y="4312643"/>
                <a:ext cx="5399116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6A1863-83B8-D570-C41E-8743BABE654D}"/>
              </a:ext>
            </a:extLst>
          </p:cNvPr>
          <p:cNvSpPr/>
          <p:nvPr/>
        </p:nvSpPr>
        <p:spPr>
          <a:xfrm>
            <a:off x="17863906" y="2533720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D837D22-8433-E940-1155-BCBDA5E94177}"/>
                  </a:ext>
                </a:extLst>
              </p:cNvPr>
              <p:cNvSpPr/>
              <p:nvPr/>
            </p:nvSpPr>
            <p:spPr>
              <a:xfrm>
                <a:off x="15770160" y="4312642"/>
                <a:ext cx="69583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D837D22-8433-E940-1155-BCBDA5E94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0160" y="4312642"/>
                <a:ext cx="6958361" cy="1032907"/>
              </a:xfrm>
              <a:prstGeom prst="roundRect">
                <a:avLst/>
              </a:prstGeom>
              <a:blipFill>
                <a:blip r:embed="rId3"/>
                <a:stretch>
                  <a:fillRect b="-9091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2C656B-2E40-46D6-9CA4-82D3CDAD0CDC}"/>
              </a:ext>
            </a:extLst>
          </p:cNvPr>
          <p:cNvSpPr/>
          <p:nvPr/>
        </p:nvSpPr>
        <p:spPr>
          <a:xfrm>
            <a:off x="912375" y="7276803"/>
            <a:ext cx="2255924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Which algorithm is better?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219D0FF-0294-70A9-FD64-9483CFD5E6A7}"/>
                  </a:ext>
                </a:extLst>
              </p:cNvPr>
              <p:cNvSpPr/>
              <p:nvPr/>
            </p:nvSpPr>
            <p:spPr>
              <a:xfrm>
                <a:off x="1433805" y="5825093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219D0FF-0294-70A9-FD64-9483CFD5E6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805" y="5825093"/>
                <a:ext cx="5399116" cy="1032907"/>
              </a:xfrm>
              <a:prstGeom prst="roundRect">
                <a:avLst/>
              </a:prstGeom>
              <a:blipFill>
                <a:blip r:embed="rId4"/>
                <a:stretch>
                  <a:fillRect b="-9195"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BA51B0B-E215-C4EF-E284-2308988649D5}"/>
                  </a:ext>
                </a:extLst>
              </p:cNvPr>
              <p:cNvSpPr/>
              <p:nvPr/>
            </p:nvSpPr>
            <p:spPr>
              <a:xfrm>
                <a:off x="15770160" y="5825092"/>
                <a:ext cx="69583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BA51B0B-E215-C4EF-E284-2308988649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0160" y="5825092"/>
                <a:ext cx="6958361" cy="1032907"/>
              </a:xfrm>
              <a:prstGeom prst="roundRect">
                <a:avLst/>
              </a:prstGeom>
              <a:blipFill>
                <a:blip r:embed="rId5"/>
                <a:stretch>
                  <a:fillRect b="-9195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6578AEC-3A16-439F-643E-6FB393DDCE13}"/>
              </a:ext>
            </a:extLst>
          </p:cNvPr>
          <p:cNvSpPr/>
          <p:nvPr/>
        </p:nvSpPr>
        <p:spPr>
          <a:xfrm>
            <a:off x="912375" y="9044907"/>
            <a:ext cx="2255924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Algorithm A beats algorithm B for high values of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what is this high value?</a:t>
            </a:r>
          </a:p>
        </p:txBody>
      </p:sp>
    </p:spTree>
    <p:extLst>
      <p:ext uri="{BB962C8B-B14F-4D97-AF65-F5344CB8AC3E}">
        <p14:creationId xmlns:p14="http://schemas.microsoft.com/office/powerpoint/2010/main" val="164118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2E22-D601-8BF2-298E-846E3A62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B83A5B-2CBC-8542-372B-DF5F90D1E5D4}"/>
              </a:ext>
            </a:extLst>
          </p:cNvPr>
          <p:cNvSpPr/>
          <p:nvPr/>
        </p:nvSpPr>
        <p:spPr>
          <a:xfrm>
            <a:off x="912375" y="765616"/>
            <a:ext cx="2255924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are the disadvantages of order 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FAC611D-5965-CE80-FEC3-C308304B83D1}"/>
                  </a:ext>
                </a:extLst>
              </p:cNvPr>
              <p:cNvSpPr/>
              <p:nvPr/>
            </p:nvSpPr>
            <p:spPr>
              <a:xfrm>
                <a:off x="4977022" y="7337542"/>
                <a:ext cx="554384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100n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 log n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FAC611D-5965-CE80-FEC3-C308304B83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022" y="7337542"/>
                <a:ext cx="5543844" cy="1032907"/>
              </a:xfrm>
              <a:prstGeom prst="roundRect">
                <a:avLst/>
              </a:prstGeom>
              <a:blipFill>
                <a:blip r:embed="rId2"/>
                <a:stretch>
                  <a:fillRect l="-2036" t="-4598" b="-2758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>
            <a:extLst>
              <a:ext uri="{FF2B5EF4-FFF2-40B4-BE49-F238E27FC236}">
                <a16:creationId xmlns:a16="http://schemas.microsoft.com/office/drawing/2014/main" id="{EEB3F78B-CE33-39A1-6EED-C5A2DF07CA4E}"/>
              </a:ext>
            </a:extLst>
          </p:cNvPr>
          <p:cNvSpPr/>
          <p:nvPr/>
        </p:nvSpPr>
        <p:spPr>
          <a:xfrm>
            <a:off x="11158173" y="7611679"/>
            <a:ext cx="978408" cy="484632"/>
          </a:xfrm>
          <a:prstGeom prst="rightArrow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A1088D5-3BB8-F8D0-29B6-1E0A21769DCD}"/>
                  </a:ext>
                </a:extLst>
              </p:cNvPr>
              <p:cNvSpPr/>
              <p:nvPr/>
            </p:nvSpPr>
            <p:spPr>
              <a:xfrm>
                <a:off x="13054222" y="7337542"/>
                <a:ext cx="554384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100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 log n</a:t>
                </a: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A1088D5-3BB8-F8D0-29B6-1E0A21769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4222" y="7337542"/>
                <a:ext cx="5543844" cy="1032907"/>
              </a:xfrm>
              <a:prstGeom prst="roundRect">
                <a:avLst/>
              </a:prstGeom>
              <a:blipFill>
                <a:blip r:embed="rId3"/>
                <a:stretch>
                  <a:fillRect l="-2036" t="-4598" b="-2758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>
            <a:extLst>
              <a:ext uri="{FF2B5EF4-FFF2-40B4-BE49-F238E27FC236}">
                <a16:creationId xmlns:a16="http://schemas.microsoft.com/office/drawing/2014/main" id="{64590627-D8EC-F973-C567-B32705329F95}"/>
              </a:ext>
            </a:extLst>
          </p:cNvPr>
          <p:cNvSpPr/>
          <p:nvPr/>
        </p:nvSpPr>
        <p:spPr>
          <a:xfrm>
            <a:off x="11158173" y="9108360"/>
            <a:ext cx="978408" cy="484632"/>
          </a:xfrm>
          <a:prstGeom prst="rightArrow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2206EB3-0B0D-3749-2F69-15B5D3069297}"/>
                  </a:ext>
                </a:extLst>
              </p:cNvPr>
              <p:cNvSpPr/>
              <p:nvPr/>
            </p:nvSpPr>
            <p:spPr>
              <a:xfrm>
                <a:off x="13054222" y="8834223"/>
                <a:ext cx="554384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2206EB3-0B0D-3749-2F69-15B5D3069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4222" y="8834223"/>
                <a:ext cx="5543844" cy="1032907"/>
              </a:xfrm>
              <a:prstGeom prst="roundRect">
                <a:avLst/>
              </a:prstGeom>
              <a:blipFill>
                <a:blip r:embed="rId4"/>
                <a:stretch>
                  <a:fillRect l="-2036" t="-3448" b="-2873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99B2183-DB8D-1CDF-686E-E84600AC686E}"/>
                  </a:ext>
                </a:extLst>
              </p:cNvPr>
              <p:cNvSpPr/>
              <p:nvPr/>
            </p:nvSpPr>
            <p:spPr>
              <a:xfrm>
                <a:off x="912375" y="10330904"/>
                <a:ext cx="2255924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Surely, we will never get an input of size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Thus, for all practical purposes, B beats A.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But, theoretically, A beats B for high values of n (when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99B2183-DB8D-1CDF-686E-E84600AC6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75" y="10330904"/>
                <a:ext cx="22559249" cy="2871708"/>
              </a:xfrm>
              <a:prstGeom prst="roundRect">
                <a:avLst/>
              </a:prstGeom>
              <a:blipFill>
                <a:blip r:embed="rId5"/>
                <a:stretch>
                  <a:fillRect l="-730" b="-689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D0517C3-3C1F-1270-B4F6-49F8B4F26636}"/>
              </a:ext>
            </a:extLst>
          </p:cNvPr>
          <p:cNvSpPr/>
          <p:nvPr/>
        </p:nvSpPr>
        <p:spPr>
          <a:xfrm>
            <a:off x="3053363" y="2533720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A6CB0790-0A47-43CF-4D32-837C60668663}"/>
                  </a:ext>
                </a:extLst>
              </p:cNvPr>
              <p:cNvSpPr/>
              <p:nvPr/>
            </p:nvSpPr>
            <p:spPr>
              <a:xfrm>
                <a:off x="1433805" y="4312643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A6CB0790-0A47-43CF-4D32-837C60668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805" y="4312643"/>
                <a:ext cx="5399116" cy="103290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207F99-A146-C062-3939-C3EF528819AC}"/>
              </a:ext>
            </a:extLst>
          </p:cNvPr>
          <p:cNvSpPr/>
          <p:nvPr/>
        </p:nvSpPr>
        <p:spPr>
          <a:xfrm>
            <a:off x="17863906" y="2533720"/>
            <a:ext cx="21600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4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adley Hand" pitchFamily="2" charset="77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CD9BFE4B-9C4A-7142-45D6-47A5A0B00D9C}"/>
                  </a:ext>
                </a:extLst>
              </p:cNvPr>
              <p:cNvSpPr/>
              <p:nvPr/>
            </p:nvSpPr>
            <p:spPr>
              <a:xfrm>
                <a:off x="15770160" y="4312642"/>
                <a:ext cx="69583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CD9BFE4B-9C4A-7142-45D6-47A5A0B00D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0160" y="4312642"/>
                <a:ext cx="6958361" cy="1032907"/>
              </a:xfrm>
              <a:prstGeom prst="roundRect">
                <a:avLst/>
              </a:prstGeom>
              <a:blipFill>
                <a:blip r:embed="rId7"/>
                <a:stretch>
                  <a:fillRect b="-9091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7B6EFD3E-8B30-B91A-C700-0326E05B7A92}"/>
                  </a:ext>
                </a:extLst>
              </p:cNvPr>
              <p:cNvSpPr/>
              <p:nvPr/>
            </p:nvSpPr>
            <p:spPr>
              <a:xfrm>
                <a:off x="1433805" y="5825093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7B6EFD3E-8B30-B91A-C700-0326E05B7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805" y="5825093"/>
                <a:ext cx="5399116" cy="1032907"/>
              </a:xfrm>
              <a:prstGeom prst="roundRect">
                <a:avLst/>
              </a:prstGeom>
              <a:blipFill>
                <a:blip r:embed="rId8"/>
                <a:stretch>
                  <a:fillRect b="-9195"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655C821-EBF5-2F03-4E82-A0B42CF13D2E}"/>
                  </a:ext>
                </a:extLst>
              </p:cNvPr>
              <p:cNvSpPr/>
              <p:nvPr/>
            </p:nvSpPr>
            <p:spPr>
              <a:xfrm>
                <a:off x="15770160" y="5825092"/>
                <a:ext cx="695836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5400" b="0" i="1" smtClean="0"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655C821-EBF5-2F03-4E82-A0B42CF13D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0160" y="5825092"/>
                <a:ext cx="6958361" cy="1032907"/>
              </a:xfrm>
              <a:prstGeom prst="roundRect">
                <a:avLst/>
              </a:prstGeom>
              <a:blipFill>
                <a:blip r:embed="rId9"/>
                <a:stretch>
                  <a:fillRect b="-9195"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669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1EBC-1A6E-05BD-75C7-441594EFE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A30080-1476-FD3A-9D31-95D3C9395B8B}"/>
              </a:ext>
            </a:extLst>
          </p:cNvPr>
          <p:cNvSpPr/>
          <p:nvPr/>
        </p:nvSpPr>
        <p:spPr>
          <a:xfrm>
            <a:off x="912375" y="765616"/>
            <a:ext cx="2255924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are the disadvantages of order notation?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6EAD523-3006-0766-E7BB-44167E059AAC}"/>
              </a:ext>
            </a:extLst>
          </p:cNvPr>
          <p:cNvSpPr/>
          <p:nvPr/>
        </p:nvSpPr>
        <p:spPr>
          <a:xfrm>
            <a:off x="912374" y="3029928"/>
            <a:ext cx="2255924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Constants are disregarded in the order notation but they may be important</a:t>
            </a:r>
          </a:p>
        </p:txBody>
      </p:sp>
    </p:spTree>
    <p:extLst>
      <p:ext uri="{BB962C8B-B14F-4D97-AF65-F5344CB8AC3E}">
        <p14:creationId xmlns:p14="http://schemas.microsoft.com/office/powerpoint/2010/main" val="7735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BDBA2AA-B85F-18D6-81AC-80D83F8A7051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BDBA2AA-B85F-18D6-81AC-80D83F8A70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A818645-5E5F-08BF-4746-04D160B94CA6}"/>
                  </a:ext>
                </a:extLst>
              </p:cNvPr>
              <p:cNvSpPr/>
              <p:nvPr/>
            </p:nvSpPr>
            <p:spPr>
              <a:xfrm>
                <a:off x="927245" y="4166405"/>
                <a:ext cx="22529509" cy="328302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8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A818645-5E5F-08BF-4746-04D160B94C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166405"/>
                <a:ext cx="22529509" cy="3283026"/>
              </a:xfrm>
              <a:prstGeom prst="roundRect">
                <a:avLst/>
              </a:prstGeom>
              <a:blipFill>
                <a:blip r:embed="rId3"/>
                <a:stretch>
                  <a:fillRect l="-730" b="-530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D2088CC-5DD6-DD77-E6BF-F09B4523128F}"/>
                  </a:ext>
                </a:extLst>
              </p:cNvPr>
              <p:cNvSpPr/>
              <p:nvPr/>
            </p:nvSpPr>
            <p:spPr>
              <a:xfrm>
                <a:off x="1171248" y="7940402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D2088CC-5DD6-DD77-E6BF-F09B452312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248" y="7940402"/>
                <a:ext cx="5399116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quals 4">
            <a:extLst>
              <a:ext uri="{FF2B5EF4-FFF2-40B4-BE49-F238E27FC236}">
                <a16:creationId xmlns:a16="http://schemas.microsoft.com/office/drawing/2014/main" id="{72C73212-D701-6FF4-E974-A64FC9241597}"/>
              </a:ext>
            </a:extLst>
          </p:cNvPr>
          <p:cNvSpPr/>
          <p:nvPr/>
        </p:nvSpPr>
        <p:spPr>
          <a:xfrm>
            <a:off x="7261846" y="8139802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9AFC3D0-4C0E-38C2-AF77-BA75E92425EA}"/>
                  </a:ext>
                </a:extLst>
              </p:cNvPr>
              <p:cNvSpPr/>
              <p:nvPr/>
            </p:nvSpPr>
            <p:spPr>
              <a:xfrm>
                <a:off x="8981887" y="7925568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9AFC3D0-4C0E-38C2-AF77-BA75E92425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887" y="7925568"/>
                <a:ext cx="5399116" cy="1032907"/>
              </a:xfrm>
              <a:prstGeom prst="roundRect">
                <a:avLst/>
              </a:prstGeom>
              <a:blipFill>
                <a:blip r:embed="rId5"/>
                <a:stretch>
                  <a:fillRect b="-1034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quals 7">
            <a:extLst>
              <a:ext uri="{FF2B5EF4-FFF2-40B4-BE49-F238E27FC236}">
                <a16:creationId xmlns:a16="http://schemas.microsoft.com/office/drawing/2014/main" id="{8C1139F4-B594-47ED-1909-1912C770DC30}"/>
              </a:ext>
            </a:extLst>
          </p:cNvPr>
          <p:cNvSpPr/>
          <p:nvPr/>
        </p:nvSpPr>
        <p:spPr>
          <a:xfrm>
            <a:off x="7261846" y="10169484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1E370E4A-1C88-CC59-DBE3-2DA5D1C90144}"/>
                  </a:ext>
                </a:extLst>
              </p:cNvPr>
              <p:cNvSpPr/>
              <p:nvPr/>
            </p:nvSpPr>
            <p:spPr>
              <a:xfrm>
                <a:off x="8981887" y="995525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1E370E4A-1C88-CC59-DBE3-2DA5D1C901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887" y="9955250"/>
                <a:ext cx="5399116" cy="1032907"/>
              </a:xfrm>
              <a:prstGeom prst="roundRect">
                <a:avLst/>
              </a:prstGeom>
              <a:blipFill>
                <a:blip r:embed="rId6"/>
                <a:stretch>
                  <a:fillRect b="-919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quals 10">
            <a:extLst>
              <a:ext uri="{FF2B5EF4-FFF2-40B4-BE49-F238E27FC236}">
                <a16:creationId xmlns:a16="http://schemas.microsoft.com/office/drawing/2014/main" id="{AA745F48-972B-9CD0-4CC9-B9E8E89EDE40}"/>
              </a:ext>
            </a:extLst>
          </p:cNvPr>
          <p:cNvSpPr/>
          <p:nvPr/>
        </p:nvSpPr>
        <p:spPr>
          <a:xfrm>
            <a:off x="7261847" y="11918767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1E28E9A-9747-752A-1E2E-70D868CD9998}"/>
                  </a:ext>
                </a:extLst>
              </p:cNvPr>
              <p:cNvSpPr/>
              <p:nvPr/>
            </p:nvSpPr>
            <p:spPr>
              <a:xfrm>
                <a:off x="8981888" y="11704533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1E28E9A-9747-752A-1E2E-70D868CD99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888" y="11704533"/>
                <a:ext cx="5399116" cy="1032907"/>
              </a:xfrm>
              <a:prstGeom prst="roundRect">
                <a:avLst/>
              </a:prstGeom>
              <a:blipFill>
                <a:blip r:embed="rId7"/>
                <a:stretch>
                  <a:fillRect b="-919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672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4F464-0560-73A8-C2A1-E6581A01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C4F9477-78D8-089B-D2EC-1E98863CA9FB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C4F9477-78D8-089B-D2EC-1E98863CA9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697C818-E8A1-753C-0404-A1B166D3A162}"/>
                  </a:ext>
                </a:extLst>
              </p:cNvPr>
              <p:cNvSpPr/>
              <p:nvPr/>
            </p:nvSpPr>
            <p:spPr>
              <a:xfrm>
                <a:off x="927245" y="4166405"/>
                <a:ext cx="22529509" cy="328302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8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697C818-E8A1-753C-0404-A1B166D3A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166405"/>
                <a:ext cx="22529509" cy="3283026"/>
              </a:xfrm>
              <a:prstGeom prst="roundRect">
                <a:avLst/>
              </a:prstGeom>
              <a:blipFill>
                <a:blip r:embed="rId3"/>
                <a:stretch>
                  <a:fillRect l="-730" b="-530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5AE51E5-205D-BC3A-617B-1F89A760DEAC}"/>
                  </a:ext>
                </a:extLst>
              </p:cNvPr>
              <p:cNvSpPr/>
              <p:nvPr/>
            </p:nvSpPr>
            <p:spPr>
              <a:xfrm>
                <a:off x="1171248" y="7940402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5AE51E5-205D-BC3A-617B-1F89A760D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248" y="7940402"/>
                <a:ext cx="5399116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quals 4">
            <a:extLst>
              <a:ext uri="{FF2B5EF4-FFF2-40B4-BE49-F238E27FC236}">
                <a16:creationId xmlns:a16="http://schemas.microsoft.com/office/drawing/2014/main" id="{231998E1-4852-3CE9-DFD2-DAE0E81C11D1}"/>
              </a:ext>
            </a:extLst>
          </p:cNvPr>
          <p:cNvSpPr/>
          <p:nvPr/>
        </p:nvSpPr>
        <p:spPr>
          <a:xfrm>
            <a:off x="7261846" y="8139802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04AB7A4-2A14-1DBB-760C-7445E4C71965}"/>
                  </a:ext>
                </a:extLst>
              </p:cNvPr>
              <p:cNvSpPr/>
              <p:nvPr/>
            </p:nvSpPr>
            <p:spPr>
              <a:xfrm>
                <a:off x="8981887" y="7925568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04AB7A4-2A14-1DBB-760C-7445E4C71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887" y="7925568"/>
                <a:ext cx="5399116" cy="1032907"/>
              </a:xfrm>
              <a:prstGeom prst="roundRect">
                <a:avLst/>
              </a:prstGeom>
              <a:blipFill>
                <a:blip r:embed="rId5"/>
                <a:stretch>
                  <a:fillRect b="-1034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11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732C-9457-9528-5973-AF959B2C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A23CE74-F8F6-A50A-5785-32575BED4D5B}"/>
                  </a:ext>
                </a:extLst>
              </p:cNvPr>
              <p:cNvSpPr/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A23CE74-F8F6-A50A-5785-32575BED4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51227"/>
                <a:ext cx="22529509" cy="2871708"/>
              </a:xfrm>
              <a:prstGeom prst="roundRect">
                <a:avLst/>
              </a:prstGeom>
              <a:blipFill>
                <a:blip r:embed="rId2"/>
                <a:stretch>
                  <a:fillRect l="-843" b="-779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9EC8BB94-A0F1-BC74-4C1C-DDC5942F573A}"/>
                  </a:ext>
                </a:extLst>
              </p:cNvPr>
              <p:cNvSpPr/>
              <p:nvPr/>
            </p:nvSpPr>
            <p:spPr>
              <a:xfrm>
                <a:off x="927245" y="4166405"/>
                <a:ext cx="22529509" cy="328302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if there is a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0, such that for all 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14:m>
                  <m:oMath xmlns:m="http://schemas.openxmlformats.org/officeDocument/2006/math">
                    <m:r>
                      <a:rPr lang="en-US" sz="8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rgbClr val="D0CEF2"/>
                    </a:solidFill>
                    <a:latin typeface="Bradley Hand" pitchFamily="2" charset="77"/>
                  </a:rPr>
                  <a:t>c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9EC8BB94-A0F1-BC74-4C1C-DDC5942F5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4166405"/>
                <a:ext cx="22529509" cy="3283026"/>
              </a:xfrm>
              <a:prstGeom prst="roundRect">
                <a:avLst/>
              </a:prstGeom>
              <a:blipFill>
                <a:blip r:embed="rId3"/>
                <a:stretch>
                  <a:fillRect l="-730" b="-530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42370B8-A9DF-401B-852B-CF3B9FFE5BBA}"/>
                  </a:ext>
                </a:extLst>
              </p:cNvPr>
              <p:cNvSpPr/>
              <p:nvPr/>
            </p:nvSpPr>
            <p:spPr>
              <a:xfrm>
                <a:off x="927244" y="7859938"/>
                <a:ext cx="2252950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 and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</a:t>
                </a:r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42370B8-A9DF-401B-852B-CF3B9FFE5B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4" y="7859938"/>
                <a:ext cx="22529509" cy="1952308"/>
              </a:xfrm>
              <a:prstGeom prst="roundRect">
                <a:avLst/>
              </a:prstGeom>
              <a:blipFill>
                <a:blip r:embed="rId4"/>
                <a:stretch>
                  <a:fillRect l="-1067" b="-1250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96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E207D-6326-8D51-45B9-BA8642219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0CA402B-77E3-006E-3117-162D7910AB01}"/>
                  </a:ext>
                </a:extLst>
              </p:cNvPr>
              <p:cNvSpPr/>
              <p:nvPr/>
            </p:nvSpPr>
            <p:spPr>
              <a:xfrm>
                <a:off x="927245" y="766411"/>
                <a:ext cx="2252950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 and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</a:t>
                </a:r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0CA402B-77E3-006E-3117-162D7910AB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766411"/>
                <a:ext cx="22529509" cy="1952308"/>
              </a:xfrm>
              <a:prstGeom prst="roundRect">
                <a:avLst/>
              </a:prstGeom>
              <a:blipFill>
                <a:blip r:embed="rId2"/>
                <a:stretch>
                  <a:fillRect l="-1067" b="-1320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A0694D2-7FE9-64F3-7D64-C238A176738F}"/>
                  </a:ext>
                </a:extLst>
              </p:cNvPr>
              <p:cNvSpPr/>
              <p:nvPr/>
            </p:nvSpPr>
            <p:spPr>
              <a:xfrm>
                <a:off x="10056309" y="5158108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A0694D2-7FE9-64F3-7D64-C238A1767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309" y="5158108"/>
                <a:ext cx="5399116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quals 4">
            <a:extLst>
              <a:ext uri="{FF2B5EF4-FFF2-40B4-BE49-F238E27FC236}">
                <a16:creationId xmlns:a16="http://schemas.microsoft.com/office/drawing/2014/main" id="{72973D10-B80E-F89D-4C61-11FF9E7D9C0A}"/>
              </a:ext>
            </a:extLst>
          </p:cNvPr>
          <p:cNvSpPr/>
          <p:nvPr/>
        </p:nvSpPr>
        <p:spPr>
          <a:xfrm>
            <a:off x="16849192" y="3346129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9238627-4509-070C-E952-ED11A4822D75}"/>
                  </a:ext>
                </a:extLst>
              </p:cNvPr>
              <p:cNvSpPr/>
              <p:nvPr/>
            </p:nvSpPr>
            <p:spPr>
              <a:xfrm>
                <a:off x="18569233" y="3131895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9238627-4509-070C-E952-ED11A4822D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9233" y="3131895"/>
                <a:ext cx="5399116" cy="1032907"/>
              </a:xfrm>
              <a:prstGeom prst="roundRect">
                <a:avLst/>
              </a:prstGeom>
              <a:blipFill>
                <a:blip r:embed="rId4"/>
                <a:stretch>
                  <a:fillRect b="-919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quals 7">
            <a:extLst>
              <a:ext uri="{FF2B5EF4-FFF2-40B4-BE49-F238E27FC236}">
                <a16:creationId xmlns:a16="http://schemas.microsoft.com/office/drawing/2014/main" id="{66E8E3E5-31C8-2B97-F564-7D5B6C907852}"/>
              </a:ext>
            </a:extLst>
          </p:cNvPr>
          <p:cNvSpPr/>
          <p:nvPr/>
        </p:nvSpPr>
        <p:spPr>
          <a:xfrm>
            <a:off x="16849192" y="5375811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588896E-A49C-A379-DBB2-5DF708CB4C98}"/>
                  </a:ext>
                </a:extLst>
              </p:cNvPr>
              <p:cNvSpPr/>
              <p:nvPr/>
            </p:nvSpPr>
            <p:spPr>
              <a:xfrm>
                <a:off x="18569233" y="5161577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588896E-A49C-A379-DBB2-5DF708CB4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9233" y="5161577"/>
                <a:ext cx="5399116" cy="1032907"/>
              </a:xfrm>
              <a:prstGeom prst="roundRect">
                <a:avLst/>
              </a:prstGeom>
              <a:blipFill>
                <a:blip r:embed="rId5"/>
                <a:stretch>
                  <a:fillRect b="-8046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quals 9">
            <a:extLst>
              <a:ext uri="{FF2B5EF4-FFF2-40B4-BE49-F238E27FC236}">
                <a16:creationId xmlns:a16="http://schemas.microsoft.com/office/drawing/2014/main" id="{6230A36E-37D3-538C-93E3-043C8674BF36}"/>
              </a:ext>
            </a:extLst>
          </p:cNvPr>
          <p:cNvSpPr/>
          <p:nvPr/>
        </p:nvSpPr>
        <p:spPr>
          <a:xfrm>
            <a:off x="16849193" y="7125094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1223D6C-91D8-D6A4-62D2-8D0AAECA523E}"/>
                  </a:ext>
                </a:extLst>
              </p:cNvPr>
              <p:cNvSpPr/>
              <p:nvPr/>
            </p:nvSpPr>
            <p:spPr>
              <a:xfrm>
                <a:off x="18569234" y="6910860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1223D6C-91D8-D6A4-62D2-8D0AAECA52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9234" y="6910860"/>
                <a:ext cx="5399116" cy="1032907"/>
              </a:xfrm>
              <a:prstGeom prst="roundRect">
                <a:avLst/>
              </a:prstGeom>
              <a:blipFill>
                <a:blip r:embed="rId6"/>
                <a:stretch>
                  <a:fillRect b="-919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AA0E9F96-3427-6C5C-41B1-EB3CE03B48B1}"/>
                  </a:ext>
                </a:extLst>
              </p:cNvPr>
              <p:cNvSpPr/>
              <p:nvPr/>
            </p:nvSpPr>
            <p:spPr>
              <a:xfrm>
                <a:off x="1543385" y="3142036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AA0E9F96-3427-6C5C-41B1-EB3CE03B48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385" y="3142036"/>
                <a:ext cx="5399116" cy="1032907"/>
              </a:xfrm>
              <a:prstGeom prst="roundRect">
                <a:avLst/>
              </a:prstGeom>
              <a:blipFill>
                <a:blip r:embed="rId7"/>
                <a:stretch>
                  <a:fillRect b="-795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FC2DEE3-D046-C8C9-B86C-64A7435BDDC0}"/>
                  </a:ext>
                </a:extLst>
              </p:cNvPr>
              <p:cNvSpPr/>
              <p:nvPr/>
            </p:nvSpPr>
            <p:spPr>
              <a:xfrm>
                <a:off x="1536466" y="5152601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FC2DEE3-D046-C8C9-B86C-64A7435BD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466" y="5152601"/>
                <a:ext cx="5399116" cy="1032907"/>
              </a:xfrm>
              <a:prstGeom prst="roundRect">
                <a:avLst/>
              </a:prstGeom>
              <a:blipFill>
                <a:blip r:embed="rId8"/>
                <a:stretch>
                  <a:fillRect b="-1034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DEDEEC90-57BA-64D0-B5FF-2ABD37978A85}"/>
                  </a:ext>
                </a:extLst>
              </p:cNvPr>
              <p:cNvSpPr/>
              <p:nvPr/>
            </p:nvSpPr>
            <p:spPr>
              <a:xfrm>
                <a:off x="1657339" y="7087661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DEDEEC90-57BA-64D0-B5FF-2ABD37978A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39" y="7087661"/>
                <a:ext cx="5399116" cy="1032907"/>
              </a:xfrm>
              <a:prstGeom prst="roundRect">
                <a:avLst/>
              </a:prstGeom>
              <a:blipFill>
                <a:blip r:embed="rId9"/>
                <a:stretch>
                  <a:fillRect b="-1034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quals 19">
            <a:extLst>
              <a:ext uri="{FF2B5EF4-FFF2-40B4-BE49-F238E27FC236}">
                <a16:creationId xmlns:a16="http://schemas.microsoft.com/office/drawing/2014/main" id="{26DC3568-CFF5-7406-D7B5-09413E438D04}"/>
              </a:ext>
            </a:extLst>
          </p:cNvPr>
          <p:cNvSpPr/>
          <p:nvPr/>
        </p:nvSpPr>
        <p:spPr>
          <a:xfrm>
            <a:off x="7325232" y="3356269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1" name="Equals 20">
            <a:extLst>
              <a:ext uri="{FF2B5EF4-FFF2-40B4-BE49-F238E27FC236}">
                <a16:creationId xmlns:a16="http://schemas.microsoft.com/office/drawing/2014/main" id="{5205711F-7064-3F75-F042-FB323295EB79}"/>
              </a:ext>
            </a:extLst>
          </p:cNvPr>
          <p:cNvSpPr/>
          <p:nvPr/>
        </p:nvSpPr>
        <p:spPr>
          <a:xfrm>
            <a:off x="7325232" y="5366834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37433177-ED9D-0AE3-94A9-7FAF08B78D05}"/>
              </a:ext>
            </a:extLst>
          </p:cNvPr>
          <p:cNvSpPr/>
          <p:nvPr/>
        </p:nvSpPr>
        <p:spPr>
          <a:xfrm>
            <a:off x="7325232" y="7281069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96364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5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1ACD-1DEA-8E12-C9E3-D8106592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F59093B-7DC4-926F-1DC5-23C38E6D6C49}"/>
                  </a:ext>
                </a:extLst>
              </p:cNvPr>
              <p:cNvSpPr/>
              <p:nvPr/>
            </p:nvSpPr>
            <p:spPr>
              <a:xfrm>
                <a:off x="927245" y="766411"/>
                <a:ext cx="2252950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if </a:t>
                </a:r>
              </a:p>
              <a:p>
                <a:pPr lvl="3" indent="0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O(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 and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f(n)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g(n)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</a:t>
                </a:r>
                <a:endParaRPr lang="en-US" sz="54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0CA402B-77E3-006E-3117-162D7910AB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5" y="766411"/>
                <a:ext cx="22529509" cy="1952308"/>
              </a:xfrm>
              <a:prstGeom prst="roundRect">
                <a:avLst/>
              </a:prstGeom>
              <a:blipFill>
                <a:blip r:embed="rId2"/>
                <a:stretch>
                  <a:fillRect l="-1067" b="-1320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55BE78D-F981-AB5A-781C-BDC66953DB6D}"/>
                  </a:ext>
                </a:extLst>
              </p:cNvPr>
              <p:cNvSpPr/>
              <p:nvPr/>
            </p:nvSpPr>
            <p:spPr>
              <a:xfrm>
                <a:off x="10056309" y="5158108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A0694D2-7FE9-64F3-7D64-C238A1767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309" y="5158108"/>
                <a:ext cx="5399116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quals 4">
            <a:extLst>
              <a:ext uri="{FF2B5EF4-FFF2-40B4-BE49-F238E27FC236}">
                <a16:creationId xmlns:a16="http://schemas.microsoft.com/office/drawing/2014/main" id="{07AEB238-DCB0-5E34-8920-BE8E22F02176}"/>
              </a:ext>
            </a:extLst>
          </p:cNvPr>
          <p:cNvSpPr/>
          <p:nvPr/>
        </p:nvSpPr>
        <p:spPr>
          <a:xfrm>
            <a:off x="16879685" y="5372342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00145F7-E15B-DEA9-A037-F95B6CFB5427}"/>
                  </a:ext>
                </a:extLst>
              </p:cNvPr>
              <p:cNvSpPr/>
              <p:nvPr/>
            </p:nvSpPr>
            <p:spPr>
              <a:xfrm>
                <a:off x="18599726" y="5158108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00145F7-E15B-DEA9-A037-F95B6CFB54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9726" y="5158108"/>
                <a:ext cx="5399116" cy="1032907"/>
              </a:xfrm>
              <a:prstGeom prst="roundRect">
                <a:avLst/>
              </a:prstGeom>
              <a:blipFill>
                <a:blip r:embed="rId4"/>
                <a:stretch>
                  <a:fillRect b="-9091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54952559-7A51-8A3E-870B-AD76EA99D190}"/>
                  </a:ext>
                </a:extLst>
              </p:cNvPr>
              <p:cNvSpPr/>
              <p:nvPr/>
            </p:nvSpPr>
            <p:spPr>
              <a:xfrm>
                <a:off x="1543385" y="5158108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54952559-7A51-8A3E-870B-AD76EA99D1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385" y="5158108"/>
                <a:ext cx="5399116" cy="1032907"/>
              </a:xfrm>
              <a:prstGeom prst="roundRect">
                <a:avLst/>
              </a:prstGeom>
              <a:blipFill>
                <a:blip r:embed="rId5"/>
                <a:stretch>
                  <a:fillRect b="-9091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quals 21">
            <a:extLst>
              <a:ext uri="{FF2B5EF4-FFF2-40B4-BE49-F238E27FC236}">
                <a16:creationId xmlns:a16="http://schemas.microsoft.com/office/drawing/2014/main" id="{80E70B91-F34D-3671-FFFD-263338606DB4}"/>
              </a:ext>
            </a:extLst>
          </p:cNvPr>
          <p:cNvSpPr/>
          <p:nvPr/>
        </p:nvSpPr>
        <p:spPr>
          <a:xfrm>
            <a:off x="7211278" y="5351516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0E0ABB9A-8D58-6613-27DC-081092964816}"/>
                  </a:ext>
                </a:extLst>
              </p:cNvPr>
              <p:cNvSpPr/>
              <p:nvPr/>
            </p:nvSpPr>
            <p:spPr>
              <a:xfrm>
                <a:off x="6153496" y="10481986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0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5400" b="0" i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+500</m:t>
                      </m:r>
                    </m:oMath>
                  </m:oMathPara>
                </a14:m>
                <a:endParaRPr lang="en-US" sz="5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6302F9B6-63E2-2033-A0C9-6001A51EB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496" y="10481986"/>
                <a:ext cx="5399116" cy="1032907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Equals 23">
            <a:extLst>
              <a:ext uri="{FF2B5EF4-FFF2-40B4-BE49-F238E27FC236}">
                <a16:creationId xmlns:a16="http://schemas.microsoft.com/office/drawing/2014/main" id="{E28DE6CF-BC30-77A5-99BC-8C3B6128A8A3}"/>
              </a:ext>
            </a:extLst>
          </p:cNvPr>
          <p:cNvSpPr/>
          <p:nvPr/>
        </p:nvSpPr>
        <p:spPr>
          <a:xfrm>
            <a:off x="11930841" y="10696219"/>
            <a:ext cx="891540" cy="604440"/>
          </a:xfrm>
          <a:prstGeom prst="mathEqual">
            <a:avLst/>
          </a:prstGeom>
          <a:solidFill>
            <a:schemeClr val="bg1"/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accent1">
                  <a:lumMod val="40000"/>
                  <a:lumOff val="60000"/>
                </a:schemeClr>
              </a:solidFill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5BAEF16F-DA6E-9944-59A7-8A00C0FDD0B0}"/>
                  </a:ext>
                </a:extLst>
              </p:cNvPr>
              <p:cNvSpPr/>
              <p:nvPr/>
            </p:nvSpPr>
            <p:spPr>
              <a:xfrm>
                <a:off x="13200610" y="10454787"/>
                <a:ext cx="5399116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bg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276DD7A9-4541-F265-4C8C-BA3BE8AF3F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0610" y="10454787"/>
                <a:ext cx="5399116" cy="1032907"/>
              </a:xfrm>
              <a:prstGeom prst="roundRect">
                <a:avLst/>
              </a:prstGeom>
              <a:blipFill>
                <a:blip r:embed="rId11"/>
                <a:stretch>
                  <a:fillRect b="-10345"/>
                </a:stretch>
              </a:blipFill>
              <a:ln w="63500" cap="flat">
                <a:solidFill>
                  <a:schemeClr val="bg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206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EB71466-B78F-F7C4-1C5C-DF6CA6400533}"/>
              </a:ext>
            </a:extLst>
          </p:cNvPr>
          <p:cNvSpPr/>
          <p:nvPr/>
        </p:nvSpPr>
        <p:spPr>
          <a:xfrm>
            <a:off x="927245" y="766411"/>
            <a:ext cx="2252950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f(n) = O(g(n)) and g(n) = O(h(n)), then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		f(n) =  </a:t>
            </a:r>
          </a:p>
        </p:txBody>
      </p:sp>
    </p:spTree>
    <p:extLst>
      <p:ext uri="{BB962C8B-B14F-4D97-AF65-F5344CB8AC3E}">
        <p14:creationId xmlns:p14="http://schemas.microsoft.com/office/powerpoint/2010/main" val="1549246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AEB0-403B-BFB3-EBF5-95B06498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5F2914-F1CC-A91A-95DD-761FCD11B817}"/>
              </a:ext>
            </a:extLst>
          </p:cNvPr>
          <p:cNvSpPr/>
          <p:nvPr/>
        </p:nvSpPr>
        <p:spPr>
          <a:xfrm>
            <a:off x="927245" y="766411"/>
            <a:ext cx="2252950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f(n) = O(g(n)) and g(n) = O(h(n)), then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		f(n) =  O(h(n))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48D908-9BBA-DE43-5FC0-7B9F86ABF3B5}"/>
              </a:ext>
            </a:extLst>
          </p:cNvPr>
          <p:cNvSpPr/>
          <p:nvPr/>
        </p:nvSpPr>
        <p:spPr>
          <a:xfrm>
            <a:off x="927245" y="5102884"/>
            <a:ext cx="2252950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f(n) = O(h(n)) and g(n) = O(h(n)), then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		f(n) + g(n)=  </a:t>
            </a:r>
          </a:p>
        </p:txBody>
      </p:sp>
    </p:spTree>
    <p:extLst>
      <p:ext uri="{BB962C8B-B14F-4D97-AF65-F5344CB8AC3E}">
        <p14:creationId xmlns:p14="http://schemas.microsoft.com/office/powerpoint/2010/main" val="953659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053C0-A31F-4C37-1328-B96EF4EE7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F585D7E-A337-10EF-F6F5-CBFFC8161F84}"/>
              </a:ext>
            </a:extLst>
          </p:cNvPr>
          <p:cNvSpPr/>
          <p:nvPr/>
        </p:nvSpPr>
        <p:spPr>
          <a:xfrm>
            <a:off x="927245" y="766411"/>
            <a:ext cx="2252950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f(n) = O(g(n)) and g(n) = O(h(n)), then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		f(n) =  O(h(n))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3AA74F-6470-2CCD-8957-C0FE0090E2E1}"/>
              </a:ext>
            </a:extLst>
          </p:cNvPr>
          <p:cNvSpPr/>
          <p:nvPr/>
        </p:nvSpPr>
        <p:spPr>
          <a:xfrm>
            <a:off x="927245" y="5102884"/>
            <a:ext cx="22529509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f(n) = O(h(n)) and g(n) = O(h(n)), then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		f(n) + g(n)=  O(h(n))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5CA5CD-C84E-25E2-56E8-86D1207A4BF3}"/>
              </a:ext>
            </a:extLst>
          </p:cNvPr>
          <p:cNvSpPr/>
          <p:nvPr/>
        </p:nvSpPr>
        <p:spPr>
          <a:xfrm>
            <a:off x="927245" y="9511129"/>
            <a:ext cx="2252950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Use the definition of order notation to prove these properties</a:t>
            </a:r>
          </a:p>
        </p:txBody>
      </p:sp>
    </p:spTree>
    <p:extLst>
      <p:ext uri="{BB962C8B-B14F-4D97-AF65-F5344CB8AC3E}">
        <p14:creationId xmlns:p14="http://schemas.microsoft.com/office/powerpoint/2010/main" val="909776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7857</TotalTime>
  <Words>2764</Words>
  <Application>Microsoft Macintosh PowerPoint</Application>
  <PresentationFormat>Custom</PresentationFormat>
  <Paragraphs>439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1011</cp:revision>
  <dcterms:modified xsi:type="dcterms:W3CDTF">2026-08-04T08:35:31Z</dcterms:modified>
</cp:coreProperties>
</file>