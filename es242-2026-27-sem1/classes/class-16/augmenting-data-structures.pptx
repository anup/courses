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8"/>
  </p:notesMasterIdLst>
  <p:sldIdLst>
    <p:sldId id="558" r:id="rId2"/>
    <p:sldId id="572" r:id="rId3"/>
    <p:sldId id="692" r:id="rId4"/>
    <p:sldId id="694" r:id="rId5"/>
    <p:sldId id="695" r:id="rId6"/>
    <p:sldId id="693" r:id="rId7"/>
    <p:sldId id="696" r:id="rId8"/>
    <p:sldId id="697" r:id="rId9"/>
    <p:sldId id="699" r:id="rId10"/>
    <p:sldId id="698" r:id="rId11"/>
    <p:sldId id="781" r:id="rId12"/>
    <p:sldId id="700" r:id="rId13"/>
    <p:sldId id="701" r:id="rId14"/>
    <p:sldId id="704" r:id="rId15"/>
    <p:sldId id="705" r:id="rId16"/>
    <p:sldId id="706" r:id="rId17"/>
    <p:sldId id="707" r:id="rId18"/>
    <p:sldId id="709" r:id="rId19"/>
    <p:sldId id="708" r:id="rId20"/>
    <p:sldId id="710" r:id="rId21"/>
    <p:sldId id="711" r:id="rId22"/>
    <p:sldId id="712" r:id="rId23"/>
    <p:sldId id="713" r:id="rId24"/>
    <p:sldId id="714" r:id="rId25"/>
    <p:sldId id="715" r:id="rId26"/>
    <p:sldId id="716" r:id="rId27"/>
    <p:sldId id="717" r:id="rId28"/>
    <p:sldId id="718" r:id="rId29"/>
    <p:sldId id="719" r:id="rId30"/>
    <p:sldId id="720" r:id="rId31"/>
    <p:sldId id="721" r:id="rId32"/>
    <p:sldId id="723" r:id="rId33"/>
    <p:sldId id="724" r:id="rId34"/>
    <p:sldId id="725" r:id="rId35"/>
    <p:sldId id="726" r:id="rId36"/>
    <p:sldId id="728" r:id="rId37"/>
    <p:sldId id="729" r:id="rId38"/>
    <p:sldId id="730" r:id="rId39"/>
    <p:sldId id="731" r:id="rId40"/>
    <p:sldId id="732" r:id="rId41"/>
    <p:sldId id="733" r:id="rId42"/>
    <p:sldId id="783" r:id="rId43"/>
    <p:sldId id="734" r:id="rId44"/>
    <p:sldId id="735" r:id="rId45"/>
    <p:sldId id="784" r:id="rId46"/>
    <p:sldId id="737" r:id="rId47"/>
    <p:sldId id="738" r:id="rId48"/>
    <p:sldId id="739" r:id="rId49"/>
    <p:sldId id="740" r:id="rId50"/>
    <p:sldId id="741" r:id="rId51"/>
    <p:sldId id="786" r:id="rId52"/>
    <p:sldId id="742" r:id="rId53"/>
    <p:sldId id="745" r:id="rId54"/>
    <p:sldId id="746" r:id="rId55"/>
    <p:sldId id="747" r:id="rId56"/>
    <p:sldId id="748" r:id="rId57"/>
    <p:sldId id="749" r:id="rId58"/>
    <p:sldId id="750" r:id="rId59"/>
    <p:sldId id="751" r:id="rId60"/>
    <p:sldId id="752" r:id="rId61"/>
    <p:sldId id="753" r:id="rId62"/>
    <p:sldId id="754" r:id="rId63"/>
    <p:sldId id="785" r:id="rId64"/>
    <p:sldId id="756" r:id="rId65"/>
    <p:sldId id="757" r:id="rId66"/>
    <p:sldId id="782" r:id="rId67"/>
    <p:sldId id="758" r:id="rId68"/>
    <p:sldId id="760" r:id="rId69"/>
    <p:sldId id="761" r:id="rId70"/>
    <p:sldId id="743" r:id="rId71"/>
    <p:sldId id="764" r:id="rId72"/>
    <p:sldId id="762" r:id="rId73"/>
    <p:sldId id="763" r:id="rId74"/>
    <p:sldId id="765" r:id="rId75"/>
    <p:sldId id="766" r:id="rId76"/>
    <p:sldId id="767" r:id="rId77"/>
    <p:sldId id="768" r:id="rId78"/>
    <p:sldId id="769" r:id="rId79"/>
    <p:sldId id="770" r:id="rId80"/>
    <p:sldId id="771" r:id="rId81"/>
    <p:sldId id="772" r:id="rId82"/>
    <p:sldId id="773" r:id="rId83"/>
    <p:sldId id="774" r:id="rId84"/>
    <p:sldId id="775" r:id="rId85"/>
    <p:sldId id="776" r:id="rId86"/>
    <p:sldId id="777" r:id="rId87"/>
    <p:sldId id="778" r:id="rId88"/>
    <p:sldId id="779" r:id="rId89"/>
    <p:sldId id="780" r:id="rId90"/>
    <p:sldId id="787" r:id="rId91"/>
    <p:sldId id="788" r:id="rId92"/>
    <p:sldId id="789" r:id="rId93"/>
    <p:sldId id="790" r:id="rId94"/>
    <p:sldId id="812" r:id="rId95"/>
    <p:sldId id="811" r:id="rId96"/>
    <p:sldId id="791" r:id="rId97"/>
    <p:sldId id="792" r:id="rId98"/>
    <p:sldId id="793" r:id="rId99"/>
    <p:sldId id="794" r:id="rId100"/>
    <p:sldId id="796" r:id="rId101"/>
    <p:sldId id="797" r:id="rId102"/>
    <p:sldId id="799" r:id="rId103"/>
    <p:sldId id="798" r:id="rId104"/>
    <p:sldId id="800" r:id="rId105"/>
    <p:sldId id="801" r:id="rId106"/>
    <p:sldId id="802" r:id="rId107"/>
    <p:sldId id="803" r:id="rId108"/>
    <p:sldId id="804" r:id="rId109"/>
    <p:sldId id="805" r:id="rId110"/>
    <p:sldId id="806" r:id="rId111"/>
    <p:sldId id="807" r:id="rId112"/>
    <p:sldId id="808" r:id="rId113"/>
    <p:sldId id="809" r:id="rId114"/>
    <p:sldId id="810" r:id="rId115"/>
    <p:sldId id="813" r:id="rId116"/>
    <p:sldId id="814" r:id="rId1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00"/>
    <p:restoredTop sz="93614"/>
  </p:normalViewPr>
  <p:slideViewPr>
    <p:cSldViewPr snapToGrid="0">
      <p:cViewPr varScale="1">
        <p:scale>
          <a:sx n="79" d="100"/>
          <a:sy n="79" d="100"/>
        </p:scale>
        <p:origin x="13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796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FF8E-1E9E-6F8A-19F1-C864FCCA0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73771-7239-5FAA-C2CE-EC309C043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82887-72E3-EE3F-3266-3F153C551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417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42D6B-4F43-D454-AB67-357E7DF4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BB266-2550-076B-55E8-3F155D7F9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D17AB-905C-83EC-6174-525A97F4E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596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F50D-DC50-73A8-915A-753BEF2A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38F3E-9723-4971-3EF7-ADDB84E82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F827D-6E45-1089-6E26-E81A97A47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319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EE03-7B7A-D47C-88A1-537E44DF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E25C3-DA6B-6A7D-CD2F-374FF9CB9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FB17A-FE66-6891-137F-B435F452C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88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A8CD-7736-4924-AA46-97E19AEB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B178E-84C1-C9F1-5129-D1B0F892F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87C16-FBE9-F954-B1E8-95DBD8E91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105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7EED-30FD-85B5-DC0B-48FE14A4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4687D-AD8A-7C35-B8CB-AF323F444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9F76C-339F-5945-7A8F-B5C029283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120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8E5A-E428-590B-9AE0-0BCC9B95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DE426-C48E-16F0-5D7C-0C50499E4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3D1D5-F7B4-D233-1449-83E8CEB92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51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0D4094CE-C2B7-1651-6871-F9F2FE298CB9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Augmenting Data-Structures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210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CE1C-24A2-8234-6A37-8027A98F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834ACFC-17E9-7208-21AC-D05D06FBACFC}"/>
              </a:ext>
            </a:extLst>
          </p:cNvPr>
          <p:cNvSpPr/>
          <p:nvPr/>
        </p:nvSpPr>
        <p:spPr>
          <a:xfrm>
            <a:off x="639258" y="1574687"/>
            <a:ext cx="23105484" cy="25958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Choose a base data structure and add information to each node.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Maintain that information as the structure changes. </a:t>
            </a:r>
          </a:p>
          <a:p>
            <a:pPr marL="685800" indent="-685800" defTabSz="8255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Use it to answer the target query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F4B6A1B-FEAC-0576-0E06-4325B6465F16}"/>
              </a:ext>
            </a:extLst>
          </p:cNvPr>
          <p:cNvSpPr/>
          <p:nvPr/>
        </p:nvSpPr>
        <p:spPr>
          <a:xfrm>
            <a:off x="639258" y="6033728"/>
            <a:ext cx="23105484" cy="94096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spcBef>
                <a:spcPts val="0"/>
              </a:spcBef>
            </a:pPr>
            <a:r>
              <a:rPr lang="en-IN" sz="5400" dirty="0">
                <a:solidFill>
                  <a:schemeClr val="bg1"/>
                </a:solidFill>
                <a:latin typeface="Bradley Hand" pitchFamily="2" charset="77"/>
              </a:rPr>
              <a:t>Let us start with an extremely simple example using stacks</a:t>
            </a:r>
          </a:p>
        </p:txBody>
      </p:sp>
    </p:spTree>
    <p:extLst>
      <p:ext uri="{BB962C8B-B14F-4D97-AF65-F5344CB8AC3E}">
        <p14:creationId xmlns:p14="http://schemas.microsoft.com/office/powerpoint/2010/main" val="4239749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1A439-5BD4-41DF-4268-F2538C1E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422796B-E596-FB5C-C4F0-0D8B51AE0EA0}"/>
                  </a:ext>
                </a:extLst>
              </p:cNvPr>
              <p:cNvSpPr/>
              <p:nvPr/>
            </p:nvSpPr>
            <p:spPr>
              <a:xfrm>
                <a:off x="661560" y="1078589"/>
                <a:ext cx="12541483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a stack with all of the following operations in O(1)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push( a ) – push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on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pop()        – delete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getmin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() – return the minimum element in the stack. If there are no elements in the stack, return -1</a:t>
                </a: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422796B-E596-FB5C-C4F0-0D8B51AE0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0" y="1078589"/>
                <a:ext cx="12541483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n 1">
            <a:extLst>
              <a:ext uri="{FF2B5EF4-FFF2-40B4-BE49-F238E27FC236}">
                <a16:creationId xmlns:a16="http://schemas.microsoft.com/office/drawing/2014/main" id="{1EE0FADA-E4C6-93C9-87F0-C5191D895F58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1">
            <a:extLst>
              <a:ext uri="{FF2B5EF4-FFF2-40B4-BE49-F238E27FC236}">
                <a16:creationId xmlns:a16="http://schemas.microsoft.com/office/drawing/2014/main" id="{9E5F1E67-6370-4ABB-590C-DB0235C3256C}"/>
              </a:ext>
            </a:extLst>
          </p:cNvPr>
          <p:cNvSpPr/>
          <p:nvPr/>
        </p:nvSpPr>
        <p:spPr>
          <a:xfrm>
            <a:off x="18947093" y="1032177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1">
            <a:extLst>
              <a:ext uri="{FF2B5EF4-FFF2-40B4-BE49-F238E27FC236}">
                <a16:creationId xmlns:a16="http://schemas.microsoft.com/office/drawing/2014/main" id="{182687F2-537E-398B-5C77-CA9D13F25A99}"/>
              </a:ext>
            </a:extLst>
          </p:cNvPr>
          <p:cNvSpPr/>
          <p:nvPr/>
        </p:nvSpPr>
        <p:spPr>
          <a:xfrm>
            <a:off x="18947092" y="959533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9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1">
            <a:extLst>
              <a:ext uri="{FF2B5EF4-FFF2-40B4-BE49-F238E27FC236}">
                <a16:creationId xmlns:a16="http://schemas.microsoft.com/office/drawing/2014/main" id="{5C5DDC52-5984-63D3-C61A-3034C4550D1F}"/>
              </a:ext>
            </a:extLst>
          </p:cNvPr>
          <p:cNvSpPr/>
          <p:nvPr/>
        </p:nvSpPr>
        <p:spPr>
          <a:xfrm>
            <a:off x="18947091" y="886889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9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1">
            <a:extLst>
              <a:ext uri="{FF2B5EF4-FFF2-40B4-BE49-F238E27FC236}">
                <a16:creationId xmlns:a16="http://schemas.microsoft.com/office/drawing/2014/main" id="{7537AE6B-3D14-AF1C-AC28-194D1471368D}"/>
              </a:ext>
            </a:extLst>
          </p:cNvPr>
          <p:cNvSpPr/>
          <p:nvPr/>
        </p:nvSpPr>
        <p:spPr>
          <a:xfrm>
            <a:off x="18947090" y="814245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1">
            <a:extLst>
              <a:ext uri="{FF2B5EF4-FFF2-40B4-BE49-F238E27FC236}">
                <a16:creationId xmlns:a16="http://schemas.microsoft.com/office/drawing/2014/main" id="{CBD2321D-CBAF-748F-6EA2-1FB1E7A5FFD3}"/>
              </a:ext>
            </a:extLst>
          </p:cNvPr>
          <p:cNvSpPr/>
          <p:nvPr/>
        </p:nvSpPr>
        <p:spPr>
          <a:xfrm>
            <a:off x="18947090" y="7361160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8846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53991-5235-77F2-E49E-7A788717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0B36E405-B555-4086-DC16-A0D3514B015B}"/>
                  </a:ext>
                </a:extLst>
              </p:cNvPr>
              <p:cNvSpPr/>
              <p:nvPr/>
            </p:nvSpPr>
            <p:spPr>
              <a:xfrm>
                <a:off x="661560" y="1078589"/>
                <a:ext cx="12541483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a stack with all of the following operations in O(1)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push( a ) – push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on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pop()        – delete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getmin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() – return the minimum element in the stack. If there are no elements in the stack, return -1</a:t>
                </a: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0B36E405-B555-4086-DC16-A0D3514B01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0" y="1078589"/>
                <a:ext cx="12541483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n 1">
            <a:extLst>
              <a:ext uri="{FF2B5EF4-FFF2-40B4-BE49-F238E27FC236}">
                <a16:creationId xmlns:a16="http://schemas.microsoft.com/office/drawing/2014/main" id="{865C940A-B64D-1A95-1113-8C76C20ECC2D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1">
            <a:extLst>
              <a:ext uri="{FF2B5EF4-FFF2-40B4-BE49-F238E27FC236}">
                <a16:creationId xmlns:a16="http://schemas.microsoft.com/office/drawing/2014/main" id="{2A97C989-4BD8-1C1B-E810-7304AD79D9FE}"/>
              </a:ext>
            </a:extLst>
          </p:cNvPr>
          <p:cNvSpPr/>
          <p:nvPr/>
        </p:nvSpPr>
        <p:spPr>
          <a:xfrm>
            <a:off x="18947093" y="1032177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1">
            <a:extLst>
              <a:ext uri="{FF2B5EF4-FFF2-40B4-BE49-F238E27FC236}">
                <a16:creationId xmlns:a16="http://schemas.microsoft.com/office/drawing/2014/main" id="{D148D373-F03B-940B-3F25-497A0EBEF17C}"/>
              </a:ext>
            </a:extLst>
          </p:cNvPr>
          <p:cNvSpPr/>
          <p:nvPr/>
        </p:nvSpPr>
        <p:spPr>
          <a:xfrm>
            <a:off x="18947092" y="959533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9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1">
            <a:extLst>
              <a:ext uri="{FF2B5EF4-FFF2-40B4-BE49-F238E27FC236}">
                <a16:creationId xmlns:a16="http://schemas.microsoft.com/office/drawing/2014/main" id="{BD4DF7C5-1BD8-D584-57C1-541A684A1405}"/>
              </a:ext>
            </a:extLst>
          </p:cNvPr>
          <p:cNvSpPr/>
          <p:nvPr/>
        </p:nvSpPr>
        <p:spPr>
          <a:xfrm>
            <a:off x="18947091" y="886889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9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1">
            <a:extLst>
              <a:ext uri="{FF2B5EF4-FFF2-40B4-BE49-F238E27FC236}">
                <a16:creationId xmlns:a16="http://schemas.microsoft.com/office/drawing/2014/main" id="{CC63A4E2-8FD2-12FC-FF20-CD53936E078E}"/>
              </a:ext>
            </a:extLst>
          </p:cNvPr>
          <p:cNvSpPr/>
          <p:nvPr/>
        </p:nvSpPr>
        <p:spPr>
          <a:xfrm>
            <a:off x="18947090" y="814245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97841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051CD-B6A9-903C-6B0B-25135C2DB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094DE1A-9124-1E6E-803A-1630FE832518}"/>
                  </a:ext>
                </a:extLst>
              </p:cNvPr>
              <p:cNvSpPr/>
              <p:nvPr/>
            </p:nvSpPr>
            <p:spPr>
              <a:xfrm>
                <a:off x="661560" y="1078589"/>
                <a:ext cx="12541483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a stack with all of the following operations in O(1)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push( a ) – push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on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pop()        – delete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getmin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() – return the minimum element in the stack. If there are no elements in the stack, return -1</a:t>
                </a: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8094DE1A-9124-1E6E-803A-1630FE8325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0" y="1078589"/>
                <a:ext cx="12541483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n 1">
            <a:extLst>
              <a:ext uri="{FF2B5EF4-FFF2-40B4-BE49-F238E27FC236}">
                <a16:creationId xmlns:a16="http://schemas.microsoft.com/office/drawing/2014/main" id="{CFA1EBDB-338A-54B4-3CD8-17D08B6E07FB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1">
            <a:extLst>
              <a:ext uri="{FF2B5EF4-FFF2-40B4-BE49-F238E27FC236}">
                <a16:creationId xmlns:a16="http://schemas.microsoft.com/office/drawing/2014/main" id="{4B66E93A-037E-8A01-611C-45285DB448CB}"/>
              </a:ext>
            </a:extLst>
          </p:cNvPr>
          <p:cNvSpPr/>
          <p:nvPr/>
        </p:nvSpPr>
        <p:spPr>
          <a:xfrm>
            <a:off x="18947093" y="1032177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1">
            <a:extLst>
              <a:ext uri="{FF2B5EF4-FFF2-40B4-BE49-F238E27FC236}">
                <a16:creationId xmlns:a16="http://schemas.microsoft.com/office/drawing/2014/main" id="{B745E9B7-7DAE-6878-795F-316C4FD0B847}"/>
              </a:ext>
            </a:extLst>
          </p:cNvPr>
          <p:cNvSpPr/>
          <p:nvPr/>
        </p:nvSpPr>
        <p:spPr>
          <a:xfrm>
            <a:off x="18947092" y="959533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9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1">
            <a:extLst>
              <a:ext uri="{FF2B5EF4-FFF2-40B4-BE49-F238E27FC236}">
                <a16:creationId xmlns:a16="http://schemas.microsoft.com/office/drawing/2014/main" id="{95BFF828-7C90-C203-3903-F07A08465E07}"/>
              </a:ext>
            </a:extLst>
          </p:cNvPr>
          <p:cNvSpPr/>
          <p:nvPr/>
        </p:nvSpPr>
        <p:spPr>
          <a:xfrm>
            <a:off x="18947091" y="886889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9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80753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4467A5DE-AB13-98B0-2129-E9CEA12A3A93}"/>
              </a:ext>
            </a:extLst>
          </p:cNvPr>
          <p:cNvSpPr/>
          <p:nvPr/>
        </p:nvSpPr>
        <p:spPr>
          <a:xfrm>
            <a:off x="810610" y="549895"/>
            <a:ext cx="8301859" cy="1220247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findMin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A01F0D0-CBCD-DE79-B208-114F186CA29C}"/>
              </a:ext>
            </a:extLst>
          </p:cNvPr>
          <p:cNvSpPr/>
          <p:nvPr/>
        </p:nvSpPr>
        <p:spPr>
          <a:xfrm>
            <a:off x="10340818" y="812785"/>
            <a:ext cx="12541483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the node, we need to add some extra information that will help us find the minimum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Just by looking at the top, we should know about the minimum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information we should add at each node?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011BC0-5D5C-7C52-41FB-49C518A1F447}"/>
              </a:ext>
            </a:extLst>
          </p:cNvPr>
          <p:cNvSpPr/>
          <p:nvPr/>
        </p:nvSpPr>
        <p:spPr>
          <a:xfrm>
            <a:off x="10340817" y="9000176"/>
            <a:ext cx="1254148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At the k-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th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element in the stack, we store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Minimum of bottom k elements of the stack</a:t>
            </a:r>
          </a:p>
        </p:txBody>
      </p:sp>
    </p:spTree>
    <p:extLst>
      <p:ext uri="{BB962C8B-B14F-4D97-AF65-F5344CB8AC3E}">
        <p14:creationId xmlns:p14="http://schemas.microsoft.com/office/powerpoint/2010/main" val="4009690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E17A-A3F9-82DE-2D09-47EB26F4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 1">
            <a:extLst>
              <a:ext uri="{FF2B5EF4-FFF2-40B4-BE49-F238E27FC236}">
                <a16:creationId xmlns:a16="http://schemas.microsoft.com/office/drawing/2014/main" id="{6664B0F2-B233-9DEA-9F8E-684F13413407}"/>
              </a:ext>
            </a:extLst>
          </p:cNvPr>
          <p:cNvSpPr/>
          <p:nvPr/>
        </p:nvSpPr>
        <p:spPr>
          <a:xfrm>
            <a:off x="18407338" y="2389908"/>
            <a:ext cx="2389909" cy="8936183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1">
            <a:extLst>
              <a:ext uri="{FF2B5EF4-FFF2-40B4-BE49-F238E27FC236}">
                <a16:creationId xmlns:a16="http://schemas.microsoft.com/office/drawing/2014/main" id="{BAC4FA47-50BF-E147-0748-623D8BDBBB3D}"/>
              </a:ext>
            </a:extLst>
          </p:cNvPr>
          <p:cNvSpPr/>
          <p:nvPr/>
        </p:nvSpPr>
        <p:spPr>
          <a:xfrm>
            <a:off x="17848397" y="7334074"/>
            <a:ext cx="1240333" cy="7264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8D238665-3600-015F-7C12-FB77C8FCC218}"/>
              </a:ext>
            </a:extLst>
          </p:cNvPr>
          <p:cNvSpPr/>
          <p:nvPr/>
        </p:nvSpPr>
        <p:spPr>
          <a:xfrm>
            <a:off x="17848397" y="8101314"/>
            <a:ext cx="1240333" cy="7264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" name="!!b1">
            <a:extLst>
              <a:ext uri="{FF2B5EF4-FFF2-40B4-BE49-F238E27FC236}">
                <a16:creationId xmlns:a16="http://schemas.microsoft.com/office/drawing/2014/main" id="{B41FC363-F606-3D0A-B33F-6AD8CE9C2CE1}"/>
              </a:ext>
            </a:extLst>
          </p:cNvPr>
          <p:cNvSpPr/>
          <p:nvPr/>
        </p:nvSpPr>
        <p:spPr>
          <a:xfrm>
            <a:off x="17848397" y="8841467"/>
            <a:ext cx="1240333" cy="7264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1" name="!!b1">
            <a:extLst>
              <a:ext uri="{FF2B5EF4-FFF2-40B4-BE49-F238E27FC236}">
                <a16:creationId xmlns:a16="http://schemas.microsoft.com/office/drawing/2014/main" id="{643DEB0C-CAF4-6997-45E5-5E1D28F33047}"/>
              </a:ext>
            </a:extLst>
          </p:cNvPr>
          <p:cNvSpPr/>
          <p:nvPr/>
        </p:nvSpPr>
        <p:spPr>
          <a:xfrm>
            <a:off x="17848397" y="9595334"/>
            <a:ext cx="1240333" cy="7264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8" name="!!b1">
            <a:extLst>
              <a:ext uri="{FF2B5EF4-FFF2-40B4-BE49-F238E27FC236}">
                <a16:creationId xmlns:a16="http://schemas.microsoft.com/office/drawing/2014/main" id="{E9C3E7A9-B694-2D8E-5219-1A7F5EDC5265}"/>
              </a:ext>
            </a:extLst>
          </p:cNvPr>
          <p:cNvSpPr/>
          <p:nvPr/>
        </p:nvSpPr>
        <p:spPr>
          <a:xfrm>
            <a:off x="17848397" y="10321774"/>
            <a:ext cx="1240333" cy="7264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EBBB28B7-9FBD-45E8-1D8E-8F80F987D622}"/>
                  </a:ext>
                </a:extLst>
              </p:cNvPr>
              <p:cNvSpPr/>
              <p:nvPr/>
            </p:nvSpPr>
            <p:spPr>
              <a:xfrm>
                <a:off x="661560" y="1078589"/>
                <a:ext cx="12541483" cy="74687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a stack with all of the following operations in O(1)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push( a ) – push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on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pop()        – delete the top of the stack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getmin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() – return the minimum element in the stack. If there are no elements in the stack, return -1</a:t>
                </a: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EBBB28B7-9FBD-45E8-1D8E-8F80F987D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0" y="1078589"/>
                <a:ext cx="12541483" cy="74687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!!b1">
            <a:extLst>
              <a:ext uri="{FF2B5EF4-FFF2-40B4-BE49-F238E27FC236}">
                <a16:creationId xmlns:a16="http://schemas.microsoft.com/office/drawing/2014/main" id="{9D07A1B7-B496-2778-A20D-FFE0A3F0DD12}"/>
              </a:ext>
            </a:extLst>
          </p:cNvPr>
          <p:cNvSpPr/>
          <p:nvPr/>
        </p:nvSpPr>
        <p:spPr>
          <a:xfrm>
            <a:off x="18947093" y="1032177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!!b1">
            <a:extLst>
              <a:ext uri="{FF2B5EF4-FFF2-40B4-BE49-F238E27FC236}">
                <a16:creationId xmlns:a16="http://schemas.microsoft.com/office/drawing/2014/main" id="{A156AF21-E181-3DE8-127C-A16852B58D18}"/>
              </a:ext>
            </a:extLst>
          </p:cNvPr>
          <p:cNvSpPr/>
          <p:nvPr/>
        </p:nvSpPr>
        <p:spPr>
          <a:xfrm>
            <a:off x="18947092" y="959533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9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!!b1">
            <a:extLst>
              <a:ext uri="{FF2B5EF4-FFF2-40B4-BE49-F238E27FC236}">
                <a16:creationId xmlns:a16="http://schemas.microsoft.com/office/drawing/2014/main" id="{1ADDF7CA-0688-AC55-C7B1-9C2F78D7A2C2}"/>
              </a:ext>
            </a:extLst>
          </p:cNvPr>
          <p:cNvSpPr/>
          <p:nvPr/>
        </p:nvSpPr>
        <p:spPr>
          <a:xfrm>
            <a:off x="18947091" y="886889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9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1">
            <a:extLst>
              <a:ext uri="{FF2B5EF4-FFF2-40B4-BE49-F238E27FC236}">
                <a16:creationId xmlns:a16="http://schemas.microsoft.com/office/drawing/2014/main" id="{8C3BC54A-B348-D54E-D609-77DF92209A34}"/>
              </a:ext>
            </a:extLst>
          </p:cNvPr>
          <p:cNvSpPr/>
          <p:nvPr/>
        </p:nvSpPr>
        <p:spPr>
          <a:xfrm>
            <a:off x="18947090" y="8142454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8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!!b1">
            <a:extLst>
              <a:ext uri="{FF2B5EF4-FFF2-40B4-BE49-F238E27FC236}">
                <a16:creationId xmlns:a16="http://schemas.microsoft.com/office/drawing/2014/main" id="{5D05B0E3-9D69-FB00-8943-FCE572A641C1}"/>
              </a:ext>
            </a:extLst>
          </p:cNvPr>
          <p:cNvSpPr/>
          <p:nvPr/>
        </p:nvSpPr>
        <p:spPr>
          <a:xfrm>
            <a:off x="18947090" y="7361160"/>
            <a:ext cx="1310397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2</a:t>
            </a:r>
            <a:endParaRPr lang="en-US" sz="18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52541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13" grpId="0" animBg="1"/>
      <p:bldP spid="11" grpId="0" animBg="1"/>
      <p:bldP spid="8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6778-4D7A-7260-9CEB-2FF942EE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0798C2C7-DF1A-8874-DD12-6F72694EED3F}"/>
              </a:ext>
            </a:extLst>
          </p:cNvPr>
          <p:cNvSpPr/>
          <p:nvPr/>
        </p:nvSpPr>
        <p:spPr>
          <a:xfrm>
            <a:off x="810610" y="84143"/>
            <a:ext cx="8301859" cy="1313398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findMin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549316D-3C35-700E-78C7-0521BFA6D626}"/>
              </a:ext>
            </a:extLst>
          </p:cNvPr>
          <p:cNvSpPr/>
          <p:nvPr/>
        </p:nvSpPr>
        <p:spPr>
          <a:xfrm>
            <a:off x="10340818" y="812785"/>
            <a:ext cx="12541483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the node, we need to add some extra information that will help us find the minimum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Just by looking at the top, we should know about the minimum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information we should add at each node?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BA7B12-50D4-10D2-EB82-ECE6E261B40C}"/>
              </a:ext>
            </a:extLst>
          </p:cNvPr>
          <p:cNvSpPr/>
          <p:nvPr/>
        </p:nvSpPr>
        <p:spPr>
          <a:xfrm>
            <a:off x="10340817" y="9000176"/>
            <a:ext cx="1254148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At the k-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th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element in the stack, we store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Minimum of bottom k elements of the stack</a:t>
            </a:r>
          </a:p>
        </p:txBody>
      </p:sp>
    </p:spTree>
    <p:extLst>
      <p:ext uri="{BB962C8B-B14F-4D97-AF65-F5344CB8AC3E}">
        <p14:creationId xmlns:p14="http://schemas.microsoft.com/office/powerpoint/2010/main" val="3866989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EB73B-FF6C-F629-4BF7-B310BF5D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814A4144-8087-D1AF-A2B7-CA1CFDE337B2}"/>
              </a:ext>
            </a:extLst>
          </p:cNvPr>
          <p:cNvSpPr/>
          <p:nvPr/>
        </p:nvSpPr>
        <p:spPr>
          <a:xfrm>
            <a:off x="542981" y="751364"/>
            <a:ext cx="8301859" cy="610663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32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 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!!box">
            <a:extLst>
              <a:ext uri="{FF2B5EF4-FFF2-40B4-BE49-F238E27FC236}">
                <a16:creationId xmlns:a16="http://schemas.microsoft.com/office/drawing/2014/main" id="{FCE0DCEF-26B9-DAC8-BE12-1D167711F6BD}"/>
              </a:ext>
            </a:extLst>
          </p:cNvPr>
          <p:cNvSpPr/>
          <p:nvPr/>
        </p:nvSpPr>
        <p:spPr>
          <a:xfrm>
            <a:off x="9192611" y="3230341"/>
            <a:ext cx="9920579" cy="114868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!!box">
            <a:extLst>
              <a:ext uri="{FF2B5EF4-FFF2-40B4-BE49-F238E27FC236}">
                <a16:creationId xmlns:a16="http://schemas.microsoft.com/office/drawing/2014/main" id="{18305AA0-E7C1-2B92-98B5-9688E0CA3F85}"/>
              </a:ext>
            </a:extLst>
          </p:cNvPr>
          <p:cNvSpPr/>
          <p:nvPr/>
        </p:nvSpPr>
        <p:spPr>
          <a:xfrm>
            <a:off x="9415634" y="8546973"/>
            <a:ext cx="8301859" cy="338248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findMin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(){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return 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top-&gt;minimum;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!!box">
            <a:extLst>
              <a:ext uri="{FF2B5EF4-FFF2-40B4-BE49-F238E27FC236}">
                <a16:creationId xmlns:a16="http://schemas.microsoft.com/office/drawing/2014/main" id="{15894083-F69C-F495-53F1-EF73DB36EBEE}"/>
              </a:ext>
            </a:extLst>
          </p:cNvPr>
          <p:cNvSpPr/>
          <p:nvPr/>
        </p:nvSpPr>
        <p:spPr>
          <a:xfrm>
            <a:off x="542980" y="7729728"/>
            <a:ext cx="8301859" cy="501697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(){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9724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32003-D4EA-0ABF-5D3B-790F8C84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box">
            <a:extLst>
              <a:ext uri="{FF2B5EF4-FFF2-40B4-BE49-F238E27FC236}">
                <a16:creationId xmlns:a16="http://schemas.microsoft.com/office/drawing/2014/main" id="{A9141311-088D-8182-4F04-10F3CD5CE939}"/>
              </a:ext>
            </a:extLst>
          </p:cNvPr>
          <p:cNvSpPr/>
          <p:nvPr/>
        </p:nvSpPr>
        <p:spPr>
          <a:xfrm>
            <a:off x="606171" y="2914855"/>
            <a:ext cx="11793985" cy="659698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push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2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||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endParaRPr lang="en-IN" sz="32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top-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minimum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top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554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B1DB-2800-5F2A-1977-7FF3E962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D78C1471-6C55-E265-BB16-F650A383C8AF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Augmenting BST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555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1CFD9C4-17DC-9A18-A18D-5F832A2C9ED8}"/>
                  </a:ext>
                </a:extLst>
              </p:cNvPr>
              <p:cNvSpPr/>
              <p:nvPr/>
            </p:nvSpPr>
            <p:spPr>
              <a:xfrm>
                <a:off x="572351" y="606587"/>
                <a:ext cx="22711396" cy="47105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a binary search tree that contains distinct elements with all of the following operations in O(h)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insert( a ) – insert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in the BST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delete(a)    – delete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from the BST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find(k) – find the k-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smallest element in the BST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1CFD9C4-17DC-9A18-A18D-5F832A2C9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51" y="606587"/>
                <a:ext cx="22711396" cy="4710509"/>
              </a:xfrm>
              <a:prstGeom prst="roundRect">
                <a:avLst/>
              </a:prstGeom>
              <a:blipFill>
                <a:blip r:embed="rId2"/>
                <a:stretch>
                  <a:fillRect l="-334" r="-56" b="-212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671B14-7533-E247-2725-CE585149FBC7}"/>
              </a:ext>
            </a:extLst>
          </p:cNvPr>
          <p:cNvSpPr/>
          <p:nvPr/>
        </p:nvSpPr>
        <p:spPr>
          <a:xfrm>
            <a:off x="572351" y="6503351"/>
            <a:ext cx="22711396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Remember that using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inorder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traversal, we can find the k-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th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smallest element of the BST in O(n)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you are more careful, you can do it in O(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h+k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However, we want a running time of O(h)</a:t>
            </a:r>
          </a:p>
        </p:txBody>
      </p:sp>
    </p:spTree>
    <p:extLst>
      <p:ext uri="{BB962C8B-B14F-4D97-AF65-F5344CB8AC3E}">
        <p14:creationId xmlns:p14="http://schemas.microsoft.com/office/powerpoint/2010/main" val="18565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BF76793-D8C9-C353-5A51-5E918B230A6B}"/>
              </a:ext>
            </a:extLst>
          </p:cNvPr>
          <p:cNvSpPr/>
          <p:nvPr/>
        </p:nvSpPr>
        <p:spPr>
          <a:xfrm>
            <a:off x="2474403" y="33665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62CEEA-3AF2-CFFD-FBEC-8B8CE6E8C660}"/>
              </a:ext>
            </a:extLst>
          </p:cNvPr>
          <p:cNvSpPr/>
          <p:nvPr/>
        </p:nvSpPr>
        <p:spPr>
          <a:xfrm>
            <a:off x="5450341" y="14107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292385-908D-F5C5-7F82-2CCEE8D48AB2}"/>
              </a:ext>
            </a:extLst>
          </p:cNvPr>
          <p:cNvSpPr/>
          <p:nvPr/>
        </p:nvSpPr>
        <p:spPr>
          <a:xfrm>
            <a:off x="8661073" y="33665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E12326-DAA3-501E-06AA-16529E9D4EB2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3194403" y="27235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1EAE6E-9B43-2553-D61D-0A75E7ED3D52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6170341" y="27235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C5E1084-0173-DCB2-1652-C9A343D4870C}"/>
              </a:ext>
            </a:extLst>
          </p:cNvPr>
          <p:cNvSpPr/>
          <p:nvPr/>
        </p:nvSpPr>
        <p:spPr>
          <a:xfrm>
            <a:off x="7270939" y="54086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1B6AEB-9E56-6B62-B5E5-DC267B123565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7990939" y="46793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67D3CAA-1CFB-BFC8-F8CD-0512E6E4A669}"/>
              </a:ext>
            </a:extLst>
          </p:cNvPr>
          <p:cNvSpPr/>
          <p:nvPr/>
        </p:nvSpPr>
        <p:spPr>
          <a:xfrm>
            <a:off x="725442" y="54086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B17683-13E8-5BFB-0560-950A7DFDD7BB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445442" y="467937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99B2BF2D-3D88-45A7-16E4-8DCEDC3A2704}"/>
              </a:ext>
            </a:extLst>
          </p:cNvPr>
          <p:cNvSpPr/>
          <p:nvPr/>
        </p:nvSpPr>
        <p:spPr>
          <a:xfrm>
            <a:off x="5450341" y="7763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CFAD94-DD89-5F21-C93B-150EC6BCA74C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6170341" y="672141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45C679-6CEC-DD27-846C-0A6020CE776C}"/>
              </a:ext>
            </a:extLst>
          </p:cNvPr>
          <p:cNvSpPr/>
          <p:nvPr/>
        </p:nvSpPr>
        <p:spPr>
          <a:xfrm>
            <a:off x="11871805" y="1769341"/>
            <a:ext cx="10749776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I ask you for the 5-th smallest element, you should not go to the left subtree of 4 at all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should each node store to choose the next direction in O(1) time?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36DCCE-6FCD-53B8-4FA1-7B9B8C3EED7F}"/>
              </a:ext>
            </a:extLst>
          </p:cNvPr>
          <p:cNvSpPr/>
          <p:nvPr/>
        </p:nvSpPr>
        <p:spPr>
          <a:xfrm>
            <a:off x="12118773" y="8440780"/>
            <a:ext cx="10502808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Number of nodes in its left subtree</a:t>
            </a:r>
            <a:endParaRPr lang="en-IN" sz="5400" dirty="0">
              <a:solidFill>
                <a:schemeClr val="accent3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83317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13FCB-0CA4-D0A8-88AF-B5EE9B57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972162E-46D0-9D6A-9C08-992367359D7D}"/>
              </a:ext>
            </a:extLst>
          </p:cNvPr>
          <p:cNvSpPr/>
          <p:nvPr/>
        </p:nvSpPr>
        <p:spPr>
          <a:xfrm>
            <a:off x="13221392" y="60623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410FBD5-1FB7-5D44-653C-C9C2139318CC}"/>
              </a:ext>
            </a:extLst>
          </p:cNvPr>
          <p:cNvSpPr/>
          <p:nvPr/>
        </p:nvSpPr>
        <p:spPr>
          <a:xfrm>
            <a:off x="11890470" y="809371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89F27A4-1F54-A242-29D8-C6E0915F719B}"/>
              </a:ext>
            </a:extLst>
          </p:cNvPr>
          <p:cNvSpPr/>
          <p:nvPr/>
        </p:nvSpPr>
        <p:spPr>
          <a:xfrm>
            <a:off x="10034958" y="1052097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A846CF5-AEA8-0997-978D-5091C7EE496C}"/>
              </a:ext>
            </a:extLst>
          </p:cNvPr>
          <p:cNvSpPr/>
          <p:nvPr/>
        </p:nvSpPr>
        <p:spPr>
          <a:xfrm>
            <a:off x="5407894" y="816640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C6834B6-E495-1220-4C0B-0F5308BB9416}"/>
              </a:ext>
            </a:extLst>
          </p:cNvPr>
          <p:cNvSpPr/>
          <p:nvPr/>
        </p:nvSpPr>
        <p:spPr>
          <a:xfrm>
            <a:off x="7078187" y="6086980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A5B229A-CF63-AF7B-46C9-D52B15C76033}"/>
              </a:ext>
            </a:extLst>
          </p:cNvPr>
          <p:cNvSpPr/>
          <p:nvPr/>
        </p:nvSpPr>
        <p:spPr>
          <a:xfrm>
            <a:off x="10034958" y="4168514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2F84CF-FC42-5132-A541-ACD464BC9E22}"/>
              </a:ext>
            </a:extLst>
          </p:cNvPr>
          <p:cNvSpPr/>
          <p:nvPr/>
        </p:nvSpPr>
        <p:spPr>
          <a:xfrm>
            <a:off x="782698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BA653B3-5379-3606-CDEB-CDD99C4575DC}"/>
              </a:ext>
            </a:extLst>
          </p:cNvPr>
          <p:cNvSpPr/>
          <p:nvPr/>
        </p:nvSpPr>
        <p:spPr>
          <a:xfrm>
            <a:off x="10802927" y="38412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6153911-1BA9-7665-09D3-38B4520C144D}"/>
              </a:ext>
            </a:extLst>
          </p:cNvPr>
          <p:cNvSpPr/>
          <p:nvPr/>
        </p:nvSpPr>
        <p:spPr>
          <a:xfrm>
            <a:off x="1401365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6B275F-6F1B-9195-8546-9DC041F003D5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546989" y="51540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8870A2-9F56-A7CF-DD4C-6CFE130130DE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1522927" y="51540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E35AD8C-810D-E4B5-E51C-40D4ED9F8BCD}"/>
              </a:ext>
            </a:extLst>
          </p:cNvPr>
          <p:cNvSpPr/>
          <p:nvPr/>
        </p:nvSpPr>
        <p:spPr>
          <a:xfrm>
            <a:off x="12623525" y="78391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A9C95F-BDC1-50EF-0759-EAB1FDCA2EC4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3343525" y="710993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FFB5EF5-1142-2114-C3CB-FC594E7FF52F}"/>
              </a:ext>
            </a:extLst>
          </p:cNvPr>
          <p:cNvSpPr/>
          <p:nvPr/>
        </p:nvSpPr>
        <p:spPr>
          <a:xfrm>
            <a:off x="6078028" y="783916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A99359-7C03-DA28-9F24-F9C236159D67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6798028" y="710993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8C83D91-C50E-2CBF-CA2E-1FDCBFA1D0E6}"/>
              </a:ext>
            </a:extLst>
          </p:cNvPr>
          <p:cNvSpPr/>
          <p:nvPr/>
        </p:nvSpPr>
        <p:spPr>
          <a:xfrm>
            <a:off x="10802927" y="1019373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C1F927-31F2-34C9-841B-F1A1FE18DC92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1522927" y="915197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48664EA-A747-430F-CA05-369E662A97A8}"/>
              </a:ext>
            </a:extLst>
          </p:cNvPr>
          <p:cNvCxnSpPr>
            <a:cxnSpLocks/>
          </p:cNvCxnSpPr>
          <p:nvPr/>
        </p:nvCxnSpPr>
        <p:spPr>
          <a:xfrm>
            <a:off x="11537795" y="2496087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682578E-9A66-CB41-9CEB-BABE1DB63A10}"/>
              </a:ext>
            </a:extLst>
          </p:cNvPr>
          <p:cNvSpPr/>
          <p:nvPr/>
        </p:nvSpPr>
        <p:spPr>
          <a:xfrm rot="2537494">
            <a:off x="7135011" y="2125617"/>
            <a:ext cx="3645501" cy="9027797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524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!!box">
            <a:extLst>
              <a:ext uri="{FF2B5EF4-FFF2-40B4-BE49-F238E27FC236}">
                <a16:creationId xmlns:a16="http://schemas.microsoft.com/office/drawing/2014/main" id="{B73E7985-89F3-21FE-E9CA-D82008CD5405}"/>
              </a:ext>
            </a:extLst>
          </p:cNvPr>
          <p:cNvSpPr/>
          <p:nvPr/>
        </p:nvSpPr>
        <p:spPr>
          <a:xfrm>
            <a:off x="9307640" y="1270900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find(v-&gt;4,5)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90925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9C96E-8A80-D807-9991-111DFE12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DB24631-E640-81FD-8E50-FC66830EDA6A}"/>
              </a:ext>
            </a:extLst>
          </p:cNvPr>
          <p:cNvSpPr/>
          <p:nvPr/>
        </p:nvSpPr>
        <p:spPr>
          <a:xfrm>
            <a:off x="13221392" y="60623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C5D558-6FDB-9579-D7EE-24D9623431E0}"/>
              </a:ext>
            </a:extLst>
          </p:cNvPr>
          <p:cNvSpPr/>
          <p:nvPr/>
        </p:nvSpPr>
        <p:spPr>
          <a:xfrm>
            <a:off x="11890470" y="809371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E8430D4-A2FD-3ABC-FE79-53536AA5078E}"/>
              </a:ext>
            </a:extLst>
          </p:cNvPr>
          <p:cNvSpPr/>
          <p:nvPr/>
        </p:nvSpPr>
        <p:spPr>
          <a:xfrm>
            <a:off x="10034958" y="1052097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5F5EFE5-15C9-8B7E-3EB6-7237F1378D1B}"/>
              </a:ext>
            </a:extLst>
          </p:cNvPr>
          <p:cNvSpPr/>
          <p:nvPr/>
        </p:nvSpPr>
        <p:spPr>
          <a:xfrm>
            <a:off x="5407894" y="816640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3537A4-7868-361D-4001-4C6844FCB113}"/>
              </a:ext>
            </a:extLst>
          </p:cNvPr>
          <p:cNvSpPr/>
          <p:nvPr/>
        </p:nvSpPr>
        <p:spPr>
          <a:xfrm>
            <a:off x="7078187" y="6086980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FACAB29-E981-EFC6-DE38-EB86F6977493}"/>
              </a:ext>
            </a:extLst>
          </p:cNvPr>
          <p:cNvSpPr/>
          <p:nvPr/>
        </p:nvSpPr>
        <p:spPr>
          <a:xfrm>
            <a:off x="10034958" y="4168514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5776B6F-90E8-4E52-0A0D-E0307FF99E16}"/>
              </a:ext>
            </a:extLst>
          </p:cNvPr>
          <p:cNvSpPr/>
          <p:nvPr/>
        </p:nvSpPr>
        <p:spPr>
          <a:xfrm>
            <a:off x="782698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AC07A3F-4834-7293-4934-D28A3FAE7823}"/>
              </a:ext>
            </a:extLst>
          </p:cNvPr>
          <p:cNvSpPr/>
          <p:nvPr/>
        </p:nvSpPr>
        <p:spPr>
          <a:xfrm>
            <a:off x="10802927" y="38412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1D04F01-DB38-9F04-A35B-F7EEAC847CD0}"/>
              </a:ext>
            </a:extLst>
          </p:cNvPr>
          <p:cNvSpPr/>
          <p:nvPr/>
        </p:nvSpPr>
        <p:spPr>
          <a:xfrm>
            <a:off x="1401365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8DAAD5-468C-3A97-AA9C-436DEE0486C3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546989" y="51540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80FDB3-CB3A-80C3-EF77-318F1D3FDF55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1522927" y="51540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8798F82-575E-92C9-013A-CA64821A5B3C}"/>
              </a:ext>
            </a:extLst>
          </p:cNvPr>
          <p:cNvSpPr/>
          <p:nvPr/>
        </p:nvSpPr>
        <p:spPr>
          <a:xfrm>
            <a:off x="12623525" y="78391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73CF54-BBD6-7DD6-73A8-F2EEE1F41B6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3343525" y="710993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9D7B1-99A6-6B23-8F8F-2B91D32BD157}"/>
              </a:ext>
            </a:extLst>
          </p:cNvPr>
          <p:cNvSpPr/>
          <p:nvPr/>
        </p:nvSpPr>
        <p:spPr>
          <a:xfrm>
            <a:off x="6078028" y="783916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31DC0C-F7B6-D2AB-BA2E-6419C95A7B22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6798028" y="710993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91E3DDE9-7711-D077-A034-FCC119A8137E}"/>
              </a:ext>
            </a:extLst>
          </p:cNvPr>
          <p:cNvSpPr/>
          <p:nvPr/>
        </p:nvSpPr>
        <p:spPr>
          <a:xfrm>
            <a:off x="10802927" y="1019373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B5540-B55B-4189-C647-FC8B71CFFC7C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1522927" y="915197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85DBDC-CA73-806F-80FD-CC9F93D2B750}"/>
              </a:ext>
            </a:extLst>
          </p:cNvPr>
          <p:cNvCxnSpPr>
            <a:cxnSpLocks/>
          </p:cNvCxnSpPr>
          <p:nvPr/>
        </p:nvCxnSpPr>
        <p:spPr>
          <a:xfrm>
            <a:off x="14682439" y="4324666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EDFE9FB0-CF51-41F4-385F-08BCAD8C58A4}"/>
              </a:ext>
            </a:extLst>
          </p:cNvPr>
          <p:cNvSpPr/>
          <p:nvPr/>
        </p:nvSpPr>
        <p:spPr>
          <a:xfrm>
            <a:off x="12452284" y="3099479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find(v-&gt;9,2)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48698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98601-F466-84EC-0347-8EEB1B7C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EE75C2-7554-91A1-12D2-D9D668D501E2}"/>
              </a:ext>
            </a:extLst>
          </p:cNvPr>
          <p:cNvSpPr/>
          <p:nvPr/>
        </p:nvSpPr>
        <p:spPr>
          <a:xfrm>
            <a:off x="13221392" y="60623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7AC54BB-4465-1414-C1F9-E3EEF5DEBF05}"/>
              </a:ext>
            </a:extLst>
          </p:cNvPr>
          <p:cNvSpPr/>
          <p:nvPr/>
        </p:nvSpPr>
        <p:spPr>
          <a:xfrm>
            <a:off x="11890470" y="809371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62D3A1D-D361-4D6D-1A1C-7C679CF5E8AC}"/>
              </a:ext>
            </a:extLst>
          </p:cNvPr>
          <p:cNvSpPr/>
          <p:nvPr/>
        </p:nvSpPr>
        <p:spPr>
          <a:xfrm>
            <a:off x="10034958" y="1052097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D602335-AA59-9C0C-67F6-AFEAF6A45330}"/>
              </a:ext>
            </a:extLst>
          </p:cNvPr>
          <p:cNvSpPr/>
          <p:nvPr/>
        </p:nvSpPr>
        <p:spPr>
          <a:xfrm>
            <a:off x="5407894" y="816640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5D412B6-3652-EDDD-88BA-4ABBBB6B659A}"/>
              </a:ext>
            </a:extLst>
          </p:cNvPr>
          <p:cNvSpPr/>
          <p:nvPr/>
        </p:nvSpPr>
        <p:spPr>
          <a:xfrm>
            <a:off x="7078187" y="6086980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B3FC443-5448-94F7-FEFD-B39BEBDB4C8A}"/>
              </a:ext>
            </a:extLst>
          </p:cNvPr>
          <p:cNvSpPr/>
          <p:nvPr/>
        </p:nvSpPr>
        <p:spPr>
          <a:xfrm>
            <a:off x="10034958" y="4168514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195CE5-D615-E7D4-9058-D1B436270876}"/>
              </a:ext>
            </a:extLst>
          </p:cNvPr>
          <p:cNvSpPr/>
          <p:nvPr/>
        </p:nvSpPr>
        <p:spPr>
          <a:xfrm>
            <a:off x="782698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96061A-C723-F8F0-9B2C-5CBE28894FF9}"/>
              </a:ext>
            </a:extLst>
          </p:cNvPr>
          <p:cNvSpPr/>
          <p:nvPr/>
        </p:nvSpPr>
        <p:spPr>
          <a:xfrm>
            <a:off x="10802927" y="38412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576186-2FD4-8A45-657E-7DD990BD1465}"/>
              </a:ext>
            </a:extLst>
          </p:cNvPr>
          <p:cNvSpPr/>
          <p:nvPr/>
        </p:nvSpPr>
        <p:spPr>
          <a:xfrm>
            <a:off x="1401365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4CA5B9-9995-368C-D039-4888BF4323D0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546989" y="51540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94A272-AA66-AACF-78E4-5197761E9840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1522927" y="51540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57A20DA-79AB-AC4B-A0B3-23D28409B4B1}"/>
              </a:ext>
            </a:extLst>
          </p:cNvPr>
          <p:cNvSpPr/>
          <p:nvPr/>
        </p:nvSpPr>
        <p:spPr>
          <a:xfrm>
            <a:off x="12623525" y="78391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04E1C2-2DC3-0290-5B86-0F73F9599E6A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3343525" y="710993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C3CC990-B426-754A-726A-9453BF09D996}"/>
              </a:ext>
            </a:extLst>
          </p:cNvPr>
          <p:cNvSpPr/>
          <p:nvPr/>
        </p:nvSpPr>
        <p:spPr>
          <a:xfrm>
            <a:off x="6078028" y="783916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B6632A-308C-59FE-7A58-49E75B0BF99F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6798028" y="710993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A3B3534-C84D-8DF8-8216-D3C50E5D6ED6}"/>
              </a:ext>
            </a:extLst>
          </p:cNvPr>
          <p:cNvSpPr/>
          <p:nvPr/>
        </p:nvSpPr>
        <p:spPr>
          <a:xfrm>
            <a:off x="10802927" y="1019373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4F5F7E-B57B-CF5E-557E-492AF00534E7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1522927" y="915197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63283F0-A47E-1955-FD9E-F4938B47E028}"/>
              </a:ext>
            </a:extLst>
          </p:cNvPr>
          <p:cNvCxnSpPr>
            <a:cxnSpLocks/>
          </p:cNvCxnSpPr>
          <p:nvPr/>
        </p:nvCxnSpPr>
        <p:spPr>
          <a:xfrm>
            <a:off x="13392764" y="6548628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994AB31B-E9E3-FD45-5517-7BDF1F6E78D4}"/>
              </a:ext>
            </a:extLst>
          </p:cNvPr>
          <p:cNvSpPr/>
          <p:nvPr/>
        </p:nvSpPr>
        <p:spPr>
          <a:xfrm>
            <a:off x="11162609" y="5323441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find(v-&gt;6,2)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7756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D50346C2-6247-7D8F-DFA0-A8E423D8DBEB}"/>
              </a:ext>
            </a:extLst>
          </p:cNvPr>
          <p:cNvSpPr/>
          <p:nvPr/>
        </p:nvSpPr>
        <p:spPr>
          <a:xfrm>
            <a:off x="566682" y="1853990"/>
            <a:ext cx="8819773" cy="1036930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41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2A88-C81B-2441-8581-7CD8D099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E50DA091-2FB7-0DC7-BE9B-25018729B1BE}"/>
              </a:ext>
            </a:extLst>
          </p:cNvPr>
          <p:cNvSpPr/>
          <p:nvPr/>
        </p:nvSpPr>
        <p:spPr>
          <a:xfrm>
            <a:off x="566682" y="1203781"/>
            <a:ext cx="8819773" cy="1166972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231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74392-B23F-91D4-9932-84D5B8EC8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09973266-E418-E5D5-0300-F52415A58E5B}"/>
              </a:ext>
            </a:extLst>
          </p:cNvPr>
          <p:cNvSpPr/>
          <p:nvPr/>
        </p:nvSpPr>
        <p:spPr>
          <a:xfrm>
            <a:off x="11339024" y="845487"/>
            <a:ext cx="8169265" cy="120250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!!box">
            <a:extLst>
              <a:ext uri="{FF2B5EF4-FFF2-40B4-BE49-F238E27FC236}">
                <a16:creationId xmlns:a16="http://schemas.microsoft.com/office/drawing/2014/main" id="{D3F23F44-EE3D-AA2B-47F4-3617A58E9364}"/>
              </a:ext>
            </a:extLst>
          </p:cNvPr>
          <p:cNvSpPr/>
          <p:nvPr/>
        </p:nvSpPr>
        <p:spPr>
          <a:xfrm>
            <a:off x="566682" y="1203781"/>
            <a:ext cx="8819773" cy="1166972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349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A3647-6BF6-BB43-17B6-2C287F0F4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107063DE-8D9C-FE6D-3747-C09F50342425}"/>
              </a:ext>
            </a:extLst>
          </p:cNvPr>
          <p:cNvSpPr/>
          <p:nvPr/>
        </p:nvSpPr>
        <p:spPr>
          <a:xfrm>
            <a:off x="11339024" y="615459"/>
            <a:ext cx="8169265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!!box">
            <a:extLst>
              <a:ext uri="{FF2B5EF4-FFF2-40B4-BE49-F238E27FC236}">
                <a16:creationId xmlns:a16="http://schemas.microsoft.com/office/drawing/2014/main" id="{25C1E2CD-9DBB-0177-D254-E32E51E3AC45}"/>
              </a:ext>
            </a:extLst>
          </p:cNvPr>
          <p:cNvSpPr/>
          <p:nvPr/>
        </p:nvSpPr>
        <p:spPr>
          <a:xfrm>
            <a:off x="566682" y="1203781"/>
            <a:ext cx="8819773" cy="1166972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476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DACA0A4-F419-8FD1-9C93-40C7AF6D467B}"/>
              </a:ext>
            </a:extLst>
          </p:cNvPr>
          <p:cNvSpPr/>
          <p:nvPr/>
        </p:nvSpPr>
        <p:spPr>
          <a:xfrm>
            <a:off x="566682" y="227627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the function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node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to find the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th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smallest element in the BST under the node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</a:p>
        </p:txBody>
      </p:sp>
      <p:sp>
        <p:nvSpPr>
          <p:cNvPr id="3" name="!!box">
            <a:extLst>
              <a:ext uri="{FF2B5EF4-FFF2-40B4-BE49-F238E27FC236}">
                <a16:creationId xmlns:a16="http://schemas.microsoft.com/office/drawing/2014/main" id="{7AAD86F8-1B7B-F6EE-B906-FDD7ABD3F367}"/>
              </a:ext>
            </a:extLst>
          </p:cNvPr>
          <p:cNvSpPr/>
          <p:nvPr/>
        </p:nvSpPr>
        <p:spPr>
          <a:xfrm>
            <a:off x="566682" y="2185211"/>
            <a:ext cx="8819773" cy="970686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4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!!box">
            <a:extLst>
              <a:ext uri="{FF2B5EF4-FFF2-40B4-BE49-F238E27FC236}">
                <a16:creationId xmlns:a16="http://schemas.microsoft.com/office/drawing/2014/main" id="{2C93B25B-2025-AE58-8891-36A8FA62ACAA}"/>
              </a:ext>
            </a:extLst>
          </p:cNvPr>
          <p:cNvSpPr/>
          <p:nvPr/>
        </p:nvSpPr>
        <p:spPr>
          <a:xfrm>
            <a:off x="11339024" y="2482974"/>
            <a:ext cx="8169265" cy="911133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)++;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9695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033F625-A30D-D93B-0265-6481F088F5A2}"/>
              </a:ext>
            </a:extLst>
          </p:cNvPr>
          <p:cNvSpPr/>
          <p:nvPr/>
        </p:nvSpPr>
        <p:spPr>
          <a:xfrm>
            <a:off x="5520284" y="5233600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1EDEE6-98FD-83D7-ECE8-5E62E4B53C32}"/>
              </a:ext>
            </a:extLst>
          </p:cNvPr>
          <p:cNvSpPr/>
          <p:nvPr/>
        </p:nvSpPr>
        <p:spPr>
          <a:xfrm>
            <a:off x="566682" y="227627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the function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find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node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to find the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k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-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th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smallest element in the BST under the node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579899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F155-2297-74CE-3EB3-4E098C035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ACB9D784-376B-A885-BEB2-DFD5940F8247}"/>
              </a:ext>
            </a:extLst>
          </p:cNvPr>
          <p:cNvSpPr/>
          <p:nvPr/>
        </p:nvSpPr>
        <p:spPr>
          <a:xfrm>
            <a:off x="792167" y="550088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ED6325-899E-C6D7-E864-26F70B1042C6}"/>
              </a:ext>
            </a:extLst>
          </p:cNvPr>
          <p:cNvSpPr/>
          <p:nvPr/>
        </p:nvSpPr>
        <p:spPr>
          <a:xfrm>
            <a:off x="18217138" y="684298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CD000F-FDE5-0ECE-D484-EA8634E1E168}"/>
              </a:ext>
            </a:extLst>
          </p:cNvPr>
          <p:cNvSpPr/>
          <p:nvPr/>
        </p:nvSpPr>
        <p:spPr>
          <a:xfrm>
            <a:off x="16886216" y="88742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D07BF3D-4FF7-2DCD-3BFF-09AF1DAA9E65}"/>
              </a:ext>
            </a:extLst>
          </p:cNvPr>
          <p:cNvSpPr/>
          <p:nvPr/>
        </p:nvSpPr>
        <p:spPr>
          <a:xfrm>
            <a:off x="15030704" y="1130155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A5FFD0F-46F6-64B9-6A0F-61BAB91FE0BF}"/>
              </a:ext>
            </a:extLst>
          </p:cNvPr>
          <p:cNvSpPr/>
          <p:nvPr/>
        </p:nvSpPr>
        <p:spPr>
          <a:xfrm>
            <a:off x="10403640" y="894698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55106AD-383B-31D6-AFCB-B8CDB0972413}"/>
              </a:ext>
            </a:extLst>
          </p:cNvPr>
          <p:cNvSpPr/>
          <p:nvPr/>
        </p:nvSpPr>
        <p:spPr>
          <a:xfrm>
            <a:off x="12073933" y="6867565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D2E943-DFE0-29C6-23AE-59466D35CB61}"/>
              </a:ext>
            </a:extLst>
          </p:cNvPr>
          <p:cNvSpPr/>
          <p:nvPr/>
        </p:nvSpPr>
        <p:spPr>
          <a:xfrm>
            <a:off x="15030704" y="494909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46E358-C091-8FBD-9489-170DFCABB6A0}"/>
              </a:ext>
            </a:extLst>
          </p:cNvPr>
          <p:cNvSpPr/>
          <p:nvPr/>
        </p:nvSpPr>
        <p:spPr>
          <a:xfrm>
            <a:off x="1282273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35EE20-B79C-8B60-325F-A52C4ED74C27}"/>
              </a:ext>
            </a:extLst>
          </p:cNvPr>
          <p:cNvSpPr/>
          <p:nvPr/>
        </p:nvSpPr>
        <p:spPr>
          <a:xfrm>
            <a:off x="15798673" y="46218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2BCCCE-3F19-2A66-1A7E-F38A8091BD67}"/>
              </a:ext>
            </a:extLst>
          </p:cNvPr>
          <p:cNvSpPr/>
          <p:nvPr/>
        </p:nvSpPr>
        <p:spPr>
          <a:xfrm>
            <a:off x="1900940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64E22C-2392-548A-AFAE-929324067480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3542735" y="593466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B16C10-ADEE-FB30-42C5-71E9CD0C32C4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6518673" y="593466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8B91973-3B34-5F3D-112E-EE7686D69E76}"/>
              </a:ext>
            </a:extLst>
          </p:cNvPr>
          <p:cNvSpPr/>
          <p:nvPr/>
        </p:nvSpPr>
        <p:spPr>
          <a:xfrm>
            <a:off x="17619271" y="8619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A9D791-9656-79EC-E9C3-B42B2FE25554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18339271" y="789051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B342B52-DDE1-3AC4-58F8-4968F6FF73B3}"/>
              </a:ext>
            </a:extLst>
          </p:cNvPr>
          <p:cNvSpPr/>
          <p:nvPr/>
        </p:nvSpPr>
        <p:spPr>
          <a:xfrm>
            <a:off x="11073774" y="86197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90782C-73FB-1ACE-5A64-E52DADA63B73}"/>
              </a:ext>
            </a:extLst>
          </p:cNvPr>
          <p:cNvCxnSpPr>
            <a:cxnSpLocks/>
            <a:stCxn id="10" idx="4"/>
            <a:endCxn id="17" idx="0"/>
          </p:cNvCxnSpPr>
          <p:nvPr/>
        </p:nvCxnSpPr>
        <p:spPr>
          <a:xfrm flipH="1">
            <a:off x="11793774" y="789051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2C757DA-3012-5241-4EF4-96FFB499B961}"/>
              </a:ext>
            </a:extLst>
          </p:cNvPr>
          <p:cNvSpPr/>
          <p:nvPr/>
        </p:nvSpPr>
        <p:spPr>
          <a:xfrm>
            <a:off x="15798673" y="109743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2F647B-CEA3-7777-3149-006A28DA451F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 flipH="1">
            <a:off x="16518673" y="993255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D75B7A-2DC3-B123-DA26-877A00072933}"/>
              </a:ext>
            </a:extLst>
          </p:cNvPr>
          <p:cNvCxnSpPr>
            <a:cxnSpLocks/>
          </p:cNvCxnSpPr>
          <p:nvPr/>
        </p:nvCxnSpPr>
        <p:spPr>
          <a:xfrm>
            <a:off x="16533541" y="3276672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1">
            <a:extLst>
              <a:ext uri="{FF2B5EF4-FFF2-40B4-BE49-F238E27FC236}">
                <a16:creationId xmlns:a16="http://schemas.microsoft.com/office/drawing/2014/main" id="{0E30F0E9-79B5-A624-8172-256AF9A0FB9F}"/>
              </a:ext>
            </a:extLst>
          </p:cNvPr>
          <p:cNvSpPr/>
          <p:nvPr/>
        </p:nvSpPr>
        <p:spPr>
          <a:xfrm>
            <a:off x="13742427" y="2111132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find(v,3)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3B6D164-4019-CE41-676F-724490325F74}"/>
              </a:ext>
            </a:extLst>
          </p:cNvPr>
          <p:cNvSpPr/>
          <p:nvPr/>
        </p:nvSpPr>
        <p:spPr>
          <a:xfrm>
            <a:off x="792166" y="1298482"/>
            <a:ext cx="10537471" cy="37420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62822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FFCF-BB66-6D10-EFA3-8DAC1428B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298B7B05-31E3-A61A-3350-7184D76B8E21}"/>
              </a:ext>
            </a:extLst>
          </p:cNvPr>
          <p:cNvSpPr/>
          <p:nvPr/>
        </p:nvSpPr>
        <p:spPr>
          <a:xfrm>
            <a:off x="792167" y="550088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AAD29ED-C0FE-A7E1-0292-4EBCBC026955}"/>
              </a:ext>
            </a:extLst>
          </p:cNvPr>
          <p:cNvSpPr/>
          <p:nvPr/>
        </p:nvSpPr>
        <p:spPr>
          <a:xfrm>
            <a:off x="18217138" y="684298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D4553B-96B8-77BB-FD9F-3280261607FD}"/>
              </a:ext>
            </a:extLst>
          </p:cNvPr>
          <p:cNvSpPr/>
          <p:nvPr/>
        </p:nvSpPr>
        <p:spPr>
          <a:xfrm>
            <a:off x="16886216" y="88742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6CA9EF-A049-5569-BC00-8C3F381F351C}"/>
              </a:ext>
            </a:extLst>
          </p:cNvPr>
          <p:cNvSpPr/>
          <p:nvPr/>
        </p:nvSpPr>
        <p:spPr>
          <a:xfrm>
            <a:off x="15030704" y="1130155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C329343-AD55-1C64-AFB7-C05999F35B84}"/>
              </a:ext>
            </a:extLst>
          </p:cNvPr>
          <p:cNvSpPr/>
          <p:nvPr/>
        </p:nvSpPr>
        <p:spPr>
          <a:xfrm>
            <a:off x="10403640" y="894698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97023C-EB90-840F-9470-E597B2B08B89}"/>
              </a:ext>
            </a:extLst>
          </p:cNvPr>
          <p:cNvSpPr/>
          <p:nvPr/>
        </p:nvSpPr>
        <p:spPr>
          <a:xfrm>
            <a:off x="12073933" y="6867565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DA526A-0EF2-719C-E0E4-028D9948A5A4}"/>
              </a:ext>
            </a:extLst>
          </p:cNvPr>
          <p:cNvSpPr/>
          <p:nvPr/>
        </p:nvSpPr>
        <p:spPr>
          <a:xfrm>
            <a:off x="15030704" y="494909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50C727-A2B7-DD86-B92C-FDAFD48CA82B}"/>
              </a:ext>
            </a:extLst>
          </p:cNvPr>
          <p:cNvSpPr/>
          <p:nvPr/>
        </p:nvSpPr>
        <p:spPr>
          <a:xfrm>
            <a:off x="1282273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597FAA-19EA-6E88-1BB7-E8B38438B09B}"/>
              </a:ext>
            </a:extLst>
          </p:cNvPr>
          <p:cNvSpPr/>
          <p:nvPr/>
        </p:nvSpPr>
        <p:spPr>
          <a:xfrm>
            <a:off x="15798673" y="46218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1328D8-5BF5-E507-7BD9-E5AFEA4B147E}"/>
              </a:ext>
            </a:extLst>
          </p:cNvPr>
          <p:cNvSpPr/>
          <p:nvPr/>
        </p:nvSpPr>
        <p:spPr>
          <a:xfrm>
            <a:off x="1900940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B1101D-3F83-86DD-3B65-23B1C1440CB9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3542735" y="593466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D00441-B7BB-4556-E217-60325C49DC81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6518673" y="593466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991F1B8-058D-B454-8EFA-B1EBC9ABBA26}"/>
              </a:ext>
            </a:extLst>
          </p:cNvPr>
          <p:cNvSpPr/>
          <p:nvPr/>
        </p:nvSpPr>
        <p:spPr>
          <a:xfrm>
            <a:off x="17619271" y="8619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6A1828-0FB5-E36D-2E52-82D66A2BC2BB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18339271" y="789051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5CA2BBB-5216-101C-DCF5-E3FB462F280A}"/>
              </a:ext>
            </a:extLst>
          </p:cNvPr>
          <p:cNvSpPr/>
          <p:nvPr/>
        </p:nvSpPr>
        <p:spPr>
          <a:xfrm>
            <a:off x="11073774" y="86197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90675A-1D89-2D30-1A80-5694A16A0021}"/>
              </a:ext>
            </a:extLst>
          </p:cNvPr>
          <p:cNvCxnSpPr>
            <a:cxnSpLocks/>
            <a:stCxn id="10" idx="4"/>
            <a:endCxn id="17" idx="0"/>
          </p:cNvCxnSpPr>
          <p:nvPr/>
        </p:nvCxnSpPr>
        <p:spPr>
          <a:xfrm flipH="1">
            <a:off x="11793774" y="789051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294990A-9110-593F-88B8-C7E2238A05C5}"/>
              </a:ext>
            </a:extLst>
          </p:cNvPr>
          <p:cNvSpPr/>
          <p:nvPr/>
        </p:nvSpPr>
        <p:spPr>
          <a:xfrm>
            <a:off x="15798673" y="109743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354D43-94FE-1AB0-56F2-995130D1A81D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 flipH="1">
            <a:off x="16518673" y="993255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58A6AF-77D7-7FFB-BE5A-BFD06CA9980E}"/>
              </a:ext>
            </a:extLst>
          </p:cNvPr>
          <p:cNvCxnSpPr>
            <a:cxnSpLocks/>
          </p:cNvCxnSpPr>
          <p:nvPr/>
        </p:nvCxnSpPr>
        <p:spPr>
          <a:xfrm>
            <a:off x="16533541" y="3276672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1">
            <a:extLst>
              <a:ext uri="{FF2B5EF4-FFF2-40B4-BE49-F238E27FC236}">
                <a16:creationId xmlns:a16="http://schemas.microsoft.com/office/drawing/2014/main" id="{128FB0C0-110C-519A-5D14-79D940B1E21E}"/>
              </a:ext>
            </a:extLst>
          </p:cNvPr>
          <p:cNvSpPr/>
          <p:nvPr/>
        </p:nvSpPr>
        <p:spPr>
          <a:xfrm>
            <a:off x="13742427" y="2111132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find(v,3)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EC2100F-7760-A6C3-9DCA-7111DCE819BA}"/>
              </a:ext>
            </a:extLst>
          </p:cNvPr>
          <p:cNvSpPr/>
          <p:nvPr/>
        </p:nvSpPr>
        <p:spPr>
          <a:xfrm>
            <a:off x="792168" y="1736931"/>
            <a:ext cx="10537471" cy="37420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19874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B91B-5103-CC31-3B48-A2CE0170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0E8A98B9-1548-3F79-A762-572082FB393A}"/>
              </a:ext>
            </a:extLst>
          </p:cNvPr>
          <p:cNvSpPr/>
          <p:nvPr/>
        </p:nvSpPr>
        <p:spPr>
          <a:xfrm>
            <a:off x="792167" y="550088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C107D7-6562-1519-0F65-C328110C781B}"/>
              </a:ext>
            </a:extLst>
          </p:cNvPr>
          <p:cNvSpPr/>
          <p:nvPr/>
        </p:nvSpPr>
        <p:spPr>
          <a:xfrm>
            <a:off x="18217138" y="684298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FF70A6-4355-C9CD-A488-DBAA03259076}"/>
              </a:ext>
            </a:extLst>
          </p:cNvPr>
          <p:cNvSpPr/>
          <p:nvPr/>
        </p:nvSpPr>
        <p:spPr>
          <a:xfrm>
            <a:off x="16886216" y="88742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F341D5-704C-29BD-C817-5AB8B8F8CD10}"/>
              </a:ext>
            </a:extLst>
          </p:cNvPr>
          <p:cNvSpPr/>
          <p:nvPr/>
        </p:nvSpPr>
        <p:spPr>
          <a:xfrm>
            <a:off x="15030704" y="1130155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A7115F-D5B9-C399-86FC-A9714312628D}"/>
              </a:ext>
            </a:extLst>
          </p:cNvPr>
          <p:cNvSpPr/>
          <p:nvPr/>
        </p:nvSpPr>
        <p:spPr>
          <a:xfrm>
            <a:off x="10403640" y="894698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BDD3EC-2E5F-F051-EB9E-561025275DA7}"/>
              </a:ext>
            </a:extLst>
          </p:cNvPr>
          <p:cNvSpPr/>
          <p:nvPr/>
        </p:nvSpPr>
        <p:spPr>
          <a:xfrm>
            <a:off x="12073933" y="6867565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BAC4D2C-7D12-5E6C-6F6D-ED9A994B4274}"/>
              </a:ext>
            </a:extLst>
          </p:cNvPr>
          <p:cNvSpPr/>
          <p:nvPr/>
        </p:nvSpPr>
        <p:spPr>
          <a:xfrm>
            <a:off x="15030704" y="494909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8E16955-22CB-02A1-9FDD-D63EA1C50386}"/>
              </a:ext>
            </a:extLst>
          </p:cNvPr>
          <p:cNvSpPr/>
          <p:nvPr/>
        </p:nvSpPr>
        <p:spPr>
          <a:xfrm>
            <a:off x="1282273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1DD162-1BCE-436A-8EE0-CA7A9C4B0197}"/>
              </a:ext>
            </a:extLst>
          </p:cNvPr>
          <p:cNvSpPr/>
          <p:nvPr/>
        </p:nvSpPr>
        <p:spPr>
          <a:xfrm>
            <a:off x="15798673" y="46218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BE1B6C-2079-AF85-E326-32AF77082CA7}"/>
              </a:ext>
            </a:extLst>
          </p:cNvPr>
          <p:cNvSpPr/>
          <p:nvPr/>
        </p:nvSpPr>
        <p:spPr>
          <a:xfrm>
            <a:off x="1900940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4121CB-4BFC-B38E-41BE-C6DA16F458E7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3542735" y="593466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6368F6-8730-4CE3-ED34-B7D5A7A299BC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6518673" y="593466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B1C617C-BD6A-4D3A-34A8-D96D57922FC3}"/>
              </a:ext>
            </a:extLst>
          </p:cNvPr>
          <p:cNvSpPr/>
          <p:nvPr/>
        </p:nvSpPr>
        <p:spPr>
          <a:xfrm>
            <a:off x="17619271" y="8619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04A2081-A958-2B83-00F0-95EC57102EA2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18339271" y="789051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BAD03FD-EDBC-FA66-251F-9EC9B28CB85A}"/>
              </a:ext>
            </a:extLst>
          </p:cNvPr>
          <p:cNvSpPr/>
          <p:nvPr/>
        </p:nvSpPr>
        <p:spPr>
          <a:xfrm>
            <a:off x="11073774" y="86197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11CFF8-BFF6-9EA7-076D-930403FD93DC}"/>
              </a:ext>
            </a:extLst>
          </p:cNvPr>
          <p:cNvCxnSpPr>
            <a:cxnSpLocks/>
            <a:stCxn id="10" idx="4"/>
            <a:endCxn id="17" idx="0"/>
          </p:cNvCxnSpPr>
          <p:nvPr/>
        </p:nvCxnSpPr>
        <p:spPr>
          <a:xfrm flipH="1">
            <a:off x="11793774" y="789051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89E0119-BB6F-ACD1-D8B2-26667757E84C}"/>
              </a:ext>
            </a:extLst>
          </p:cNvPr>
          <p:cNvSpPr/>
          <p:nvPr/>
        </p:nvSpPr>
        <p:spPr>
          <a:xfrm>
            <a:off x="15798673" y="109743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F45551-925D-AD66-6C82-99C7B1DB843A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 flipH="1">
            <a:off x="16518673" y="993255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36EE3C-8444-6971-6575-E7902018B08B}"/>
              </a:ext>
            </a:extLst>
          </p:cNvPr>
          <p:cNvCxnSpPr>
            <a:cxnSpLocks/>
          </p:cNvCxnSpPr>
          <p:nvPr/>
        </p:nvCxnSpPr>
        <p:spPr>
          <a:xfrm>
            <a:off x="16533541" y="3276672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1">
            <a:extLst>
              <a:ext uri="{FF2B5EF4-FFF2-40B4-BE49-F238E27FC236}">
                <a16:creationId xmlns:a16="http://schemas.microsoft.com/office/drawing/2014/main" id="{82243574-B583-5465-D5B7-8952A46D1409}"/>
              </a:ext>
            </a:extLst>
          </p:cNvPr>
          <p:cNvSpPr/>
          <p:nvPr/>
        </p:nvSpPr>
        <p:spPr>
          <a:xfrm>
            <a:off x="13742427" y="2111132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find(v,4)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8762D60-78DC-FDC6-FF85-B3EB24BEA0B3}"/>
              </a:ext>
            </a:extLst>
          </p:cNvPr>
          <p:cNvSpPr/>
          <p:nvPr/>
        </p:nvSpPr>
        <p:spPr>
          <a:xfrm>
            <a:off x="780569" y="1252022"/>
            <a:ext cx="10537471" cy="37420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4525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30F6-4573-9DDF-5960-7510E763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F867387A-7681-8665-2A72-04E1725AF0BD}"/>
              </a:ext>
            </a:extLst>
          </p:cNvPr>
          <p:cNvSpPr/>
          <p:nvPr/>
        </p:nvSpPr>
        <p:spPr>
          <a:xfrm>
            <a:off x="792167" y="550088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EA04A4-55ED-FA86-A415-2D78191BE411}"/>
              </a:ext>
            </a:extLst>
          </p:cNvPr>
          <p:cNvSpPr/>
          <p:nvPr/>
        </p:nvSpPr>
        <p:spPr>
          <a:xfrm>
            <a:off x="18217138" y="684298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C14A9B-45A9-4DF3-79E4-AA6C0B8BE1F8}"/>
              </a:ext>
            </a:extLst>
          </p:cNvPr>
          <p:cNvSpPr/>
          <p:nvPr/>
        </p:nvSpPr>
        <p:spPr>
          <a:xfrm>
            <a:off x="16886216" y="88742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E3FE54-0C49-C69A-BA64-F4A55AE0FCE7}"/>
              </a:ext>
            </a:extLst>
          </p:cNvPr>
          <p:cNvSpPr/>
          <p:nvPr/>
        </p:nvSpPr>
        <p:spPr>
          <a:xfrm>
            <a:off x="15030704" y="1130155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A55E49-15A5-8DEE-22BD-D28AC942DAC4}"/>
              </a:ext>
            </a:extLst>
          </p:cNvPr>
          <p:cNvSpPr/>
          <p:nvPr/>
        </p:nvSpPr>
        <p:spPr>
          <a:xfrm>
            <a:off x="10403640" y="894698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B6097F-1A38-DBD7-54F1-3BAE05E6D279}"/>
              </a:ext>
            </a:extLst>
          </p:cNvPr>
          <p:cNvSpPr/>
          <p:nvPr/>
        </p:nvSpPr>
        <p:spPr>
          <a:xfrm>
            <a:off x="12073933" y="6867565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FEC87F-EDC8-7EED-7C0E-C4C0CB45826C}"/>
              </a:ext>
            </a:extLst>
          </p:cNvPr>
          <p:cNvSpPr/>
          <p:nvPr/>
        </p:nvSpPr>
        <p:spPr>
          <a:xfrm>
            <a:off x="15030704" y="494909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F671AF-D58B-66FB-45DF-4E491517B69B}"/>
              </a:ext>
            </a:extLst>
          </p:cNvPr>
          <p:cNvSpPr/>
          <p:nvPr/>
        </p:nvSpPr>
        <p:spPr>
          <a:xfrm>
            <a:off x="1282273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6622B3-39F9-8691-690F-F47E7AD4345E}"/>
              </a:ext>
            </a:extLst>
          </p:cNvPr>
          <p:cNvSpPr/>
          <p:nvPr/>
        </p:nvSpPr>
        <p:spPr>
          <a:xfrm>
            <a:off x="15798673" y="46218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677715-C62C-7857-8C5F-4A76A25A39CC}"/>
              </a:ext>
            </a:extLst>
          </p:cNvPr>
          <p:cNvSpPr/>
          <p:nvPr/>
        </p:nvSpPr>
        <p:spPr>
          <a:xfrm>
            <a:off x="1900940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BC2A65-1AB4-1B56-2ABC-567B97E8E89D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3542735" y="593466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CA3411-5396-8AEC-50C3-FDD202D6EF02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6518673" y="593466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6BD0886-79E8-0E97-1D45-D82B0A1DBBF9}"/>
              </a:ext>
            </a:extLst>
          </p:cNvPr>
          <p:cNvSpPr/>
          <p:nvPr/>
        </p:nvSpPr>
        <p:spPr>
          <a:xfrm>
            <a:off x="17619271" y="8619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0B4E56-C382-2B43-3DD5-A698F5D54544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18339271" y="789051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D92F03A-6C7B-5978-7046-9CBE520DE6E1}"/>
              </a:ext>
            </a:extLst>
          </p:cNvPr>
          <p:cNvSpPr/>
          <p:nvPr/>
        </p:nvSpPr>
        <p:spPr>
          <a:xfrm>
            <a:off x="11073774" y="86197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3042DC-E8D4-BFDE-E710-655C0D8DC73F}"/>
              </a:ext>
            </a:extLst>
          </p:cNvPr>
          <p:cNvCxnSpPr>
            <a:cxnSpLocks/>
            <a:stCxn id="10" idx="4"/>
            <a:endCxn id="17" idx="0"/>
          </p:cNvCxnSpPr>
          <p:nvPr/>
        </p:nvCxnSpPr>
        <p:spPr>
          <a:xfrm flipH="1">
            <a:off x="11793774" y="789051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C3B65A8-F880-38E6-35C6-9CBBEC84EC64}"/>
              </a:ext>
            </a:extLst>
          </p:cNvPr>
          <p:cNvSpPr/>
          <p:nvPr/>
        </p:nvSpPr>
        <p:spPr>
          <a:xfrm>
            <a:off x="15798673" y="109743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87C223-7792-57CB-76AB-DAD2F1A7A94D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 flipH="1">
            <a:off x="16518673" y="993255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C8FBC3-362C-367E-1345-5DCCE9049A07}"/>
              </a:ext>
            </a:extLst>
          </p:cNvPr>
          <p:cNvCxnSpPr>
            <a:cxnSpLocks/>
          </p:cNvCxnSpPr>
          <p:nvPr/>
        </p:nvCxnSpPr>
        <p:spPr>
          <a:xfrm>
            <a:off x="16533541" y="3276672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1">
            <a:extLst>
              <a:ext uri="{FF2B5EF4-FFF2-40B4-BE49-F238E27FC236}">
                <a16:creationId xmlns:a16="http://schemas.microsoft.com/office/drawing/2014/main" id="{45808BB5-E382-2E21-E84E-6AE8C86A2C4A}"/>
              </a:ext>
            </a:extLst>
          </p:cNvPr>
          <p:cNvSpPr/>
          <p:nvPr/>
        </p:nvSpPr>
        <p:spPr>
          <a:xfrm>
            <a:off x="13742427" y="2111132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find(v,4)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FA4DE9B-2D1E-8C24-83CD-873DDD243170}"/>
              </a:ext>
            </a:extLst>
          </p:cNvPr>
          <p:cNvSpPr/>
          <p:nvPr/>
        </p:nvSpPr>
        <p:spPr>
          <a:xfrm>
            <a:off x="780569" y="2111132"/>
            <a:ext cx="10537471" cy="37420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61909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C7E3D-3341-28BE-721C-CDB0222C6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E5B4A876-277F-DD2F-4FB7-20DF85567558}"/>
              </a:ext>
            </a:extLst>
          </p:cNvPr>
          <p:cNvSpPr/>
          <p:nvPr/>
        </p:nvSpPr>
        <p:spPr>
          <a:xfrm>
            <a:off x="792167" y="550088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380C70-86A2-C99B-152E-D8541F1A3E3C}"/>
              </a:ext>
            </a:extLst>
          </p:cNvPr>
          <p:cNvSpPr/>
          <p:nvPr/>
        </p:nvSpPr>
        <p:spPr>
          <a:xfrm>
            <a:off x="18217138" y="684298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E31262-B92D-05C6-E1F1-34FC5CF0C818}"/>
              </a:ext>
            </a:extLst>
          </p:cNvPr>
          <p:cNvSpPr/>
          <p:nvPr/>
        </p:nvSpPr>
        <p:spPr>
          <a:xfrm>
            <a:off x="16886216" y="88742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9A7513-EA22-9FC9-1478-336ABEAAD5C2}"/>
              </a:ext>
            </a:extLst>
          </p:cNvPr>
          <p:cNvSpPr/>
          <p:nvPr/>
        </p:nvSpPr>
        <p:spPr>
          <a:xfrm>
            <a:off x="15030704" y="1130155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9122406-BFAA-9293-E00B-6EA97D016932}"/>
              </a:ext>
            </a:extLst>
          </p:cNvPr>
          <p:cNvSpPr/>
          <p:nvPr/>
        </p:nvSpPr>
        <p:spPr>
          <a:xfrm>
            <a:off x="10403640" y="894698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C684CB-FC43-44CD-6799-F6AF01533306}"/>
              </a:ext>
            </a:extLst>
          </p:cNvPr>
          <p:cNvSpPr/>
          <p:nvPr/>
        </p:nvSpPr>
        <p:spPr>
          <a:xfrm>
            <a:off x="12073933" y="6867565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A8C781-8660-EEAE-D3B7-F63395391676}"/>
              </a:ext>
            </a:extLst>
          </p:cNvPr>
          <p:cNvSpPr/>
          <p:nvPr/>
        </p:nvSpPr>
        <p:spPr>
          <a:xfrm>
            <a:off x="15030704" y="494909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6B192A-AF90-FA03-0EB5-DEE89986F2D8}"/>
              </a:ext>
            </a:extLst>
          </p:cNvPr>
          <p:cNvSpPr/>
          <p:nvPr/>
        </p:nvSpPr>
        <p:spPr>
          <a:xfrm>
            <a:off x="1282273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B42256-6885-E134-0816-CF35399DD4A0}"/>
              </a:ext>
            </a:extLst>
          </p:cNvPr>
          <p:cNvSpPr/>
          <p:nvPr/>
        </p:nvSpPr>
        <p:spPr>
          <a:xfrm>
            <a:off x="15798673" y="46218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1E8B3E-E85E-A1B1-CE75-86812068A567}"/>
              </a:ext>
            </a:extLst>
          </p:cNvPr>
          <p:cNvSpPr/>
          <p:nvPr/>
        </p:nvSpPr>
        <p:spPr>
          <a:xfrm>
            <a:off x="1900940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B92853-AC45-CF66-5022-575D8184AE52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3542735" y="593466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33F14A-5E7B-F5C9-C830-8E7852366A4B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6518673" y="593466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DB2730D-8867-AB48-A1DB-6C484F98C45C}"/>
              </a:ext>
            </a:extLst>
          </p:cNvPr>
          <p:cNvSpPr/>
          <p:nvPr/>
        </p:nvSpPr>
        <p:spPr>
          <a:xfrm>
            <a:off x="17619271" y="8619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7DAE94-FA69-7DB3-D06A-DD54015A8080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18339271" y="789051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69DC8B37-9764-11EF-B8C8-FAE978E5D944}"/>
              </a:ext>
            </a:extLst>
          </p:cNvPr>
          <p:cNvSpPr/>
          <p:nvPr/>
        </p:nvSpPr>
        <p:spPr>
          <a:xfrm>
            <a:off x="11073774" y="86197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94BCB7-658E-761D-FD47-F5C8A8730BE6}"/>
              </a:ext>
            </a:extLst>
          </p:cNvPr>
          <p:cNvCxnSpPr>
            <a:cxnSpLocks/>
            <a:stCxn id="10" idx="4"/>
            <a:endCxn id="17" idx="0"/>
          </p:cNvCxnSpPr>
          <p:nvPr/>
        </p:nvCxnSpPr>
        <p:spPr>
          <a:xfrm flipH="1">
            <a:off x="11793774" y="789051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CD936CA-9005-E8C6-ACB4-D0D88E5D4EB9}"/>
              </a:ext>
            </a:extLst>
          </p:cNvPr>
          <p:cNvSpPr/>
          <p:nvPr/>
        </p:nvSpPr>
        <p:spPr>
          <a:xfrm>
            <a:off x="15798673" y="109743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A64CBF-7263-E78D-29B0-74915CA35D8B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 flipH="1">
            <a:off x="16518673" y="993255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5B6615-BD2D-2437-DD0D-DD692128C435}"/>
              </a:ext>
            </a:extLst>
          </p:cNvPr>
          <p:cNvCxnSpPr>
            <a:cxnSpLocks/>
          </p:cNvCxnSpPr>
          <p:nvPr/>
        </p:nvCxnSpPr>
        <p:spPr>
          <a:xfrm>
            <a:off x="19819769" y="5172875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!!box1">
            <a:extLst>
              <a:ext uri="{FF2B5EF4-FFF2-40B4-BE49-F238E27FC236}">
                <a16:creationId xmlns:a16="http://schemas.microsoft.com/office/drawing/2014/main" id="{06D842DB-616C-9B4C-C455-C4D40E967FD6}"/>
              </a:ext>
            </a:extLst>
          </p:cNvPr>
          <p:cNvSpPr/>
          <p:nvPr/>
        </p:nvSpPr>
        <p:spPr>
          <a:xfrm>
            <a:off x="17028655" y="4007335"/>
            <a:ext cx="573990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find(v-&gt;right,1)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FC7D031-626F-2D7B-D26B-5A78A4E63F14}"/>
              </a:ext>
            </a:extLst>
          </p:cNvPr>
          <p:cNvSpPr/>
          <p:nvPr/>
        </p:nvSpPr>
        <p:spPr>
          <a:xfrm>
            <a:off x="780569" y="2513746"/>
            <a:ext cx="10537471" cy="37420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83906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32E1-428D-6E63-E571-9F85CFCD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box">
            <a:extLst>
              <a:ext uri="{FF2B5EF4-FFF2-40B4-BE49-F238E27FC236}">
                <a16:creationId xmlns:a16="http://schemas.microsoft.com/office/drawing/2014/main" id="{061540DA-7382-D43E-8ACC-4F518D142B31}"/>
              </a:ext>
            </a:extLst>
          </p:cNvPr>
          <p:cNvSpPr/>
          <p:nvPr/>
        </p:nvSpPr>
        <p:spPr>
          <a:xfrm>
            <a:off x="792167" y="550088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A12CD8-6E8F-AB60-446D-BC5E78830951}"/>
              </a:ext>
            </a:extLst>
          </p:cNvPr>
          <p:cNvSpPr/>
          <p:nvPr/>
        </p:nvSpPr>
        <p:spPr>
          <a:xfrm>
            <a:off x="18217138" y="684298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E0E925E-0D5A-7A88-8392-F8C663CF45D9}"/>
              </a:ext>
            </a:extLst>
          </p:cNvPr>
          <p:cNvSpPr/>
          <p:nvPr/>
        </p:nvSpPr>
        <p:spPr>
          <a:xfrm>
            <a:off x="16886216" y="88742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A55F03-B853-7ABF-48F0-F86E9858552D}"/>
              </a:ext>
            </a:extLst>
          </p:cNvPr>
          <p:cNvSpPr/>
          <p:nvPr/>
        </p:nvSpPr>
        <p:spPr>
          <a:xfrm>
            <a:off x="15030704" y="1130155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D33340-80C8-86B7-F3A1-071C42B30AD1}"/>
              </a:ext>
            </a:extLst>
          </p:cNvPr>
          <p:cNvSpPr/>
          <p:nvPr/>
        </p:nvSpPr>
        <p:spPr>
          <a:xfrm>
            <a:off x="10403640" y="894698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198671-38B2-6E61-7348-AB215A43334B}"/>
              </a:ext>
            </a:extLst>
          </p:cNvPr>
          <p:cNvSpPr/>
          <p:nvPr/>
        </p:nvSpPr>
        <p:spPr>
          <a:xfrm>
            <a:off x="12073933" y="6867565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25052C-F817-89F6-5138-B4E212EEFF79}"/>
              </a:ext>
            </a:extLst>
          </p:cNvPr>
          <p:cNvSpPr/>
          <p:nvPr/>
        </p:nvSpPr>
        <p:spPr>
          <a:xfrm>
            <a:off x="15030704" y="494909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F07334-458F-90FB-649E-190CF9336096}"/>
              </a:ext>
            </a:extLst>
          </p:cNvPr>
          <p:cNvSpPr/>
          <p:nvPr/>
        </p:nvSpPr>
        <p:spPr>
          <a:xfrm>
            <a:off x="1282273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CA7101-6467-7FDC-75EF-DB7BF5C378A8}"/>
              </a:ext>
            </a:extLst>
          </p:cNvPr>
          <p:cNvSpPr/>
          <p:nvPr/>
        </p:nvSpPr>
        <p:spPr>
          <a:xfrm>
            <a:off x="15798673" y="46218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8A961D-7980-A252-8E3D-02CFAEBAD7C1}"/>
              </a:ext>
            </a:extLst>
          </p:cNvPr>
          <p:cNvSpPr/>
          <p:nvPr/>
        </p:nvSpPr>
        <p:spPr>
          <a:xfrm>
            <a:off x="1900940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81B483-70FF-41DF-6C4F-2169C4CFDCE3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3542735" y="593466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089DF8-D3FB-D9E3-F6E0-1F9C41E41DBD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6518673" y="593466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53106E8-1168-D9EA-9A49-87E8CE87745E}"/>
              </a:ext>
            </a:extLst>
          </p:cNvPr>
          <p:cNvSpPr/>
          <p:nvPr/>
        </p:nvSpPr>
        <p:spPr>
          <a:xfrm>
            <a:off x="17619271" y="8619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B061AA-2CFE-22BA-FA50-AE340E365AC8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18339271" y="789051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B72DADA-085E-C60D-A8B1-396F18109FAA}"/>
              </a:ext>
            </a:extLst>
          </p:cNvPr>
          <p:cNvSpPr/>
          <p:nvPr/>
        </p:nvSpPr>
        <p:spPr>
          <a:xfrm>
            <a:off x="11073774" y="86197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19659F-0E06-BFF0-77AB-CBB2340A305F}"/>
              </a:ext>
            </a:extLst>
          </p:cNvPr>
          <p:cNvCxnSpPr>
            <a:cxnSpLocks/>
            <a:stCxn id="10" idx="4"/>
            <a:endCxn id="17" idx="0"/>
          </p:cNvCxnSpPr>
          <p:nvPr/>
        </p:nvCxnSpPr>
        <p:spPr>
          <a:xfrm flipH="1">
            <a:off x="11793774" y="789051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0A1FFBA9-5B1C-454C-876C-2EE9A693252E}"/>
              </a:ext>
            </a:extLst>
          </p:cNvPr>
          <p:cNvSpPr/>
          <p:nvPr/>
        </p:nvSpPr>
        <p:spPr>
          <a:xfrm>
            <a:off x="15798673" y="109743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CE4F01-444A-1E7A-AE98-D3ECCCF2039A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 flipH="1">
            <a:off x="16518673" y="993255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272AB7F-AF4F-C0C5-AD59-0384C5E8DB95}"/>
              </a:ext>
            </a:extLst>
          </p:cNvPr>
          <p:cNvSpPr/>
          <p:nvPr/>
        </p:nvSpPr>
        <p:spPr>
          <a:xfrm>
            <a:off x="780569" y="1279306"/>
            <a:ext cx="10537471" cy="37420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1E7C76-46C4-6C5B-D6E0-1B8AF4FA5BFF}"/>
              </a:ext>
            </a:extLst>
          </p:cNvPr>
          <p:cNvCxnSpPr>
            <a:cxnSpLocks/>
          </p:cNvCxnSpPr>
          <p:nvPr/>
        </p:nvCxnSpPr>
        <p:spPr>
          <a:xfrm>
            <a:off x="16533541" y="3276672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C47F5E99-7868-3647-D9E8-7AE51D281A5A}"/>
              </a:ext>
            </a:extLst>
          </p:cNvPr>
          <p:cNvSpPr/>
          <p:nvPr/>
        </p:nvSpPr>
        <p:spPr>
          <a:xfrm>
            <a:off x="13742427" y="2111132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find(v,1)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17679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1FEF1-BF87-44E7-A4CF-3345F22A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box">
            <a:extLst>
              <a:ext uri="{FF2B5EF4-FFF2-40B4-BE49-F238E27FC236}">
                <a16:creationId xmlns:a16="http://schemas.microsoft.com/office/drawing/2014/main" id="{8703D226-6A3F-3C61-D0FD-71D6E0EB4DE1}"/>
              </a:ext>
            </a:extLst>
          </p:cNvPr>
          <p:cNvSpPr/>
          <p:nvPr/>
        </p:nvSpPr>
        <p:spPr>
          <a:xfrm>
            <a:off x="792167" y="550088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CBE9D1-3317-5D06-AB3A-0C863C24D1C3}"/>
              </a:ext>
            </a:extLst>
          </p:cNvPr>
          <p:cNvSpPr/>
          <p:nvPr/>
        </p:nvSpPr>
        <p:spPr>
          <a:xfrm>
            <a:off x="18217138" y="684298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E707F6-3F23-DCBE-DDD0-EAA321ECA0CA}"/>
              </a:ext>
            </a:extLst>
          </p:cNvPr>
          <p:cNvSpPr/>
          <p:nvPr/>
        </p:nvSpPr>
        <p:spPr>
          <a:xfrm>
            <a:off x="16886216" y="88742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A636B9-127F-6A95-5001-0D36BF0899E2}"/>
              </a:ext>
            </a:extLst>
          </p:cNvPr>
          <p:cNvSpPr/>
          <p:nvPr/>
        </p:nvSpPr>
        <p:spPr>
          <a:xfrm>
            <a:off x="15030704" y="1130155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638FCB-8E41-2C57-0B34-BB6D15D6CCE0}"/>
              </a:ext>
            </a:extLst>
          </p:cNvPr>
          <p:cNvSpPr/>
          <p:nvPr/>
        </p:nvSpPr>
        <p:spPr>
          <a:xfrm>
            <a:off x="10403640" y="894698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40269E-A779-4126-1E1D-1236152CDE65}"/>
              </a:ext>
            </a:extLst>
          </p:cNvPr>
          <p:cNvSpPr/>
          <p:nvPr/>
        </p:nvSpPr>
        <p:spPr>
          <a:xfrm>
            <a:off x="12073933" y="6867565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B23952E-A1CB-F489-DE0C-EC598B0682C2}"/>
              </a:ext>
            </a:extLst>
          </p:cNvPr>
          <p:cNvSpPr/>
          <p:nvPr/>
        </p:nvSpPr>
        <p:spPr>
          <a:xfrm>
            <a:off x="15030704" y="494909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76AA44-F79B-4473-608F-8EEA6A149243}"/>
              </a:ext>
            </a:extLst>
          </p:cNvPr>
          <p:cNvSpPr/>
          <p:nvPr/>
        </p:nvSpPr>
        <p:spPr>
          <a:xfrm>
            <a:off x="1282273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B9C539-0588-A31A-D23E-30BDDCD8C18F}"/>
              </a:ext>
            </a:extLst>
          </p:cNvPr>
          <p:cNvSpPr/>
          <p:nvPr/>
        </p:nvSpPr>
        <p:spPr>
          <a:xfrm>
            <a:off x="15798673" y="46218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899D89-6B95-D1B6-2CF5-8EB7F0E4DCD4}"/>
              </a:ext>
            </a:extLst>
          </p:cNvPr>
          <p:cNvSpPr/>
          <p:nvPr/>
        </p:nvSpPr>
        <p:spPr>
          <a:xfrm>
            <a:off x="1900940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209863-7609-FB71-C652-FF8DC35B300C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3542735" y="593466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FE6396-AE4C-A988-71CB-4A11B252550A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6518673" y="593466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9F0668F-8AF6-0F4F-029F-1E4BD20775D3}"/>
              </a:ext>
            </a:extLst>
          </p:cNvPr>
          <p:cNvSpPr/>
          <p:nvPr/>
        </p:nvSpPr>
        <p:spPr>
          <a:xfrm>
            <a:off x="17619271" y="8619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D0A701-4435-9CEE-F036-547E24E7C1F6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18339271" y="789051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A362755-CB70-3DDB-E335-B5D9B2C618CF}"/>
              </a:ext>
            </a:extLst>
          </p:cNvPr>
          <p:cNvSpPr/>
          <p:nvPr/>
        </p:nvSpPr>
        <p:spPr>
          <a:xfrm>
            <a:off x="11073774" y="86197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926B33-1019-8954-9218-96FF6A4D9B24}"/>
              </a:ext>
            </a:extLst>
          </p:cNvPr>
          <p:cNvCxnSpPr>
            <a:cxnSpLocks/>
            <a:stCxn id="10" idx="4"/>
            <a:endCxn id="17" idx="0"/>
          </p:cNvCxnSpPr>
          <p:nvPr/>
        </p:nvCxnSpPr>
        <p:spPr>
          <a:xfrm flipH="1">
            <a:off x="11793774" y="789051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32000E0-7E3B-D6E1-EC5F-D2F8DE099FFF}"/>
              </a:ext>
            </a:extLst>
          </p:cNvPr>
          <p:cNvSpPr/>
          <p:nvPr/>
        </p:nvSpPr>
        <p:spPr>
          <a:xfrm>
            <a:off x="15798673" y="109743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8CED38-CF6D-227A-C2AF-8D3DAB78D0C3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 flipH="1">
            <a:off x="16518673" y="993255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660810A-6550-4E91-2486-80C056DA5FE8}"/>
              </a:ext>
            </a:extLst>
          </p:cNvPr>
          <p:cNvSpPr/>
          <p:nvPr/>
        </p:nvSpPr>
        <p:spPr>
          <a:xfrm>
            <a:off x="780569" y="2139545"/>
            <a:ext cx="10537471" cy="37420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C421D16-40B6-4435-5928-9593FF54DE0F}"/>
              </a:ext>
            </a:extLst>
          </p:cNvPr>
          <p:cNvCxnSpPr>
            <a:cxnSpLocks/>
          </p:cNvCxnSpPr>
          <p:nvPr/>
        </p:nvCxnSpPr>
        <p:spPr>
          <a:xfrm>
            <a:off x="16533541" y="3276672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C43B415A-EEE2-4501-0767-F010B0BE6304}"/>
              </a:ext>
            </a:extLst>
          </p:cNvPr>
          <p:cNvSpPr/>
          <p:nvPr/>
        </p:nvSpPr>
        <p:spPr>
          <a:xfrm>
            <a:off x="13742427" y="2111132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find(v,1)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72024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DAF5-D348-7B3B-7569-A17C942F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box">
            <a:extLst>
              <a:ext uri="{FF2B5EF4-FFF2-40B4-BE49-F238E27FC236}">
                <a16:creationId xmlns:a16="http://schemas.microsoft.com/office/drawing/2014/main" id="{E10595A9-9B3E-5CC5-85D3-407057C3E3B5}"/>
              </a:ext>
            </a:extLst>
          </p:cNvPr>
          <p:cNvSpPr/>
          <p:nvPr/>
        </p:nvSpPr>
        <p:spPr>
          <a:xfrm>
            <a:off x="792167" y="550088"/>
            <a:ext cx="10537472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-1);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find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  <a:endParaRPr lang="en-IN" sz="28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85F4B4-66EE-A2EF-0A05-D8F3A365B10B}"/>
              </a:ext>
            </a:extLst>
          </p:cNvPr>
          <p:cNvSpPr/>
          <p:nvPr/>
        </p:nvSpPr>
        <p:spPr>
          <a:xfrm>
            <a:off x="18217138" y="684298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5F13AE-096B-6767-3463-EDBDDCA6F918}"/>
              </a:ext>
            </a:extLst>
          </p:cNvPr>
          <p:cNvSpPr/>
          <p:nvPr/>
        </p:nvSpPr>
        <p:spPr>
          <a:xfrm>
            <a:off x="16886216" y="88742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B72AA6-75B7-4184-FB95-BDEB7C386452}"/>
              </a:ext>
            </a:extLst>
          </p:cNvPr>
          <p:cNvSpPr/>
          <p:nvPr/>
        </p:nvSpPr>
        <p:spPr>
          <a:xfrm>
            <a:off x="15030704" y="1130155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DF0694-B850-79D9-6943-684A4880CA07}"/>
              </a:ext>
            </a:extLst>
          </p:cNvPr>
          <p:cNvSpPr/>
          <p:nvPr/>
        </p:nvSpPr>
        <p:spPr>
          <a:xfrm>
            <a:off x="10403640" y="894698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5656ED-D89D-EFD4-FD4D-E253E83AAEA5}"/>
              </a:ext>
            </a:extLst>
          </p:cNvPr>
          <p:cNvSpPr/>
          <p:nvPr/>
        </p:nvSpPr>
        <p:spPr>
          <a:xfrm>
            <a:off x="12073933" y="6867565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CE4EF8-865D-EE26-7CAD-077BFF12E7BD}"/>
              </a:ext>
            </a:extLst>
          </p:cNvPr>
          <p:cNvSpPr/>
          <p:nvPr/>
        </p:nvSpPr>
        <p:spPr>
          <a:xfrm>
            <a:off x="15030704" y="494909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0C5589-4E2C-0B50-E851-2044AC9BDDCC}"/>
              </a:ext>
            </a:extLst>
          </p:cNvPr>
          <p:cNvSpPr/>
          <p:nvPr/>
        </p:nvSpPr>
        <p:spPr>
          <a:xfrm>
            <a:off x="1282273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D98666-CF08-9B78-34B1-CFD3D649A51D}"/>
              </a:ext>
            </a:extLst>
          </p:cNvPr>
          <p:cNvSpPr/>
          <p:nvPr/>
        </p:nvSpPr>
        <p:spPr>
          <a:xfrm>
            <a:off x="15798673" y="46218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DCF8F6-687E-B1A4-2625-98BECAA2076C}"/>
              </a:ext>
            </a:extLst>
          </p:cNvPr>
          <p:cNvSpPr/>
          <p:nvPr/>
        </p:nvSpPr>
        <p:spPr>
          <a:xfrm>
            <a:off x="19009405" y="65777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57CB1-924F-C97F-0D74-AAB6D339E34B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3542735" y="593466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3FB5E9-48E1-1FDF-C7AB-6B546047463E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6518673" y="593466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C0876CC-9BA7-6D97-4A82-0F08A972EC3D}"/>
              </a:ext>
            </a:extLst>
          </p:cNvPr>
          <p:cNvSpPr/>
          <p:nvPr/>
        </p:nvSpPr>
        <p:spPr>
          <a:xfrm>
            <a:off x="17619271" y="86197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4EF61C-EE1E-F6D4-2974-A5C0D075658D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18339271" y="789051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158BDA7-1B5F-BF49-22FB-C9DDD6B3881D}"/>
              </a:ext>
            </a:extLst>
          </p:cNvPr>
          <p:cNvSpPr/>
          <p:nvPr/>
        </p:nvSpPr>
        <p:spPr>
          <a:xfrm>
            <a:off x="11073774" y="861975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3C767-C6BE-7674-39CA-38556543E9DA}"/>
              </a:ext>
            </a:extLst>
          </p:cNvPr>
          <p:cNvCxnSpPr>
            <a:cxnSpLocks/>
            <a:stCxn id="10" idx="4"/>
            <a:endCxn id="17" idx="0"/>
          </p:cNvCxnSpPr>
          <p:nvPr/>
        </p:nvCxnSpPr>
        <p:spPr>
          <a:xfrm flipH="1">
            <a:off x="11793774" y="789051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531B2B5-4153-E877-9A1C-4BD18FF0035D}"/>
              </a:ext>
            </a:extLst>
          </p:cNvPr>
          <p:cNvSpPr/>
          <p:nvPr/>
        </p:nvSpPr>
        <p:spPr>
          <a:xfrm>
            <a:off x="15798673" y="109743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66AC25-C1FE-2B0C-BDC7-64956715C7F6}"/>
              </a:ext>
            </a:extLst>
          </p:cNvPr>
          <p:cNvCxnSpPr>
            <a:cxnSpLocks/>
            <a:stCxn id="15" idx="4"/>
            <a:endCxn id="19" idx="0"/>
          </p:cNvCxnSpPr>
          <p:nvPr/>
        </p:nvCxnSpPr>
        <p:spPr>
          <a:xfrm flipH="1">
            <a:off x="16518673" y="993255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F2B8FE6-54F1-5D38-FC25-0E9CAEB73B84}"/>
              </a:ext>
            </a:extLst>
          </p:cNvPr>
          <p:cNvSpPr/>
          <p:nvPr/>
        </p:nvSpPr>
        <p:spPr>
          <a:xfrm>
            <a:off x="780569" y="3392643"/>
            <a:ext cx="10537471" cy="37420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428256C-6567-CF39-D48B-40D14E186869}"/>
              </a:ext>
            </a:extLst>
          </p:cNvPr>
          <p:cNvCxnSpPr>
            <a:cxnSpLocks/>
          </p:cNvCxnSpPr>
          <p:nvPr/>
        </p:nvCxnSpPr>
        <p:spPr>
          <a:xfrm>
            <a:off x="13516021" y="5228293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!!box1">
            <a:extLst>
              <a:ext uri="{FF2B5EF4-FFF2-40B4-BE49-F238E27FC236}">
                <a16:creationId xmlns:a16="http://schemas.microsoft.com/office/drawing/2014/main" id="{57FB32D6-F3B7-B4C2-74E8-E20AEFE37B77}"/>
              </a:ext>
            </a:extLst>
          </p:cNvPr>
          <p:cNvSpPr/>
          <p:nvPr/>
        </p:nvSpPr>
        <p:spPr>
          <a:xfrm>
            <a:off x="10724907" y="4062753"/>
            <a:ext cx="4931911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find(v-&gt;left,1)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93343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box">
            <a:extLst>
              <a:ext uri="{FF2B5EF4-FFF2-40B4-BE49-F238E27FC236}">
                <a16:creationId xmlns:a16="http://schemas.microsoft.com/office/drawing/2014/main" id="{3ABB5618-99D6-75D5-AF09-A977D0DCCCAD}"/>
              </a:ext>
            </a:extLst>
          </p:cNvPr>
          <p:cNvSpPr/>
          <p:nvPr/>
        </p:nvSpPr>
        <p:spPr>
          <a:xfrm>
            <a:off x="533628" y="-114864"/>
            <a:ext cx="7767736" cy="133077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!!box">
            <a:extLst>
              <a:ext uri="{FF2B5EF4-FFF2-40B4-BE49-F238E27FC236}">
                <a16:creationId xmlns:a16="http://schemas.microsoft.com/office/drawing/2014/main" id="{65DFFFED-DAB0-4FCB-74AA-6D26746B0289}"/>
              </a:ext>
            </a:extLst>
          </p:cNvPr>
          <p:cNvSpPr/>
          <p:nvPr/>
        </p:nvSpPr>
        <p:spPr>
          <a:xfrm>
            <a:off x="11630166" y="2477882"/>
            <a:ext cx="10545498" cy="44993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--;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}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5B3A6CD9-33FD-DAB9-5E6D-9D6D57402F46}"/>
              </a:ext>
            </a:extLst>
          </p:cNvPr>
          <p:cNvSpPr/>
          <p:nvPr/>
        </p:nvSpPr>
        <p:spPr>
          <a:xfrm rot="5400000" flipH="1">
            <a:off x="8222150" y="2081569"/>
            <a:ext cx="439584" cy="48768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8250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3703-64A2-B2C1-07EE-C8710295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67AA5A5-E866-D4F5-472C-CD1D1D6FA68B}"/>
              </a:ext>
            </a:extLst>
          </p:cNvPr>
          <p:cNvSpPr/>
          <p:nvPr/>
        </p:nvSpPr>
        <p:spPr>
          <a:xfrm>
            <a:off x="20766025" y="744512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D8CBB7A-B6E6-6CF7-32AE-8DC9F365D4F7}"/>
              </a:ext>
            </a:extLst>
          </p:cNvPr>
          <p:cNvSpPr/>
          <p:nvPr/>
        </p:nvSpPr>
        <p:spPr>
          <a:xfrm>
            <a:off x="22333217" y="9855222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54C3B69-C9E5-8896-B53B-0D3277C73E0B}"/>
              </a:ext>
            </a:extLst>
          </p:cNvPr>
          <p:cNvSpPr/>
          <p:nvPr/>
        </p:nvSpPr>
        <p:spPr>
          <a:xfrm>
            <a:off x="19326025" y="9855222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1E2C8BD-638C-C5B9-4D2D-8F08F1A121D6}"/>
              </a:ext>
            </a:extLst>
          </p:cNvPr>
          <p:cNvSpPr/>
          <p:nvPr/>
        </p:nvSpPr>
        <p:spPr>
          <a:xfrm>
            <a:off x="16743972" y="9855222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9B5DA4D-B5C6-94E8-839B-D0AA11F631E7}"/>
              </a:ext>
            </a:extLst>
          </p:cNvPr>
          <p:cNvSpPr/>
          <p:nvPr/>
        </p:nvSpPr>
        <p:spPr>
          <a:xfrm>
            <a:off x="13091839" y="754216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1A09D24-1F44-2BBD-540B-64870AE4535D}"/>
              </a:ext>
            </a:extLst>
          </p:cNvPr>
          <p:cNvSpPr/>
          <p:nvPr/>
        </p:nvSpPr>
        <p:spPr>
          <a:xfrm>
            <a:off x="15765235" y="732664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D4FF14F-CC9C-436A-3448-CBE47613128C}"/>
              </a:ext>
            </a:extLst>
          </p:cNvPr>
          <p:cNvSpPr/>
          <p:nvPr/>
        </p:nvSpPr>
        <p:spPr>
          <a:xfrm>
            <a:off x="17833926" y="5247524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EAC3C5B-15BA-9F51-0160-BC9A5C05032C}"/>
              </a:ext>
            </a:extLst>
          </p:cNvPr>
          <p:cNvSpPr/>
          <p:nvPr/>
        </p:nvSpPr>
        <p:spPr>
          <a:xfrm>
            <a:off x="15962348" y="316972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8EB4812-7C9F-740F-6D53-F48C5D55F15A}"/>
              </a:ext>
            </a:extLst>
          </p:cNvPr>
          <p:cNvSpPr/>
          <p:nvPr/>
        </p:nvSpPr>
        <p:spPr>
          <a:xfrm>
            <a:off x="14390923" y="5300209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9BF5C5C-7B18-DE6C-3751-85F87231D72A}"/>
              </a:ext>
            </a:extLst>
          </p:cNvPr>
          <p:cNvSpPr/>
          <p:nvPr/>
        </p:nvSpPr>
        <p:spPr>
          <a:xfrm>
            <a:off x="11158076" y="5284602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1717A9F-C80E-304D-1393-906C9CFEF4AE}"/>
              </a:ext>
            </a:extLst>
          </p:cNvPr>
          <p:cNvSpPr/>
          <p:nvPr/>
        </p:nvSpPr>
        <p:spPr>
          <a:xfrm>
            <a:off x="9787699" y="3242563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3FFB9F8-4FC5-8B2C-0A6E-D8D5B0FC871E}"/>
              </a:ext>
            </a:extLst>
          </p:cNvPr>
          <p:cNvSpPr/>
          <p:nvPr/>
        </p:nvSpPr>
        <p:spPr>
          <a:xfrm>
            <a:off x="12950923" y="12943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C0F13353-0331-DAAA-2DD2-815A123DB9B5}"/>
              </a:ext>
            </a:extLst>
          </p:cNvPr>
          <p:cNvSpPr/>
          <p:nvPr/>
        </p:nvSpPr>
        <p:spPr>
          <a:xfrm>
            <a:off x="533628" y="-114864"/>
            <a:ext cx="7767736" cy="133077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56ED8D6-156D-EEC7-A329-A2087BC0924C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944A07-D7F9-8306-0A40-3FBA7BFE17A3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DE9470-563C-BC40-6453-224E864D75AA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536216-3644-4329-7931-1C3931D56852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D3439-B66C-F2A0-EB0B-55DD002CBB62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912CC08-2444-A877-9738-19B4E4981B24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B43A24-E457-4E86-6559-5AE5067203AF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39212E8-D06F-5A77-8AFC-6C5C73078483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4AB68A-3E16-FF6C-D2FB-8D9396B50E7F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314194-96D0-C9C0-0A04-0257BA9E656B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29BD45-27DE-8F93-0240-8AB318048B58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1A217E-29CB-9020-6CAC-943758AF9721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395E482-572F-8A86-2EBF-B542BD99D9B6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CC1022F-BF4F-42E6-6EBA-3B71C06DFA18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9FAE61-BA4F-0646-3F6F-C746F9FFC7CE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7F650C-DA88-095D-B22A-B85217E71E4F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E76D49-495C-85A3-7DC6-62FB87E4921B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D526CB5-44D6-09F3-637E-9682FF501F0A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898D05-5E00-EAD7-7464-27103ED7A554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CF28970-63FC-F32A-D836-EA2FBA3D14AD}"/>
              </a:ext>
            </a:extLst>
          </p:cNvPr>
          <p:cNvSpPr/>
          <p:nvPr/>
        </p:nvSpPr>
        <p:spPr>
          <a:xfrm>
            <a:off x="16419548" y="6999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0FF30F-21D7-EF46-E74D-AD4E4F337A20}"/>
              </a:ext>
            </a:extLst>
          </p:cNvPr>
          <p:cNvCxnSpPr>
            <a:cxnSpLocks/>
            <a:stCxn id="12" idx="4"/>
            <a:endCxn id="24" idx="0"/>
          </p:cNvCxnSpPr>
          <p:nvPr/>
        </p:nvCxnSpPr>
        <p:spPr>
          <a:xfrm flipH="1">
            <a:off x="17139548" y="6270172"/>
            <a:ext cx="2076891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3FE7592-1771-9492-1832-4D86A9661561}"/>
              </a:ext>
            </a:extLst>
          </p:cNvPr>
          <p:cNvSpPr/>
          <p:nvPr/>
        </p:nvSpPr>
        <p:spPr>
          <a:xfrm>
            <a:off x="17455832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20D643-D094-E168-98DF-1A43E565B520}"/>
              </a:ext>
            </a:extLst>
          </p:cNvPr>
          <p:cNvCxnSpPr>
            <a:cxnSpLocks/>
            <a:stCxn id="24" idx="4"/>
            <a:endCxn id="26" idx="0"/>
          </p:cNvCxnSpPr>
          <p:nvPr/>
        </p:nvCxnSpPr>
        <p:spPr>
          <a:xfrm>
            <a:off x="17139548" y="8312211"/>
            <a:ext cx="1036284" cy="121577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75D7755-73A0-1D4F-0BF2-AD320E18B8CF}"/>
              </a:ext>
            </a:extLst>
          </p:cNvPr>
          <p:cNvSpPr/>
          <p:nvPr/>
        </p:nvSpPr>
        <p:spPr>
          <a:xfrm>
            <a:off x="17106282" y="2142941"/>
            <a:ext cx="84289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2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E3CACCB-8313-A055-9398-FA505DFD4687}"/>
              </a:ext>
            </a:extLst>
          </p:cNvPr>
          <p:cNvSpPr/>
          <p:nvPr/>
        </p:nvSpPr>
        <p:spPr>
          <a:xfrm>
            <a:off x="19975304" y="4734582"/>
            <a:ext cx="84289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q</a:t>
            </a:r>
            <a:endParaRPr lang="en-IN" sz="2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33EDE7D-F531-D78D-0932-AF95F9CF07AA}"/>
              </a:ext>
            </a:extLst>
          </p:cNvPr>
          <p:cNvSpPr/>
          <p:nvPr/>
        </p:nvSpPr>
        <p:spPr>
          <a:xfrm>
            <a:off x="18035336" y="7409206"/>
            <a:ext cx="842896" cy="5902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p</a:t>
            </a:r>
            <a:endParaRPr lang="en-IN" sz="2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FFB095E-582B-B409-B40A-7B8C8104521F}"/>
              </a:ext>
            </a:extLst>
          </p:cNvPr>
          <p:cNvSpPr/>
          <p:nvPr/>
        </p:nvSpPr>
        <p:spPr>
          <a:xfrm>
            <a:off x="9741364" y="8999271"/>
            <a:ext cx="12748748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you see, the node will element 11 is deleted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Look at all the ancestor of 11 and update their count appropriately</a:t>
            </a:r>
            <a:endParaRPr lang="en-US" sz="5400" dirty="0">
              <a:solidFill>
                <a:schemeClr val="accent1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3810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9E052-79B0-F0D1-6EAD-F97D07B9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66E5FA0-DDAA-C2B7-DE8C-C617D8897988}"/>
              </a:ext>
            </a:extLst>
          </p:cNvPr>
          <p:cNvSpPr/>
          <p:nvPr/>
        </p:nvSpPr>
        <p:spPr>
          <a:xfrm>
            <a:off x="533628" y="-114864"/>
            <a:ext cx="7767736" cy="133077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!!box">
            <a:extLst>
              <a:ext uri="{FF2B5EF4-FFF2-40B4-BE49-F238E27FC236}">
                <a16:creationId xmlns:a16="http://schemas.microsoft.com/office/drawing/2014/main" id="{A0403771-D9B2-2DBE-345C-7EB989A067BE}"/>
              </a:ext>
            </a:extLst>
          </p:cNvPr>
          <p:cNvSpPr/>
          <p:nvPr/>
        </p:nvSpPr>
        <p:spPr>
          <a:xfrm>
            <a:off x="10809889" y="7884769"/>
            <a:ext cx="10545498" cy="44993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}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3" name="Down Arrow 42">
            <a:extLst>
              <a:ext uri="{FF2B5EF4-FFF2-40B4-BE49-F238E27FC236}">
                <a16:creationId xmlns:a16="http://schemas.microsoft.com/office/drawing/2014/main" id="{DEF03335-B851-8A3F-F362-EA5B1FBEBAEF}"/>
              </a:ext>
            </a:extLst>
          </p:cNvPr>
          <p:cNvSpPr/>
          <p:nvPr/>
        </p:nvSpPr>
        <p:spPr>
          <a:xfrm rot="5400000" flipH="1">
            <a:off x="7401873" y="7488456"/>
            <a:ext cx="439584" cy="48768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!!box">
            <a:extLst>
              <a:ext uri="{FF2B5EF4-FFF2-40B4-BE49-F238E27FC236}">
                <a16:creationId xmlns:a16="http://schemas.microsoft.com/office/drawing/2014/main" id="{C352DA94-6BC5-714F-53C1-93ED315236C6}"/>
              </a:ext>
            </a:extLst>
          </p:cNvPr>
          <p:cNvSpPr/>
          <p:nvPr/>
        </p:nvSpPr>
        <p:spPr>
          <a:xfrm>
            <a:off x="10563366" y="2490067"/>
            <a:ext cx="10545498" cy="449938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lessThanNum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--;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}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5" name="Down Arrow 44">
            <a:extLst>
              <a:ext uri="{FF2B5EF4-FFF2-40B4-BE49-F238E27FC236}">
                <a16:creationId xmlns:a16="http://schemas.microsoft.com/office/drawing/2014/main" id="{160800CA-E73E-52C0-F1C7-CB3F99388FAE}"/>
              </a:ext>
            </a:extLst>
          </p:cNvPr>
          <p:cNvSpPr/>
          <p:nvPr/>
        </p:nvSpPr>
        <p:spPr>
          <a:xfrm rot="5400000" flipH="1">
            <a:off x="7401873" y="2137908"/>
            <a:ext cx="439584" cy="48768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46516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D329AB9-8107-0544-D2E8-7FDA59AD7A93}"/>
                  </a:ext>
                </a:extLst>
              </p:cNvPr>
              <p:cNvSpPr/>
              <p:nvPr/>
            </p:nvSpPr>
            <p:spPr>
              <a:xfrm>
                <a:off x="572351" y="146887"/>
                <a:ext cx="22711396" cy="562991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a binary search tree that contains distinct elements with all of the following operations in O(h)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insert( a ) – insert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in the BST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delete(a)    – delete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from the BST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findLessThan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(x) – find the number of elements in the BST less than x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						    Here x may not be an element of the BST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D329AB9-8107-0544-D2E8-7FDA59AD7A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51" y="146887"/>
                <a:ext cx="22711396" cy="5629910"/>
              </a:xfrm>
              <a:prstGeom prst="roundRect">
                <a:avLst/>
              </a:prstGeom>
              <a:blipFill>
                <a:blip r:embed="rId2"/>
                <a:stretch>
                  <a:fillRect l="-111" r="-279" b="-66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7D98F1-2955-2B64-69E6-938F0F6A6407}"/>
              </a:ext>
            </a:extLst>
          </p:cNvPr>
          <p:cNvSpPr/>
          <p:nvPr/>
        </p:nvSpPr>
        <p:spPr>
          <a:xfrm>
            <a:off x="572351" y="7882452"/>
            <a:ext cx="2271139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 operations should take O(h) time</a:t>
            </a:r>
          </a:p>
        </p:txBody>
      </p:sp>
    </p:spTree>
    <p:extLst>
      <p:ext uri="{BB962C8B-B14F-4D97-AF65-F5344CB8AC3E}">
        <p14:creationId xmlns:p14="http://schemas.microsoft.com/office/powerpoint/2010/main" val="1474290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A8DB684-9A1A-0F0A-2989-E36036FFE425}"/>
              </a:ext>
            </a:extLst>
          </p:cNvPr>
          <p:cNvSpPr/>
          <p:nvPr/>
        </p:nvSpPr>
        <p:spPr>
          <a:xfrm>
            <a:off x="2474403" y="33665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B3F3D1-795F-C1F0-3EAC-16312CC08F71}"/>
              </a:ext>
            </a:extLst>
          </p:cNvPr>
          <p:cNvSpPr/>
          <p:nvPr/>
        </p:nvSpPr>
        <p:spPr>
          <a:xfrm>
            <a:off x="5450341" y="14107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BC35DD5-BA88-EA3E-DA82-5508D80A52E4}"/>
              </a:ext>
            </a:extLst>
          </p:cNvPr>
          <p:cNvSpPr/>
          <p:nvPr/>
        </p:nvSpPr>
        <p:spPr>
          <a:xfrm>
            <a:off x="8661073" y="33665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3D0943-B981-A6F8-EBCD-DD45F5BF25A7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3194403" y="27235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483C5E-F7A5-117D-FB5F-23458E1AD653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6170341" y="27235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04A5CC5-9430-D728-E7BA-4D5ABC6BD8EE}"/>
              </a:ext>
            </a:extLst>
          </p:cNvPr>
          <p:cNvSpPr/>
          <p:nvPr/>
        </p:nvSpPr>
        <p:spPr>
          <a:xfrm>
            <a:off x="7270939" y="54086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1645B0-78A9-2D22-EDDC-BC06343852FD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7990939" y="46793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997E9D7-FBA1-9EE6-722B-CCCF0059238D}"/>
              </a:ext>
            </a:extLst>
          </p:cNvPr>
          <p:cNvSpPr/>
          <p:nvPr/>
        </p:nvSpPr>
        <p:spPr>
          <a:xfrm>
            <a:off x="725442" y="54086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0FB5A7-3684-530A-6EC2-5BDEF5CB911B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1445442" y="4679378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71161A8-F1F9-AD30-CE05-3E4C20CC5D34}"/>
              </a:ext>
            </a:extLst>
          </p:cNvPr>
          <p:cNvSpPr/>
          <p:nvPr/>
        </p:nvSpPr>
        <p:spPr>
          <a:xfrm>
            <a:off x="5450341" y="7763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36A716-8702-3118-507C-D5627D1BDA34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6170341" y="6721417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CA19CD-4198-4170-85C0-11132F0F0170}"/>
              </a:ext>
            </a:extLst>
          </p:cNvPr>
          <p:cNvSpPr/>
          <p:nvPr/>
        </p:nvSpPr>
        <p:spPr>
          <a:xfrm>
            <a:off x="11871805" y="2229042"/>
            <a:ext cx="10749776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If I ask you for the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findLessThan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(7), your answer should be 5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should each node store to choose the next direction in O(1) time?</a:t>
            </a:r>
          </a:p>
        </p:txBody>
      </p:sp>
    </p:spTree>
    <p:extLst>
      <p:ext uri="{BB962C8B-B14F-4D97-AF65-F5344CB8AC3E}">
        <p14:creationId xmlns:p14="http://schemas.microsoft.com/office/powerpoint/2010/main" val="875311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CA3B-1E0B-A8CF-79D8-523DC99A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AA82AED-A160-8851-1AE4-078FDF797121}"/>
              </a:ext>
            </a:extLst>
          </p:cNvPr>
          <p:cNvSpPr/>
          <p:nvPr/>
        </p:nvSpPr>
        <p:spPr>
          <a:xfrm>
            <a:off x="13221392" y="60623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4DC07C8-AF7B-7FD0-C8D8-CD7843DF08AF}"/>
              </a:ext>
            </a:extLst>
          </p:cNvPr>
          <p:cNvSpPr/>
          <p:nvPr/>
        </p:nvSpPr>
        <p:spPr>
          <a:xfrm>
            <a:off x="11890470" y="809371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8E285EB-D794-8DE0-5D3D-6BA7B747F5DF}"/>
              </a:ext>
            </a:extLst>
          </p:cNvPr>
          <p:cNvSpPr/>
          <p:nvPr/>
        </p:nvSpPr>
        <p:spPr>
          <a:xfrm>
            <a:off x="10034958" y="1052097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3D3940-9D81-03DB-CA72-A56C483DAAA3}"/>
              </a:ext>
            </a:extLst>
          </p:cNvPr>
          <p:cNvSpPr/>
          <p:nvPr/>
        </p:nvSpPr>
        <p:spPr>
          <a:xfrm>
            <a:off x="5407894" y="816640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0CE3B90-22A9-474A-1366-0453E72C2501}"/>
              </a:ext>
            </a:extLst>
          </p:cNvPr>
          <p:cNvSpPr/>
          <p:nvPr/>
        </p:nvSpPr>
        <p:spPr>
          <a:xfrm>
            <a:off x="7078187" y="6086980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C0940F-B21E-84D0-1269-CB8336A00F94}"/>
              </a:ext>
            </a:extLst>
          </p:cNvPr>
          <p:cNvSpPr/>
          <p:nvPr/>
        </p:nvSpPr>
        <p:spPr>
          <a:xfrm>
            <a:off x="10034958" y="4168514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0CA07B7-50D3-2C1A-2E12-B555643EB073}"/>
              </a:ext>
            </a:extLst>
          </p:cNvPr>
          <p:cNvSpPr/>
          <p:nvPr/>
        </p:nvSpPr>
        <p:spPr>
          <a:xfrm>
            <a:off x="782698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F414C4-F995-106D-DCEE-966A4A8BB7A4}"/>
              </a:ext>
            </a:extLst>
          </p:cNvPr>
          <p:cNvSpPr/>
          <p:nvPr/>
        </p:nvSpPr>
        <p:spPr>
          <a:xfrm>
            <a:off x="10802927" y="38412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95B0DAD-4E08-744B-D508-6AA169188309}"/>
              </a:ext>
            </a:extLst>
          </p:cNvPr>
          <p:cNvSpPr/>
          <p:nvPr/>
        </p:nvSpPr>
        <p:spPr>
          <a:xfrm>
            <a:off x="1401365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2CBC2A-687C-56F8-51CE-D5FB10B67247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546989" y="51540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FE58FC-B30D-883B-E77C-B9E2E4F1863C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1522927" y="51540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EFCBB17-EBE2-9C7A-BE99-7ECF6264471A}"/>
              </a:ext>
            </a:extLst>
          </p:cNvPr>
          <p:cNvSpPr/>
          <p:nvPr/>
        </p:nvSpPr>
        <p:spPr>
          <a:xfrm>
            <a:off x="12623525" y="78391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FD8907-3140-D163-1557-9DBAE73F73B4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3343525" y="710993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8584ED3-5C4C-DC22-530C-D913DCF1E420}"/>
              </a:ext>
            </a:extLst>
          </p:cNvPr>
          <p:cNvSpPr/>
          <p:nvPr/>
        </p:nvSpPr>
        <p:spPr>
          <a:xfrm>
            <a:off x="6078028" y="783916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656B33-7B6B-983A-B993-9AC2E18D9E4B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6798028" y="710993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57FB3E1-773F-CC6B-8BA6-20B3CF883707}"/>
              </a:ext>
            </a:extLst>
          </p:cNvPr>
          <p:cNvSpPr/>
          <p:nvPr/>
        </p:nvSpPr>
        <p:spPr>
          <a:xfrm>
            <a:off x="10802927" y="1019373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79E63A-F930-AE12-3C9C-25577F64C1D0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1522927" y="915197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3777A3-609D-D8DE-5E8A-CAC38C8E0607}"/>
              </a:ext>
            </a:extLst>
          </p:cNvPr>
          <p:cNvCxnSpPr>
            <a:cxnSpLocks/>
          </p:cNvCxnSpPr>
          <p:nvPr/>
        </p:nvCxnSpPr>
        <p:spPr>
          <a:xfrm>
            <a:off x="11537795" y="2496087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1">
            <a:extLst>
              <a:ext uri="{FF2B5EF4-FFF2-40B4-BE49-F238E27FC236}">
                <a16:creationId xmlns:a16="http://schemas.microsoft.com/office/drawing/2014/main" id="{FEBAF413-5C60-911B-A158-75A86660645B}"/>
              </a:ext>
            </a:extLst>
          </p:cNvPr>
          <p:cNvSpPr/>
          <p:nvPr/>
        </p:nvSpPr>
        <p:spPr>
          <a:xfrm>
            <a:off x="7129286" y="1330547"/>
            <a:ext cx="832437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findLessThan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(v-&gt;4, 7)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!!box2">
            <a:extLst>
              <a:ext uri="{FF2B5EF4-FFF2-40B4-BE49-F238E27FC236}">
                <a16:creationId xmlns:a16="http://schemas.microsoft.com/office/drawing/2014/main" id="{A83DBFB4-3E45-74D3-C72E-04D818D247D9}"/>
              </a:ext>
            </a:extLst>
          </p:cNvPr>
          <p:cNvSpPr/>
          <p:nvPr/>
        </p:nvSpPr>
        <p:spPr>
          <a:xfrm>
            <a:off x="15968487" y="1302746"/>
            <a:ext cx="392965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 = 0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52604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FD912-F7E4-8DFA-7C96-BCEC4756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DA3E943-8206-D348-F945-CC5EB8F60DC0}"/>
              </a:ext>
            </a:extLst>
          </p:cNvPr>
          <p:cNvSpPr/>
          <p:nvPr/>
        </p:nvSpPr>
        <p:spPr>
          <a:xfrm>
            <a:off x="13221392" y="60623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E2413DA-7491-E8B7-449A-8FD5120D436C}"/>
              </a:ext>
            </a:extLst>
          </p:cNvPr>
          <p:cNvSpPr/>
          <p:nvPr/>
        </p:nvSpPr>
        <p:spPr>
          <a:xfrm>
            <a:off x="11890470" y="809371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E80EF5F-C47C-C37C-80FA-9CD9AAB4A957}"/>
              </a:ext>
            </a:extLst>
          </p:cNvPr>
          <p:cNvSpPr/>
          <p:nvPr/>
        </p:nvSpPr>
        <p:spPr>
          <a:xfrm>
            <a:off x="10034958" y="1052097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9DDA7D1-6E1A-7880-F66B-A90E57BB5912}"/>
              </a:ext>
            </a:extLst>
          </p:cNvPr>
          <p:cNvSpPr/>
          <p:nvPr/>
        </p:nvSpPr>
        <p:spPr>
          <a:xfrm>
            <a:off x="5407894" y="816640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D99731D-AD0C-0FA4-5161-46A26F2FC625}"/>
              </a:ext>
            </a:extLst>
          </p:cNvPr>
          <p:cNvSpPr/>
          <p:nvPr/>
        </p:nvSpPr>
        <p:spPr>
          <a:xfrm>
            <a:off x="7078187" y="6086980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59EC1A-26B6-1602-79CE-A1534851A0A6}"/>
              </a:ext>
            </a:extLst>
          </p:cNvPr>
          <p:cNvSpPr/>
          <p:nvPr/>
        </p:nvSpPr>
        <p:spPr>
          <a:xfrm>
            <a:off x="10034958" y="4168514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E61CF3E-AB84-4D5B-F0BE-FF0946CF8136}"/>
              </a:ext>
            </a:extLst>
          </p:cNvPr>
          <p:cNvSpPr/>
          <p:nvPr/>
        </p:nvSpPr>
        <p:spPr>
          <a:xfrm>
            <a:off x="782698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3EA4CC-833D-2086-D34B-FDA7FA12C441}"/>
              </a:ext>
            </a:extLst>
          </p:cNvPr>
          <p:cNvSpPr/>
          <p:nvPr/>
        </p:nvSpPr>
        <p:spPr>
          <a:xfrm>
            <a:off x="10802927" y="38412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8BEF1A-3DD3-988D-4321-C67F26FE3C9B}"/>
              </a:ext>
            </a:extLst>
          </p:cNvPr>
          <p:cNvSpPr/>
          <p:nvPr/>
        </p:nvSpPr>
        <p:spPr>
          <a:xfrm>
            <a:off x="1401365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173DB6-CF42-8C75-C764-A9825AC105F2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546989" y="51540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340F14-80F8-BF7B-CE28-A92043C123F0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1522927" y="51540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3051177-206E-BFA2-5801-569F96D713E6}"/>
              </a:ext>
            </a:extLst>
          </p:cNvPr>
          <p:cNvSpPr/>
          <p:nvPr/>
        </p:nvSpPr>
        <p:spPr>
          <a:xfrm>
            <a:off x="12623525" y="78391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FF5322-C52E-361D-4B17-88CDE0D669C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3343525" y="710993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FF411EE-5FA5-74F0-61C2-69DAFE99FABE}"/>
              </a:ext>
            </a:extLst>
          </p:cNvPr>
          <p:cNvSpPr/>
          <p:nvPr/>
        </p:nvSpPr>
        <p:spPr>
          <a:xfrm>
            <a:off x="6078028" y="783916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AE9855-BBE4-5429-5591-EE1530FBF12F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6798028" y="710993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5FC43A9-82DE-E2F3-03D4-9B4F08EAB0BE}"/>
              </a:ext>
            </a:extLst>
          </p:cNvPr>
          <p:cNvSpPr/>
          <p:nvPr/>
        </p:nvSpPr>
        <p:spPr>
          <a:xfrm>
            <a:off x="10802927" y="1019373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D8FCFA-7DE7-FF0D-00CA-3FA8DD0204A3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1522927" y="915197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BAB2BB-90A3-A737-4A4C-FDFA6D067EF8}"/>
              </a:ext>
            </a:extLst>
          </p:cNvPr>
          <p:cNvCxnSpPr>
            <a:cxnSpLocks/>
          </p:cNvCxnSpPr>
          <p:nvPr/>
        </p:nvCxnSpPr>
        <p:spPr>
          <a:xfrm>
            <a:off x="14817708" y="4168279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1">
            <a:extLst>
              <a:ext uri="{FF2B5EF4-FFF2-40B4-BE49-F238E27FC236}">
                <a16:creationId xmlns:a16="http://schemas.microsoft.com/office/drawing/2014/main" id="{2F6EE963-DED9-5CCB-015C-32090571E802}"/>
              </a:ext>
            </a:extLst>
          </p:cNvPr>
          <p:cNvSpPr/>
          <p:nvPr/>
        </p:nvSpPr>
        <p:spPr>
          <a:xfrm>
            <a:off x="10409199" y="3002739"/>
            <a:ext cx="832437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findLessThan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(v-&gt;9, 7)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!!box2">
            <a:extLst>
              <a:ext uri="{FF2B5EF4-FFF2-40B4-BE49-F238E27FC236}">
                <a16:creationId xmlns:a16="http://schemas.microsoft.com/office/drawing/2014/main" id="{D6423267-870E-EDFF-F2AD-3D33D02498D6}"/>
              </a:ext>
            </a:extLst>
          </p:cNvPr>
          <p:cNvSpPr/>
          <p:nvPr/>
        </p:nvSpPr>
        <p:spPr>
          <a:xfrm>
            <a:off x="19248400" y="2974938"/>
            <a:ext cx="392965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 = 3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7863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18221-161E-2BA8-8F5C-21B981E5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E9776A-7AEF-8B52-C06B-4C059803D922}"/>
              </a:ext>
            </a:extLst>
          </p:cNvPr>
          <p:cNvSpPr/>
          <p:nvPr/>
        </p:nvSpPr>
        <p:spPr>
          <a:xfrm>
            <a:off x="13221392" y="60623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984A994-E33B-B3AE-700F-08E828C5EA80}"/>
              </a:ext>
            </a:extLst>
          </p:cNvPr>
          <p:cNvSpPr/>
          <p:nvPr/>
        </p:nvSpPr>
        <p:spPr>
          <a:xfrm>
            <a:off x="11890470" y="809371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F79352-4B60-7A20-1816-CBEB967562ED}"/>
              </a:ext>
            </a:extLst>
          </p:cNvPr>
          <p:cNvSpPr/>
          <p:nvPr/>
        </p:nvSpPr>
        <p:spPr>
          <a:xfrm>
            <a:off x="10034958" y="1052097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8E4ABBD-5A4F-2249-37FF-4CA5B77BFBBC}"/>
              </a:ext>
            </a:extLst>
          </p:cNvPr>
          <p:cNvSpPr/>
          <p:nvPr/>
        </p:nvSpPr>
        <p:spPr>
          <a:xfrm>
            <a:off x="5407894" y="816640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EF3024-73DA-D94C-9FD3-688665D511BE}"/>
              </a:ext>
            </a:extLst>
          </p:cNvPr>
          <p:cNvSpPr/>
          <p:nvPr/>
        </p:nvSpPr>
        <p:spPr>
          <a:xfrm>
            <a:off x="7078187" y="6086980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003CDCC-3380-0584-232E-3638406CABFA}"/>
              </a:ext>
            </a:extLst>
          </p:cNvPr>
          <p:cNvSpPr/>
          <p:nvPr/>
        </p:nvSpPr>
        <p:spPr>
          <a:xfrm>
            <a:off x="10034958" y="4168514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ADE32A3-3EEB-6725-B40D-FFF85233300C}"/>
              </a:ext>
            </a:extLst>
          </p:cNvPr>
          <p:cNvSpPr/>
          <p:nvPr/>
        </p:nvSpPr>
        <p:spPr>
          <a:xfrm>
            <a:off x="782698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6D7729-F00C-9495-AE87-52617ECF9B4A}"/>
              </a:ext>
            </a:extLst>
          </p:cNvPr>
          <p:cNvSpPr/>
          <p:nvPr/>
        </p:nvSpPr>
        <p:spPr>
          <a:xfrm>
            <a:off x="10802927" y="38412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CD08D2-F34A-F4E5-AC41-C696FB791E29}"/>
              </a:ext>
            </a:extLst>
          </p:cNvPr>
          <p:cNvSpPr/>
          <p:nvPr/>
        </p:nvSpPr>
        <p:spPr>
          <a:xfrm>
            <a:off x="1401365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E09DBB-F9CF-9D12-D776-0361DB0A9D88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546989" y="51540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AE1C57-530B-AF11-B4D0-26606E2C6ACF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1522927" y="51540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2584AC7-0DD2-064F-AC7F-201D0BA5CE62}"/>
              </a:ext>
            </a:extLst>
          </p:cNvPr>
          <p:cNvSpPr/>
          <p:nvPr/>
        </p:nvSpPr>
        <p:spPr>
          <a:xfrm>
            <a:off x="12623525" y="78391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B813AE-9022-A787-7157-4987433922AD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3343525" y="710993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B25ED4E-19CF-45C0-0C26-7CF026AA621D}"/>
              </a:ext>
            </a:extLst>
          </p:cNvPr>
          <p:cNvSpPr/>
          <p:nvPr/>
        </p:nvSpPr>
        <p:spPr>
          <a:xfrm>
            <a:off x="6078028" y="783916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89C679-9364-E61E-9DFD-A3702584F25D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6798028" y="710993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4CCDA5B-134B-3F1F-E59B-8546C2FDA026}"/>
              </a:ext>
            </a:extLst>
          </p:cNvPr>
          <p:cNvSpPr/>
          <p:nvPr/>
        </p:nvSpPr>
        <p:spPr>
          <a:xfrm>
            <a:off x="10802927" y="1019373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01568D-409F-535E-87CA-88E2DD6B361A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1522927" y="915197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7513E2-4A12-5E2F-DB92-6B631D4E7C10}"/>
              </a:ext>
            </a:extLst>
          </p:cNvPr>
          <p:cNvCxnSpPr>
            <a:cxnSpLocks/>
          </p:cNvCxnSpPr>
          <p:nvPr/>
        </p:nvCxnSpPr>
        <p:spPr>
          <a:xfrm>
            <a:off x="13430057" y="6553718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1">
            <a:extLst>
              <a:ext uri="{FF2B5EF4-FFF2-40B4-BE49-F238E27FC236}">
                <a16:creationId xmlns:a16="http://schemas.microsoft.com/office/drawing/2014/main" id="{A9404491-7EF1-D7F8-8EA9-06316D18B1F0}"/>
              </a:ext>
            </a:extLst>
          </p:cNvPr>
          <p:cNvSpPr/>
          <p:nvPr/>
        </p:nvSpPr>
        <p:spPr>
          <a:xfrm>
            <a:off x="9021548" y="5388178"/>
            <a:ext cx="832437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findLessThan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(v-&gt;6, 7)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!!box2">
            <a:extLst>
              <a:ext uri="{FF2B5EF4-FFF2-40B4-BE49-F238E27FC236}">
                <a16:creationId xmlns:a16="http://schemas.microsoft.com/office/drawing/2014/main" id="{8D5639EB-E1D3-A0FA-E71C-FBB3D4DE73FC}"/>
              </a:ext>
            </a:extLst>
          </p:cNvPr>
          <p:cNvSpPr/>
          <p:nvPr/>
        </p:nvSpPr>
        <p:spPr>
          <a:xfrm>
            <a:off x="17860749" y="5360377"/>
            <a:ext cx="392965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 = 3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09418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97865-C471-8340-89E2-DCE9EC5A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D97B854-88DD-6F49-B940-4216DD184CE5}"/>
              </a:ext>
            </a:extLst>
          </p:cNvPr>
          <p:cNvSpPr/>
          <p:nvPr/>
        </p:nvSpPr>
        <p:spPr>
          <a:xfrm>
            <a:off x="13221392" y="6062396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5821522-BA86-B232-0140-30530C162F7A}"/>
              </a:ext>
            </a:extLst>
          </p:cNvPr>
          <p:cNvSpPr/>
          <p:nvPr/>
        </p:nvSpPr>
        <p:spPr>
          <a:xfrm>
            <a:off x="11890470" y="809371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C1ED33-73A7-E4C0-BEFD-F6B6625B4FDD}"/>
              </a:ext>
            </a:extLst>
          </p:cNvPr>
          <p:cNvSpPr/>
          <p:nvPr/>
        </p:nvSpPr>
        <p:spPr>
          <a:xfrm>
            <a:off x="10034958" y="1052097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E7578B5-0366-97C0-2DB4-C6A1B2E55CFF}"/>
              </a:ext>
            </a:extLst>
          </p:cNvPr>
          <p:cNvSpPr/>
          <p:nvPr/>
        </p:nvSpPr>
        <p:spPr>
          <a:xfrm>
            <a:off x="5407894" y="8166401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83D9967-7E35-30AF-ECFF-38CE22B8CDCF}"/>
              </a:ext>
            </a:extLst>
          </p:cNvPr>
          <p:cNvSpPr/>
          <p:nvPr/>
        </p:nvSpPr>
        <p:spPr>
          <a:xfrm>
            <a:off x="7078187" y="6086980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C32AF8D-76EE-2C8E-B2FF-38D922928990}"/>
              </a:ext>
            </a:extLst>
          </p:cNvPr>
          <p:cNvSpPr/>
          <p:nvPr/>
        </p:nvSpPr>
        <p:spPr>
          <a:xfrm>
            <a:off x="10034958" y="4168514"/>
            <a:ext cx="914400" cy="65833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81613E6-1BE4-14E7-5E19-46DE372C02EA}"/>
              </a:ext>
            </a:extLst>
          </p:cNvPr>
          <p:cNvSpPr/>
          <p:nvPr/>
        </p:nvSpPr>
        <p:spPr>
          <a:xfrm>
            <a:off x="782698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70E9B4-A653-A7CB-3F53-FD9689B2B22A}"/>
              </a:ext>
            </a:extLst>
          </p:cNvPr>
          <p:cNvSpPr/>
          <p:nvPr/>
        </p:nvSpPr>
        <p:spPr>
          <a:xfrm>
            <a:off x="10802927" y="38412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96D75A-B5F6-5174-490C-518564A373C7}"/>
              </a:ext>
            </a:extLst>
          </p:cNvPr>
          <p:cNvSpPr/>
          <p:nvPr/>
        </p:nvSpPr>
        <p:spPr>
          <a:xfrm>
            <a:off x="14013659" y="57971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6630F4-0650-8D9B-214A-14A699197D64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546989" y="51540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1B73E6-F73E-1D1A-62C2-EF5E5B3C2B60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1522927" y="51540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20F8355-B24D-B7A9-348E-EA6556C011E3}"/>
              </a:ext>
            </a:extLst>
          </p:cNvPr>
          <p:cNvSpPr/>
          <p:nvPr/>
        </p:nvSpPr>
        <p:spPr>
          <a:xfrm>
            <a:off x="12623525" y="78391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BC76F1-D05C-56E2-D234-0F94F8C6D69D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3343525" y="710993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DE09ADA-E0B8-5B19-BB48-B93352A10972}"/>
              </a:ext>
            </a:extLst>
          </p:cNvPr>
          <p:cNvSpPr/>
          <p:nvPr/>
        </p:nvSpPr>
        <p:spPr>
          <a:xfrm>
            <a:off x="6078028" y="783916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65F8E4-2416-9184-2C95-E5E2A4A248D9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6798028" y="7109933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87572AE-1DF8-F02E-979C-E855C80C6B70}"/>
              </a:ext>
            </a:extLst>
          </p:cNvPr>
          <p:cNvSpPr/>
          <p:nvPr/>
        </p:nvSpPr>
        <p:spPr>
          <a:xfrm>
            <a:off x="10802927" y="1019373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78C4F3-FF7C-7E27-7F07-9D0AA578E0C4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11522927" y="9151972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4AE117-64F9-5E68-3363-52B64B5C873D}"/>
              </a:ext>
            </a:extLst>
          </p:cNvPr>
          <p:cNvCxnSpPr>
            <a:cxnSpLocks/>
          </p:cNvCxnSpPr>
          <p:nvPr/>
        </p:nvCxnSpPr>
        <p:spPr>
          <a:xfrm>
            <a:off x="15357867" y="9915398"/>
            <a:ext cx="0" cy="118181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1">
            <a:extLst>
              <a:ext uri="{FF2B5EF4-FFF2-40B4-BE49-F238E27FC236}">
                <a16:creationId xmlns:a16="http://schemas.microsoft.com/office/drawing/2014/main" id="{53478CD6-F40A-47C3-F2E5-627E1A65FBC2}"/>
              </a:ext>
            </a:extLst>
          </p:cNvPr>
          <p:cNvSpPr/>
          <p:nvPr/>
        </p:nvSpPr>
        <p:spPr>
          <a:xfrm>
            <a:off x="10034958" y="8749858"/>
            <a:ext cx="923877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findLessThan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(v-&gt;NULL, 7)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4" name="!!box2">
            <a:extLst>
              <a:ext uri="{FF2B5EF4-FFF2-40B4-BE49-F238E27FC236}">
                <a16:creationId xmlns:a16="http://schemas.microsoft.com/office/drawing/2014/main" id="{27BD9C2C-D7B5-066E-9999-099076F5220E}"/>
              </a:ext>
            </a:extLst>
          </p:cNvPr>
          <p:cNvSpPr/>
          <p:nvPr/>
        </p:nvSpPr>
        <p:spPr>
          <a:xfrm>
            <a:off x="19788559" y="8722057"/>
            <a:ext cx="392965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count = 5</a:t>
            </a:r>
            <a:endParaRPr lang="en-IN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26092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6EC953F-01FB-8832-77F2-7A0EAE432ABA}"/>
                  </a:ext>
                </a:extLst>
              </p:cNvPr>
              <p:cNvSpPr/>
              <p:nvPr/>
            </p:nvSpPr>
            <p:spPr>
              <a:xfrm>
                <a:off x="572351" y="146887"/>
                <a:ext cx="22711396" cy="562991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a binary search tree that contains distinct elements with all of the following operations in O(h)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insert( a ) – insert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in the BST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delete(a)    – delete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from the BST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findLessThan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(x) – find the number of elements in the BST less than x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							    Here x may not be an element of the BST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6EC953F-01FB-8832-77F2-7A0EAE432A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51" y="146887"/>
                <a:ext cx="22711396" cy="5629910"/>
              </a:xfrm>
              <a:prstGeom prst="roundRect">
                <a:avLst/>
              </a:prstGeom>
              <a:blipFill>
                <a:blip r:embed="rId2"/>
                <a:stretch>
                  <a:fillRect l="-111" r="-279" b="-66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A64611C-FEBC-2CF3-E00F-E3B70C8E0467}"/>
              </a:ext>
            </a:extLst>
          </p:cNvPr>
          <p:cNvSpPr/>
          <p:nvPr/>
        </p:nvSpPr>
        <p:spPr>
          <a:xfrm>
            <a:off x="572351" y="7882452"/>
            <a:ext cx="2271139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 operations should take O(h) time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9E3A1D-FA63-99FF-AE3F-57003B83A25D}"/>
              </a:ext>
            </a:extLst>
          </p:cNvPr>
          <p:cNvSpPr/>
          <p:nvPr/>
        </p:nvSpPr>
        <p:spPr>
          <a:xfrm>
            <a:off x="572351" y="9988107"/>
            <a:ext cx="2271139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Try to implement this data-structure</a:t>
            </a:r>
          </a:p>
        </p:txBody>
      </p:sp>
    </p:spTree>
    <p:extLst>
      <p:ext uri="{BB962C8B-B14F-4D97-AF65-F5344CB8AC3E}">
        <p14:creationId xmlns:p14="http://schemas.microsoft.com/office/powerpoint/2010/main" val="2835851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4E1582D-A063-9A28-2046-0A48D044D8CF}"/>
                  </a:ext>
                </a:extLst>
              </p:cNvPr>
              <p:cNvSpPr/>
              <p:nvPr/>
            </p:nvSpPr>
            <p:spPr>
              <a:xfrm>
                <a:off x="572351" y="462439"/>
                <a:ext cx="22711396" cy="654931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Homework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Implement a binary search tree that contains distinct elements with all of the following operations in O(h) time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insert( a ) – insert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in the BST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delete(a)    – delete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from the BST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findRange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x,y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 – find the number of elements in the BST in the range [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x,y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] (including x and y, if they are in the tree)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4E1582D-A063-9A28-2046-0A48D044D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51" y="462439"/>
                <a:ext cx="22711396" cy="6549311"/>
              </a:xfrm>
              <a:prstGeom prst="roundRect">
                <a:avLst/>
              </a:prstGeom>
              <a:blipFill>
                <a:blip r:embed="rId2"/>
                <a:stretch>
                  <a:fillRect r="-44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2A775B8-F872-2F58-8B84-ADBBF4A15109}"/>
              </a:ext>
            </a:extLst>
          </p:cNvPr>
          <p:cNvSpPr/>
          <p:nvPr/>
        </p:nvSpPr>
        <p:spPr>
          <a:xfrm>
            <a:off x="572351" y="7721985"/>
            <a:ext cx="2271139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previous problem can be used to solve this problem</a:t>
            </a:r>
          </a:p>
        </p:txBody>
      </p:sp>
    </p:spTree>
    <p:extLst>
      <p:ext uri="{BB962C8B-B14F-4D97-AF65-F5344CB8AC3E}">
        <p14:creationId xmlns:p14="http://schemas.microsoft.com/office/powerpoint/2010/main" val="4001043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88D1-22AD-8687-BED7-CE36318B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37364328-6ACF-8FFA-C401-84357984DBF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Segment Trees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088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AA70430-DE22-683C-38CE-9BE2E9C5E809}"/>
              </a:ext>
            </a:extLst>
          </p:cNvPr>
          <p:cNvSpPr/>
          <p:nvPr/>
        </p:nvSpPr>
        <p:spPr>
          <a:xfrm>
            <a:off x="836302" y="21955"/>
            <a:ext cx="22711396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now look at a problem which is quite similar to what we have done with BSTs till now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an array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of size n where n is a power of 2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need to answer the following query quickly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findMin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): return min{A[u], A[u+1], …., A[v]}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480C0BD-100A-8C4D-8F76-C235FEA7BABA}"/>
              </a:ext>
            </a:extLst>
          </p:cNvPr>
          <p:cNvSpPr/>
          <p:nvPr/>
        </p:nvSpPr>
        <p:spPr>
          <a:xfrm>
            <a:off x="4265543" y="11126848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2D1A6C-E941-AD51-211D-EFA161357983}"/>
              </a:ext>
            </a:extLst>
          </p:cNvPr>
          <p:cNvSpPr/>
          <p:nvPr/>
        </p:nvSpPr>
        <p:spPr>
          <a:xfrm>
            <a:off x="6275324" y="111268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72E5AEC-F8B6-C868-68DC-1F514F94B11F}"/>
              </a:ext>
            </a:extLst>
          </p:cNvPr>
          <p:cNvSpPr/>
          <p:nvPr/>
        </p:nvSpPr>
        <p:spPr>
          <a:xfrm>
            <a:off x="8285105" y="111268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0FB0CA-2668-5A19-3A63-1E3C4C3F75FC}"/>
              </a:ext>
            </a:extLst>
          </p:cNvPr>
          <p:cNvSpPr/>
          <p:nvPr/>
        </p:nvSpPr>
        <p:spPr>
          <a:xfrm>
            <a:off x="10294886" y="111268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E15C94-2B7A-346A-034A-1B00879E238D}"/>
              </a:ext>
            </a:extLst>
          </p:cNvPr>
          <p:cNvSpPr/>
          <p:nvPr/>
        </p:nvSpPr>
        <p:spPr>
          <a:xfrm>
            <a:off x="12304667" y="111268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183B4B-484F-19F3-84B2-0B45C5F212C6}"/>
              </a:ext>
            </a:extLst>
          </p:cNvPr>
          <p:cNvSpPr/>
          <p:nvPr/>
        </p:nvSpPr>
        <p:spPr>
          <a:xfrm>
            <a:off x="14314448" y="111268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E73C2FA-44B8-5B1B-F6FC-1F915394BAB4}"/>
              </a:ext>
            </a:extLst>
          </p:cNvPr>
          <p:cNvSpPr/>
          <p:nvPr/>
        </p:nvSpPr>
        <p:spPr>
          <a:xfrm>
            <a:off x="16324229" y="1112684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5F10DF1-A913-9E02-3F50-882015716DF3}"/>
              </a:ext>
            </a:extLst>
          </p:cNvPr>
          <p:cNvSpPr/>
          <p:nvPr/>
        </p:nvSpPr>
        <p:spPr>
          <a:xfrm>
            <a:off x="18334010" y="111503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34BEC57-EEC9-98B3-D5CA-87CEDE0C7C53}"/>
              </a:ext>
            </a:extLst>
          </p:cNvPr>
          <p:cNvSpPr/>
          <p:nvPr/>
        </p:nvSpPr>
        <p:spPr>
          <a:xfrm>
            <a:off x="836302" y="4904737"/>
            <a:ext cx="2271139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much time your algorithm will take?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BB337D2-B1BE-6A66-47DB-555DD117D19B}"/>
              </a:ext>
            </a:extLst>
          </p:cNvPr>
          <p:cNvSpPr/>
          <p:nvPr/>
        </p:nvSpPr>
        <p:spPr>
          <a:xfrm>
            <a:off x="836302" y="6109917"/>
            <a:ext cx="2271139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O(v-u)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F4044B-2469-7B93-60E1-1A6269DDB028}"/>
              </a:ext>
            </a:extLst>
          </p:cNvPr>
          <p:cNvSpPr/>
          <p:nvPr/>
        </p:nvSpPr>
        <p:spPr>
          <a:xfrm>
            <a:off x="836302" y="7714036"/>
            <a:ext cx="2271139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you answer each query in O(1) time?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5F375EF-32C8-A84D-6986-C0CF1A26A9BF}"/>
              </a:ext>
            </a:extLst>
          </p:cNvPr>
          <p:cNvSpPr/>
          <p:nvPr/>
        </p:nvSpPr>
        <p:spPr>
          <a:xfrm>
            <a:off x="836302" y="8919216"/>
            <a:ext cx="22711396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4113852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32888-9D5E-37D8-D91F-D2C3BA47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F12E03-0EA6-5A87-2402-503853577F4B}"/>
              </a:ext>
            </a:extLst>
          </p:cNvPr>
          <p:cNvSpPr/>
          <p:nvPr/>
        </p:nvSpPr>
        <p:spPr>
          <a:xfrm>
            <a:off x="3510170" y="5317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13C1DBA-E7A9-4BA4-AC84-F3B44F49F573}"/>
              </a:ext>
            </a:extLst>
          </p:cNvPr>
          <p:cNvSpPr/>
          <p:nvPr/>
        </p:nvSpPr>
        <p:spPr>
          <a:xfrm>
            <a:off x="5519951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BC3072-C8A6-D0AD-8C43-32338F0A9CAD}"/>
              </a:ext>
            </a:extLst>
          </p:cNvPr>
          <p:cNvSpPr/>
          <p:nvPr/>
        </p:nvSpPr>
        <p:spPr>
          <a:xfrm>
            <a:off x="7529732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07BCE8-B978-155F-E09C-2AF263377DD2}"/>
              </a:ext>
            </a:extLst>
          </p:cNvPr>
          <p:cNvSpPr/>
          <p:nvPr/>
        </p:nvSpPr>
        <p:spPr>
          <a:xfrm>
            <a:off x="9539513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1F21D2-0844-77FB-C70A-C4484CA07E68}"/>
              </a:ext>
            </a:extLst>
          </p:cNvPr>
          <p:cNvSpPr/>
          <p:nvPr/>
        </p:nvSpPr>
        <p:spPr>
          <a:xfrm>
            <a:off x="11549294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0C4E1D-D8E7-BD94-DE6E-C07A1EC8A7F5}"/>
              </a:ext>
            </a:extLst>
          </p:cNvPr>
          <p:cNvSpPr/>
          <p:nvPr/>
        </p:nvSpPr>
        <p:spPr>
          <a:xfrm>
            <a:off x="13559075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87AF71-ED13-2FB1-90FD-3EE3AD557AE8}"/>
              </a:ext>
            </a:extLst>
          </p:cNvPr>
          <p:cNvSpPr/>
          <p:nvPr/>
        </p:nvSpPr>
        <p:spPr>
          <a:xfrm>
            <a:off x="15568856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0F50FE-9C26-58B5-346A-C243CD85A908}"/>
              </a:ext>
            </a:extLst>
          </p:cNvPr>
          <p:cNvSpPr/>
          <p:nvPr/>
        </p:nvSpPr>
        <p:spPr>
          <a:xfrm>
            <a:off x="17578637" y="55528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586B5CE-262E-D7FD-3EC2-9433BB6136E1}"/>
              </a:ext>
            </a:extLst>
          </p:cNvPr>
          <p:cNvSpPr/>
          <p:nvPr/>
        </p:nvSpPr>
        <p:spPr>
          <a:xfrm>
            <a:off x="836302" y="3545408"/>
            <a:ext cx="22711396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each, 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pair compute the minimum and keep it in a 2-D matrix, say B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findMin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): return B[u][v]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687CB49-2074-9463-0885-88F0D1AEC624}"/>
              </a:ext>
            </a:extLst>
          </p:cNvPr>
          <p:cNvSpPr/>
          <p:nvPr/>
        </p:nvSpPr>
        <p:spPr>
          <a:xfrm>
            <a:off x="733596" y="6962028"/>
            <a:ext cx="22711396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space taken by this algorithm is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70137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6549E-6811-7880-A399-CE96BE29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6A0602-8726-6AF3-CAE8-824E63880861}"/>
              </a:ext>
            </a:extLst>
          </p:cNvPr>
          <p:cNvSpPr/>
          <p:nvPr/>
        </p:nvSpPr>
        <p:spPr>
          <a:xfrm>
            <a:off x="3510170" y="5317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3B001C-BAC5-8065-1099-B469D5832913}"/>
              </a:ext>
            </a:extLst>
          </p:cNvPr>
          <p:cNvSpPr/>
          <p:nvPr/>
        </p:nvSpPr>
        <p:spPr>
          <a:xfrm>
            <a:off x="5519951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FF8811-6F7F-CFCB-8221-D09B18C8BEB9}"/>
              </a:ext>
            </a:extLst>
          </p:cNvPr>
          <p:cNvSpPr/>
          <p:nvPr/>
        </p:nvSpPr>
        <p:spPr>
          <a:xfrm>
            <a:off x="7529732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007D2E-412C-C415-A1EE-6D9234B0226A}"/>
              </a:ext>
            </a:extLst>
          </p:cNvPr>
          <p:cNvSpPr/>
          <p:nvPr/>
        </p:nvSpPr>
        <p:spPr>
          <a:xfrm>
            <a:off x="9539513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428DB2-CD91-51E4-9C19-E70FCA990ECC}"/>
              </a:ext>
            </a:extLst>
          </p:cNvPr>
          <p:cNvSpPr/>
          <p:nvPr/>
        </p:nvSpPr>
        <p:spPr>
          <a:xfrm>
            <a:off x="11549294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0D0797-99FB-10AB-5CDC-028A49226F17}"/>
              </a:ext>
            </a:extLst>
          </p:cNvPr>
          <p:cNvSpPr/>
          <p:nvPr/>
        </p:nvSpPr>
        <p:spPr>
          <a:xfrm>
            <a:off x="13559075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7F1F6F-8AF1-9949-AB07-B43E923A366E}"/>
              </a:ext>
            </a:extLst>
          </p:cNvPr>
          <p:cNvSpPr/>
          <p:nvPr/>
        </p:nvSpPr>
        <p:spPr>
          <a:xfrm>
            <a:off x="15568856" y="53173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5B94CB3-A665-8678-29F7-DD316EF2E35A}"/>
              </a:ext>
            </a:extLst>
          </p:cNvPr>
          <p:cNvSpPr/>
          <p:nvPr/>
        </p:nvSpPr>
        <p:spPr>
          <a:xfrm>
            <a:off x="17578637" y="55528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E244223B-7DEA-EF98-2F3A-3D5482334506}"/>
                  </a:ext>
                </a:extLst>
              </p:cNvPr>
              <p:cNvSpPr/>
              <p:nvPr/>
            </p:nvSpPr>
            <p:spPr>
              <a:xfrm>
                <a:off x="733596" y="6962028"/>
                <a:ext cx="22711396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space taken by this algorithm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preprocessing time is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And the query time is O(1)</a:t>
                </a: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E244223B-7DEA-EF98-2F3A-3D54823345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96" y="6962028"/>
                <a:ext cx="22711396" cy="2871708"/>
              </a:xfrm>
              <a:prstGeom prst="roundRect">
                <a:avLst/>
              </a:prstGeom>
              <a:blipFill>
                <a:blip r:embed="rId2"/>
                <a:stretch>
                  <a:fillRect l="-725" b="-646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E865B12-9AE9-556B-52FE-FD85FB8F72A1}"/>
              </a:ext>
            </a:extLst>
          </p:cNvPr>
          <p:cNvSpPr/>
          <p:nvPr/>
        </p:nvSpPr>
        <p:spPr>
          <a:xfrm>
            <a:off x="836302" y="3545408"/>
            <a:ext cx="22711396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each, 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pair compute the minimum and keep it in a 2-D matrix, say B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findMin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): return B[u][v]</a:t>
            </a:r>
          </a:p>
        </p:txBody>
      </p:sp>
    </p:spTree>
    <p:extLst>
      <p:ext uri="{BB962C8B-B14F-4D97-AF65-F5344CB8AC3E}">
        <p14:creationId xmlns:p14="http://schemas.microsoft.com/office/powerpoint/2010/main" val="1304336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3BC337-8EA8-0E65-02E4-87B5F0C7A5D1}"/>
              </a:ext>
            </a:extLst>
          </p:cNvPr>
          <p:cNvSpPr/>
          <p:nvPr/>
        </p:nvSpPr>
        <p:spPr>
          <a:xfrm>
            <a:off x="2445026" y="6132140"/>
            <a:ext cx="41943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Extra Space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35D78E-0F89-5935-E60C-BB39A405DBC6}"/>
              </a:ext>
            </a:extLst>
          </p:cNvPr>
          <p:cNvSpPr/>
          <p:nvPr/>
        </p:nvSpPr>
        <p:spPr>
          <a:xfrm>
            <a:off x="10308291" y="6132139"/>
            <a:ext cx="473955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Preprocessing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75A0B3-79FA-302F-B69F-4DF45C339643}"/>
              </a:ext>
            </a:extLst>
          </p:cNvPr>
          <p:cNvSpPr/>
          <p:nvPr/>
        </p:nvSpPr>
        <p:spPr>
          <a:xfrm>
            <a:off x="3191874" y="7690463"/>
            <a:ext cx="234753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B107B3-D9AC-BCAE-6243-FCECDBD578E1}"/>
              </a:ext>
            </a:extLst>
          </p:cNvPr>
          <p:cNvSpPr/>
          <p:nvPr/>
        </p:nvSpPr>
        <p:spPr>
          <a:xfrm>
            <a:off x="11295579" y="7690463"/>
            <a:ext cx="234753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74926DB3-F671-6612-E347-C14187BDF30B}"/>
                  </a:ext>
                </a:extLst>
              </p:cNvPr>
              <p:cNvSpPr/>
              <p:nvPr/>
            </p:nvSpPr>
            <p:spPr>
              <a:xfrm>
                <a:off x="3191874" y="9248784"/>
                <a:ext cx="234753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74926DB3-F671-6612-E347-C14187BDF3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874" y="9248784"/>
                <a:ext cx="2347534" cy="1032907"/>
              </a:xfrm>
              <a:prstGeom prst="roundRect">
                <a:avLst/>
              </a:prstGeom>
              <a:blipFill>
                <a:blip r:embed="rId2"/>
                <a:stretch>
                  <a:fillRect l="-4737" t="-3409" r="-4211" b="-2840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13E7C467-F3CA-4C86-85D6-BB644076AC03}"/>
                  </a:ext>
                </a:extLst>
              </p:cNvPr>
              <p:cNvSpPr/>
              <p:nvPr/>
            </p:nvSpPr>
            <p:spPr>
              <a:xfrm>
                <a:off x="11295579" y="9248784"/>
                <a:ext cx="234753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13E7C467-F3CA-4C86-85D6-BB644076AC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5579" y="9248784"/>
                <a:ext cx="2347534" cy="1032907"/>
              </a:xfrm>
              <a:prstGeom prst="roundRect">
                <a:avLst/>
              </a:prstGeom>
              <a:blipFill>
                <a:blip r:embed="rId3"/>
                <a:stretch>
                  <a:fillRect l="-4737" t="-3409" r="-4737" b="-28409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ED3183-1DDD-FAF1-E6E8-0B24B7445C2C}"/>
              </a:ext>
            </a:extLst>
          </p:cNvPr>
          <p:cNvSpPr/>
          <p:nvPr/>
        </p:nvSpPr>
        <p:spPr>
          <a:xfrm>
            <a:off x="534813" y="10979937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Is there a middle ground?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we do something better by using extra, say O(n log n) space?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12B7CB-A9D7-4C97-00C2-C67682040EA6}"/>
              </a:ext>
            </a:extLst>
          </p:cNvPr>
          <p:cNvSpPr/>
          <p:nvPr/>
        </p:nvSpPr>
        <p:spPr>
          <a:xfrm>
            <a:off x="17994552" y="6132139"/>
            <a:ext cx="394442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Query Time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A7073E-87F7-FB5C-F3BD-E2305ABBF8F0}"/>
              </a:ext>
            </a:extLst>
          </p:cNvPr>
          <p:cNvSpPr/>
          <p:nvPr/>
        </p:nvSpPr>
        <p:spPr>
          <a:xfrm>
            <a:off x="18624031" y="7690462"/>
            <a:ext cx="234753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B56ADF9-A499-4B13-3D79-D4C10D904CE9}"/>
              </a:ext>
            </a:extLst>
          </p:cNvPr>
          <p:cNvSpPr/>
          <p:nvPr/>
        </p:nvSpPr>
        <p:spPr>
          <a:xfrm>
            <a:off x="18624031" y="9248784"/>
            <a:ext cx="234753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7E2183D-E7A3-553F-9F47-DBE44EED9CAE}"/>
              </a:ext>
            </a:extLst>
          </p:cNvPr>
          <p:cNvSpPr/>
          <p:nvPr/>
        </p:nvSpPr>
        <p:spPr>
          <a:xfrm>
            <a:off x="836302" y="21955"/>
            <a:ext cx="22711396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now look at a problem which is quite similar to what we have done with BSTs till now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an array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of size n where n is a power of 2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need to answer the following query quickly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findMin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): return min{A[u], A[u+1], …., A[v]}</a:t>
            </a:r>
          </a:p>
        </p:txBody>
      </p:sp>
    </p:spTree>
    <p:extLst>
      <p:ext uri="{BB962C8B-B14F-4D97-AF65-F5344CB8AC3E}">
        <p14:creationId xmlns:p14="http://schemas.microsoft.com/office/powerpoint/2010/main" val="2398605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FEE8-C67C-5BB9-3AD5-8270E535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9B633F2-E98C-C564-AD08-18B5135D72BD}"/>
              </a:ext>
            </a:extLst>
          </p:cNvPr>
          <p:cNvSpPr/>
          <p:nvPr/>
        </p:nvSpPr>
        <p:spPr>
          <a:xfrm>
            <a:off x="813109" y="5195363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Is there a middle ground?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we do something better by using extra, say O(n log n) space?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D79D9AF-BF75-8F35-4E91-301A2E7F0BD1}"/>
              </a:ext>
            </a:extLst>
          </p:cNvPr>
          <p:cNvSpPr/>
          <p:nvPr/>
        </p:nvSpPr>
        <p:spPr>
          <a:xfrm>
            <a:off x="813109" y="7845916"/>
            <a:ext cx="22711396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Such problems pop up as subproblems in algorithmic research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On one end, we do no preprocessing but have to pay a large query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On the other hand, we have to do heavy preprocessing, but our query time is low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Is there a middle ground?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Both preprocessing and  query time are small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A26635-0623-0342-40EB-FDB1A163F251}"/>
              </a:ext>
            </a:extLst>
          </p:cNvPr>
          <p:cNvSpPr/>
          <p:nvPr/>
        </p:nvSpPr>
        <p:spPr>
          <a:xfrm>
            <a:off x="1958959" y="643122"/>
            <a:ext cx="419431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Extra Space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293E8D-9843-237D-DA67-4500C5576C9E}"/>
              </a:ext>
            </a:extLst>
          </p:cNvPr>
          <p:cNvSpPr/>
          <p:nvPr/>
        </p:nvSpPr>
        <p:spPr>
          <a:xfrm>
            <a:off x="9822224" y="643121"/>
            <a:ext cx="473955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Preprocessing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09D4EDB-7D70-60A1-31AF-993662E3AF31}"/>
              </a:ext>
            </a:extLst>
          </p:cNvPr>
          <p:cNvSpPr/>
          <p:nvPr/>
        </p:nvSpPr>
        <p:spPr>
          <a:xfrm>
            <a:off x="2705807" y="2201445"/>
            <a:ext cx="234753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5DA864F-5099-9923-36CB-2B68AF9C4FA6}"/>
              </a:ext>
            </a:extLst>
          </p:cNvPr>
          <p:cNvSpPr/>
          <p:nvPr/>
        </p:nvSpPr>
        <p:spPr>
          <a:xfrm>
            <a:off x="10809512" y="2201445"/>
            <a:ext cx="234753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78F636C3-CAA5-37FF-2D05-42F6036EADC9}"/>
                  </a:ext>
                </a:extLst>
              </p:cNvPr>
              <p:cNvSpPr/>
              <p:nvPr/>
            </p:nvSpPr>
            <p:spPr>
              <a:xfrm>
                <a:off x="2705807" y="3759766"/>
                <a:ext cx="234753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78F636C3-CAA5-37FF-2D05-42F6036EA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807" y="3759766"/>
                <a:ext cx="2347534" cy="1032907"/>
              </a:xfrm>
              <a:prstGeom prst="roundRect">
                <a:avLst/>
              </a:prstGeom>
              <a:blipFill>
                <a:blip r:embed="rId2"/>
                <a:stretch>
                  <a:fillRect l="-4188" t="-3448" r="-4188" b="-29885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1597A63A-FB14-CD24-2AB7-899FE22E9231}"/>
                  </a:ext>
                </a:extLst>
              </p:cNvPr>
              <p:cNvSpPr/>
              <p:nvPr/>
            </p:nvSpPr>
            <p:spPr>
              <a:xfrm>
                <a:off x="10809512" y="3759766"/>
                <a:ext cx="234753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</a:t>
                </a: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1597A63A-FB14-CD24-2AB7-899FE22E92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9512" y="3759766"/>
                <a:ext cx="2347534" cy="1032907"/>
              </a:xfrm>
              <a:prstGeom prst="roundRect">
                <a:avLst/>
              </a:prstGeom>
              <a:blipFill>
                <a:blip r:embed="rId3"/>
                <a:stretch>
                  <a:fillRect l="-4188" t="-3448" r="-4188" b="-29885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A94325A-BC7B-1A1F-1A0D-277CE5B4F2CE}"/>
              </a:ext>
            </a:extLst>
          </p:cNvPr>
          <p:cNvSpPr/>
          <p:nvPr/>
        </p:nvSpPr>
        <p:spPr>
          <a:xfrm>
            <a:off x="17508485" y="643121"/>
            <a:ext cx="394442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Query Time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721BD3B-CE35-9439-04BD-18C2F132DF00}"/>
              </a:ext>
            </a:extLst>
          </p:cNvPr>
          <p:cNvSpPr/>
          <p:nvPr/>
        </p:nvSpPr>
        <p:spPr>
          <a:xfrm>
            <a:off x="18137964" y="2201444"/>
            <a:ext cx="234753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40DCB6A-C13D-8D01-5B0E-7B64BF085E63}"/>
              </a:ext>
            </a:extLst>
          </p:cNvPr>
          <p:cNvSpPr/>
          <p:nvPr/>
        </p:nvSpPr>
        <p:spPr>
          <a:xfrm>
            <a:off x="18137964" y="3759766"/>
            <a:ext cx="234753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3031448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05AC9D1-9E9A-7DF5-4932-6728A8BF200B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5FAFCD-A31B-CCAE-AECD-9D34B7F03A9F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75DCF0-96C9-1B92-BE68-53B2502C712B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D328E9-AA3E-451D-6461-908E23862490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C94FA5-5F74-EF02-81BC-44061CF02E70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7DB9F1-12F7-3B07-7A8E-5AFA6C7BCC7E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446386-3655-E9CE-84B7-05F8ED281378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807DF73-2D47-8256-121B-AA8CCCCBA0C9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680D0F-C915-7C66-9D1C-51B173A1BDA5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DEA44A-B58C-64E3-89A6-B322297EE154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222026-5D61-876F-96A0-30A145573946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5034270-E544-82F4-7A04-57628B3AF142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384607-FAD8-997E-9203-F84C9F893924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D9D310-B1A5-1128-D14C-3E375B9AF3C7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5D3A462-774D-B9EE-8641-422E75C045D1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FD15FE0-68A9-BF86-CAAB-1EC4ED69F2AE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BA2A75-E030-0147-5B4F-0FAF81DBDCB4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7339333-01CB-1F98-1F12-34519FEFDA60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22EB8F-2C6F-FBF3-5D9A-AC438D456EF8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5C47C75-5B98-8484-BCC7-C5D964FEBE4A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ADDF2BC-B408-685D-BEC3-9AEFEFF77F37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D5ABD8-68D0-A264-6074-887553A77D1A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113C62-FF31-EFE0-7F6F-1228A9BEEB42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9C7C958-47A8-CB82-E0C0-935BFC8C3F2C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CEA351-204D-3507-50C4-9363C3983BA4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57B93A6-4DB3-3CA8-2148-B65780A70767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76371E41-F417-2E42-1EA4-411971F4DC25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6CD96BC-18CB-0DE3-9E9B-D70FEA3688BE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AF0DC0C-6EF9-FD2F-4C6B-77CA6E7C52B4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9E3C569-B673-F339-4B17-A5CFFE23ED30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The minimum of the left and right child</a:t>
            </a:r>
          </a:p>
        </p:txBody>
      </p:sp>
    </p:spTree>
    <p:extLst>
      <p:ext uri="{BB962C8B-B14F-4D97-AF65-F5344CB8AC3E}">
        <p14:creationId xmlns:p14="http://schemas.microsoft.com/office/powerpoint/2010/main" val="2765758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0" grpId="0" animBg="1"/>
      <p:bldP spid="23" grpId="0" animBg="1"/>
      <p:bldP spid="26" grpId="0" animBg="1"/>
      <p:bldP spid="31" grpId="0" animBg="1"/>
      <p:bldP spid="34" grpId="0" animBg="1"/>
      <p:bldP spid="3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93D5-486A-5FD4-0AB4-1B1BBACF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07831BF-13FF-833E-9B6E-0541DD74B72F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988A01A-F80E-2E69-DD85-9786730CB46A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000C2F5-E296-89DD-FCBF-0B4DD8AE82F8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B810C9-6A89-3422-8947-4EF242771D67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6D2A54-310B-9F86-8B99-BA267F95D35D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BD30C2-421F-90C4-8389-43DF5988E04F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049D9E-93B0-9044-A096-4A61F0A0F719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BC51E5E-93C2-367D-4427-3D8CE3BCD3D3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C8FEDE-B90A-5CF9-88DD-4D2993BCC53B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6888BB-2797-B54A-9D0D-1FB1EC6A4102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C8657E-A7D0-E956-095D-3102D10A8EFD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04BBCBB-1C44-4795-9969-F1D513A3FACE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E5D07C-2CA3-446D-ED46-82BF66FD39B9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8DF3D1-CBCF-5F4C-D568-5342D38ED2CD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E6E95C3-0039-6BE0-C2A1-A8CF48DF43CB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AA7AC3-9955-B988-C2F3-F0F5F8A5D884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208BF3-D7AC-065B-8D38-D4023C8DFB5B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3D92737-2276-F458-8E06-43E4FB597F85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E55BC99-D3F1-44ED-D477-72E1B348ADCC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E934A5-F202-7DC5-49AA-591D337FFD6F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CB4E2657-1CF8-5C1E-BEFB-BD8C2F8985DA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C70F2D-E05A-08A8-4430-D8CE7A2AFAAF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CB702BF-8D71-1CB4-5830-0143582D457B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45F97D4-1859-E7D0-34EB-394CFB6DF40D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F2F622B-F021-3C25-DE28-FFE3E9A40147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462357C-E1F2-DCC3-4DC5-9C09B455634B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005AA55-1749-AA95-8213-1EBE53411736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C13641-8FF5-A1C2-5281-28191BB0DB19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B58F3E4-2BC9-D6FF-6949-5F1A08271016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029173E-F4D2-E746-12EF-81711163A5DA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The minimum of the left and right child</a:t>
            </a:r>
          </a:p>
        </p:txBody>
      </p:sp>
    </p:spTree>
    <p:extLst>
      <p:ext uri="{BB962C8B-B14F-4D97-AF65-F5344CB8AC3E}">
        <p14:creationId xmlns:p14="http://schemas.microsoft.com/office/powerpoint/2010/main" val="2027752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A1CE7-7E88-0E19-1FB7-10D4DE42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0187878-DF81-18CD-4234-F813CC5FE3C0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DFAC9B2-C89D-447B-A532-B6802600E1CC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8B4C1CB-6935-0060-C529-252B4D16007D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511F44E-AD03-E6A4-499A-15210AFBBD58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74F1F5-7A53-CF5A-5FC5-7AB2AF38CF5A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7BCAD2-F0E3-C5D6-14BE-5A5AAF54A210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CDA999F-1D31-38BC-CA7E-42D31AC1639D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AAC41F2-FF90-FED7-F6D2-324CB4CDE0F6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1B189B-53CE-5167-9190-6BBDAA295770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B93679-3534-FF2F-1176-EF2A32B7F6C1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4B9727-9804-E9BA-AD17-48E761E0E6D2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6919F093-6A09-42D7-3880-3B6FBB7D4BF4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AFA5B2-4AA1-5B0D-B34A-BAA5A92D8940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1D712B-5D9B-6526-5380-C32ABC1CA1DC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D0569DA-312C-781C-C086-B2FE2846FDAA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B90A47-A0CC-E717-2959-F3386D677CF3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CE4A7F-3CA2-B92A-17ED-7A3AE3C706EA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5781704-4287-D4F2-43A3-997295AB97E9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C67868-EBBE-35AC-A5B8-B102DB17E807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000298-9E9D-B112-7460-7BC0407276B7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0D07632-505C-1B7B-A1B5-69CA5A53D1BD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5818650-D307-4B17-62C3-AF1A07D83803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D752514-703E-94CC-522B-2FEA3B54C42F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F8A91E0-4838-D11C-28D3-9E03D3624E9B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647F2F-663F-C26E-D761-10A433784A82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7D8B81F-30EB-8008-5BE6-CD36DD000F9C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6B7E227D-847C-050C-5003-9D462BACC787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370082-CD8D-92AC-D5B0-E5B453F5DB6F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99A9D94-09AC-F4ED-CB49-F43D39D5793E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968841E-822A-3729-ECD7-E18D7FA81293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The minimum of the left and right child</a:t>
            </a:r>
          </a:p>
        </p:txBody>
      </p:sp>
    </p:spTree>
    <p:extLst>
      <p:ext uri="{BB962C8B-B14F-4D97-AF65-F5344CB8AC3E}">
        <p14:creationId xmlns:p14="http://schemas.microsoft.com/office/powerpoint/2010/main" val="1637227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F63FD-1874-1132-3961-0B21DD9A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595F343-133C-CA25-976D-BE04565D1B79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1502DB-75D6-92C9-62F0-F5B2D0B5A2CA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A1CF7-89AE-D3F1-923B-FC58FFCCC9A8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645A8A-432B-9EFC-5DA1-1B6D3FB494F0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F35BD4-2515-D4FA-7BE5-14C954385A98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60F165-4254-84DA-55E6-E28ED765DA72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013C10-5908-2D6D-02C5-0F96A69B5210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197A61-0B63-C1EE-6148-4DF4A860338E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A3F8D6-A1A9-3538-D4BD-BE9F58733374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82A1E9-BED1-2EDD-6D92-F9F28FBC2F77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174A89-0059-D5B4-337D-FF429C3DC07A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DBB15D2A-0646-6C6B-103E-671325EE029E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2CC1FB-CAD5-DCEB-9BE0-65726B8C684B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F7778C5-341E-9940-9A42-52AB84B40A49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CA777BC-FC07-CD27-A109-71913AEECE2C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61A8037-99AA-A3A1-D42E-6EDBDF8B11E6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A05E68-DBC2-F986-702B-DFAEBD6C3403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70D6DB6-4E97-684F-53EA-E3488C6A053E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ECDD60-E68D-3A79-10BD-F9F9EBC5BECD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7ADFF8E-6554-209C-67BF-50E204DF4BAA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314E095-6F43-1D6B-5662-26D7CC6A8C29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55505EA-E501-7982-EFC2-BB4CBB1B0671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41E18F-22EF-7023-264E-E917DC051474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9FDA5B5-EF6F-DF2F-FC87-B67144F6DF2F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C9F005-A352-8B0A-117A-DAA2DD147509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7AACA9B-DBC0-FC35-2B35-5F3AF39FBBF4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878DC9F-AFE5-E735-0651-1FD550416983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1885109-A278-DA2C-43B8-620741D2A344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B7291DE-3F71-C204-00A7-48068C3485C5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EC6CC80-4747-59F1-7DF8-D05B72DFA237}"/>
              </a:ext>
            </a:extLst>
          </p:cNvPr>
          <p:cNvSpPr/>
          <p:nvPr/>
        </p:nvSpPr>
        <p:spPr>
          <a:xfrm>
            <a:off x="642654" y="10508992"/>
            <a:ext cx="22711396" cy="297386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extra space taken by this data-structure?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O(n)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height of this tree?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O(log n)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preprocessing time?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792954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E7F6E-B8D2-9DDB-29AF-2EA4EE579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2FE510-45B3-7CC8-158E-8F95C1F0D714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C43C4C-06BB-5C89-CCF7-238C841B51FF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6AE304C-50B0-8582-4F6A-2240CB94B5DF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E604BF-ECF7-3F47-BE45-56E500101D0B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9BB529-3B1E-F4CA-136F-9A8D390F9E5F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29C108-6C10-1AA5-CFF4-51D6B420BC1C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F62C712-4F96-AC7F-B8EA-5E676D08051F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E70B36-8144-F854-6B6D-55582F3DD916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C4B227-B739-45A3-6E03-FEBFA667140C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829857-B4F1-EE1F-7F5D-47D899F016CD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EE9529-D2C3-B9BE-C3D0-B52CCBA689A0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64ABCFA-8222-7A4F-3B81-3A7668E41A77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E4F83C-3B63-2C0A-9262-4DF925211DE0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AEEA48-AED5-CDC0-165E-C50BD0608ECC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079A694-D017-542D-B92C-AA78DCC05ADA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CFA2D2C-8D55-B124-D70D-88473B9B4578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4C94FA-CA19-0083-D8D0-94E491BCBE8D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4E64A72-E66A-0638-91C9-9AFF70DF0112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78B9B06-4B08-EC57-5A0F-B61A012D4891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E546F1-0930-2F8B-2849-D9C0A52F1A4D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A977100-3BF2-75F1-017A-4DB01E76FB04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141E39-1D25-BD20-B650-E29340063C21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5A95232-AF10-E2F1-A510-5005C0AFA8EA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4407FE5-EE6A-1191-73B2-4CE6FEE36622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C77015-F12F-CEA2-62BC-F4D018E5A28B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21C021B-51B0-E659-FCC2-0400F19AAA4C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8AAA2FD-9061-4386-185E-F2A8085E2035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8EA1855-502B-002B-5552-F65C8D296DD6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B3AF26-FFF0-A3EA-39BB-69723289816A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5157602-699F-EDF0-B0EF-A5CF74A25F73}"/>
              </a:ext>
            </a:extLst>
          </p:cNvPr>
          <p:cNvSpPr/>
          <p:nvPr/>
        </p:nvSpPr>
        <p:spPr>
          <a:xfrm>
            <a:off x="642654" y="10713304"/>
            <a:ext cx="2271139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For </a:t>
            </a:r>
            <a:r>
              <a:rPr lang="en-US" dirty="0" err="1">
                <a:solidFill>
                  <a:schemeClr val="bg1"/>
                </a:solidFill>
                <a:latin typeface="Bradley Hand" pitchFamily="2" charset="77"/>
              </a:rPr>
              <a:t>findMin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(0,7), the answer is at the root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It stands to reason that the above structure should be useful to answer the query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how?</a:t>
            </a:r>
          </a:p>
        </p:txBody>
      </p:sp>
    </p:spTree>
    <p:extLst>
      <p:ext uri="{BB962C8B-B14F-4D97-AF65-F5344CB8AC3E}">
        <p14:creationId xmlns:p14="http://schemas.microsoft.com/office/powerpoint/2010/main" val="4215024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E470791-11C1-30BF-E52F-CE8C0EE4E4FD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680BA6-5E40-F314-7B7F-F8F03B20F1C1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5B1616-6C35-9AEA-276C-224DC55CF67C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6E835C-5886-62AC-E913-5585E6098BDD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AAE124-AC20-3F0F-3D2E-14BC05C7ECF7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A70BFC-F998-A3D5-670F-6E5A59CE8789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191AFD5-581B-7544-BC19-FB7B5479A98A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EDD4AE-8F0A-F31F-6759-D65069B5B4AC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AA8AB9-24C7-9407-7699-18579FD5AEBE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D88C46-B974-924F-A5F8-0AF3F6DAFB9E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1B5FAB-3978-3F0F-70C8-4B0DDDC982C9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A2B2EE4-565C-6D27-1439-2596B3A0D41A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B0ABDE-527C-EB76-D7D3-C7879A8FF286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73D37D-6543-1C5E-7A9D-11C4DB34DCE6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5D11470-DBA4-EEB6-E11D-78F03BF3629D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A887A8-051A-7637-ECF4-9675BD953A47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F6CE39-336D-58F3-6DFB-7C28DC870DC1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CE01059-3FCD-767A-CA09-90D5C2E39900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D4C452-3F3C-6BBF-020F-1924A738E2CE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74444E5-EC9C-86CB-1CEE-79F60A282375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8A5CEE2-A4AA-2C75-2501-44041DBCEA9B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0CC1CA-50AB-E59A-AC20-BD143773FACB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3123AE-1A10-D171-8E88-B986C75139A0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2A76B8D-521C-D9A3-E735-9BCF0BB344CA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A873A8-8D35-8AD2-392D-872AD8827C92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74CBC47-7D0D-CF6F-2B9C-26FDF867C034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0A49C00-A673-DB93-6203-6F851860BDA8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46FDC-FF16-984F-8B8E-BB5CC3E827BC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798C75-B135-5E39-C7FD-85E62FC6805F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2D7FDE7-CEFC-57C1-87EA-B43F43948933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EB02F0B3-DBCA-9368-AEF3-76992917B58F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D4E98D63-E5A2-C942-EA26-42F10A26000B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56FE141F-3C74-CAAE-933E-C0D04D0E7786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E8278476-C67B-59D1-FB06-844F200BC092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A0855428-C2D6-6770-3CFF-A3D2BF7867B2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A47A7121-1110-A16E-3593-9D28BCC3202F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640449E7-CDAD-7F91-16B9-DD6FDE73AE1C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B171CFB-7B95-CDE2-00F3-15B861AD702C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1DBA8EA1-3DA7-0FA3-9E52-7450065CFC2B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3F02EB3-5215-63E7-2578-F21E80F757FF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9EC42E27-AC14-12F5-29CF-F7C26B650614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90490D6-6FE3-FE89-5C31-04999BAA98BE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FCEA00B1-92AF-E64C-C91C-D43A25858E5F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F5D037BE-FB1F-C09D-9A03-68F31623475A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BD5AB19-9CD6-8435-80EB-1F839E6FBBA7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517780E-582D-CFF8-DC3C-9E862DF102CE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482E51E3-52F7-58D1-87D6-CA1C60FDBD8D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9FB7028-A903-63B5-FC06-007DBDF8E1D7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B663A6E-9DCD-7F1A-B5CE-3F3EE44DEE7C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B403E54E-2647-19B1-EBF2-37FE80C1E509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373EA69-CB66-F87C-6097-8A766A6C1E46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055E55D-A4B0-7E02-9DEE-589B2202A407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E0DEB813-5F93-CA13-AC7E-E54FF24D774D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45D9E06-0F9E-95AB-BDF9-D9EDF4525F67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4B0E527-3761-F5F0-638A-B4BD1ADE196B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D5DCE464-2CCD-6518-6B85-4746C7952E4B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9B99659-3E41-8426-70A2-7D083AA9DAA8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BE3706B-058C-DFF6-4F34-4583459BBD6E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1AF89AE1-0CB4-27C3-EF92-3FD7A5E6E74C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AFCCB7A-7545-5AA5-4B63-C68EE05704E2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B31D23C-6D75-0594-B41A-A007418BCC77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AE47E666-EC72-D623-12C3-8D187952B13E}"/>
              </a:ext>
            </a:extLst>
          </p:cNvPr>
          <p:cNvSpPr/>
          <p:nvPr/>
        </p:nvSpPr>
        <p:spPr>
          <a:xfrm>
            <a:off x="276425" y="9305432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471C3383-FD01-E5DB-BD2F-EEDE278ACC44}"/>
              </a:ext>
            </a:extLst>
          </p:cNvPr>
          <p:cNvSpPr/>
          <p:nvPr/>
        </p:nvSpPr>
        <p:spPr>
          <a:xfrm>
            <a:off x="22837979" y="9338639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20514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5428-170F-5FD5-5C42-F03C3973A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BB8C89-6986-B51E-1005-0307886EAFBB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EB5299A-22F2-17B8-CAB5-47757A314F0F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4A12B5-E3FF-BD90-1742-B922421885CA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9265A01-2991-89C3-1AA8-B41DABD92405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38E42D-209D-D276-6821-BE5F21595171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A8604D-C2A1-6B3A-702D-BDED08EE22D3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488576-756F-2463-E305-54FD02D55BFD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E23305-3F10-CD73-39BD-FD32465351BE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62F1EE-6A54-AB9A-1ABB-726ADDFDF672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09D656-EC74-A21A-CD25-79248ED81526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6AE3AD-BC3F-E405-442C-A07C4DED7AA0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C2538FD-411C-86C9-0602-703F44BABBA8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0747D9-8CFA-EBF0-20F5-FF8B8C87D2EF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F6AED6-A4D8-9A45-37BE-A2FEFFCA34AC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3FC192E-E088-A566-63A8-9630244AD866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E9D53D-FA38-B072-FC58-8FC81AB8B762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0D29E2-383E-2D3D-D0E8-846FEF96D34B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E9DDE17-120E-B37E-958E-B6CF01951F5D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8C88C2-BDE1-EF30-4D29-E82E29ED7438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6E7C14-9D96-BDF2-3234-FD3483D83281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3C6B2A3-447F-E711-F11C-CD29E23B437C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76190C-9ED7-EF88-DA96-96555A32AD08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E7D00B-B6E1-FF57-265D-C171F1828B3E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253A607-5D10-797B-9729-67DF6C3CACCD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F3A8FD-B22E-FE47-8CFA-5D5180440F24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384393-5978-1BE7-0F2F-48FFA7F45979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A6988EB-1F58-3F10-3331-A93FA3F5D750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A76181-ECC1-0203-0E6F-BEC6A2FE5074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B1538D4-05EF-A90C-4B86-AFCBEC50581F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147C967D-285D-6F85-3717-F85D00C3A8E8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73854498-7CF2-7ACD-3B4B-D612DDC4C0A3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CE08ED0-2C0B-DA7B-B3B6-610146CA40BF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EBD8D368-148D-7786-14C8-EB4282FD38CD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D872A006-F8E3-872D-7D88-203885961119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CAA770A2-3C41-B280-436E-77815371C24D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7FAC1AA-F149-4E8C-4320-8A15718ADDE5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D2637BD9-E868-EA65-6643-3296DA30E205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5270E8C-B0CA-B1F3-BADD-52C1AB0F55FF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4E25F7E-526E-CEEC-A97F-5D1DF75E7B77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9827F4C-FD7E-1DF1-0478-A6F0E805AEDD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2A60F069-0D0F-1B4B-3003-F16538A95403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1E07C3F-FD02-00A2-FDDD-A6EB929EB432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37DAA49-233B-454F-E317-1C3E061D3E28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4DC7C693-5C73-BB23-0985-FE38D4C1395F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6AE86C2-5B58-C06A-4BD2-B20210842A70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AD6C2EB-C80E-7AC3-17DD-3A22C2B5CA5C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51D1F994-960C-D164-D67E-A6BA0CBB0D50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A860B72-45A3-79B5-1930-618F2C2B4B79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0FF302B-5812-A0CB-4A0E-8BBC0E6CA8AA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044BBD11-9C5B-81E8-0E55-1A511D5C13BD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5931ACB-1D44-EF62-8A8A-90DBCE0683B6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B929680-E8E7-7A90-9E20-2805839431B3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890BDF4E-AE92-C3F3-C045-A962BD4ABE88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BD36FE0-046C-474D-882A-342BC62C609E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DF7D125-28E0-4690-C125-8189B980E640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E19D0DD7-1308-5EF6-6C4F-1C216B3161E7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CC1F27F-A898-1BF8-1171-D71D7C88C849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1AA962A-D91D-4245-743F-A6163DFAF6E5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00560ED1-168F-C20A-1C5D-89728BD63BCA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9DE1949-8867-5115-DE42-579BB5D06D24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AE78AC0-39AE-79AC-51EA-4C7FF9EEE28D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C65393CF-54C6-D561-2084-2B56CB627D0E}"/>
              </a:ext>
            </a:extLst>
          </p:cNvPr>
          <p:cNvSpPr/>
          <p:nvPr/>
        </p:nvSpPr>
        <p:spPr>
          <a:xfrm>
            <a:off x="4807805" y="9111684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9FFFFDAB-EF61-5BBF-487E-92B1EA0FE58C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1640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3F34-88AD-8EB3-7BAF-9996BEA0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210836-339D-71D1-2BA7-051ADB8FDE42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CE5997B-35EE-4B89-1430-A2A3CA2A5BAE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4853CF-EB0E-1A28-9D19-BC60C620C837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E7EB50-8CE2-262F-DF30-0043710EA541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29E6BC0-DA22-F746-CB95-702FA65AB01E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4F3A357-3BCE-055B-6142-52298BFD48C3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7B7F445-C507-9F90-5CF0-8906C1EBEF54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A421064-1DA9-C7B2-1BDF-AC5CC426A58A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061D9F-8B71-90FA-BCF9-38BE6CCA1E8D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B0F975-664B-D7CF-3911-677834DC1632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2A6F51-EFFA-84C1-8AC8-DE74F0595D6E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6510D04-0FB2-6217-4602-BB1E6FB4A50D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A3F9EC-55A8-F789-9E80-F0FEDDE58305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03A5FA-FE22-8623-1373-2622B649868B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9901100-83EA-268A-7E84-53911C3204CE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44B45D-2D35-5D0E-FA20-362EEC6F53F4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03FA14-31A8-7127-1FB4-506320253A3D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6118DD2-6BA3-3FB4-EF79-3BF3AE9574B4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F79EC8B-B5E2-9CAD-384D-5DB0C4FB1062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1BDABF-827E-781F-422B-EB07A0BE0B54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0AC676C-A8AA-8C7B-F629-34D31D818192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8D8120-25AF-0DA1-1622-EEB9EC18035F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9120B94-0524-983A-115F-1B6CE8B7B54E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F071561-E947-3409-6608-0ACB9841BD38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B25691-4572-AB1C-A3DB-AFB4C1ABA037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322B0A-8456-9E86-47D9-283E874F2C92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CA363AE-D062-8F65-B98E-3B29D7FABF8D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7F2E92-8A8B-3A77-E3CF-071D8BFCA20B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B30092-CCC2-27E0-49F8-45B026494DC5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46B73AC-256B-BD01-312B-B1DF67B02487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CE8F6014-AE8B-E1A7-3D05-40C010C63C26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57AAD556-4830-AA20-CB8D-D84E317805E4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05EB79D6-3E46-98C5-DEC5-DA1FCF482098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03D0F278-CE7A-CD31-52C8-1AD561E494F4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A3203BAA-3271-309A-D21A-14D8AF9F2875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5595F1F1-044E-E7F4-7D93-60E880741211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D07FFB73-E536-DC2D-B703-FBE927C16B1C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EC5D8D2-F91E-31C8-BFCB-86E5E6CB8488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9674B95-5A30-D695-E0E1-A73B36CCEE65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80F90CF-4228-7CB6-7357-E5E619A1BEB5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A81D4621-79B8-3CE0-213A-2542CD17DC0D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21D2E1E-B7DE-817A-CD9D-F64CA0DAD457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B5171AD-5499-D017-F1EB-10758F16BAAF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7C38E985-5E70-B7CF-262B-6F77A353183D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16EEFE9-1FD4-1336-0151-E8A6B2332686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5ADEF91-F3F6-718E-723F-61621D8E6F4F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67DA61AD-6688-80C8-C01F-4B0514208756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ADA5892-DA88-F573-38AE-EEC3A5EB0F8F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313F1C7-1B76-0F02-B122-81237F607622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66F11947-E03F-D71F-DD7B-6E0000834E17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21D265E-C307-0585-124E-23718128D786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6F45027-0BEE-5187-910A-13A245A6C8C6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8E5EB0C5-1FB7-684E-F545-BA817F8CF27B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F5FAED5-3139-D37C-C5C1-B6E4765E6E44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C08A780-DAC1-012D-5D3C-C21EDA232C05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CADEE164-B7A9-4832-76B1-2057DC7B06ED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4E3FC65-4565-7527-CD76-3F9D32D42D08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EF7D2B4-24E3-61E2-9BE8-517637CEFE6C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4D78E532-D118-1BFF-885A-A387A491D2CA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19D1A48-0F9C-87B7-BC6C-64646AB67BE2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6849D7E-54D4-F21B-2CEA-2DB0CAFC5333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FB9AB25-0541-2AA5-3CEA-BF3598E7998A}"/>
              </a:ext>
            </a:extLst>
          </p:cNvPr>
          <p:cNvSpPr/>
          <p:nvPr/>
        </p:nvSpPr>
        <p:spPr>
          <a:xfrm>
            <a:off x="709376" y="9869158"/>
            <a:ext cx="2271139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Look at these 5 nodes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The minimum of these 5 nodes will give you the minimum in the range (</a:t>
            </a:r>
            <a:r>
              <a:rPr lang="en-US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)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do we find these nodes?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235BABE-74B5-8A13-3D68-DEA2FC7AE145}"/>
              </a:ext>
            </a:extLst>
          </p:cNvPr>
          <p:cNvSpPr/>
          <p:nvPr/>
        </p:nvSpPr>
        <p:spPr>
          <a:xfrm>
            <a:off x="4807805" y="9111684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574CB96-1565-B42A-3252-5D44612C7CBE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29251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70B6-6F72-8199-B2ED-1C95037F9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7ED317-6957-AD50-2F84-E1ACF8763253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0E27DD-E192-A654-144C-A9FB316533A9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C1076E-586F-5EBA-F364-A832630ADF56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F34BDA-4DD4-14D1-BB2C-818DFDE49989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058AF97-2A7E-0E9F-D4A0-A3ECB0E8B937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ACADD2-8B90-D7CE-B72C-9AEC44D1FE58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5C05181-2CC0-FBAB-D3D5-01D6057A5248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6CCC40-31FC-6F0D-AC9A-36A6BD77C80E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BCBEE5-C033-594F-74CC-DE9DD2F81589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965BBF-2586-7CB4-8846-5606A71FF668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D79717-5449-826C-8EE3-E2AFB597F7CA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271B745-0D14-BBE7-DA8B-6BFC88610D18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390729-DFBF-BE96-12FA-B71B0849BD91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BC6C07-9088-2B95-B2AD-317F6550B00A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2D2EA46-3584-D1C0-D86B-2BA028C5B71B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3AE561-3747-CCA8-682D-6032F8864871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6160FD-AB3A-B1FE-1C55-AA7497F09293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25E6C6B8-4BB2-F9A6-1E30-8CF54AE2D0E4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1F4529-C570-C949-5C2A-C7D3684B816D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F2503D-D54A-79FE-D4C1-54ACB293664E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BBB211D-A198-D951-BFA9-31AF00F1A49C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771578-2914-6C17-124C-E5B76AB897D9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F889D49-5110-CEA8-4A07-A7037899BA0B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6A2B539-1D6E-3D12-2AA1-3C9E0DD62677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E284FE-6312-75F0-F8A1-89E777B5C9AF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FF460-C630-35B2-B99D-5D7F7AC2969B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82EBD43-B122-1085-ABCE-CD8EECFD19D5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ABEF44-D85C-FE19-8FE1-3A46E4C06D82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18AB99-20D5-0432-3D3D-04DE87514B9F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241760C-D5E2-61F5-E343-0895B4C00465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CE944E-0274-FC30-57B0-53CF012B45B3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7EB7D9FE-7040-E31C-9CF4-49D142D00FF2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C9C1C0BF-820A-C0F4-9417-1EE4E472E3A6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D48C1797-0D97-5DB6-DD7E-BECD11471E0D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07B9AD4E-6806-2F9C-F283-8B0B4509F192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2B5FBCA-529F-9617-F6F1-BBEB562F80C6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2F3D43C6-2BEE-544D-7301-AB9360EB573A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B0CE030-6FC3-E583-3ABF-5F0B0306E166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C680D2-DC24-C886-6FF3-AAA996B41DC0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CE597BE-C3DD-EE2F-6A5B-560315A34DB9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55113E2B-530A-6A3B-8D55-94E8EDBDA6FA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4AE11A7-63D8-AFF9-A6C8-26C3D3D9014F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9A7DF8F-29AF-AE4F-D3E6-AE6FAAD3A5FC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51EAD656-D8E1-428B-72D2-C4AA0A344004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0F0CC92-9DAD-2334-A6A5-65F86D5B9768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3A666ED-357B-AB3F-4B61-17B6A9921807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A6BC4F0A-113D-A3DE-9E95-17402FF3A905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608D5C9-DB60-1234-B243-E9E96EE53CEC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BD09DBC-8BB3-EEE5-E0C1-CABF6703BA64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C6D3BD53-F167-00C5-798B-68BF31B150C5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6E24B98-0BEA-A31E-4073-A2568068FCB5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7460665-B8DD-45DD-0D3A-64291C1AF1EC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D5ADCDF6-4562-E381-B0FE-E22360DFC599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3F815AC-F7DE-22A7-410B-4733C2F9BC55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EB2BCA6-3471-F785-E0E8-584C26D0EB4C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9ECB711E-3A80-CD40-4956-8DEEE6D19C9A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412D81B-1446-F04F-C347-FDCF483BB9DE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8811567-19A2-E260-F517-E0E4B353E03A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F36FDAB1-BA69-5C83-2EFB-81E54DB5B621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A1E54C0-897D-4961-B93E-B2AF317197C0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6AFCF75-7AF3-EFCB-9C31-6EA69376AC22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B965252-6D1B-226A-EC20-979C8BB2499D}"/>
              </a:ext>
            </a:extLst>
          </p:cNvPr>
          <p:cNvSpPr/>
          <p:nvPr/>
        </p:nvSpPr>
        <p:spPr>
          <a:xfrm>
            <a:off x="4807805" y="9111684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5452FA3-7CFC-85B9-685A-B4859D845B67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7373A29-D02C-978B-F3B2-2D3A7D1D0D56}"/>
              </a:ext>
            </a:extLst>
          </p:cNvPr>
          <p:cNvSpPr/>
          <p:nvPr/>
        </p:nvSpPr>
        <p:spPr>
          <a:xfrm>
            <a:off x="708226" y="11210016"/>
            <a:ext cx="22711396" cy="93075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Initially Ans = min{A[u],A[v]}</a:t>
            </a:r>
          </a:p>
        </p:txBody>
      </p:sp>
    </p:spTree>
    <p:extLst>
      <p:ext uri="{BB962C8B-B14F-4D97-AF65-F5344CB8AC3E}">
        <p14:creationId xmlns:p14="http://schemas.microsoft.com/office/powerpoint/2010/main" val="127358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05051-CF88-1C09-C08D-CE25CF598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E14C319-FF7D-E4D9-9533-56C7D164F7CC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D479277-3BC7-25DC-11A5-E794BB2409BE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A8C989E-EA4B-F062-D527-2EEF6604CB72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A2EAE2-89F0-7725-C4F9-716D1D78C463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BCEF9E-9057-2780-8B3B-2A43844D65DB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D160F6-71DE-99E6-223B-71A200311618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D5C2F3-CE86-58D7-778F-489BDA193B67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84F96B-0A10-8377-5725-9235511458E4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E8B39C-922D-02B7-2CA3-87AD8DC51A5B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DC2B3D4-742C-590F-1A88-CCAE9954A0A6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A8255C-CF61-EA68-48D2-EA5872889912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D88CA95-6629-3B98-CBCC-8F649F724F4D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6B203C-7E07-B8ED-5DD8-4C80E1137DEC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F8EA84-413F-7685-30C1-D09F379B0A8E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6425356-1752-4AA1-D319-125C4082DB43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3C52BA-1A51-FD29-7220-7CD74CEAD2A5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48230E-D5FC-4763-62E4-3C3C859CB4CC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588F947-5BD3-B4D4-A735-CC412BEEF227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02AB23-7DAC-AFAE-1CDF-7737ED3E0E35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72083D-1190-6E74-0C3A-48F21C205255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1FA4167-CFBB-931A-7B61-4C8015738889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C0526F-7F81-2171-E1CE-B40BEF79FF4D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22611F-054D-7B3B-68F6-9198CA032A18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6D174A6-3CA1-82C2-FF63-E17A6D7C53C2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8AEE04F-607B-F9A4-49D8-0CFE59031862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983527-AB60-2398-C172-07A4A9F0A710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8B18CB7A-8687-2638-BEAB-BBAFF19B23AC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ECFC60-93B1-004C-E4D1-710D80078E48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7937E6-37CC-4F55-DE36-79C37A0C677E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AC782D33-962E-3E3E-F6B9-383EB40ACF4F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88ED575E-BA4C-C0E9-2103-9F3EB4EC96B7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73526490-3719-DEBC-45E2-958BEEE9682E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0AF61B6D-1E75-D6FB-CF62-0768A0A0C9C9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25E5EC70-F1B4-BDD0-484C-CE2901A734E6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E730ECB7-72A7-09D8-6E1F-EE40A90ADC61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7261B0FE-876B-CE94-CDCB-A6A2536C97F7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BF0D467F-2673-8AAC-7466-684897FD7223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9C366E0C-9E55-8F13-F3E4-3E7530C5E5B8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6ABEEBD-BE96-5DC3-D757-91D069727F67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31355FD-C7C9-B306-7091-2FE18B842A76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B78BE3AC-18B5-5653-E403-FD4A11C67845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47308FB-FC83-0426-24B1-3AD31F1CA9ED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74B0570-45F9-0BAD-28AF-17D7527E7D4E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91330F58-1C1F-64E9-FBC6-A05AAD2B0E74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5DDD34A-EB48-A189-CB4E-E1D446FFAF0D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E64ED53-58E4-FB0C-C1CC-E8CD105D5334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329FEFF5-F1E3-14A0-203D-2371699E56B2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6B5DEAB-B6BD-CD13-9993-F355FA0AE050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22767C1-C193-5EA9-7DAD-C8E1E7BBBC83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DF6D904E-BDB5-6DA7-8CF0-08B9A6129975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A24049A-AE86-DA42-824E-39878FB111C7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B7AA1EC-B6AF-1292-EF60-4CE65BA81AE6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A304539F-335A-2B37-6674-C15B4261E592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F3BBB9C-1392-4ACC-7F3D-CAA4C9EED763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61AEC91-3672-B3A8-F223-C515FD311DAB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9869CB74-4DAE-E03E-E842-C78FBD198083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754E115-61F0-1D05-4962-47575EF30FFD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4FDA658-038D-0E75-468B-87537614633D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00F3FAD1-F289-F26B-E866-114914172374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3A110F6-F0C6-72CF-CE55-8524EBD1FC26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4EC41EF0-678F-C4BB-9C0F-E235D37401EB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ECBE808-4DB3-E084-CDCF-96BD7A57A4B1}"/>
              </a:ext>
            </a:extLst>
          </p:cNvPr>
          <p:cNvSpPr/>
          <p:nvPr/>
        </p:nvSpPr>
        <p:spPr>
          <a:xfrm>
            <a:off x="4743790" y="921588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C107AFC-C98B-9157-565B-C465F38BED6E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94DA815-B8CC-DC48-BA66-6CE91941EA0E}"/>
              </a:ext>
            </a:extLst>
          </p:cNvPr>
          <p:cNvSpPr/>
          <p:nvPr/>
        </p:nvSpPr>
        <p:spPr>
          <a:xfrm>
            <a:off x="708226" y="10392772"/>
            <a:ext cx="22711396" cy="256524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Find the parent of u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Should we use the value at this node to update our minimum?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No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717D233-1412-8AD4-5191-E06AAA9BFF33}"/>
              </a:ext>
            </a:extLst>
          </p:cNvPr>
          <p:cNvSpPr/>
          <p:nvPr/>
        </p:nvSpPr>
        <p:spPr>
          <a:xfrm>
            <a:off x="3461573" y="5089336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13501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58E1-239C-268E-540B-E41AB128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E77E20A-7207-6102-EBC8-886914B6EB3D}"/>
              </a:ext>
            </a:extLst>
          </p:cNvPr>
          <p:cNvSpPr/>
          <p:nvPr/>
        </p:nvSpPr>
        <p:spPr>
          <a:xfrm>
            <a:off x="708226" y="10120358"/>
            <a:ext cx="22711396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bg1">
                  <a:lumMod val="95000"/>
                </a:schemeClr>
              </a:solidFill>
              <a:latin typeface="Bradley Hand" pitchFamily="2" charset="77"/>
            </a:endParaRP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bg1">
                  <a:lumMod val="95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00B25C7-F6D7-5E33-3006-BFD666B9E46F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129697C-0B1C-8953-7D47-6128586AD6DC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ED1E08E-0875-FC53-E37D-435A20F15321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1EBE715-3EE6-359E-6461-91D3AFF5E3C6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E990253-EC38-D230-E3F9-B3596D540636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83AA38F-05EC-5698-88E8-1E26279B5ABE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51D6270-C420-C0A8-1276-9C1FFE469BD6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24BFBBF-B5BA-D2D7-DF44-0513E34E4734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0B189AF-56E4-3000-D258-05FE9DE11175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E05A364-1DC6-E8BF-79D1-7DECD2853FF1}"/>
              </a:ext>
            </a:extLst>
          </p:cNvPr>
          <p:cNvCxnSpPr>
            <a:cxnSpLocks/>
            <a:stCxn id="42" idx="4"/>
            <a:endCxn id="31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C6723C6-31A3-0CFD-8E37-E6BCEF68272C}"/>
              </a:ext>
            </a:extLst>
          </p:cNvPr>
          <p:cNvCxnSpPr>
            <a:cxnSpLocks/>
            <a:stCxn id="42" idx="4"/>
            <a:endCxn id="3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BCDF15C-4450-79CF-CA5A-08E86FCD55DD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16C0E6-1F23-9D5F-B611-ADF5CE3E2F3E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B1DAEED-CC29-F60D-C0B3-16921FFFC701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1C25B95B-A2F1-3EC3-786D-046CEFD96FAA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F75B868-D11E-6652-2E5D-3C5CED1EF188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31C1A93-4E57-7DDE-011A-6AACC150A5A5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14DED915-FC32-0927-CA7C-0DEB33BE90A1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A8A934F-6226-7C9D-7234-0B82816BA9DC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B426211-5A63-6317-BDF5-8ABC3D148778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2FAC017-643A-A709-1184-60314A938DD3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2AF192A-EF01-B546-2DEC-8CA66A04D9A7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11D57A-5E33-44C6-4D47-235A364EEAD1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4165E9A-1E81-5FAD-5899-6DC97123FE50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B5DF1EA-1F23-017C-D28A-1176FEB2EDFF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132824E-DB40-1278-4EB8-6915478B2DB5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368086D0-A277-2131-81CF-EF08F9C777ED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BAB02BE-F89E-5567-E2D2-81018C19218E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684F582-92FA-7245-34AA-0D61CEE49D1F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23425E1-9BD4-ABC5-EDAC-468A70976526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57069B84-4E6B-F9A5-91DD-578431309521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279F8EF-98D1-922D-096F-9548B1E7E313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73CCD4EF-7227-81B1-4E95-0AB3C8ACF631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DEC2B7A-0427-03AD-6F2B-51906572A705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1A7D8255-E1BF-841E-3667-3C09A6F363EA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9015ED7-D21B-8CD3-F81E-21FA35CFFEE0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F26F1774-95AB-7D1C-22DF-121FE70AAD71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AB7673C-1895-B519-B18D-2EE8F70FB0BF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9A76010-620D-A5D4-7B2F-02E9EF438B98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C33C27C-6619-2BB5-635D-64542E0A94C4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9C3C3219-79ED-2522-3291-5560892DEE57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DCB604A-F0C9-2F77-8932-E64D26B36F84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736C7C9-6CD9-CE95-FF22-84B4B14B0C8F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33D30DC1-1A04-E6BA-4A85-33520DFFB67A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A06CBA9-C25D-BE9F-FAEB-0CDD581468A9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4DEA9BC-252D-B6E0-77FE-9CAADCDB8B3C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5FEC5BA6-8972-95E9-6458-A7C53F853B09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F9C44B7-FE56-A6FF-B646-E26C24552B25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F0BD43C-586D-3ED5-D3E8-D6948A9B76E6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F90A919F-913E-FFC1-768D-3B501B61D60C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98A2962-B124-269C-190B-32150B43820A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D913359-7D4F-76A1-89C3-AACF422ED7F9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BB4E5C77-1AFB-AA51-15F6-0BEEFEF5D05F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296A797-97C0-65BD-46F6-7DE4628D3A7D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48FE6D4-F798-A7C8-7A5E-B7070817A022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C58F7109-C544-F9D5-B71B-34C471A46D22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BF937CF-96E6-3C30-5868-461C34B1E71E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4465CD7-1D79-F76F-AE3E-6737A93821F2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28CEAB9-69A5-A3CD-990F-21BF39D2651F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44EFC06-3A3E-E98F-8EC4-11AF2DA74567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CF11945-EF7F-3DE5-8636-AB8D245A384C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B12F6AFC-F21B-D462-852F-7327817B822D}"/>
              </a:ext>
            </a:extLst>
          </p:cNvPr>
          <p:cNvSpPr/>
          <p:nvPr/>
        </p:nvSpPr>
        <p:spPr>
          <a:xfrm>
            <a:off x="4743790" y="921588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B68B214F-B90A-3836-87D8-3B94FDD59071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0B3F847C-E12F-65DC-53AD-EA8BEB96ED8C}"/>
              </a:ext>
            </a:extLst>
          </p:cNvPr>
          <p:cNvSpPr/>
          <p:nvPr/>
        </p:nvSpPr>
        <p:spPr>
          <a:xfrm>
            <a:off x="3461573" y="5089336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70402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82CB-DE06-1EF7-D8A0-5A5F0B2D4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7B2C871-0964-73D2-BA2A-740DD1F72A0D}"/>
              </a:ext>
            </a:extLst>
          </p:cNvPr>
          <p:cNvSpPr/>
          <p:nvPr/>
        </p:nvSpPr>
        <p:spPr>
          <a:xfrm>
            <a:off x="708226" y="10120358"/>
            <a:ext cx="22711396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bg1">
                  <a:lumMod val="95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54C9211-961B-CC5B-C49E-BDDE3D4F4EE2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F9E39D2-B9A9-5311-EF5E-5C37B549070D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2DA0488-6C15-4C3C-6617-44A5F4BC93ED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BBF2BFA-9B81-F147-CC33-B6E43BB99B18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8AF92E6-385A-8C34-B8B0-CD9086CDDE11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E4CE79B-C6EB-F97D-56F4-EB0004D92F74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374821D-DCD0-09EF-CE2F-8E45EFADD9CC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792A498-E799-12C9-AF1F-8B552C58F5C4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0015DCC-E5D1-B8FB-985D-0A28737844A8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54FA45E-2943-D393-4913-B5FE45B7F356}"/>
              </a:ext>
            </a:extLst>
          </p:cNvPr>
          <p:cNvCxnSpPr>
            <a:cxnSpLocks/>
            <a:stCxn id="42" idx="4"/>
            <a:endCxn id="31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2CFDE04-8975-941E-BBAE-80688FB2D6F0}"/>
              </a:ext>
            </a:extLst>
          </p:cNvPr>
          <p:cNvCxnSpPr>
            <a:cxnSpLocks/>
            <a:stCxn id="42" idx="4"/>
            <a:endCxn id="3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7CB775A-C297-CCBA-8EC1-719601364EE6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F5BC94F-9835-A0AB-6770-88FCE6BFE30F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CBE9107-04CD-EC50-51B4-CADAD8C4DA60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480D3E3-FE5B-1408-0436-6106B3392BD0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8CC0D3-3B03-8DD3-3315-D51F600A2777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A98D78F-F639-496B-04AE-645A6140CFEE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807B844-E5A9-7C33-A26D-2A1D3C845C57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1E44792-2B1D-B4D0-CD67-44291365DF49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CD9A321-100E-1D44-DB3A-508DCA379280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F64F62D6-AC61-89E4-3CCB-FE2E890377D8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3872461-6EF9-9CE3-B755-B02B25B4DBEE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D0264FF-40F7-BF0E-E01A-DDB8C4054479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730F60B4-036C-2757-7CCC-76E43E44C34B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A92AF50-ACA0-6BE2-D232-B0BE2110A1BA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212EE63-2650-093A-CC21-89A12CC35845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59879EC1-6D24-E12C-048D-D18462AC83C3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8BDAAA1-5DF9-ECF4-BB9B-A20D11E01C17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9537593-9DDE-2AB4-E833-3D6972298FEE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10F5EAD-EAFF-D7DB-4ED4-C406F958ABCB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524FCE5-3920-928D-581B-D966241D7F9E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E08B501F-8EA8-49F1-164B-DFD013BF2EA8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8FD416D-B44D-7E97-7DB3-5C174131058B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789CAF3-C06C-8C36-B02C-7D221AAA0ABF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EE729FB4-914F-7FFC-7ACB-A64E2740D22D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004C5FB1-C716-C1F7-FE30-2FA36474AAA6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D99E59BC-34BD-32EB-C394-31DDE5E22BAE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772437B4-82A8-A851-EE92-22DA074E23A1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EF41F14-08C2-2593-4CB1-6BFE9DEBB278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5F2B61A-15C7-44A0-571C-FDDD0D66B91C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241B5CA4-7437-8AF2-0192-EFADE6144A26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BBEC11B-6CD0-72EE-C426-5838EC3018E0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0161126-C0E7-84D7-81DC-54AB14A1663A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3A9548BC-6EFB-2C17-E612-3534FCA555AD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D1C3CDD-CAAC-B426-E91D-106EF97997EF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312AEC3-82B9-ABAD-B92E-F990CD8CC640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CA1F3EC4-33BE-0494-5629-04FA3E5E1F85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F86EE23-7C74-B2C8-9623-B352FA2F4F01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F34BBC8-47FD-847B-0E02-89C3A2F093E4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3C254844-143D-385F-F2A6-13C6A2296FAB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C5B2BB1-1D21-CA4A-511C-14B91608B020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CF5BC9C-7E8E-1C61-AA1F-5A1C55E167B0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FF01266B-4F66-6AC0-FFE2-76725157F093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FE615F3-18B2-2EE9-0631-0B640F9EDF67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FF405C9-1896-30FB-C1B3-8087F9F4C27F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3A09410D-0B41-8869-89E2-6E3FC9DA3B16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FECCAE8-6B84-3177-1648-AAFE3B9E33FB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9896C2F-8215-4BA6-907E-DC8FC39F412F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F9B06DB6-1676-D802-052E-09379C34E0E8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3F71DB1-97D5-876E-C2DD-A793F14137F0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08668DD-7107-816D-CEAE-1C1D48EB2F0A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B7DC302F-C3CF-32D4-D1DA-21F760283111}"/>
              </a:ext>
            </a:extLst>
          </p:cNvPr>
          <p:cNvSpPr/>
          <p:nvPr/>
        </p:nvSpPr>
        <p:spPr>
          <a:xfrm>
            <a:off x="4743790" y="921588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9CE144C5-AE18-C4C6-75CA-A0E257FC8F92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677F6E8C-59B6-58FF-8DC6-49B3D4FB0045}"/>
              </a:ext>
            </a:extLst>
          </p:cNvPr>
          <p:cNvSpPr/>
          <p:nvPr/>
        </p:nvSpPr>
        <p:spPr>
          <a:xfrm>
            <a:off x="3461573" y="5089336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849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6D0E9-A913-59EF-CF06-7BB7097B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5CC6945-3105-8A88-4BE2-A916113F2F37}"/>
              </a:ext>
            </a:extLst>
          </p:cNvPr>
          <p:cNvSpPr/>
          <p:nvPr/>
        </p:nvSpPr>
        <p:spPr>
          <a:xfrm>
            <a:off x="708226" y="10120358"/>
            <a:ext cx="22711396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should we do for v?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C42C6B23-5DCE-C063-B816-32C5768EC65C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ED818BA2-B5FA-525D-96D0-17A70BD38C8A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C40F952B-62E9-B048-13EA-B28E26B9B45E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C62F83A5-D569-F32B-8E8F-F59518F823DB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8CE5B8A3-FC4A-A9E3-6BCC-6D5A5FCC5CA3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09FF9491-AF39-1F06-BED4-EA258D14BB92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C6872EE5-3B39-E5B3-D7B8-9E50B29BBACD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67CD7652-AF72-04C1-CC26-A8FFA2A71ECF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08C8C4E0-400A-963F-1111-2C1581B6EBBA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C1A3FDF-4C59-EB2D-89FB-DACDAF426B64}"/>
              </a:ext>
            </a:extLst>
          </p:cNvPr>
          <p:cNvCxnSpPr>
            <a:cxnSpLocks/>
            <a:stCxn id="138" idx="4"/>
            <a:endCxn id="127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E854EDE-B5A0-360B-874A-614E8CC950CA}"/>
              </a:ext>
            </a:extLst>
          </p:cNvPr>
          <p:cNvCxnSpPr>
            <a:cxnSpLocks/>
            <a:stCxn id="138" idx="4"/>
            <a:endCxn id="128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15D59E63-BF38-3018-CD6C-6A7651B87CBC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E69DF63-1275-699C-9CCF-EEDAB5BB178E}"/>
              </a:ext>
            </a:extLst>
          </p:cNvPr>
          <p:cNvCxnSpPr>
            <a:cxnSpLocks/>
            <a:stCxn id="141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2E02C5B-026D-E1EA-F93C-B721E1764663}"/>
              </a:ext>
            </a:extLst>
          </p:cNvPr>
          <p:cNvCxnSpPr>
            <a:cxnSpLocks/>
            <a:stCxn id="141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1E700FE1-484E-87B3-FA6F-BBD0CC450989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CE344F1-79A4-0A9C-8FC2-FFD4B05F0154}"/>
              </a:ext>
            </a:extLst>
          </p:cNvPr>
          <p:cNvCxnSpPr>
            <a:cxnSpLocks/>
            <a:stCxn id="144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6CA65B4-18EA-740A-FEB8-FDFC42671046}"/>
              </a:ext>
            </a:extLst>
          </p:cNvPr>
          <p:cNvCxnSpPr>
            <a:cxnSpLocks/>
            <a:stCxn id="144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BE0E8086-67D5-34DA-B0D0-F3408542225E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9C847369-22A2-21E3-CD6D-43E13F205CF2}"/>
              </a:ext>
            </a:extLst>
          </p:cNvPr>
          <p:cNvCxnSpPr>
            <a:cxnSpLocks/>
            <a:stCxn id="147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46B23D9-2577-3EA5-F402-8D481E743BF7}"/>
              </a:ext>
            </a:extLst>
          </p:cNvPr>
          <p:cNvCxnSpPr>
            <a:cxnSpLocks/>
            <a:stCxn id="147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2341EF6F-A7B2-B58B-64E8-F334A9F58DAD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22D89F6-157C-51F0-8E64-05D64541ED4B}"/>
              </a:ext>
            </a:extLst>
          </p:cNvPr>
          <p:cNvCxnSpPr>
            <a:cxnSpLocks/>
            <a:stCxn id="150" idx="4"/>
            <a:endCxn id="138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9275168-E541-299D-E43D-298A7560DAF0}"/>
              </a:ext>
            </a:extLst>
          </p:cNvPr>
          <p:cNvCxnSpPr>
            <a:cxnSpLocks/>
            <a:stCxn id="150" idx="4"/>
            <a:endCxn id="141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3" name="Oval 152">
            <a:extLst>
              <a:ext uri="{FF2B5EF4-FFF2-40B4-BE49-F238E27FC236}">
                <a16:creationId xmlns:a16="http://schemas.microsoft.com/office/drawing/2014/main" id="{7351A04B-12CA-17AC-DFE9-480DDCC9D75C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965C4901-258F-F0C5-461C-84CC0616904E}"/>
              </a:ext>
            </a:extLst>
          </p:cNvPr>
          <p:cNvCxnSpPr>
            <a:cxnSpLocks/>
            <a:stCxn id="153" idx="4"/>
            <a:endCxn id="144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9F7F1C7-0FAB-44C2-D267-9F7B46B884FD}"/>
              </a:ext>
            </a:extLst>
          </p:cNvPr>
          <p:cNvCxnSpPr>
            <a:cxnSpLocks/>
            <a:stCxn id="153" idx="4"/>
            <a:endCxn id="147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A891DB77-837C-BA2D-485C-0C2438361CC9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BA7FA434-B0AC-B547-0B38-363C0C865993}"/>
              </a:ext>
            </a:extLst>
          </p:cNvPr>
          <p:cNvCxnSpPr>
            <a:cxnSpLocks/>
            <a:stCxn id="156" idx="4"/>
            <a:endCxn id="150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2B525876-E9CE-2723-ED05-991F718CA0BD}"/>
              </a:ext>
            </a:extLst>
          </p:cNvPr>
          <p:cNvCxnSpPr>
            <a:cxnSpLocks/>
            <a:stCxn id="156" idx="4"/>
            <a:endCxn id="153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83102ECA-BE41-CE74-C621-772A6B56E93E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F957F60D-3AA4-E32A-FA37-41CF0DCB4452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AE426299-7CA4-7284-B057-BEB7DBEA00E3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9714CA0F-A803-EA03-F04F-BA6147AB90B0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DCA2FE57-4425-3018-3795-E1C9243EB617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5FC18C0F-6F07-A774-1352-9FC230869596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D8405C37-D331-612D-D967-C234163170C5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8734DB31-EAB5-A75B-DFC3-8F052DFECD15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47FE7D8-EADD-AA07-2F9C-F853C2C921E3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F0F80FE-130B-4686-CD18-14FF8CC2196A}"/>
              </a:ext>
            </a:extLst>
          </p:cNvPr>
          <p:cNvCxnSpPr>
            <a:cxnSpLocks/>
            <a:stCxn id="167" idx="4"/>
            <a:endCxn id="159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8B57334A-F00C-2D83-039E-0D465DEFA952}"/>
              </a:ext>
            </a:extLst>
          </p:cNvPr>
          <p:cNvCxnSpPr>
            <a:cxnSpLocks/>
            <a:stCxn id="167" idx="4"/>
            <a:endCxn id="160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9661E4C3-C505-40E1-907A-EA20A70DE471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2A3AB17-79A3-59E4-AAD4-938FA8904B59}"/>
              </a:ext>
            </a:extLst>
          </p:cNvPr>
          <p:cNvCxnSpPr>
            <a:cxnSpLocks/>
            <a:stCxn id="170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C88E2FCA-DDE6-82FE-CB60-E85A2FA523D7}"/>
              </a:ext>
            </a:extLst>
          </p:cNvPr>
          <p:cNvCxnSpPr>
            <a:cxnSpLocks/>
            <a:stCxn id="170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3" name="Oval 172">
            <a:extLst>
              <a:ext uri="{FF2B5EF4-FFF2-40B4-BE49-F238E27FC236}">
                <a16:creationId xmlns:a16="http://schemas.microsoft.com/office/drawing/2014/main" id="{2C1B2212-8582-270E-3B6F-B56085383068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2C116FA2-F89D-7A8C-9049-20E97F0D9E8A}"/>
              </a:ext>
            </a:extLst>
          </p:cNvPr>
          <p:cNvCxnSpPr>
            <a:cxnSpLocks/>
            <a:stCxn id="173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5D1C842-297D-38AF-6B39-7CA0F2588802}"/>
              </a:ext>
            </a:extLst>
          </p:cNvPr>
          <p:cNvCxnSpPr>
            <a:cxnSpLocks/>
            <a:stCxn id="173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6" name="Oval 175">
            <a:extLst>
              <a:ext uri="{FF2B5EF4-FFF2-40B4-BE49-F238E27FC236}">
                <a16:creationId xmlns:a16="http://schemas.microsoft.com/office/drawing/2014/main" id="{4B4A6C8B-1D92-02F4-9FAF-07990E78135E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214C4DD7-13A9-627A-2AB1-12294A44F545}"/>
              </a:ext>
            </a:extLst>
          </p:cNvPr>
          <p:cNvCxnSpPr>
            <a:cxnSpLocks/>
            <a:stCxn id="176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220059EF-508D-8C39-56EB-46DDEBA13D96}"/>
              </a:ext>
            </a:extLst>
          </p:cNvPr>
          <p:cNvCxnSpPr>
            <a:cxnSpLocks/>
            <a:stCxn id="176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9" name="Oval 178">
            <a:extLst>
              <a:ext uri="{FF2B5EF4-FFF2-40B4-BE49-F238E27FC236}">
                <a16:creationId xmlns:a16="http://schemas.microsoft.com/office/drawing/2014/main" id="{C78E4756-7759-6781-9ED5-2199D3C950F7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DDE14BD-5C1F-0BF4-272E-A40E8594063D}"/>
              </a:ext>
            </a:extLst>
          </p:cNvPr>
          <p:cNvCxnSpPr>
            <a:cxnSpLocks/>
            <a:stCxn id="179" idx="4"/>
            <a:endCxn id="167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CFF8D888-B653-D59F-1089-F19ACEFD98A6}"/>
              </a:ext>
            </a:extLst>
          </p:cNvPr>
          <p:cNvCxnSpPr>
            <a:cxnSpLocks/>
            <a:stCxn id="179" idx="4"/>
            <a:endCxn id="170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E4BC734E-06AB-4099-1142-0920C2E68FD6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A422EFF4-0224-0E09-C3F1-C7515FEB0A3F}"/>
              </a:ext>
            </a:extLst>
          </p:cNvPr>
          <p:cNvCxnSpPr>
            <a:cxnSpLocks/>
            <a:stCxn id="182" idx="4"/>
            <a:endCxn id="173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51F42EA-D3A1-C75E-133C-DE105782BAF6}"/>
              </a:ext>
            </a:extLst>
          </p:cNvPr>
          <p:cNvCxnSpPr>
            <a:cxnSpLocks/>
            <a:stCxn id="182" idx="4"/>
            <a:endCxn id="176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5" name="Oval 184">
            <a:extLst>
              <a:ext uri="{FF2B5EF4-FFF2-40B4-BE49-F238E27FC236}">
                <a16:creationId xmlns:a16="http://schemas.microsoft.com/office/drawing/2014/main" id="{869D0094-81FA-68FB-5667-83AC83E37D4B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07938C7C-79F5-1C63-7AEE-595B0D769F86}"/>
              </a:ext>
            </a:extLst>
          </p:cNvPr>
          <p:cNvCxnSpPr>
            <a:cxnSpLocks/>
            <a:stCxn id="185" idx="4"/>
            <a:endCxn id="179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9CA807A9-D248-777E-B5BA-80122B03C8F5}"/>
              </a:ext>
            </a:extLst>
          </p:cNvPr>
          <p:cNvCxnSpPr>
            <a:cxnSpLocks/>
            <a:stCxn id="185" idx="4"/>
            <a:endCxn id="182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8" name="Oval 187">
            <a:extLst>
              <a:ext uri="{FF2B5EF4-FFF2-40B4-BE49-F238E27FC236}">
                <a16:creationId xmlns:a16="http://schemas.microsoft.com/office/drawing/2014/main" id="{DEB7DA79-4689-85C0-AC52-92C601B22CD8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44D65E44-0E07-1FEC-03BB-587EAFA60B3D}"/>
              </a:ext>
            </a:extLst>
          </p:cNvPr>
          <p:cNvCxnSpPr>
            <a:cxnSpLocks/>
            <a:stCxn id="188" idx="4"/>
            <a:endCxn id="156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FF5594E-A695-E123-F2FD-9156D26EE712}"/>
              </a:ext>
            </a:extLst>
          </p:cNvPr>
          <p:cNvCxnSpPr>
            <a:cxnSpLocks/>
            <a:stCxn id="188" idx="4"/>
            <a:endCxn id="185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AC401859-6D86-FE26-AC1D-D5CC3998F809}"/>
              </a:ext>
            </a:extLst>
          </p:cNvPr>
          <p:cNvSpPr/>
          <p:nvPr/>
        </p:nvSpPr>
        <p:spPr>
          <a:xfrm>
            <a:off x="4743790" y="921588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8E2488B0-780B-9D11-AF2F-1589659B3932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D70A9C68-410C-581C-D0E2-3DEC57BB25AF}"/>
              </a:ext>
            </a:extLst>
          </p:cNvPr>
          <p:cNvSpPr/>
          <p:nvPr/>
        </p:nvSpPr>
        <p:spPr>
          <a:xfrm>
            <a:off x="3461573" y="5089336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B937B8BD-0BDC-0DF1-1A03-C6039EC44112}"/>
              </a:ext>
            </a:extLst>
          </p:cNvPr>
          <p:cNvSpPr/>
          <p:nvPr/>
        </p:nvSpPr>
        <p:spPr>
          <a:xfrm>
            <a:off x="18441177" y="5277225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62627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2FBE-8B78-C721-1C83-0134EFBE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AF75320-2AF7-B113-E90D-FFC61356B456}"/>
              </a:ext>
            </a:extLst>
          </p:cNvPr>
          <p:cNvSpPr/>
          <p:nvPr/>
        </p:nvSpPr>
        <p:spPr>
          <a:xfrm>
            <a:off x="708226" y="10869500"/>
            <a:ext cx="22711396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Use the value stored in the sibling of v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Ans = min {8, 14, 10}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C63D772-A079-4113-72E7-3E16A61CEA3D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C05C2F4-8593-BB28-CC34-082BCD7D7299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29638FF-D1D4-1A00-E2BA-32E2793F0148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B83AC7E-CA54-C3E4-99D5-A5A3646F0060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707B856-E86C-5D43-D2C6-18BCAE1E0F03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D2CE910-8835-FE1F-2759-99E3480FDE31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D230394-2328-AF11-B402-FEFF178B0B5C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8950523-7491-66FC-AF0D-6CE102EE324B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49EDCA7-E378-E559-398A-DB6959214231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335563-13E4-F475-1DD6-488464D284FB}"/>
              </a:ext>
            </a:extLst>
          </p:cNvPr>
          <p:cNvCxnSpPr>
            <a:cxnSpLocks/>
            <a:stCxn id="42" idx="4"/>
            <a:endCxn id="31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D986FE5-832F-93AA-135A-ADA39DF250F6}"/>
              </a:ext>
            </a:extLst>
          </p:cNvPr>
          <p:cNvCxnSpPr>
            <a:cxnSpLocks/>
            <a:stCxn id="42" idx="4"/>
            <a:endCxn id="3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0D810B2-BC34-C342-5C8F-82BFAB73C971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06CD7D1-99A6-D0B5-2553-83733D29F3D2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3F665F-B36B-DFDD-0F2E-AB8EE3853178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76B01E3-D2A2-89FF-C8E7-117FDE131919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E0E554D-FBA2-AFA6-DEB1-062530479069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09DFB0E-4C94-52EE-F1B3-565D047CF29F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7A2EDEF-4B3E-C1A5-3A17-D9A0DDDC9F11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635522C-2021-4F1D-B39E-6AEEE3B1F3E1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B9D53D-3F69-AB55-748E-C18578352544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FB64F198-D0F9-770B-3585-2B82778EF465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0558806-DEFF-D582-C161-6600DF6F0901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BC42DDD-496E-0767-37EB-DA72822240F2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558520F9-CF9C-BEC1-421C-B6EF17A0BE3C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78515B1-2BCA-4768-5EB8-7F4EB027CC77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3CF1C27-497B-CD7C-ADC5-B51541DFC053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86C841E-12A6-3C0E-9EF1-F74A2707D10A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4693ECB-6ACA-F263-E0A6-8E075083D743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C505838-DACB-4803-5D0E-B516C4EE09B0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B68B034-34A4-EFC8-B870-17C0D216DFFC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0F2489A-98A0-0760-D603-2F43FFF1653C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F7B63D79-6E8B-D131-7C04-AEB927655779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00DC93F-0C00-40D6-3B44-3EF6AD1CEDF9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C6F1591-5AD4-E804-76DD-370E4B1C4004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F59A6FDC-8B9E-AFD6-DD5A-EE661A752E48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817A2219-A960-2D08-2AF9-7AAB909302A5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2933424-7FE4-45A8-BDA4-76EF2C9695D5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B9AED7C-678B-1B90-E0B6-E9C7C24C5A12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F255B41-54AD-A53A-E468-9C9716420AD4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3070D4F-6BEF-4CA6-3020-9B26E7A2CECC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56C725D6-2F4A-C8C2-9B00-F08E66A231CE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C0572F-080F-BBCA-CB6B-72A36578CD1F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6EC12FA-0CD0-7009-FF91-82E03B31E2E1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DCC4D64F-F8C0-14DC-5617-BB1D18C03696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FC9A1C3-EAA2-479B-4270-695FBA9E8D2F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708F908-03AA-83F2-4A14-E01A5F8A3ECA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4F3BDA48-4156-87BD-294C-8206B9FE876B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E28DBDD-4D9A-0506-93DD-7E0CDF3C00EA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BBFE67C-B092-CF3B-836F-DFF7AB839F3C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843DF367-5518-706D-E36D-FE533EF9167F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094DE18-A34B-72BD-9291-429C6F6D7200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6834B89-FA63-2C82-283E-A2BC44FFFA17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D9C39D78-9C40-F813-5086-61F6C5DD3A04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18F05BB-8583-27F6-2259-050A171528F1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61CF89D-CB96-162A-D765-971C54FBBA87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46089AB8-F7FB-B7F5-86AE-95381ED128CB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2D71059-7A68-16A1-990F-BD9F887E93B4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68BAA67-92EA-2814-6AF0-31C8EE644D51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65D65C7F-9A65-4CB3-A587-DF2DF989911F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DF3DA8C-015F-DB5A-4B08-CB66004E88C6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C8F4E33-F093-B3BC-2366-A309031EAAF5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E3113C25-CD7D-D02A-7F28-E52323AD6C59}"/>
              </a:ext>
            </a:extLst>
          </p:cNvPr>
          <p:cNvSpPr/>
          <p:nvPr/>
        </p:nvSpPr>
        <p:spPr>
          <a:xfrm>
            <a:off x="4743790" y="921588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C294F899-EC2F-C78E-B954-82265F4DF448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3627F659-10A1-4ABC-00F9-D8D054D47883}"/>
              </a:ext>
            </a:extLst>
          </p:cNvPr>
          <p:cNvSpPr/>
          <p:nvPr/>
        </p:nvSpPr>
        <p:spPr>
          <a:xfrm>
            <a:off x="3461573" y="5089336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BB74B399-1045-B309-836D-5C800CCDAC58}"/>
              </a:ext>
            </a:extLst>
          </p:cNvPr>
          <p:cNvSpPr/>
          <p:nvPr/>
        </p:nvSpPr>
        <p:spPr>
          <a:xfrm>
            <a:off x="18441177" y="5277225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82380A12-FCA3-1EB7-B0F5-4EC2BBBD0705}"/>
              </a:ext>
            </a:extLst>
          </p:cNvPr>
          <p:cNvSpPr/>
          <p:nvPr/>
        </p:nvSpPr>
        <p:spPr>
          <a:xfrm>
            <a:off x="17341623" y="9233269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89291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1A94-5CDE-B5C5-5494-07C8C63E4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5987B06-E9C7-B8DC-91FC-BEB727A4BB5A}"/>
              </a:ext>
            </a:extLst>
          </p:cNvPr>
          <p:cNvSpPr/>
          <p:nvPr/>
        </p:nvSpPr>
        <p:spPr>
          <a:xfrm>
            <a:off x="708226" y="10494928"/>
            <a:ext cx="22711396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update the minimum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update the minimum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5D9CCA4-B2D3-BA6F-397D-563B134C367F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7995F5B-5DDC-44D3-27FC-6C018909E208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AE28715-70D2-5FA2-93C8-8495CE872FB3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5DB3424-65CA-2738-DEAF-FA7B3826DFDF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B9B8128-619A-F7E1-D825-868986D82262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6EBE73B-73C1-FDD3-BE14-FB4DCC35AC15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ABAFB20-A5A8-3915-69F1-6B311CF5F76D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2D906BD-1BB4-D5D8-5CAF-2244188DF7C2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C87EE9-2D87-D072-1256-812D19BF5263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CA6A8B4-5F1C-675F-2410-6F87D837003C}"/>
              </a:ext>
            </a:extLst>
          </p:cNvPr>
          <p:cNvCxnSpPr>
            <a:cxnSpLocks/>
            <a:stCxn id="42" idx="4"/>
            <a:endCxn id="3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FE30A92-3042-7650-0309-18F424A33937}"/>
              </a:ext>
            </a:extLst>
          </p:cNvPr>
          <p:cNvCxnSpPr>
            <a:cxnSpLocks/>
            <a:stCxn id="42" idx="4"/>
            <a:endCxn id="3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66B93238-5B6F-1090-BC64-DE2A2A8A510A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6811986-32FB-C5CD-5768-EB27D7CD7626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A2FBD67-51C5-B4B1-95D3-4DB5A70B2738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3F5BD539-3FFA-7E4C-EB07-35CD05A133BE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A4D203F-0DFE-1814-8EB4-BC05C5124ADE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42424B-756D-8C96-B525-1E5DDE96C083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2CC2291-CF06-12ED-C1D7-39FFEC57B2C6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FE25588-A7B1-025D-225F-75F2DF93D8C7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186E2E-B2AE-79BC-B273-B401A9EC67E4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42692B9C-9486-56F8-3EB5-B5BDD726E87A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B5C5DF0-52C2-3AB1-170A-0EE35C04BE79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210377F-6FEA-B7D9-520D-CFAAC7655F89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DB320C5-4D27-6DB2-D1DA-F36652D70C89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503723A-B214-2596-1868-E341217E090A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0EB709B-0DC6-BA33-DE9A-93CF7D1977C1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9B4E2EC7-858B-990C-3F59-F1B7E5C6F904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8497953-F40B-3F74-4880-344B48E65F7D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A1CEF43-AF2E-F6D5-5DFD-9EDDF5896231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45154211-726C-B1C2-22ED-5C84F23150F1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51E01F8-9305-7150-E9E3-2D9730785D6B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AD49946-AB2E-FA24-08B1-180E92615FE1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2C068CF-D38E-14B3-1539-3EC3DE0C4D56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CEE376D-CBF0-0200-CB60-6EA83BC87BD4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B8F81E9-4803-82A1-F04F-ACD18375FAF2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75EBBA0A-90C8-97E3-F983-DC3E454FCB2A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4A1F110-E1FA-CD4F-EE1D-394D8E4247C3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AB317A5-9D9F-C21C-178B-7FEE9B208E1E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75F6526-191A-8936-0E0C-3F1F8E5CC11A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8AEC0FD-5896-0564-80A9-9142CF7A75BB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55F3E8CD-C42E-DD3E-F9B2-E96BE7CB38A2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D553728-BCF6-BC44-C6A8-98E36D476251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BD177E8-1172-2FCF-A78B-9B893100D4E5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EFEE8991-9ABE-B18D-3C12-22DFCB546B12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3D6D681-F872-DABA-B8C7-94C9DE814645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6AAECB2-C8C3-0E0C-47E3-B68D114DBFEC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FAD72F7E-7F0D-364D-57D8-4C7C101DAE3F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B01EFF4-5447-577B-C58F-EC6717B22B17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B41A871-1275-930C-2078-D82EBD20D62F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AB0DCFBA-CDC8-1003-71DA-74B4DA8629BD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D26E150-FEA8-9645-F3FA-6AD479F0F48B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D35338C-4211-7EF0-80B8-FC6495220D81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B3EE3299-20B7-78FC-45CC-F69013032034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42E3533-BA03-DD27-14AF-CEF24EBF2AEB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092B9EC-4444-7B58-3A55-DFBAA7C021DD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5FFBCF26-D643-4932-9440-F38A6BE32680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EAEFC81-B88F-BD69-57AD-A8466D7A7BDB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BA8B0E0-33E2-4E54-9D4E-0D8A881A1A5B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54E806DF-5EF3-32A3-311A-1571CFD0BB6C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F4344CA-DDEE-B41D-7F77-85D5B731B03E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0E76D82-2C69-F1C9-880F-33A155C30756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B3FD6FB-ACCB-B796-2EFF-F73EEBBD4D90}"/>
              </a:ext>
            </a:extLst>
          </p:cNvPr>
          <p:cNvSpPr/>
          <p:nvPr/>
        </p:nvSpPr>
        <p:spPr>
          <a:xfrm>
            <a:off x="4743790" y="921588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1B7D20A0-AC3A-621F-25E3-A4444B6FD2AA}"/>
              </a:ext>
            </a:extLst>
          </p:cNvPr>
          <p:cNvSpPr/>
          <p:nvPr/>
        </p:nvSpPr>
        <p:spPr>
          <a:xfrm>
            <a:off x="19780664" y="915985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6AFF733A-0812-6310-8D87-34C147CC711C}"/>
              </a:ext>
            </a:extLst>
          </p:cNvPr>
          <p:cNvSpPr/>
          <p:nvPr/>
        </p:nvSpPr>
        <p:spPr>
          <a:xfrm>
            <a:off x="3461573" y="5089336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88EAE996-E570-6009-4E9C-3BB84431F9FB}"/>
              </a:ext>
            </a:extLst>
          </p:cNvPr>
          <p:cNvSpPr/>
          <p:nvPr/>
        </p:nvSpPr>
        <p:spPr>
          <a:xfrm>
            <a:off x="18441177" y="5277225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CAF680DC-33B0-E169-D05D-F55291663A6D}"/>
              </a:ext>
            </a:extLst>
          </p:cNvPr>
          <p:cNvSpPr/>
          <p:nvPr/>
        </p:nvSpPr>
        <p:spPr>
          <a:xfrm>
            <a:off x="17341623" y="9233269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14528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charRg st="8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9573C-64EB-5E25-A30D-AD49CBC99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1C13522-7AA6-4617-27F6-ECBAFC70F1A5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4F8726E-F570-14B4-AB4A-1C17843740B8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CC5000-A623-A805-32E5-587AB195CF0E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E8069E7-FD13-E005-FE3F-7F4B93B29D4B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35CF38-2A95-D473-8F04-C429F4DD5961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C8D4C0-A5E6-51E7-031F-FA49B329E8E8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346155-2A93-1DEA-CBCB-D9602C97A31B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C3857B-1E00-C316-EEA6-91DF5284FC3D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20D695-95A5-EC0E-4989-FE185484AF68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119903-18B3-1FBA-DEA2-6F1F26AA9B2C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B01ABD-94A2-3666-E7BE-71224ACEBB5D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6CD54FA-4720-A4AD-2908-1E8C2C9C26AA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1253B2-9A71-3B6B-4B51-305AC2126760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9FEC69-920F-A744-3E7A-ED745DF18514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BF2E750-ACA9-6F64-4604-F2DDE6A890DE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B078F4-C2DA-8387-8DE2-69B8E682E7AE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A1F703-1B62-C668-9E41-A9057EE19A80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02371726-CB08-6F36-C1CE-297326561B18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6C7F9C-6665-B1DD-B0B8-E4164B57F1C6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C4C430-0DB0-62BF-78F4-23B2DAAC506F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EEFD5DD-6F09-B846-85AB-AC7CC634F1BA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AB368F-04FB-7CB3-F8CA-A8A35D7807C9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CF22E5-0A12-5CD4-D2DF-CE221BC5433C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CA23019-6F5E-A4A9-D45C-7E6A6FF0C9C9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D0BCE5-62C8-47CA-D740-AECDC4E2D93C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6D2C63B-713D-DEEA-930D-32DAD924C22D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98D2F34-CAE7-D4DB-B382-003E851A0CFA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953700-7905-AD1A-4C61-14C6F8BF4242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E007D7-22D8-F4DA-229E-06BAFB5635C0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E725B220-F840-7CC3-E78E-A91865229215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BAD8056F-D0C5-172E-336B-1E4F22066C0C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8E4F266C-621E-8CCC-77E4-188934E3AD26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889139F2-595F-05F6-D3E2-9A4314326B4A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1E402B31-5418-7440-F967-7B3DF354AE22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A26C9EAA-CC8C-C4AC-C8FC-6AA3D21FCA8B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C9DAB324-A33D-1EA6-2990-65F19B8D48A8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473FF7E3-C500-2F52-D449-6C7F6EF5CE6A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023D0B7-556A-2976-2B2E-81DDC28BDA68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7E038DB-398E-FBAA-5A1E-A17CD7C9A1CA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9182137-6451-FEBE-E83B-29C2ACB87939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742D99C1-4D0D-DFA7-B34B-D2233C74092D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E43A251-CFEE-0652-6523-9C222CE9A61C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F912CEE-22A8-00CB-3C4C-D58AA9581D9A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B2A7443B-E4A0-472B-C72E-094A383BF46F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7615693-6FB2-34FC-7EDF-70B928AAA098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C5199D5-FF3C-F7C2-4527-68084BE4EEFD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10B392C1-A068-C2EC-7D3C-C2315E84C51A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C0F66047-59E2-A3BC-BB12-C0C3E2A48687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95322BC-E5ED-376A-9867-EA992F5543D8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C23AB8F4-CB16-F581-1545-1F35A7F83C71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2B3E10E-1375-13FB-3F2A-EE652721216F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1DA1D45-CE54-265B-2539-7F118C129EB9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8D6F31CF-D6E7-4854-969C-E4F0AB75FB70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BFB4ABC-B1D9-2C5D-01F7-3160A51B1462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A288826-B199-92E1-BF3B-9521E61DE91B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18B9B1E9-3E49-ED21-9243-155738AC28CE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C8B0B1A-7F7B-14C0-1E1B-87684F010A09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3926E55-DA55-6D37-37D8-3A417978BB98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454B4BC3-4730-A761-F397-8E8C266459A5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80F1A220-16C1-2124-563D-6BA3C20CD800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435E775-07B1-AE25-9F45-8E98995C73D3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AD1086A-51CF-128B-2CEE-DAE3A170C974}"/>
              </a:ext>
            </a:extLst>
          </p:cNvPr>
          <p:cNvSpPr/>
          <p:nvPr/>
        </p:nvSpPr>
        <p:spPr>
          <a:xfrm>
            <a:off x="4077977" y="5238875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5A882B-A58A-EBFA-9736-9D5A105DBE60}"/>
              </a:ext>
            </a:extLst>
          </p:cNvPr>
          <p:cNvSpPr/>
          <p:nvPr/>
        </p:nvSpPr>
        <p:spPr>
          <a:xfrm>
            <a:off x="19060400" y="511297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6FC3FE0-474A-1D86-1205-95B6063EAFE5}"/>
              </a:ext>
            </a:extLst>
          </p:cNvPr>
          <p:cNvSpPr/>
          <p:nvPr/>
        </p:nvSpPr>
        <p:spPr>
          <a:xfrm>
            <a:off x="1884196" y="3452383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8C0F102-32A8-66A3-F44F-37F95F2BB57A}"/>
              </a:ext>
            </a:extLst>
          </p:cNvPr>
          <p:cNvSpPr/>
          <p:nvPr/>
        </p:nvSpPr>
        <p:spPr>
          <a:xfrm>
            <a:off x="19968742" y="3498609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0F6DB08-FB30-4408-3FFC-BD9AB022DAE8}"/>
              </a:ext>
            </a:extLst>
          </p:cNvPr>
          <p:cNvSpPr/>
          <p:nvPr/>
        </p:nvSpPr>
        <p:spPr>
          <a:xfrm>
            <a:off x="708226" y="10494928"/>
            <a:ext cx="22711396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</p:txBody>
      </p:sp>
    </p:spTree>
    <p:extLst>
      <p:ext uri="{BB962C8B-B14F-4D97-AF65-F5344CB8AC3E}">
        <p14:creationId xmlns:p14="http://schemas.microsoft.com/office/powerpoint/2010/main" val="4101662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CF80-B9FF-7AB5-76C4-8B0488E06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4AC7FA8-7532-2AFD-5527-3929863FE4FB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9BCC120-988E-EBDF-8C7A-7757846AEFA1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1928F1-26DD-2599-C3FE-1348C8663778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48DA18-F326-B42E-9AAC-70EAB0920866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93E7D9-B9BA-D2C9-028D-C505F4968EB2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2DDF08-4E68-6AF6-9F2E-1CCB929E1D3D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D7A6EB7-BFD1-F031-ED65-CFC35537A8BD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7344F2-E943-E86B-4AC1-FC0283A86573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53DD99-DBFF-5525-DF50-AC13ECE4B8F7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9B1A35-BC7C-B5D6-CEDB-6E6726B0DC10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D9A940-EC58-E106-FBFA-35B8A9ADF95F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96D25C4-059C-B665-8DC1-825C0BC66027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1A12C8-FE57-6653-72CE-BC3660BC0889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1A921B-834A-40C7-227F-1143D19B3F09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9576CE7-EA4B-FFF0-08B8-E7F42D553F90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BD7D5-0C72-34B8-EFF6-4F38B4EEE81A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BA1FF7-5095-68A7-30A2-34BA318688C9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A41C4A4-51FE-A882-1FD2-7DF9AC4E6057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FEA941-B7C8-F11E-2F6D-5076ABC658FC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815DB0-9571-32DA-F5E3-0290E88A2A10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4C69BE9-9346-5D94-11AE-E5AFBCC55F57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889604-B64D-17F2-95A2-E029BAE2672F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F1C2A8-C00C-158B-E4D3-7FF83A558DAC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EA5C45E-E82E-81B6-B1CE-A536F38E5CB6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CED113-6D8D-5E5C-2BC2-A8435ACB058C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F2CA71-97EE-9D7B-5E2E-632F50FAA5B9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F9FB849-D49E-C8E2-33B7-0F4856AFE594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6DEDA4B-491C-7E7B-6423-D14F3DB318CC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0D54DF-CD6B-B2E9-B77B-F7F7D6AA95FD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767299D1-E482-4637-B009-E06B6D7B7F57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EE38E528-0C49-1F91-9CB8-C4995DBA51AE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CF61325-805B-C44B-281E-B8C486A76F74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241960B5-AC68-EA8A-21BD-22F210D0037A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53422616-3E85-8BC8-E47E-0FC460F2A8CE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8AA377F6-7F63-F3D6-5200-9FFD0FE96F08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7AD119D5-00E0-EB69-7FAC-3C363644955C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27BAA7F9-524F-47C2-53FB-BA116D05A667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ABF9456-8B27-0B31-D23A-3DADCDEBBA8C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D5A9DC0-9C25-29A1-2E81-7AC292605DF0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993777B-4DD2-E0A9-C5D6-721687CFA7C2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8BC3C11C-00EF-50E5-DD04-A7CD2B7CD060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7398AD5-300F-96AC-5C2C-A6D6FE825082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7C28F4D-5014-4E49-79DF-38039E9322BB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17B7C2C4-6A27-86E5-114A-C1AA68A3FB55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1ABE014-FF21-991B-EC59-FCD666D6F716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5C7433C-262F-D5D7-193E-25564C2E6E27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E72AC454-7062-8722-95C4-DD0515F9319F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023F6144-0E92-EA70-96AE-811833DE9987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A2C6919-C59D-3C23-9C28-A1E3716CAA84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30BD2C25-01DF-D248-0680-01C426D52748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69FB1C3-95FC-72E2-24C3-571F28764E85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4C632F7-62FB-11A3-042C-03A2A5F0A66B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BB07B02C-EC59-4AF6-55B2-8C1DFC09C64C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D08A946-3E8C-2EFC-A1AE-51ABD236DBD4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A196873-3AA9-1B78-1984-E7B89FBB196C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F82FBFF7-A158-5E64-25DA-04FCB947C6E1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BFF7EB9-AB76-4803-CAB6-35F3808AD3A9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5E02C80-797B-14B0-5144-24E6E07D70A3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3D104FF0-FB17-EE71-9A81-291BD5F8FE58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8A727B9-3EA5-0080-7E0D-CEF04ECBBAAB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495E67D-4919-6EFF-9C77-64B07F45D791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EEB3947-F7D8-CC6D-0643-114776D533EC}"/>
              </a:ext>
            </a:extLst>
          </p:cNvPr>
          <p:cNvSpPr/>
          <p:nvPr/>
        </p:nvSpPr>
        <p:spPr>
          <a:xfrm>
            <a:off x="2471467" y="314875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CE3A075-E75C-4B34-6A56-DD3638D0FEAA}"/>
              </a:ext>
            </a:extLst>
          </p:cNvPr>
          <p:cNvSpPr/>
          <p:nvPr/>
        </p:nvSpPr>
        <p:spPr>
          <a:xfrm>
            <a:off x="20631163" y="319577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7FF7BDB-E150-404F-574D-B557B1F7C64B}"/>
              </a:ext>
            </a:extLst>
          </p:cNvPr>
          <p:cNvSpPr/>
          <p:nvPr/>
        </p:nvSpPr>
        <p:spPr>
          <a:xfrm>
            <a:off x="708226" y="10494928"/>
            <a:ext cx="22711396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</p:txBody>
      </p:sp>
    </p:spTree>
    <p:extLst>
      <p:ext uri="{BB962C8B-B14F-4D97-AF65-F5344CB8AC3E}">
        <p14:creationId xmlns:p14="http://schemas.microsoft.com/office/powerpoint/2010/main" val="84321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F375-AF08-4EF8-5F88-97EF9CB22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A735E-F7D1-9CCD-3647-280DF6875828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E895E77-2124-C064-635A-20D088E77392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158117-8079-D0C5-74CA-A926E2C4018A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FFE657-5623-BA90-6B6D-74FD55F0A9D0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5316B0-7865-F6E6-1B86-5DC1E842DA1F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5D8849-1504-5F09-A808-8C41EAFB0698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53FBD4-E046-9518-6739-EDFA5C8DCA5F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898951-2ABF-B5CF-0380-E9BD8B719A51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2E0096-6FC1-174A-8C1A-8C26B1105939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E3DD81-FD3E-9848-BA93-C42C739BA7A1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4981F7-35B1-30C1-02FC-82199ACC6E9F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C32BBC1-8076-789F-356B-070357CC527D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6D1F5-50F1-68C8-7329-EBD904A22C8E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851113-E5D7-E823-1842-E32001F689E3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E9FBE382-32FE-5CF6-20A1-4C70472F1B75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B01501-CAE3-7F45-4697-1D3E30BE9219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A898A6-DCC8-24B8-D9CC-923CF8C9A3F8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2856122-29FB-7948-3490-EDF2E6292347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5384631-46E0-365F-0DA9-E303B094E2F5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CB10E5-11E8-F6FC-02CA-B0498FBFE014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9A5D43B-79C8-7924-C674-6300CD3BD9EF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991C0B-2AC8-B8E6-2F3E-90AFF997C8CE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BDA853-0FBF-51FF-1ED9-1A0445A4452B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7895974-F2DB-6E0D-3C0C-2BA47DA59A9C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299429-C66F-D9FE-AC6C-9A3E80CE91FE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8C1649-C704-D376-17FC-6ED13B764DC6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3D8EB01-8047-B1F8-F0E2-411E2B921D03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20DC86-C2F3-8BBA-F871-85752A9EF6FB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3F09F0C-AE58-57F2-9E49-DD45F936B77B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CE25CC9B-913A-717C-12BD-580B57D96CE8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F2CEAD78-FD1E-E2FD-3507-22D89FB687B7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9EA0D469-3F66-4C15-8BEC-75FAD1FDF2CB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112E69DB-4D57-F445-8283-BBF391405BD7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6F180098-4BBE-548F-C0C5-4E3DD7B4A24C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F4352C69-472A-09BF-9625-8B32FF084133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92885600-8F2E-6826-C090-644BD729235F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42CBFF4E-060E-489D-0D08-2AAA84B6B3B1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D673B07-F36D-BD0A-C4C5-D97A052BBA51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EC523F6-FEBE-7C30-3375-4DABE7166E8A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1BA0CFF-AA9D-330F-0A4E-AE411CB18952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036F5A23-CF8E-3E5B-108D-1DF67EC5FF79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BC90E44-F675-A154-1672-0BF2E74C8480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6892911-01F5-2A8C-34EB-9A54DAAE4F9D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0144F54E-3F62-AD97-3C0D-FF6283491EA7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C4EF71AC-38AE-D5D8-D128-4C5A03C69B68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D39B9FF-688C-8547-439A-6ED5B99D3257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AE516D6D-ADDD-0050-9563-F6AF10116C2E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F974016-2AC9-01DC-EBFE-EEF5CD3058E8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2CA84E1-CD62-B7F7-6AD4-69008F0C518F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A2230EC2-9D82-F02C-8165-648F855088CD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1119280-75BD-852D-F9E7-529E7935682F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53DCF7E-39B1-CBCD-D985-536EB3AD8EBB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DE90688C-C723-ECC9-1B3B-2A6AAF1D1BA0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D2EE9D5-77F3-5655-E69E-0D86367D20D7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572A5F5C-6DB3-968C-1C48-EC7790683A99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EDFE25EF-1E73-CA4E-D9FA-234EAD457872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3954FA7-D47E-B52B-F6D0-41177E4F040D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9A267F1-C828-79C5-40C8-C78DA0C1E0AF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FEB82581-1D1E-D345-BEB8-9DCE75CAEAC0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D4D13C0-7616-D5F4-50AE-BD2E3C37EDFF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CFEB753-BD3C-E460-229A-23E414469ECB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C6DDD0E-0D3C-5E1D-3946-4410FF55104F}"/>
              </a:ext>
            </a:extLst>
          </p:cNvPr>
          <p:cNvSpPr/>
          <p:nvPr/>
        </p:nvSpPr>
        <p:spPr>
          <a:xfrm>
            <a:off x="20631163" y="319577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3C116F1-731A-C453-FFF0-E098E7549C97}"/>
              </a:ext>
            </a:extLst>
          </p:cNvPr>
          <p:cNvSpPr/>
          <p:nvPr/>
        </p:nvSpPr>
        <p:spPr>
          <a:xfrm>
            <a:off x="2471467" y="314875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01977F9-F63A-CBF7-6BA1-CD93B1471328}"/>
              </a:ext>
            </a:extLst>
          </p:cNvPr>
          <p:cNvSpPr/>
          <p:nvPr/>
        </p:nvSpPr>
        <p:spPr>
          <a:xfrm>
            <a:off x="5227223" y="1365398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ADCFBB9-B2C6-11B1-AE2E-9E3CD724D979}"/>
              </a:ext>
            </a:extLst>
          </p:cNvPr>
          <p:cNvSpPr/>
          <p:nvPr/>
        </p:nvSpPr>
        <p:spPr>
          <a:xfrm>
            <a:off x="8006802" y="3280833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4BEBD6E-63B6-13E7-AE0F-132488A92683}"/>
              </a:ext>
            </a:extLst>
          </p:cNvPr>
          <p:cNvSpPr/>
          <p:nvPr/>
        </p:nvSpPr>
        <p:spPr>
          <a:xfrm>
            <a:off x="708226" y="10494928"/>
            <a:ext cx="22711396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update the minimum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update the minimum</a:t>
            </a:r>
          </a:p>
        </p:txBody>
      </p:sp>
    </p:spTree>
    <p:extLst>
      <p:ext uri="{BB962C8B-B14F-4D97-AF65-F5344CB8AC3E}">
        <p14:creationId xmlns:p14="http://schemas.microsoft.com/office/powerpoint/2010/main" val="4008047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E496D-F862-6DA5-4A83-7C6357112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D17940B-4075-6E1A-5F10-9BAF1EBC90FA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6160200-0D0F-50AD-5D48-2F499CB38D10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3B1F03A-C616-BA98-D49E-1C31E947CC51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A6DC654-664D-5870-1727-AA4195C40D50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B09122E-E428-AFE1-34D7-99BF9FDB09BF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4A2F46B-9838-4A09-0DC8-7EA8B2FFFB23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763A58A-6BF9-8C01-ABEE-7DBA7D8F2719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BCD8B0F-4DA0-8FF7-4F97-10FE378FBBE8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AB97966-32F1-D019-3256-B3F9CD5799CF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E898842-51B9-CED6-4BE9-9D280B881B73}"/>
              </a:ext>
            </a:extLst>
          </p:cNvPr>
          <p:cNvCxnSpPr>
            <a:cxnSpLocks/>
            <a:stCxn id="42" idx="4"/>
            <a:endCxn id="3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233C90C-9F95-E157-A4FA-1CED749FC20F}"/>
              </a:ext>
            </a:extLst>
          </p:cNvPr>
          <p:cNvCxnSpPr>
            <a:cxnSpLocks/>
            <a:stCxn id="42" idx="4"/>
            <a:endCxn id="3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C394F9E1-B3DB-FC90-30AE-5695B4D293A0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9C9E427-067B-EFCE-AA7B-659F0E96200C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FAE036-123A-68A5-DD4E-B559C4484EAC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17D6921-49D2-5859-A346-4AE7440C4775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1224CCB-BE32-A016-72F9-27DC4705FC6A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1BA9EED-55BE-3277-F4D0-855C45D2218E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EF5598A-479D-87A5-ABE0-33C6A9F68EC6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47477F2-DE16-C5EB-2D0E-413F38AC6523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8D3468C-BC0B-D575-53A0-4952E317490F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0DA80C2B-3FE0-2907-92BB-C55919F28B42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1EE10FE-CD62-D57C-ED7F-327059BD3CAE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883074C-F8F2-4433-C53E-4D29D8FDF902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51CA8585-C335-BF46-C456-240583A2D046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9D0855B-D2CB-02D4-9A27-0BA4B571519C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A9DE398-807B-74A6-DBF7-2C815D7E6187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D9251896-A8F1-4850-EFF3-1CC3A850F68B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0287B2C-45A2-C90C-0549-09C2F8385E70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3DB49D2-CC20-8859-28D8-7643451EE826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43CD89FE-1934-E26C-F496-F09B464D5FDF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9A6913DE-5BCF-6437-76A8-7667D1E57311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687340E-42E1-757D-D42D-10C5C5152971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BAEFA82F-BE07-A914-63C4-397B28D1D2E1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A89177D-F9DF-90F5-2F68-2B58BF54A1CD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7400E4CE-5176-9A9A-C616-639AB81FECC7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D9A188E4-9603-90B0-EC16-DBB8245287AD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2A5E96F6-2BBF-11F6-D544-1E2E9F6FDB8E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BFAD29-EA54-9638-AD84-316056F33948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58FF0D1-9180-B81B-6088-23BC7DA0E562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BF202B0-6512-9748-C015-67BC72C98BF7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4141486C-1744-0708-E044-220E504C7062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A03C18E-F9E3-8470-2A59-8511F7EFD473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3AC0FB2-9F3E-1699-FFA9-9666C66032D2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419578F1-4597-5C8D-7DC3-5B675C2DB73F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D5EF4FC-50CC-49BA-0759-FA1F5A079695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2298D53-BC3A-BBEF-1A22-8AAD95AA1F88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DCCE973-90BC-1833-8292-DCED5493AD9F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6182901-8649-B86A-9372-F3921E1C8527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1A4223A-BAE3-F271-7FE7-DC7DB0C20F76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3C383121-D741-0573-EF25-63D8E619FC16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A9CF7DA-F561-5DD7-5C99-251CBD2E42B0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9CFB2B7-A625-080F-F0BE-D3AE71E9584A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D9D39D2C-51B0-2B3F-85A2-AF80C31FDFC7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1EBF799-622A-A5F9-26AF-2A4C6D25BBFE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89337BD-8A9F-BD04-FDD9-819D9193B418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6BD65FBD-6885-8F61-3975-3A394FB91907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44AA0D6-D341-60BD-0630-236D9B752C9D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8432985-D90E-2602-CC7E-8FEB0ADADC55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EB7BEE32-2031-DCC5-E847-7DCA5C0E648D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D9658CA-2B79-057A-FC07-328F3F6C20D0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D90C84B-3D2D-5C76-5F09-8CF3AB1459D8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8A790411-BFA8-296E-99D5-062803348A91}"/>
              </a:ext>
            </a:extLst>
          </p:cNvPr>
          <p:cNvSpPr/>
          <p:nvPr/>
        </p:nvSpPr>
        <p:spPr>
          <a:xfrm>
            <a:off x="20631163" y="319577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DAC02A40-42DD-18DC-0A85-AAB866942616}"/>
              </a:ext>
            </a:extLst>
          </p:cNvPr>
          <p:cNvSpPr/>
          <p:nvPr/>
        </p:nvSpPr>
        <p:spPr>
          <a:xfrm>
            <a:off x="2471467" y="314875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D23A69B-3522-A358-F5F4-0ADD1AFDDE47}"/>
              </a:ext>
            </a:extLst>
          </p:cNvPr>
          <p:cNvSpPr/>
          <p:nvPr/>
        </p:nvSpPr>
        <p:spPr>
          <a:xfrm>
            <a:off x="5227223" y="1365398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3AC8ABDB-442C-1FF4-B241-A969E15D3F3B}"/>
              </a:ext>
            </a:extLst>
          </p:cNvPr>
          <p:cNvSpPr/>
          <p:nvPr/>
        </p:nvSpPr>
        <p:spPr>
          <a:xfrm>
            <a:off x="8006802" y="3280833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62525F23-63E3-8131-F9D4-5F45F16B319A}"/>
              </a:ext>
            </a:extLst>
          </p:cNvPr>
          <p:cNvSpPr/>
          <p:nvPr/>
        </p:nvSpPr>
        <p:spPr>
          <a:xfrm>
            <a:off x="17068404" y="1450239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72ED3F2C-C0D8-994F-E78E-358CC18247AD}"/>
              </a:ext>
            </a:extLst>
          </p:cNvPr>
          <p:cNvSpPr/>
          <p:nvPr/>
        </p:nvSpPr>
        <p:spPr>
          <a:xfrm>
            <a:off x="13978175" y="3235974"/>
            <a:ext cx="2088373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A0B4C973-8F9C-87FD-D39F-C401F695F10E}"/>
              </a:ext>
            </a:extLst>
          </p:cNvPr>
          <p:cNvSpPr/>
          <p:nvPr/>
        </p:nvSpPr>
        <p:spPr>
          <a:xfrm>
            <a:off x="708226" y="10494928"/>
            <a:ext cx="22711396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update the minimum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update the minimum</a:t>
            </a:r>
          </a:p>
        </p:txBody>
      </p:sp>
    </p:spTree>
    <p:extLst>
      <p:ext uri="{BB962C8B-B14F-4D97-AF65-F5344CB8AC3E}">
        <p14:creationId xmlns:p14="http://schemas.microsoft.com/office/powerpoint/2010/main" val="2002036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EBCB-04A6-74CA-3AFA-7FDB65F50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5F93680-FCFA-86CB-906D-C4EE32E87BF2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28CD886-832D-A638-520C-0820D6DBEC91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4D501D-C2AD-EB31-94F6-8E93006068A9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D8B525-2B43-FE7F-B857-2EA9719CC49F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4B39B8-8D6A-41DF-233E-034EECFBB666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2C2CE6-AE9C-0F6F-8CD0-F91B9C362B97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B3E786-A449-D7E5-5274-2FB438E1D398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D6967B-26A4-BB75-B0DF-D6320A649AC2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84EC62-FA73-3EF3-C887-89D1EB089BA2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571A13-400D-D9E5-3102-4BDF0DE1EF1E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23B766-4F10-724A-87D9-EC6C4B692009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2295E99-C2E7-029E-4E4C-7D33C4F101EA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06612-B334-F3D7-F70C-C26E0BD1FABA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BE04F0-676A-31F7-93BE-3D14B19832B6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A9DFAA2-7BAE-0FFA-B3FC-53441B990CEF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08042F-4414-514F-910A-AAD97994CD10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A21592-A59B-2756-BDEF-DB16E86252B9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67F1070B-F99F-96CD-5035-36F397DCC20B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990F183-B3D9-80CB-CAC7-AA72D9E9D81A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84D9936-42FB-BA3B-0E3A-3E2346787336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307B235-FADF-82D7-FD37-2928ABA753D7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F00BEA-E058-5AF7-8757-813EDBEEE801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96AE3B-76B9-D8A3-FCDA-B838D05CF723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9826D8A-9616-6529-5426-90E3B625ADFE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063BC9-A2DD-1C17-516E-BC9EA56D1AEE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604C8D-B1E0-A1D2-2FC9-D82A57276B9C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D575421-2B86-1D23-2C89-51BC2D99C0E5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FF69C2A-4868-DD4D-D1A7-FF725A8B309B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746B55-427F-4998-6816-4918AF12A8D3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1F4216A1-2D66-3F6C-09F4-C4406336A804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D55E82E5-FC09-9FFE-CCE1-910609339611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CF2D307E-7E53-CFEA-2AE3-96560BB89120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27F0F653-C5B3-9678-AAAC-8333B291C0EB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EFF52EFC-70CB-BF11-6E0F-33D45B57EA72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9673CA9-AD81-D69C-380B-A03A0E7FA3AF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81607A31-FA25-2ED6-5CD0-0CDCC2CDEC0D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BB296349-43F0-071E-5871-99FE171A04D4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7A1AAA56-E9FF-2C3A-2050-D94CE5046A51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F4BB0A5-83F5-0803-FE78-64B9F3E80804}"/>
              </a:ext>
            </a:extLst>
          </p:cNvPr>
          <p:cNvCxnSpPr>
            <a:cxnSpLocks/>
            <a:stCxn id="106" idx="4"/>
            <a:endCxn id="98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C155570-6103-3224-3B7D-0174B6B3B447}"/>
              </a:ext>
            </a:extLst>
          </p:cNvPr>
          <p:cNvCxnSpPr>
            <a:cxnSpLocks/>
            <a:stCxn id="106" idx="4"/>
            <a:endCxn id="99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6935A542-D16F-1C1D-A0C0-66956DCE2694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F080048-7058-C1A1-FE0D-19FC41F8006C}"/>
              </a:ext>
            </a:extLst>
          </p:cNvPr>
          <p:cNvCxnSpPr>
            <a:cxnSpLocks/>
            <a:stCxn id="109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E8C3851-83E5-CB52-2A04-FB0E5F220426}"/>
              </a:ext>
            </a:extLst>
          </p:cNvPr>
          <p:cNvCxnSpPr>
            <a:cxnSpLocks/>
            <a:stCxn id="109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A368BD68-D071-382C-CF88-C6173F8DF52F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1F804454-25AC-D76D-0007-BC899F0A74E5}"/>
              </a:ext>
            </a:extLst>
          </p:cNvPr>
          <p:cNvCxnSpPr>
            <a:cxnSpLocks/>
            <a:stCxn id="112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06593C8-3041-77C9-FB51-8AB37AB4A6FF}"/>
              </a:ext>
            </a:extLst>
          </p:cNvPr>
          <p:cNvCxnSpPr>
            <a:cxnSpLocks/>
            <a:stCxn id="112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4724FCE5-C184-3261-6926-23A73730CF5F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B47BAFD0-28A8-042F-FAAA-584A4EF44752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CAB73286-E1FD-01C3-EE5D-33979A77A151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D6A51C71-282B-0C87-B46A-0638FE25C6A7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29A4E8D-958B-4D2D-532D-C1B6B3E8BCE8}"/>
              </a:ext>
            </a:extLst>
          </p:cNvPr>
          <p:cNvCxnSpPr>
            <a:cxnSpLocks/>
            <a:stCxn id="118" idx="4"/>
            <a:endCxn id="106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88B150D-DEC4-72D7-6CCC-87D97888959A}"/>
              </a:ext>
            </a:extLst>
          </p:cNvPr>
          <p:cNvCxnSpPr>
            <a:cxnSpLocks/>
            <a:stCxn id="118" idx="4"/>
            <a:endCxn id="109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5C35BD9D-0CC8-B42E-A97C-CAF25FA31668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9811549-8C82-71B2-8655-B85D29F1BBE4}"/>
              </a:ext>
            </a:extLst>
          </p:cNvPr>
          <p:cNvCxnSpPr>
            <a:cxnSpLocks/>
            <a:stCxn id="121" idx="4"/>
            <a:endCxn id="112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6F5E63C-8500-2064-6634-F03B115E62DC}"/>
              </a:ext>
            </a:extLst>
          </p:cNvPr>
          <p:cNvCxnSpPr>
            <a:cxnSpLocks/>
            <a:stCxn id="121" idx="4"/>
            <a:endCxn id="115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4" name="Oval 123">
            <a:extLst>
              <a:ext uri="{FF2B5EF4-FFF2-40B4-BE49-F238E27FC236}">
                <a16:creationId xmlns:a16="http://schemas.microsoft.com/office/drawing/2014/main" id="{1FC2C7B9-5436-0B44-6216-30B8D83F77A1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C87169F-3B06-4140-C8E9-5D632BFAB619}"/>
              </a:ext>
            </a:extLst>
          </p:cNvPr>
          <p:cNvCxnSpPr>
            <a:cxnSpLocks/>
            <a:stCxn id="124" idx="4"/>
            <a:endCxn id="118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4F6149C-E236-6CFF-6201-1F37EAEC91A6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0B6F02CC-3EAD-7F79-7017-6D74EAAABCC0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8B74A10-07C7-8E1C-5CAB-7107DC4D87F3}"/>
              </a:ext>
            </a:extLst>
          </p:cNvPr>
          <p:cNvCxnSpPr>
            <a:cxnSpLocks/>
            <a:stCxn id="129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B5D3475-9776-D494-6258-FBA34F746B2F}"/>
              </a:ext>
            </a:extLst>
          </p:cNvPr>
          <p:cNvCxnSpPr>
            <a:cxnSpLocks/>
            <a:stCxn id="129" idx="4"/>
            <a:endCxn id="124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9F8C32A-D316-4474-3FF1-4170483BAE57}"/>
              </a:ext>
            </a:extLst>
          </p:cNvPr>
          <p:cNvSpPr/>
          <p:nvPr/>
        </p:nvSpPr>
        <p:spPr>
          <a:xfrm>
            <a:off x="5741248" y="117096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F5F92D0-BFFF-BF14-517F-7BAAC73362DD}"/>
              </a:ext>
            </a:extLst>
          </p:cNvPr>
          <p:cNvSpPr/>
          <p:nvPr/>
        </p:nvSpPr>
        <p:spPr>
          <a:xfrm>
            <a:off x="17764307" y="134571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56C82EE-DEA4-B8B8-56F4-DE8333D3A355}"/>
              </a:ext>
            </a:extLst>
          </p:cNvPr>
          <p:cNvSpPr/>
          <p:nvPr/>
        </p:nvSpPr>
        <p:spPr>
          <a:xfrm>
            <a:off x="708226" y="10120358"/>
            <a:ext cx="22711396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At the end, both u and v have the same parent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should we do now?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Nothing, we are already done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Let us try to implement this algorithm for other ranges</a:t>
            </a:r>
          </a:p>
        </p:txBody>
      </p:sp>
    </p:spTree>
    <p:extLst>
      <p:ext uri="{BB962C8B-B14F-4D97-AF65-F5344CB8AC3E}">
        <p14:creationId xmlns:p14="http://schemas.microsoft.com/office/powerpoint/2010/main" val="774227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F9CC963-AD85-368B-E637-81ABB7C232EF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104A2C-656A-F4D0-7BE7-7D823E52ECFA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246E8D-5040-708B-F46B-065BD875A70C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284E1D-BCD5-427C-245A-96D5CCFE80B3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2FE308-B6BA-D021-8476-938288E41F2A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6938D7-4943-8470-62A0-AA3F57182016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2C45C6-749E-5A75-9173-A19BCEE8C3E9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37ABC5-D576-A839-B7C2-D1A7268EA923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235D8F-293F-C8AB-6108-11D59CD9FEEF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4C0C20-D661-AC6B-188F-8F1FA93DE117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6E9699-C71C-D444-1343-6AAEB9F9595A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D912D92-F6AF-91ED-4528-03CDE719F758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84C2E4-72A8-38B0-00D9-6825B4CC9C60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37D5D7-93CC-FB27-DF9D-9524873BC588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91C91CC-C2CD-85DB-3863-678C7EBB6009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FB5920-641E-7E99-3F01-755661D1086E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F53E6B0-BF4F-6B62-D261-283DF9D2758D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127C0F5-29FD-6308-E75C-1660C264CC24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180DE4-4744-25CA-4540-B0385F638919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DF8093-8DFD-38CB-C6F3-EE105EE30BF4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332FA40-DCDC-E52E-4803-0D39A2E92EA7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CB64989-1C3A-6C27-AEDB-1E025D1E40B8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4716DA-3B91-FE7E-9846-59FC4E724E44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9808389A-060A-E13C-B3FB-6F641E2C8DFF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CF9C9-7308-2CC6-BF02-5FDB19506488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DF9B9A-15E6-75CA-1AF2-01CCFDCBE4F6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79F1458-8B55-BF89-686B-F1BD063DD70D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1874D80-9D4F-A1CB-89C2-4C92B71E87FD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2DE8519-E7E8-EBC5-5B84-C4A3D6523084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5FC7E12-A87E-79CD-2AE8-8B023AD586F4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E7D48C2-3778-8BAA-501F-11C2D8B749BC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32EB6FC-9964-923B-27CE-C2EE9BC88ACC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516D79B-6330-B424-D962-89214679BEC5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180B560-98EA-3501-D8C9-C3DC9B966A2B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25D3E43-54DA-2059-D022-EE00406B146F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B02B289-4375-502A-746C-E4B246283486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9892068-0B69-F2B6-F143-34B6DCAECDEC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FE4730-E908-5F5D-1C1E-BE1A114ACCE8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D8B7A24-D9DB-2427-2112-C40FC96862A1}"/>
              </a:ext>
            </a:extLst>
          </p:cNvPr>
          <p:cNvCxnSpPr>
            <a:cxnSpLocks/>
            <a:stCxn id="39" idx="4"/>
            <a:endCxn id="31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D6D3375-7321-8835-C8AF-37102BEC5442}"/>
              </a:ext>
            </a:extLst>
          </p:cNvPr>
          <p:cNvCxnSpPr>
            <a:cxnSpLocks/>
            <a:stCxn id="39" idx="4"/>
            <a:endCxn id="32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B62E0EE-72C6-F490-0C71-38E6C8D27218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712FA35-A9F2-D071-3C01-9C04E592FE8C}"/>
              </a:ext>
            </a:extLst>
          </p:cNvPr>
          <p:cNvCxnSpPr>
            <a:cxnSpLocks/>
            <a:stCxn id="42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0A3B8FB-9E00-1B3B-4658-BE511F8A5295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F18004DB-2FA8-95E8-5469-57E4687CBC5C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5A0937E-537A-D965-CAFF-A54FE71CAA3B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D3CA9CE-5DD9-A374-BA08-FCEC52F60381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9A150ED2-6917-B45F-16B1-39C92607180C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29B9E5A-C208-1555-4729-6902A491017D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3C17CFF-977A-1279-D35B-1A5056499C02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C6241A9-3E15-4F3B-D976-ABF4D37680C2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A834BA2-B789-0D14-3825-96BFFE670F44}"/>
              </a:ext>
            </a:extLst>
          </p:cNvPr>
          <p:cNvCxnSpPr>
            <a:cxnSpLocks/>
            <a:stCxn id="51" idx="4"/>
            <a:endCxn id="39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8C6F816-973C-54E5-9CDC-88716052E343}"/>
              </a:ext>
            </a:extLst>
          </p:cNvPr>
          <p:cNvCxnSpPr>
            <a:cxnSpLocks/>
            <a:stCxn id="51" idx="4"/>
            <a:endCxn id="42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B93CBC3-8D3B-CA39-FDB3-2901B13B513C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CBC053D-92B1-1698-00E8-04093463F3A9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69BC9C8-C5B6-3E7A-4A57-57AB1AE1B2AC}"/>
              </a:ext>
            </a:extLst>
          </p:cNvPr>
          <p:cNvCxnSpPr>
            <a:cxnSpLocks/>
            <a:stCxn id="54" idx="4"/>
            <a:endCxn id="48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DB1CA77-EE7E-4452-5AB4-D79CF8A48F8D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48AC58-C422-B57B-B43F-05B28A518C6E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348FA6B-44C1-84DF-FEDC-48BDA2BE231A}"/>
              </a:ext>
            </a:extLst>
          </p:cNvPr>
          <p:cNvCxnSpPr>
            <a:cxnSpLocks/>
            <a:stCxn id="57" idx="4"/>
            <a:endCxn id="54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2DF05BF0-95F4-9789-0D2B-F001D4F85196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174D11B-185E-1C46-C8E4-26B5B1143EA2}"/>
              </a:ext>
            </a:extLst>
          </p:cNvPr>
          <p:cNvCxnSpPr>
            <a:cxnSpLocks/>
            <a:stCxn id="60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A4C520E-8323-0B36-A9FF-26E815D6F5DF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9C86B9C3-9B74-08B2-007B-33913E16746C}"/>
              </a:ext>
            </a:extLst>
          </p:cNvPr>
          <p:cNvSpPr/>
          <p:nvPr/>
        </p:nvSpPr>
        <p:spPr>
          <a:xfrm>
            <a:off x="6271527" y="930677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41345789-E153-A2AF-8358-C1FF4F45BA20}"/>
              </a:ext>
            </a:extLst>
          </p:cNvPr>
          <p:cNvSpPr/>
          <p:nvPr/>
        </p:nvSpPr>
        <p:spPr>
          <a:xfrm>
            <a:off x="16793847" y="9338639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99054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440BE-8FCC-11F0-E2FF-C3C991C8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5B82D9-1583-051B-F8FF-67C0721DEB01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BF5F7B-DBBB-867A-48A7-9F7DB0D3C5CB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2622B8-D083-0374-D8D0-90978B5EEBC2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5E912C-CD4F-3F30-7D42-E2757C63794D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1778B5-87EF-408E-337B-4411B453CA10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F1CCF1-4F4F-63EC-7B86-EB5E0107EF0C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837B43-9CBD-93D3-A609-99EAB9C233A3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1F0948-4CA2-6CAC-B103-4036A2C2B5DA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099A80-9663-6289-337C-1153AEC051B5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4EFD47-B817-660A-D9E3-73B68D0C0C4F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1B7E0D-894B-625A-A6E5-CCD92ADBD300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2F2DD53-8504-9E5C-D9DF-AEB0A9E5060E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F7A652-451D-86F7-75B8-7A622CFCA8BC}"/>
              </a:ext>
            </a:extLst>
          </p:cNvPr>
          <p:cNvCxnSpPr>
            <a:cxnSpLocks/>
            <a:stCxn id="13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D69D3B-08A2-7586-5D01-3469F1D4D79B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F97E062-126F-7DD9-920B-78D91E3A5BF4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EC6F13-7C6D-5E94-D1C6-3F51E701B88F}"/>
              </a:ext>
            </a:extLst>
          </p:cNvPr>
          <p:cNvCxnSpPr>
            <a:cxnSpLocks/>
            <a:stCxn id="16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9EA51D-8152-B7B2-DAD2-A2795C1F7C4D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D26BA4A-DD2A-DA23-B6D7-3C00D28197EF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757EEB-91C8-4D31-DC25-8D5382E90821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40861D2-E40A-E33D-F8CE-8A73AE327D4B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25728EA-ECDC-CB5D-FEE0-50161D2323E7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DF0722-7AFA-CB0B-65CB-63070AC8D1E0}"/>
              </a:ext>
            </a:extLst>
          </p:cNvPr>
          <p:cNvCxnSpPr>
            <a:cxnSpLocks/>
            <a:stCxn id="22" idx="4"/>
            <a:endCxn id="10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45A972-E5F6-2E40-AB07-2B7524F0E24E}"/>
              </a:ext>
            </a:extLst>
          </p:cNvPr>
          <p:cNvCxnSpPr>
            <a:cxnSpLocks/>
            <a:stCxn id="22" idx="4"/>
            <a:endCxn id="13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5725FE8-5FB7-7542-55F6-5CE63A8DFCD3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7666A7C-1080-F51E-879A-8D4E3E6DD476}"/>
              </a:ext>
            </a:extLst>
          </p:cNvPr>
          <p:cNvCxnSpPr>
            <a:cxnSpLocks/>
            <a:stCxn id="25" idx="4"/>
            <a:endCxn id="16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AE6D34B-B43C-AB9D-E626-DB5C2EF8D167}"/>
              </a:ext>
            </a:extLst>
          </p:cNvPr>
          <p:cNvCxnSpPr>
            <a:cxnSpLocks/>
            <a:stCxn id="25" idx="4"/>
            <a:endCxn id="19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5484030C-04BE-F0F3-5AFB-93BFC045F91B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954F4E-E304-E966-5A1A-D1B5DCD1159C}"/>
              </a:ext>
            </a:extLst>
          </p:cNvPr>
          <p:cNvCxnSpPr>
            <a:cxnSpLocks/>
            <a:stCxn id="28" idx="4"/>
            <a:endCxn id="22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590658-60C6-60D7-5BFA-A98EC92808D5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95E1B6C-2B62-A444-A281-E572CEDA669B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8B6227F-DC97-9D04-C064-C8C0E0F8590D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509B545-2D3C-513C-3948-640CC7B9FA04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C6EB221-CA6A-D8A9-5A58-63A9868459F1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50A61F6-27F5-37F4-FBCF-0E60A212FCAC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29E3F54-AE48-64CC-CA58-CED0C02E2EDE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3C1F346-3212-D57A-E6B3-C480F09558A1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4620993-2BB6-B263-7361-448805DED0C5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C2D80DD-80FC-26A0-B60B-03E090AAF262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1FB0EE-24CF-97AE-543D-09A925E963E7}"/>
              </a:ext>
            </a:extLst>
          </p:cNvPr>
          <p:cNvCxnSpPr>
            <a:cxnSpLocks/>
            <a:stCxn id="39" idx="4"/>
            <a:endCxn id="31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C95F4B-92A9-1C0C-2D04-67D709A14A4F}"/>
              </a:ext>
            </a:extLst>
          </p:cNvPr>
          <p:cNvCxnSpPr>
            <a:cxnSpLocks/>
            <a:stCxn id="39" idx="4"/>
            <a:endCxn id="32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4F92E36C-D566-5BD1-2BA9-7E8F38BE9F89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B69033-4E98-6FD9-3738-4C2F0C243301}"/>
              </a:ext>
            </a:extLst>
          </p:cNvPr>
          <p:cNvCxnSpPr>
            <a:cxnSpLocks/>
            <a:stCxn id="42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C2D1D3-A2D3-9B43-2B79-837A871C2418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3545A41D-F157-DB3C-EB6A-D646D5657482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C25A040-CF3C-4AEC-837B-DD52B1A5B7B0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F58DC62-35ED-D296-21AA-5AA7DA6A0FB9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A10A724-987A-9E15-4595-9FCFF3825971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8AE513A-86B8-A5AD-4A6F-B42B8CFA3AAB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9496F16-56F3-12AE-DA44-F0E6DD92CF97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16500594-BD3C-96E8-4428-0C3370C86448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2A3EC50-0401-9C13-20B0-740A794F705B}"/>
              </a:ext>
            </a:extLst>
          </p:cNvPr>
          <p:cNvCxnSpPr>
            <a:cxnSpLocks/>
            <a:stCxn id="51" idx="4"/>
            <a:endCxn id="39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B488F64-BE9C-EF48-9329-456B1F467CB7}"/>
              </a:ext>
            </a:extLst>
          </p:cNvPr>
          <p:cNvCxnSpPr>
            <a:cxnSpLocks/>
            <a:stCxn id="51" idx="4"/>
            <a:endCxn id="42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4658E08-D5E5-020A-4532-335B592070AA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CD46CCE-EAA4-6B15-8597-DA59900397D2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D601B5-4ACA-CDF7-D816-6CED9636D426}"/>
              </a:ext>
            </a:extLst>
          </p:cNvPr>
          <p:cNvCxnSpPr>
            <a:cxnSpLocks/>
            <a:stCxn id="54" idx="4"/>
            <a:endCxn id="48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C10147E6-8822-6CF4-F0F2-9A22966A5DD3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D4226B7-1E8B-2EB5-7D3A-3FC53982C132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E903305-8F64-41E4-33A9-60706301417E}"/>
              </a:ext>
            </a:extLst>
          </p:cNvPr>
          <p:cNvCxnSpPr>
            <a:cxnSpLocks/>
            <a:stCxn id="57" idx="4"/>
            <a:endCxn id="54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436E72D-E827-D1F1-EEF0-040C0A3267E5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BE3CABB-5E1C-E516-4294-7954309AE8C9}"/>
              </a:ext>
            </a:extLst>
          </p:cNvPr>
          <p:cNvCxnSpPr>
            <a:cxnSpLocks/>
            <a:stCxn id="60" idx="4"/>
            <a:endCxn id="28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12AB632-4425-6553-AFE2-FEF7956C0FF9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1EBA240-A29E-C3ED-D8AA-BA95EE3FB582}"/>
              </a:ext>
            </a:extLst>
          </p:cNvPr>
          <p:cNvSpPr/>
          <p:nvPr/>
        </p:nvSpPr>
        <p:spPr>
          <a:xfrm>
            <a:off x="6271527" y="930677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EFA7275E-8C9A-8C07-F6AD-EADF90B3881A}"/>
              </a:ext>
            </a:extLst>
          </p:cNvPr>
          <p:cNvSpPr/>
          <p:nvPr/>
        </p:nvSpPr>
        <p:spPr>
          <a:xfrm>
            <a:off x="16793847" y="9338639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90B07602-DD09-519B-3AA1-3F1723C01065}"/>
              </a:ext>
            </a:extLst>
          </p:cNvPr>
          <p:cNvSpPr/>
          <p:nvPr/>
        </p:nvSpPr>
        <p:spPr>
          <a:xfrm>
            <a:off x="778512" y="10111010"/>
            <a:ext cx="22711396" cy="311007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height of this tree?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 log n)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This implies that the running time of our algorithm is O(log n)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Let us now try to implement this algorithm</a:t>
            </a:r>
          </a:p>
        </p:txBody>
      </p:sp>
    </p:spTree>
    <p:extLst>
      <p:ext uri="{BB962C8B-B14F-4D97-AF65-F5344CB8AC3E}">
        <p14:creationId xmlns:p14="http://schemas.microsoft.com/office/powerpoint/2010/main" val="1347533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78BC6E0-C941-89A1-2356-7606FFE998EA}"/>
              </a:ext>
            </a:extLst>
          </p:cNvPr>
          <p:cNvSpPr/>
          <p:nvPr/>
        </p:nvSpPr>
        <p:spPr>
          <a:xfrm>
            <a:off x="662532" y="369372"/>
            <a:ext cx="22711396" cy="603853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We will use </a:t>
            </a:r>
            <a:r>
              <a:rPr lang="en-US" sz="60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only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 arrays to implement our strategy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Given n, we will construct an array of size 2n-1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The last n entries correspond to the input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The first n-1 correspond to the internal nodes of the tree (remember heaps)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The root is the 0-th index in the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For a node at index </a:t>
            </a:r>
            <a:r>
              <a:rPr lang="en-US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dirty="0">
                <a:solidFill>
                  <a:schemeClr val="bg1"/>
                </a:solidFill>
                <a:latin typeface="Bradley Hand" pitchFamily="2" charset="77"/>
              </a:rPr>
              <a:t>, its left child is at index 2i+1 and its right child is at index 2i+2</a:t>
            </a:r>
          </a:p>
        </p:txBody>
      </p:sp>
    </p:spTree>
    <p:extLst>
      <p:ext uri="{BB962C8B-B14F-4D97-AF65-F5344CB8AC3E}">
        <p14:creationId xmlns:p14="http://schemas.microsoft.com/office/powerpoint/2010/main" val="921820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27463-9EF8-8D14-37D4-11E69EDA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5EEAA476-912D-5CE3-08FF-5CE1EAD5B89B}"/>
                  </a:ext>
                </a:extLst>
              </p:cNvPr>
              <p:cNvSpPr/>
              <p:nvPr/>
            </p:nvSpPr>
            <p:spPr>
              <a:xfrm>
                <a:off x="566682" y="2493078"/>
                <a:ext cx="8819773" cy="90911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2*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 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(“%d\n”,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5EEAA476-912D-5CE3-08FF-5CE1EAD5B8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2493078"/>
                <a:ext cx="8819773" cy="909113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FA6482-9825-B2FB-D14E-A285FB4CFB02}"/>
              </a:ext>
            </a:extLst>
          </p:cNvPr>
          <p:cNvSpPr/>
          <p:nvPr/>
        </p:nvSpPr>
        <p:spPr>
          <a:xfrm>
            <a:off x="10694504" y="2506357"/>
            <a:ext cx="1252846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F7A93F-A64E-32E1-C9CD-535346F75AED}"/>
              </a:ext>
            </a:extLst>
          </p:cNvPr>
          <p:cNvSpPr/>
          <p:nvPr/>
        </p:nvSpPr>
        <p:spPr>
          <a:xfrm>
            <a:off x="10694504" y="6545387"/>
            <a:ext cx="12528465" cy="38592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update the minimum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update the minimum</a:t>
            </a:r>
          </a:p>
        </p:txBody>
      </p:sp>
    </p:spTree>
    <p:extLst>
      <p:ext uri="{BB962C8B-B14F-4D97-AF65-F5344CB8AC3E}">
        <p14:creationId xmlns:p14="http://schemas.microsoft.com/office/powerpoint/2010/main" val="1896552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C16F7ACB-3789-C7F8-68E3-B33E63545B4B}"/>
                  </a:ext>
                </a:extLst>
              </p:cNvPr>
              <p:cNvSpPr/>
              <p:nvPr/>
            </p:nvSpPr>
            <p:spPr>
              <a:xfrm>
                <a:off x="566682" y="1412686"/>
                <a:ext cx="8819773" cy="1125192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-2;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&gt;=0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+2]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2*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 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(“%d\n”,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C16F7ACB-3789-C7F8-68E3-B33E63545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2" y="1412686"/>
                <a:ext cx="8819773" cy="1125192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340D61F-9FA5-1EE6-6843-FFD13B29DF3C}"/>
              </a:ext>
            </a:extLst>
          </p:cNvPr>
          <p:cNvSpPr/>
          <p:nvPr/>
        </p:nvSpPr>
        <p:spPr>
          <a:xfrm>
            <a:off x="10694504" y="2506357"/>
            <a:ext cx="1252846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2AE0EB-5343-85F6-8297-E3015F0B756D}"/>
              </a:ext>
            </a:extLst>
          </p:cNvPr>
          <p:cNvSpPr/>
          <p:nvPr/>
        </p:nvSpPr>
        <p:spPr>
          <a:xfrm>
            <a:off x="10694504" y="6545387"/>
            <a:ext cx="12528465" cy="38592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update the minimum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update the minimum</a:t>
            </a:r>
          </a:p>
        </p:txBody>
      </p:sp>
    </p:spTree>
    <p:extLst>
      <p:ext uri="{BB962C8B-B14F-4D97-AF65-F5344CB8AC3E}">
        <p14:creationId xmlns:p14="http://schemas.microsoft.com/office/powerpoint/2010/main" val="3285945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6279A-9259-7BFD-9CA5-4F06D4DE8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F2198A7-ECF3-4050-345B-6B4C1645A256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445F1069-D672-E9EB-FE31-DED9C391B697}"/>
                  </a:ext>
                </a:extLst>
              </p:cNvPr>
              <p:cNvSpPr/>
              <p:nvPr/>
            </p:nvSpPr>
            <p:spPr>
              <a:xfrm>
                <a:off x="10204458" y="1830576"/>
                <a:ext cx="8819773" cy="1041614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-2;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&gt;=0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+2]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2*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 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(“%d\n”,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445F1069-D672-E9EB-FE31-DED9C391B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458" y="1830576"/>
                <a:ext cx="8819773" cy="1041614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915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46BEB-B7C3-265D-1EF7-1FD6539D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314FB3D-216B-0FE7-A6EC-2F89DDA7ADA2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0F024B-54AA-89F1-62B0-896E7E05F7C4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6B7554A-2614-DCB9-44D6-5DA72F023543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BE826B-4ADB-884E-E60F-CFA5EB297BCA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79F16C0-46A9-EF06-C150-9FDF78D530B3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2A8AA4-D07D-D24F-E671-02E9CE121B21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60A3F75-505D-C0F0-39A2-28690F9E2092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37DE137-ACCE-B913-A0C0-AB9929D59DFA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FBDB1AF-C8E7-65BA-EBB3-1F68D819BD97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F82A8F-FA93-EA1C-9A65-C0F7230B92BD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6AF8ED-C1E1-80AF-EF43-AC77E4B13402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B15405-F481-2713-8687-BEFAD50DA6BC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018CE02-640C-4F39-6CEC-7383A9253B28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79739F-583E-A6FA-445C-3DCD97A03A6B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B20920-794C-0C52-1C2E-A26AE669DB5E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ACBC092-3F8F-F787-61B8-CB6120FDD27B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7C18C2-4D3A-94FA-CC05-253867F39E81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38C4A6-BA99-ECD1-2D6C-6A4B1B269161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6988DCE-D619-2ECF-19E4-353CD388DD6C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77F658E-6D58-93F5-8682-13F5F68F3998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9C3EE9-26E0-5234-CF80-FD36B7A4D71D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4B7B239-122F-2372-DA9E-C2ACA7C92B00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9F765C-49C4-D67E-38C0-10649D9449E0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C30DBE-BCFB-C235-875B-ED24022CDDBA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09D34F2-8EE6-29DF-D3BB-4A3C5C4402E1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6B5D7E-0743-BE24-B1BF-7EC734AE8F5C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FB9D96C-DFCE-1078-7518-500558D235ED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D3352F09-A02E-6B8C-E80C-18DBD96AEEBE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40F6F78-14A5-C562-48B6-D1E137985D3C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BF87CE-44F1-7370-6C72-92572F5F27B1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061499F-4271-174B-9949-69F4A16D95AF}"/>
              </a:ext>
            </a:extLst>
          </p:cNvPr>
          <p:cNvSpPr/>
          <p:nvPr/>
        </p:nvSpPr>
        <p:spPr>
          <a:xfrm>
            <a:off x="11893411" y="93545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8E3216A-276A-1021-9015-512319933902}"/>
              </a:ext>
            </a:extLst>
          </p:cNvPr>
          <p:cNvSpPr/>
          <p:nvPr/>
        </p:nvSpPr>
        <p:spPr>
          <a:xfrm>
            <a:off x="18003776" y="94247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C0E4204-38B2-2B11-C781-A958B9603F73}"/>
              </a:ext>
            </a:extLst>
          </p:cNvPr>
          <p:cNvSpPr/>
          <p:nvPr/>
        </p:nvSpPr>
        <p:spPr>
          <a:xfrm>
            <a:off x="566682" y="4333719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1CFCD53-FA51-3A08-FE91-25EBD2A4AE00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76752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7FA5-93FE-4C13-1FF3-4AE83EDE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07AB323-6FA1-A82B-DA7D-7CEB5B7B206A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081035-BDF0-CC06-9FB8-17E98487D888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CD2F2CE-7FEC-D2A8-282F-9541597DD901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8F2ADB-20C0-BAF6-024E-573720F7D002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1B6C644-7677-C981-1046-272D4E6F7A7A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FAE5396-913B-55F9-9628-7FBE61E9A030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40A3AC-E70B-98B1-7DFD-B29675FD16FA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104D96-2E65-EE78-2841-A60239991892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E639B5A-245C-673A-A398-670C423E45A3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5DE82E-6BBE-E47B-FB61-FAF26D40612B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FD8B5B-9877-4298-C812-49A192BEB951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B48E9A-E9AC-8AE9-6469-B453DE359F2A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91D45DF-B8E4-4E58-7F8A-BF4C2D5D90BA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A13998-97AB-285A-4BDF-9A312FA3A1DD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647A22-97FB-0629-720E-BED594544942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4687430-75B9-9A14-79DF-252415837673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9269FE-DA77-3762-7BC5-F405C0492493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9B5177-4827-02E2-AD2A-3EEA58DB5079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CEA7829-8C09-FDFA-6487-1D36CC9C7068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C03739-D39A-3DA7-9222-30FB729C3550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99D2CD-1B3A-5EB0-9D2C-46321015712A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6E4A15A-C3F9-FE11-716E-E7D81928017C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8A38149-C0B1-8225-61D0-5D6412E86B24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659AB47-F3CA-3DC8-3AF4-BB106AADEB51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774AB47-8B92-F0E0-5799-7D56FAFBE6F8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D835BF4-6C54-9C45-3DF9-F245EBF53359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E36E68-E6EA-DBDF-FB3B-D989376F288C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80476A7D-8EED-8126-4BF4-386B409D733A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0585749-5697-D0FF-7A7F-6C4DD68C0C47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46D1FCA-D873-1043-7B75-597DEBA5B108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A906967-AFAE-047B-CE7B-7016923FF6A1}"/>
              </a:ext>
            </a:extLst>
          </p:cNvPr>
          <p:cNvSpPr/>
          <p:nvPr/>
        </p:nvSpPr>
        <p:spPr>
          <a:xfrm>
            <a:off x="11893411" y="93545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F2773CC-22D3-9130-32B4-4D2DA1702B12}"/>
              </a:ext>
            </a:extLst>
          </p:cNvPr>
          <p:cNvSpPr/>
          <p:nvPr/>
        </p:nvSpPr>
        <p:spPr>
          <a:xfrm>
            <a:off x="18003776" y="94247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5FB9102-BA8A-BF92-364B-23DDD0F13285}"/>
              </a:ext>
            </a:extLst>
          </p:cNvPr>
          <p:cNvSpPr/>
          <p:nvPr/>
        </p:nvSpPr>
        <p:spPr>
          <a:xfrm>
            <a:off x="566681" y="5207570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582CE22-D054-3422-C8C6-51E891926301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407A98E-7CBB-575E-741B-591576C651CD}"/>
              </a:ext>
            </a:extLst>
          </p:cNvPr>
          <p:cNvSpPr/>
          <p:nvPr/>
        </p:nvSpPr>
        <p:spPr>
          <a:xfrm>
            <a:off x="10723677" y="522125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439CB20-624F-7CB9-3114-7A4F9520EE04}"/>
              </a:ext>
            </a:extLst>
          </p:cNvPr>
          <p:cNvSpPr/>
          <p:nvPr/>
        </p:nvSpPr>
        <p:spPr>
          <a:xfrm>
            <a:off x="16726627" y="5268762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68452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89E9-8101-0F42-6DEA-CA39695B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E68E080-819A-CCA7-A998-5263B8202ECD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8B9C0C-6039-4A86-D9B3-79766FBAD3D2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BAA680-4A4C-3BFC-D6F5-0CA4FA09F2EF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9B1A70E-E975-4777-6DDF-67F69CFAD0F7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3AF3CE-FD11-35B0-05A2-D2CE3DB28AA6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33D263-043D-74AC-1011-232CD8CE696C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9B8AA3-63AD-55E5-62FE-FE3D9BC14E3F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9CA5C4-7F83-E654-8169-E328B855F444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7F29B5-BAB9-8823-5A85-16BD2E317838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322D29-6739-8021-9C8E-D68B952484D6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369901-4AA8-D5AC-F484-E801343F9085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4EB7A3-3C82-46AE-469D-158B0AC28790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F880545-E8C2-3DA0-BED0-35F56F7A8D43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013A30-B154-4F8E-7804-94DF04BD19F5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5E5E1C-3A5D-D171-544D-E501EF21DAC5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EA7CC97-86F1-8C4C-8765-833AE5C301DD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3D2863-CD8A-A7CF-BC27-0D65678F0400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C20EBA6-441C-D2ED-7BF5-FF4440647C1C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207A083-6469-FC8F-2DD2-41C542B11922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B374D59-31E2-7814-287A-854FB0924586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59FCE2-7B1A-D918-FF1F-41F7F50DE6D5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4BBFCAC-A41C-763E-F310-776BB56BB802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521753-CBF6-E5ED-1821-620B4DD91FEF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42D349-E808-9CB1-6755-A1E71BF5074F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DD6A374-C94E-D77D-9B52-FCAA554DBA09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0E77A7-8F18-3CE7-B62B-B2796335C4A1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905A2A8-CDB5-BD6D-F8C4-1DF9C8759C21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A5ABF4C6-5ACC-891E-22C0-93F564A5F7E4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C5F9C62-39D6-63C8-75CA-DF3E8D345519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89878F-3802-376D-F6C4-5F83DA752DE6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9D2277A-77BB-004E-7DCD-68F13FF58BA8}"/>
              </a:ext>
            </a:extLst>
          </p:cNvPr>
          <p:cNvSpPr/>
          <p:nvPr/>
        </p:nvSpPr>
        <p:spPr>
          <a:xfrm>
            <a:off x="11893411" y="93545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B8C28DE-0492-A5C1-4AAA-DA828E02A5ED}"/>
              </a:ext>
            </a:extLst>
          </p:cNvPr>
          <p:cNvSpPr/>
          <p:nvPr/>
        </p:nvSpPr>
        <p:spPr>
          <a:xfrm>
            <a:off x="18003776" y="94247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341803D-4462-657F-3865-5444E3038C1E}"/>
              </a:ext>
            </a:extLst>
          </p:cNvPr>
          <p:cNvSpPr/>
          <p:nvPr/>
        </p:nvSpPr>
        <p:spPr>
          <a:xfrm>
            <a:off x="566681" y="5995202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C3DBC9-5CC2-19E3-8609-7FACBA7BC9D0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ADED4F7-FF31-9510-D46D-E3513E8AA090}"/>
              </a:ext>
            </a:extLst>
          </p:cNvPr>
          <p:cNvSpPr/>
          <p:nvPr/>
        </p:nvSpPr>
        <p:spPr>
          <a:xfrm>
            <a:off x="10723677" y="522125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AD6E665-9404-B0A9-FD48-3CD9E20B8B1C}"/>
              </a:ext>
            </a:extLst>
          </p:cNvPr>
          <p:cNvSpPr/>
          <p:nvPr/>
        </p:nvSpPr>
        <p:spPr>
          <a:xfrm>
            <a:off x="16726627" y="5268762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41205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F703-F208-A648-E4E1-A6220762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B661BA6E-995D-1588-CEAE-6D6E9AEE54DE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E2941C9-D531-8076-D69C-323D8C75C968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C5ADDE-F400-867A-4094-DF9544934BB7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875818-ADB3-E0E4-F2BC-5AB97E09F31F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A95A3-6623-E159-27A3-67F03484D446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424078-8517-7A80-A206-F4167E92E30E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8D1C61-6122-2805-A07E-6EE39A22AF79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FF1C79-7708-61BB-287B-4279202450CB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26D4586-4A51-C9E8-96CB-FAFDDC2F149C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9333A4-0365-77C3-49A2-16E10946FC8B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9E0A39-8975-2C9A-4AF0-32907CE1A2ED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FFDA89-EA90-3A0C-6052-3A51E45B43E7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074764D-DB4A-B1B8-CD86-931E8924F40B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61DDFB-DBD3-90E9-7ECF-67FC313A4D4A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78EDFA-109C-B7FB-0629-4F48C45C6D6C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19C6477-E6C7-6AD1-BF1E-99459A02CE6E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A332E4-25D5-00A6-5A04-BE8EE32759D6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BE91FA-87F3-309D-E92A-FC8952DE8C39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2D1C2D23-FC6F-20A1-E533-19FB4F938C9A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5525F1-DDD1-3A40-C9B8-D9B59D901E51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77D8E8-CD6D-E4FB-697E-E9D540727543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8F9C28D-316A-D4D9-4F04-12DD13420134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4453E9-EDE7-41D0-1183-6E63657BDF62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399CE84-B21D-9B17-91CE-D5F579F14B4F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021FD3A-6D74-A3C9-9C40-62D3671CCA7F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A5E8ED-10B0-D0D3-C1BA-B2B9DBD0BD8B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F30CBB-A659-F42E-F5DF-DECBDFD05597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7122739F-6539-E959-25EB-C8D6C14F7074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9EB40C6-5C92-4590-71FD-9B28247B0183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EC11517-1A3F-139F-89B8-ED094407C7D2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EE79D9D-A54B-E93A-80A0-AFCE402C698C}"/>
              </a:ext>
            </a:extLst>
          </p:cNvPr>
          <p:cNvSpPr/>
          <p:nvPr/>
        </p:nvSpPr>
        <p:spPr>
          <a:xfrm>
            <a:off x="11893411" y="93545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831B297-27FF-41D7-73D9-1BAE63C66290}"/>
              </a:ext>
            </a:extLst>
          </p:cNvPr>
          <p:cNvSpPr/>
          <p:nvPr/>
        </p:nvSpPr>
        <p:spPr>
          <a:xfrm>
            <a:off x="18003776" y="94247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C975878-10CA-5B95-6EA2-6ADC5E434BBA}"/>
              </a:ext>
            </a:extLst>
          </p:cNvPr>
          <p:cNvSpPr/>
          <p:nvPr/>
        </p:nvSpPr>
        <p:spPr>
          <a:xfrm>
            <a:off x="566682" y="8171994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F124814-133D-A460-AC25-674E3EBBD0B1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0875057-B9F8-44C6-9603-A21741F81E73}"/>
              </a:ext>
            </a:extLst>
          </p:cNvPr>
          <p:cNvSpPr/>
          <p:nvPr/>
        </p:nvSpPr>
        <p:spPr>
          <a:xfrm>
            <a:off x="10723677" y="522125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E5A300C-0407-DB83-F9FA-4143FC838B84}"/>
              </a:ext>
            </a:extLst>
          </p:cNvPr>
          <p:cNvSpPr/>
          <p:nvPr/>
        </p:nvSpPr>
        <p:spPr>
          <a:xfrm>
            <a:off x="16726627" y="5268762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71179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F711-685D-9964-DA05-EEA0F0B9C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19519895-8564-FF12-1EC7-47F114CA2EFE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BD872B-2A87-F8C0-F86E-C25A472B7ACE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3F7DBF-5FD3-73A6-6192-688872858027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153C522-AAC0-DAC7-81EC-9ED061656DC1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FAF8C7-8B10-FA7E-FB68-F156F443E5F1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3CE15EB-1F13-2F82-E8C2-2E666674D48A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C264A2-A5CF-56E6-D3C2-75CB0F7D829F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D61AA34-50A3-D35D-2313-A813F225EB46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2847D4C-9ADC-E67E-0AB9-53C6CABD9C23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F2514-31BC-5AC5-094E-70AE46B9DB8C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D27488-4E20-BE61-F5E4-C087B9A8B72A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B71737-B7AD-5C5E-A518-35D7BF460D89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43D0F1E-F43F-94D9-A550-B6DAE87A9D7A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796793-2068-3E61-BFBC-A1DFBA194B65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460F30-288B-3DFD-A7C2-BFC143D7DF13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2B7C78A-9D42-C2BE-E108-B89C75312E1C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040BCD-D6D0-D155-35B0-056505AB818D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2F8075-FF80-7BD9-6F32-0902547336DD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8582517-A42B-92C1-24EE-B5BA54E9D15C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AD141B0-3517-AB1F-80FA-2C8538EFF4EF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75FCA4-80F9-48A5-D364-5BB7BEBF175A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2EF56484-7453-8173-20FC-C63BEE90E793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001636-4197-6623-D032-9F53BF9D0D26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E00B73-5016-FF1A-B1C4-9503C54EA44B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C823657-970B-6B69-A492-68E303914025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F0A48A-C6FD-23F8-F6DC-A49B41C97158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7DA8FB-175D-8D91-A9CC-53AC15841D90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A5B0246-79B7-7926-6CB9-EE1805077A36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7D7C1A-2B8A-4261-B98A-ED995926B50F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C64599-EC6C-DAB4-DF72-ECCF48BDE74C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9774AC2-D99C-7847-D619-9A7B4858890D}"/>
              </a:ext>
            </a:extLst>
          </p:cNvPr>
          <p:cNvSpPr/>
          <p:nvPr/>
        </p:nvSpPr>
        <p:spPr>
          <a:xfrm>
            <a:off x="11893411" y="93545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D50D622-C974-7443-0825-1FA8CE8F579A}"/>
              </a:ext>
            </a:extLst>
          </p:cNvPr>
          <p:cNvSpPr/>
          <p:nvPr/>
        </p:nvSpPr>
        <p:spPr>
          <a:xfrm>
            <a:off x="18003776" y="94247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F68652E-A9E3-0CA8-5FA1-42B49535282F}"/>
              </a:ext>
            </a:extLst>
          </p:cNvPr>
          <p:cNvSpPr/>
          <p:nvPr/>
        </p:nvSpPr>
        <p:spPr>
          <a:xfrm>
            <a:off x="566682" y="8604819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88AF6B2-0ECA-1C8D-4238-5AFA6526DB40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77B5ABC-6C1F-20A6-4145-FFEB1CDABF93}"/>
              </a:ext>
            </a:extLst>
          </p:cNvPr>
          <p:cNvSpPr/>
          <p:nvPr/>
        </p:nvSpPr>
        <p:spPr>
          <a:xfrm>
            <a:off x="10723677" y="522125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ADC3D8A-31A2-FBD6-1ED4-AAB7392D0B5A}"/>
              </a:ext>
            </a:extLst>
          </p:cNvPr>
          <p:cNvSpPr/>
          <p:nvPr/>
        </p:nvSpPr>
        <p:spPr>
          <a:xfrm>
            <a:off x="16726627" y="5268762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07248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D155-1537-2937-46A7-107F1181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83EFAAC9-F65E-F3D6-BA94-AB9ACF04DAE6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AC938F-AE29-E200-CBE8-8B2B324BBAE2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5169FB-7E1D-CCBD-4769-423AD8B623FA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840B28-848C-4C31-1FE0-0551F25A904D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85A481-908F-409A-EE28-2CDE294DD070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8589744-B587-6D80-48C1-EE4FCBD29496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6D335FF-20C4-247C-8195-298D9AE29892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8EBA3A-2835-42ED-FFB1-80765B435602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22EB399-68BC-D6D9-ED75-446304BDACE3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E2273A-E268-9658-37A7-6918332415CE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CCCEDC-FDFA-33C6-B02F-2F4DBE90BC9F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5A0378-223F-2298-0DAE-64A136D856CF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91F559B-49E3-A81C-6664-D09431B6089E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D92F2F-1DD8-4767-7200-BFC05F2D8D47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2DB8D4-1D54-FA44-B547-3D09811D1850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68D3E37-A149-A4C0-13F7-8F7350CF8711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79002B-4D5C-DA63-ADDE-20DE0E33BF45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26403E8-E7D3-950C-BCAD-D7BF6558DED4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B8F13AD-BEAB-6EC0-100F-136109EF8604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C387FC-AC4B-9EFA-2797-C82F9408A41E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F382E5-1E5D-6265-8827-F105DA0907DC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3F00BAD-9C74-A87C-A90A-5E03D031ED5A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BC3A47B-9BB6-C965-EA37-089686813F1E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AB01D6-1323-0B22-7669-007CA63B1145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9898A85F-1967-9588-E159-9E2521E55739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4EBE5B-C7BA-40C4-DC9B-D84F649EF6ED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C7EC33-9224-4D1A-FD71-473114D69071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ABB02B57-27B0-CFEF-0211-553A8E7FF783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3C3840-DCFD-650A-59E9-8003689623B1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758C9AE-2B7C-565F-746E-0F0855F40047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3007AEA-6095-F7C1-74BD-3D8AF546C802}"/>
              </a:ext>
            </a:extLst>
          </p:cNvPr>
          <p:cNvSpPr/>
          <p:nvPr/>
        </p:nvSpPr>
        <p:spPr>
          <a:xfrm>
            <a:off x="11893411" y="93545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6A2681C-7B03-5A3B-FAB5-0276474F0230}"/>
              </a:ext>
            </a:extLst>
          </p:cNvPr>
          <p:cNvSpPr/>
          <p:nvPr/>
        </p:nvSpPr>
        <p:spPr>
          <a:xfrm>
            <a:off x="18003776" y="94247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5148E2E-1976-4658-C24E-6945EBFC145B}"/>
              </a:ext>
            </a:extLst>
          </p:cNvPr>
          <p:cNvSpPr/>
          <p:nvPr/>
        </p:nvSpPr>
        <p:spPr>
          <a:xfrm>
            <a:off x="566682" y="8962759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B692840-CD37-DD18-DEEA-DDB7EA818872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BF39B4B-E53A-6C1B-D021-0C5070FB2440}"/>
              </a:ext>
            </a:extLst>
          </p:cNvPr>
          <p:cNvSpPr/>
          <p:nvPr/>
        </p:nvSpPr>
        <p:spPr>
          <a:xfrm>
            <a:off x="10723677" y="522125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45DC34E-4CE5-7E93-24F5-8DD2144736B8}"/>
              </a:ext>
            </a:extLst>
          </p:cNvPr>
          <p:cNvSpPr/>
          <p:nvPr/>
        </p:nvSpPr>
        <p:spPr>
          <a:xfrm>
            <a:off x="16726627" y="5268762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F625A4D-57AD-7862-4EA4-3F53E6C8167B}"/>
              </a:ext>
            </a:extLst>
          </p:cNvPr>
          <p:cNvSpPr/>
          <p:nvPr/>
        </p:nvSpPr>
        <p:spPr>
          <a:xfrm>
            <a:off x="15957184" y="7389268"/>
            <a:ext cx="2046592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6411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4FFA-712A-C1AE-BBD2-86145DA38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E969BCD-DB0D-8BE1-4A43-BA421F867C0E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724B9A-E21D-C892-F9C7-E2D36DEB7EDF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AC7BD3-AC9F-0554-D2C1-735E9D9B9F64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5062CE-74EA-5345-8085-C4732C073B72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D69E63-2D7D-7E1B-853E-1447638706C9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33675C-B3DC-D50C-7678-C0CFD61DB823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D53E7CC-1109-8859-6806-2DBF0AFBA494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78F74FB-FC30-7E30-A8A3-149D051E1D3D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2EDCC90-CF44-D543-63AB-F441CF837D75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0E4557-34CF-DD79-A140-5BBC494A7BD1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5F67F7-91E0-21A3-AE18-F77DDB899286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B79899-39AC-C28B-8084-9D6835526A1E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125D0C3-990B-3141-6BA9-3A0824144B6B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DE6D12-E251-D348-7E14-926720664155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1AD90F-3E5E-9E0A-CCDA-D68FC7650410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D55506D-4B82-855A-191A-D5276B04C14B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557D9D-FF99-9D22-407E-5B611E3F3A73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8045E9-1843-A253-BC13-20F1F4A2ABDF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60D5190-EA61-49AD-268E-7DB3DE8F603F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89E5E8-4071-F3FC-A62B-EB6012174A12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B030D3-7C4D-5541-397F-D136F4A87B91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13F8D23-6FF6-D948-2925-9F453F9FE54D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B31C7F-D63D-9119-BA28-C178ED3C7FA5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C7BEFA-FDF7-5261-74C3-9A168FBEB4AE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3E6482B-1E1B-F7C6-A0F2-C3437ED65635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C572F28-145A-DEBF-ADD6-122DAAAAFBB3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69A1D7-12F0-C993-0112-8A4613664332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41552F20-F8B3-5E34-BACB-BCA1E714C5EC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D8D4BB-6A45-07D2-40A9-E8F7214468B3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3A20114-4BEF-523F-39F8-34CBD409A3FE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475C0C5-4A6E-3DCF-5589-545427F79F07}"/>
              </a:ext>
            </a:extLst>
          </p:cNvPr>
          <p:cNvSpPr/>
          <p:nvPr/>
        </p:nvSpPr>
        <p:spPr>
          <a:xfrm>
            <a:off x="11893411" y="93545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56EE1A0-395D-D07F-C2D9-A9C987C58A4D}"/>
              </a:ext>
            </a:extLst>
          </p:cNvPr>
          <p:cNvSpPr/>
          <p:nvPr/>
        </p:nvSpPr>
        <p:spPr>
          <a:xfrm>
            <a:off x="18003776" y="94247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1A2A9A9-83BA-8E43-FF5C-334F72F87DB5}"/>
              </a:ext>
            </a:extLst>
          </p:cNvPr>
          <p:cNvSpPr/>
          <p:nvPr/>
        </p:nvSpPr>
        <p:spPr>
          <a:xfrm>
            <a:off x="566681" y="10334359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E0D7723-8058-0515-DF18-F28E43E70314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796643A-2CB1-AFE8-8385-8814EDA8BD33}"/>
              </a:ext>
            </a:extLst>
          </p:cNvPr>
          <p:cNvSpPr/>
          <p:nvPr/>
        </p:nvSpPr>
        <p:spPr>
          <a:xfrm>
            <a:off x="10723677" y="522125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A93EF5F-8E57-3060-5552-968E9961EB10}"/>
              </a:ext>
            </a:extLst>
          </p:cNvPr>
          <p:cNvSpPr/>
          <p:nvPr/>
        </p:nvSpPr>
        <p:spPr>
          <a:xfrm>
            <a:off x="16726627" y="5268762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4737267-ABD7-AEC0-3E52-131C746E6500}"/>
              </a:ext>
            </a:extLst>
          </p:cNvPr>
          <p:cNvSpPr/>
          <p:nvPr/>
        </p:nvSpPr>
        <p:spPr>
          <a:xfrm>
            <a:off x="15957184" y="7389268"/>
            <a:ext cx="2046592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61493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CD447-78FC-C04F-079F-540DA7D5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41A2F310-53C9-4ECB-0FAA-89F2585DE44B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382724-4D61-2128-CCBF-95CAC9072A22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DF638E-B832-8DCC-B72D-10FA3B1783E0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CA8966-590A-DA06-249F-E050EAB58BC6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A69CC5-BFA6-1A08-2DE8-E4B466AF157B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57A3E5-1FE1-3867-0B77-0E9E72292B1A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4091BF-9910-3F8A-B47C-29FEB907F5A7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7B33E6-5EA5-166B-52C1-ACA2DD83BBC2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8D30891-080C-AD97-270D-3E4E8BA91435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51A5D7-1079-7A19-B568-05762A6E7A5D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261430-66B2-58C0-50FD-47248BC1300B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C75A2-18A4-4F38-8AE6-3A6DF0E61707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45640FF-5B56-276D-7ED9-418B7710BEA6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30D8F9-DCE8-47DF-842C-A9B1877F2B3E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5648FD-AB41-6004-07D0-15DB182A2407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5D81147-C5AC-FCFF-D2FA-A4FF61123BC6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AE53D0-1055-1A48-DD30-761CD09FE246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C57FF0-C0FC-2B9B-294E-8B70E14C3C58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BE4A18C-2EB2-C2E8-F0F3-33AA192212BD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F36705C-F333-23C1-907C-E4A78AB100DE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F380C3-DF6B-1BB8-44B4-588AED90930D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16D23A0-84BD-F394-90EE-9B5B26A29FEF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C471E1A-9F80-C4CD-9747-31967D7DE66B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18EC57-15F1-0223-89ED-CBDF1D9FAECD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62C470A-116F-9E17-A36B-019F97170655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BBCD35-029C-5CA4-59D6-5816669A9CF6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98EA03-41F8-14F8-FCB8-FB11D29B762F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8972549-7A97-CF9C-0C35-B751486748D8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BD5462E-5A20-F12F-9040-050A1E2D3E6E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5B292F8-A4CC-6721-4848-AEA052266363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46EFBEB-DE15-4EFB-C664-1BEF64D19E4F}"/>
              </a:ext>
            </a:extLst>
          </p:cNvPr>
          <p:cNvSpPr/>
          <p:nvPr/>
        </p:nvSpPr>
        <p:spPr>
          <a:xfrm>
            <a:off x="11072315" y="5461702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A3CAC7E-9804-D376-EA57-EE3970F258D0}"/>
              </a:ext>
            </a:extLst>
          </p:cNvPr>
          <p:cNvSpPr/>
          <p:nvPr/>
        </p:nvSpPr>
        <p:spPr>
          <a:xfrm>
            <a:off x="17186318" y="5339877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01AA176-AE4F-8A21-5400-3BEF3C6FDFB5}"/>
              </a:ext>
            </a:extLst>
          </p:cNvPr>
          <p:cNvSpPr/>
          <p:nvPr/>
        </p:nvSpPr>
        <p:spPr>
          <a:xfrm>
            <a:off x="599912" y="3919281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CC624CD-A9C3-3EAD-9E8B-162B8511897F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8250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B37D-9621-FDCF-5B81-8B86E1093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FCEAA523-921D-5117-EB0B-FF41C2392A2E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7173BAE-6847-E6D5-879F-73CEC33D6808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78E09F-D154-010F-223E-B1AB389E25B1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D90655-50C4-0BA3-84DF-8792A86B481E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D14629-C752-9443-35F3-B734CE76EADB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9E1C30-CF8A-D54C-4411-4E8256CE39A6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93CE5B-2BCD-932F-ED33-7CD84FA3DC9B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A9D383-9B02-9C1A-C50D-65F61967A637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B675967-AF95-D8DC-9028-63AA16ABBE8C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8775CD-C887-2A81-5FAA-B7C5CC8D8DA1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57AAA9-0159-0D1B-A5ED-D5FB54C6215F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803434-6D8D-4FB5-4AA0-85D7ECAAFE81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79565F4-E18F-0C94-2A76-ABB17C5F32DC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D25137-9712-3A34-C5B3-B3FD82E30764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0740EB-E7EE-00E1-CBB0-EE7DBB4DE965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46089D1-0F3D-0235-025A-8392D0FC4152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2488B3-B8E8-A689-4A2C-B02A5DF88843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D7DAFA-0B56-33C9-F88F-0B18D798D922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6703C9E-BD0D-C205-E471-9F8C455C9B38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C4A099-2903-BE8F-3E1C-E5C5AB0149FB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E65CFB-7C7C-F574-9A9B-51AEB4D4A0DF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D935885-B469-898D-A19C-162D0D5609EC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EA90C3-AF29-8D04-5005-97921FE9C2F0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559BE8-6D5E-5907-31B9-B92A2E8DF4CC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E786D91-AC4F-9C1B-F26B-E5971BB155B3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4493D34-28F7-D8D0-2FAE-70E97C772246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CFF871-7E9F-2C4C-FE05-6F307E4EA8C4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EFF53CC-88D1-CDE0-8EB8-6F51C55ACF1C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9DF93EB-FA8C-6B52-FB22-240D70FB0619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B9A1D24-07A7-AF56-3FAA-4EEB769FDE47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664BCC2-C619-6B19-4C2B-8234CC103CBF}"/>
              </a:ext>
            </a:extLst>
          </p:cNvPr>
          <p:cNvSpPr/>
          <p:nvPr/>
        </p:nvSpPr>
        <p:spPr>
          <a:xfrm>
            <a:off x="11072315" y="5461702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7F277EF-3183-E27C-FD73-9E21DD67B3AB}"/>
              </a:ext>
            </a:extLst>
          </p:cNvPr>
          <p:cNvSpPr/>
          <p:nvPr/>
        </p:nvSpPr>
        <p:spPr>
          <a:xfrm>
            <a:off x="17186318" y="5339877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2B51D09-1726-8B2B-C863-BF9AF2171C8A}"/>
              </a:ext>
            </a:extLst>
          </p:cNvPr>
          <p:cNvSpPr/>
          <p:nvPr/>
        </p:nvSpPr>
        <p:spPr>
          <a:xfrm>
            <a:off x="579109" y="5157821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563B202-6712-91D9-C383-A1F047AFA7EA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A2075F-2CA0-F8C4-D858-BB7FB4959103}"/>
              </a:ext>
            </a:extLst>
          </p:cNvPr>
          <p:cNvSpPr/>
          <p:nvPr/>
        </p:nvSpPr>
        <p:spPr>
          <a:xfrm>
            <a:off x="12166397" y="3469444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15BAC1E-4F98-17B1-4BC1-AF5A3FF163D8}"/>
              </a:ext>
            </a:extLst>
          </p:cNvPr>
          <p:cNvSpPr/>
          <p:nvPr/>
        </p:nvSpPr>
        <p:spPr>
          <a:xfrm>
            <a:off x="18553751" y="3333288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5280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EA52-4F82-6AB1-C367-44792B4F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3CD75EE4-CF77-E3BF-3303-61526D1CA683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BC9DAC-AEDE-3CC9-2991-F5072C883073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315221-7C8B-89E4-EAFD-EDC908D96CE2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6F37D82-EA98-B26A-5A66-8B0735FAFFF2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EF9D5B-EE51-40A3-A9C5-D959E3A53B26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053D60-CD24-EDCC-A8C1-59EA29DAE1E5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FABBAC7-0AB4-A408-A43C-70375F85C87E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A23C985-3525-8116-A727-F951A244545F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0AD7FF5-44EB-995F-1C08-CF178B14CBED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7F45A8-DAB6-AE4C-53FC-7D7F27A59216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9D2E46-1057-AD8E-4EC7-7BC09BC17C0B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411BCB-F75F-8264-8132-AC1DD207EC1B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B055B22-CD53-1D42-6020-A3A14DC94422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615A-CE1D-C7A3-6C0D-4CA583393012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096FFA-05E1-4B12-EE9F-E3F4CAB04F84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D63BBBC-DCB0-28CE-ABDC-C0491AC20859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4DBD48-2B64-DF2D-F8C7-D58CFA4040C7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4DF11A-748B-FBEE-F96F-858D37096330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11C8FF5-1FCF-8853-A8B4-0C55FDB2B8AE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BD5774-CEE6-D614-79A7-C52A39E264AF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AA430D-ECD1-0F0C-EC63-800DBF9A1818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7A3AFCF-0497-29E3-4D31-1372DE1D9D48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67DBF6B-04CF-FDFA-A3DA-2B07183E9CB1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18A75E-3293-C6CA-681F-BCC991DF0CA4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A750AF8-9D2E-BCF0-746E-8DDE6E1BE54E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FA25F88-1376-64B9-6D3C-8461CFFE6B38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2DA7EA0-1AA0-E8BF-650A-724D28B0E6A9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6F267396-7024-7517-B644-970B8FEEBF6F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56AB932-3233-D242-2286-A71F44618FC8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C1DCFD-AE60-33D8-8D67-193A46CDE48F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0E6B4D5-F39B-159A-0E21-3EA9A445E0A0}"/>
              </a:ext>
            </a:extLst>
          </p:cNvPr>
          <p:cNvSpPr/>
          <p:nvPr/>
        </p:nvSpPr>
        <p:spPr>
          <a:xfrm>
            <a:off x="11072315" y="5461702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E1F3D65-D758-8BD5-2280-34A2CBCC2957}"/>
              </a:ext>
            </a:extLst>
          </p:cNvPr>
          <p:cNvSpPr/>
          <p:nvPr/>
        </p:nvSpPr>
        <p:spPr>
          <a:xfrm>
            <a:off x="17186318" y="5339877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94A6097-69C0-085E-3891-BB6B4864FB66}"/>
              </a:ext>
            </a:extLst>
          </p:cNvPr>
          <p:cNvSpPr/>
          <p:nvPr/>
        </p:nvSpPr>
        <p:spPr>
          <a:xfrm>
            <a:off x="488535" y="6006086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3816278-D144-0453-CC94-6E3652A8909A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AEF4B50-DFE1-8BD8-6695-B8C4168D9E00}"/>
              </a:ext>
            </a:extLst>
          </p:cNvPr>
          <p:cNvSpPr/>
          <p:nvPr/>
        </p:nvSpPr>
        <p:spPr>
          <a:xfrm>
            <a:off x="12166397" y="3469444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6244AF6-84FA-E39A-CD49-56BDE78B5148}"/>
              </a:ext>
            </a:extLst>
          </p:cNvPr>
          <p:cNvSpPr/>
          <p:nvPr/>
        </p:nvSpPr>
        <p:spPr>
          <a:xfrm>
            <a:off x="18553751" y="3333288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02861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B477-763F-5336-7030-773D227D0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B2E2F108-F3B9-B805-40F8-6A59978440B9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86D753-2615-6B5A-866C-3B45E18BD40C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C912D3-8797-EF6A-C953-6D78C1AE3D6B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AED5ED-9BDA-2B9B-A2B0-2D64A3423463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846949-812F-60CA-B7B7-D33C0CB75700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792151-C841-DF42-20CB-9290492B8A4F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B3BD01-D010-3970-6B33-09F845B94A6F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7F8117-21CA-A85E-321A-F338EA487E03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40750B-84D2-F8F9-A702-43E0C4D11820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C51B4A-005D-4F2E-54ED-CED1C2BB3D58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190300-E2DE-5CB3-6BDF-51E282D429AA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A9A7C9-B80E-B255-B717-C63A47C0C36D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35C33A7-7451-D054-3F35-37E65312E428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C64F40-EDD9-8D05-1AF3-618FC9632005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9838DD-15E4-1739-6C38-7A148DB9F346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B065A43-8663-0762-859C-436767DFB6C1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433B54-C82D-8E73-A79D-83921AFBEA9D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7B6978-89CB-5BBD-1BC5-6A724EAC2F21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384DF1F-3A61-EC6B-F37A-884B8608980D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67948E-1194-BB48-75B4-47C4190D301D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99E048-84AE-99F2-D945-37E197107752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302959D3-B99C-7AAA-DB52-E2387BF4CE63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A84B11-EBEF-F1A3-B121-AFC51142CDCC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7C3D3B-EC1B-850E-3202-5B770AF426DB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C668841-5003-1034-204E-92D8335720B3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D04760B-D837-3142-40D6-2AE9E2D247F8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FF9249F-BDBF-C9B7-46C0-F2C8EAA7F75D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C079B85E-BD48-7CDC-4779-3B4D8BD3B3FB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5EE5A0F-FB6F-97AD-45E3-B954DE8ABC16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F38D42-FDA9-9EAC-0564-4139DB30A1AE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69B48E5-AB4F-1876-2220-EDB5B93100B8}"/>
              </a:ext>
            </a:extLst>
          </p:cNvPr>
          <p:cNvSpPr/>
          <p:nvPr/>
        </p:nvSpPr>
        <p:spPr>
          <a:xfrm>
            <a:off x="11072315" y="5461702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458C9F7-ADC4-48E3-1752-9D8FE97E3303}"/>
              </a:ext>
            </a:extLst>
          </p:cNvPr>
          <p:cNvSpPr/>
          <p:nvPr/>
        </p:nvSpPr>
        <p:spPr>
          <a:xfrm>
            <a:off x="17186318" y="5339877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C79320E-5D5B-12BE-07CC-6029280DD328}"/>
              </a:ext>
            </a:extLst>
          </p:cNvPr>
          <p:cNvSpPr/>
          <p:nvPr/>
        </p:nvSpPr>
        <p:spPr>
          <a:xfrm>
            <a:off x="620868" y="6449542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54C90B4-397F-A427-CDA0-CA8BE68BC661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BA98664-76D5-329B-4494-5F2312156E4B}"/>
              </a:ext>
            </a:extLst>
          </p:cNvPr>
          <p:cNvSpPr/>
          <p:nvPr/>
        </p:nvSpPr>
        <p:spPr>
          <a:xfrm>
            <a:off x="12166397" y="3469444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74E3FB9-DD9F-5FF4-3EC5-7866B4B83838}"/>
              </a:ext>
            </a:extLst>
          </p:cNvPr>
          <p:cNvSpPr/>
          <p:nvPr/>
        </p:nvSpPr>
        <p:spPr>
          <a:xfrm>
            <a:off x="18553751" y="3333288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68985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3815-35B4-154C-2E50-81327B6C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8F57D2B7-01C5-5BCD-95F3-34DE04AC9DB6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9EDB28-028A-FD34-FF3D-5F856E413909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26DB9D-909C-FCEE-FC99-650222CDC856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624B7C-3A93-576C-0B57-A361D35AF976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9558B7B-B5B4-596A-D9F8-FBA863BBE575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91BE21-5B56-15DC-7AB3-1D7F70ABF902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433EB7-399C-296B-6822-9936530A91A1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ECB8292-0BD5-DE2B-0A7A-79EAB08153B8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8A97289-B460-8834-3A32-08FDEFDB518F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CF1482-7DF8-B819-DA7F-8C583B8CADFD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4F5639-537D-18B4-9D6F-C761B8642064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3A8279-4946-BA29-87C5-FFD4CAAC2843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9A87E24-DED7-5C8E-3004-FCF8788E7B15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81DFFA-A001-9B84-48E1-B24951328E50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4D5267-19B0-F550-6016-E096D59F8B91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A08E55E-8E9F-67E1-2F64-37985C4E7D82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62DE5E-CC85-FC77-58DC-98C226110BF4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2929B9-455C-1A12-B65F-B723ECD5DC7D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438028C6-A01E-B50B-F6D0-8235CD1634A7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6E3323-4048-6E2E-F86F-78A95F884C22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E7B0B8-D9D6-4122-BD8F-59B4D97267B7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078118ED-C227-87D0-E584-A9900BDAFA3E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78CAC7-8DED-6EFF-CC0E-D2286F1963C9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B3B028-E5E6-4AAD-6B48-19674697AC04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139894B-CE67-291A-1514-24CA36D993A3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50A847-A8AE-4301-45B6-868DE0B6BF7C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DDFB38-0DE3-0BD7-3E72-217EFFA8E394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AE48DE2A-5A5E-626D-600F-DC5A40E2FEFD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FA6050D-4CD2-DE71-7EF8-07615350BBFE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855A683-E40B-FF58-3300-EDC00B7C9244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E210679-7703-0226-FFE5-4888049D12AD}"/>
              </a:ext>
            </a:extLst>
          </p:cNvPr>
          <p:cNvSpPr/>
          <p:nvPr/>
        </p:nvSpPr>
        <p:spPr>
          <a:xfrm>
            <a:off x="11072315" y="5461702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F8EBAEC-0963-4220-0734-E6A9537FF22A}"/>
              </a:ext>
            </a:extLst>
          </p:cNvPr>
          <p:cNvSpPr/>
          <p:nvPr/>
        </p:nvSpPr>
        <p:spPr>
          <a:xfrm>
            <a:off x="17186318" y="5339877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104CEBC-FA5A-5706-284B-DEDF012310E9}"/>
              </a:ext>
            </a:extLst>
          </p:cNvPr>
          <p:cNvSpPr/>
          <p:nvPr/>
        </p:nvSpPr>
        <p:spPr>
          <a:xfrm>
            <a:off x="620868" y="6856592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2336B30-59CF-3486-68B1-107319B056FE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C0084A-7AFA-CF5F-DD57-5501265B9DC8}"/>
              </a:ext>
            </a:extLst>
          </p:cNvPr>
          <p:cNvSpPr/>
          <p:nvPr/>
        </p:nvSpPr>
        <p:spPr>
          <a:xfrm>
            <a:off x="12166397" y="3469444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2494BEC-212A-9965-8F44-8AA9C773D416}"/>
              </a:ext>
            </a:extLst>
          </p:cNvPr>
          <p:cNvSpPr/>
          <p:nvPr/>
        </p:nvSpPr>
        <p:spPr>
          <a:xfrm>
            <a:off x="18553751" y="3333288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0698A43-791A-F2BD-2196-272383FEFC8D}"/>
              </a:ext>
            </a:extLst>
          </p:cNvPr>
          <p:cNvSpPr/>
          <p:nvPr/>
        </p:nvSpPr>
        <p:spPr>
          <a:xfrm>
            <a:off x="13911863" y="5354722"/>
            <a:ext cx="205772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1053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8622-41DF-14BA-589C-EBFC7135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5B8B2C5-DBA4-BD82-5517-31CD813EB5FB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A3E7B3-EB8D-843C-003E-F336B21B1C96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E086D9-A38A-A1C1-C46F-C175600C0891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81E8CD-AFAF-EAB4-234C-2C75DB3BD9A1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BB3592-E97D-4597-9A38-019CEDC083FC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F38985-3963-BDBC-1214-5F28AF435E4C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C0EC97-DF8B-BE84-AFAB-E6D7263B4864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F84595-97AD-D075-8828-D0D3F24E3D8D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41BF8FF-5B62-F7CB-E719-94947FE775A8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6261C7-2392-DB35-8BF5-FA2365FBF523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9758CB-FEDE-529D-0BDA-5825276B55D9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65E4C0-BA1B-8608-61BA-381C9F0D3CE9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B008C01-BBE6-4D81-8466-17EC650DFB30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637132-C96F-3384-B925-B57D4588B173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1B5B54-1654-FA77-C08C-F4A1B168EF0C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E690469-970D-AC08-B327-6324235601FC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722295-CF25-0FB9-48F5-DA7098354F11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02D003-DEC6-F30A-4BB2-104B5DFBDF48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4FE05F5-0206-5AB5-6748-9DBD6CD6845D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C9F470-C848-5831-21DF-0BCA31B2E88A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9537B09-37E5-C49A-3D3B-58E0B4AC39D5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DFD23FC-1EBE-CD56-D33B-FBEC4CF2F865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3A049C9-B164-0228-A559-C35226142283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1FEBE7-0380-1D88-2F7E-8BDCDAE727DD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51F6A7B7-7E0D-77D1-0B97-F01BBB189865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9A6A02E-31EA-A894-A577-BA5BDD7E46E7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C817FC-9B4C-E84A-4CE0-E156942109A1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796C3C5-9EF0-4990-1AE4-F4DCEE7E5B1C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350A727-9CB6-CEC5-E3B4-717057A9D5AA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02BB346-2A9F-731D-8C03-0F74814D150F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FA98305-F498-AEA2-86E3-C0DF1DC45619}"/>
              </a:ext>
            </a:extLst>
          </p:cNvPr>
          <p:cNvSpPr/>
          <p:nvPr/>
        </p:nvSpPr>
        <p:spPr>
          <a:xfrm>
            <a:off x="11072315" y="5461702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5193F69-5C70-2AE0-B096-00B7ADDA0D45}"/>
              </a:ext>
            </a:extLst>
          </p:cNvPr>
          <p:cNvSpPr/>
          <p:nvPr/>
        </p:nvSpPr>
        <p:spPr>
          <a:xfrm>
            <a:off x="17186318" y="5339877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424704A-0E7F-7BA0-D701-7308FD77D8D9}"/>
              </a:ext>
            </a:extLst>
          </p:cNvPr>
          <p:cNvSpPr/>
          <p:nvPr/>
        </p:nvSpPr>
        <p:spPr>
          <a:xfrm>
            <a:off x="637725" y="8111908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EDA15665-E908-13D8-C37E-93023A4D77ED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59D80A5-EBD8-5866-6850-E62DA56CE231}"/>
              </a:ext>
            </a:extLst>
          </p:cNvPr>
          <p:cNvSpPr/>
          <p:nvPr/>
        </p:nvSpPr>
        <p:spPr>
          <a:xfrm>
            <a:off x="12166397" y="3469444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4686B2F-DE0D-0492-6D36-A86BBA610667}"/>
              </a:ext>
            </a:extLst>
          </p:cNvPr>
          <p:cNvSpPr/>
          <p:nvPr/>
        </p:nvSpPr>
        <p:spPr>
          <a:xfrm>
            <a:off x="18553751" y="3333288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8E85F2F-2C5D-DD5B-4050-2CA0941600F6}"/>
              </a:ext>
            </a:extLst>
          </p:cNvPr>
          <p:cNvSpPr/>
          <p:nvPr/>
        </p:nvSpPr>
        <p:spPr>
          <a:xfrm>
            <a:off x="13911863" y="5354722"/>
            <a:ext cx="205772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49946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400C-C73C-929E-5163-3FF3E09A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2EB3E15-F5E5-877C-EDB2-5F2D10642B9E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5D5A81-0249-F283-7629-B760D8469ADE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8A38CD-1F6C-F5B5-72A7-8BD2D1A39079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1BA6D8-07C9-ABA2-C611-BF9E0A75F176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BB56DB-7752-7EF1-2729-5C00316FB202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7AFD772-EA59-5851-4EC0-4B93E3C73808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4ED98D-9519-48C6-B1C4-583B4955785D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22A8AA9-9B32-BAB0-F7C0-C76B0CB68C9F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4FC3D4-3481-F870-505C-9AFB5AF24597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A9E7E5-4B6F-4945-99C9-8FA2753A9DA1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A7F2DB-82CB-213D-A961-8C578136F567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C3B3AA-56D1-EA02-6874-6DC516227A61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2C37D8C-5B06-AE35-4F4F-9E116AF60F44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EFE490-B77C-5402-0786-E646824E4ACB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02932D-B7D8-4A49-E7F0-D8949688C77F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4BF08BB-ED7D-9A3C-BBEB-B82EB3FA663E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ECFF98-708D-84C8-44F4-6E7BA5D168EF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8C1295-FF6E-D21F-3628-26D530CCAC9E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EEE069A-0648-CA43-A279-F1FDAA447EEB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6939BD-2773-4D43-C8A1-F41274558754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032732-90D3-E77D-E3FE-0ED1A441F83D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4530D10C-D936-6F35-B72A-1523019602AB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3039B72-6DBC-D392-D15C-14A3D14D3562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FDEA27-9380-C335-6316-E53515023D56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E51C08A-38B8-0613-BC56-8D79702FF208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8D5642-BEAD-B61D-BA20-B91F0AB3B4AB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635D9D-1C34-1510-2507-BC0839C065F1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CFAC9632-CBB7-C303-5C6C-A41372D51AEF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4C1A81B-8505-916A-D24A-C007BA511DA6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F859AF-0301-D7B5-3FA9-ACE8A4E5C804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99E451F-CD3F-B717-F807-A15EBA7F6C7B}"/>
              </a:ext>
            </a:extLst>
          </p:cNvPr>
          <p:cNvSpPr/>
          <p:nvPr/>
        </p:nvSpPr>
        <p:spPr>
          <a:xfrm>
            <a:off x="11072315" y="5461702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CC404FA-38D6-6A01-FE75-98FEC75A7708}"/>
              </a:ext>
            </a:extLst>
          </p:cNvPr>
          <p:cNvSpPr/>
          <p:nvPr/>
        </p:nvSpPr>
        <p:spPr>
          <a:xfrm>
            <a:off x="17186318" y="5339877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1A5085-9A06-A0CA-F1BC-B767557433A6}"/>
              </a:ext>
            </a:extLst>
          </p:cNvPr>
          <p:cNvSpPr/>
          <p:nvPr/>
        </p:nvSpPr>
        <p:spPr>
          <a:xfrm>
            <a:off x="566682" y="10277592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CFA709E-C128-8386-E2E7-0E5074709FFB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FAFFE24-35C8-351D-61A5-5BA8A2EB395F}"/>
              </a:ext>
            </a:extLst>
          </p:cNvPr>
          <p:cNvSpPr/>
          <p:nvPr/>
        </p:nvSpPr>
        <p:spPr>
          <a:xfrm>
            <a:off x="12166397" y="3469444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43F9558-27BE-9BBD-66A1-DD0966781A22}"/>
              </a:ext>
            </a:extLst>
          </p:cNvPr>
          <p:cNvSpPr/>
          <p:nvPr/>
        </p:nvSpPr>
        <p:spPr>
          <a:xfrm>
            <a:off x="18553751" y="3333288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E1753E0-0E95-0FA0-6AA6-22AD1954F832}"/>
              </a:ext>
            </a:extLst>
          </p:cNvPr>
          <p:cNvSpPr/>
          <p:nvPr/>
        </p:nvSpPr>
        <p:spPr>
          <a:xfrm>
            <a:off x="13911863" y="5354722"/>
            <a:ext cx="205772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236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0200-16DC-6C93-D4EF-3FAE56AC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DDBD02C7-2D3D-906E-D101-85087F3B49EB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771755-0E30-3165-1B17-89274F78D800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4CE2F9-6909-6926-849B-329527EDBE78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39ED31-81BA-C26F-FF28-84508263C27C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A46428-37A9-3F13-0EEC-5A964BE3F4CA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1E33F96-1532-60DA-AB98-638E98E82D0E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55C417D-394B-ACBA-8AEE-4A4DC7B086CA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B7D31D-4243-54B3-7DD3-5DAA3442F5F5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895AC6-04D7-7A98-844D-86206B150561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4ACBC2-6909-B834-2A8B-25F1CB6AA9EE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BE8FD4-4977-F66F-FF91-65A049372518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35AE8B-3DD1-831A-ED08-5F5415B555D3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0162A36-3F0A-154D-CE3F-7B3A48D8DB01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C58D46-C9F2-5065-2052-0FC35C550DDB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6CF094-1D99-9C47-35E5-91C0F1E9FFA3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C605F9E-3B98-6812-6505-4AA72EA3393E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121E19-34DA-9FC0-E4C4-39E69EC6CF0F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E81B1B9-8F4E-3532-4C44-D5B86F379098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07CF8C1-3DB2-656D-ED56-DC4F29FD65CD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F7485F-F178-7DBC-22A0-FDADF370AF27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9EBECD-1FE7-6E81-17A2-57F7774A9D94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D71488-7AEA-53D8-9FFF-62524C461E16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27817A4-7A09-4029-73C2-DF6006B1DA5C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4A2DDB-0D15-360D-B682-CA353BA1991B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99485B4A-2157-D695-910C-AE4CF05BBE02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24DF2F-070C-EFB2-A430-D139C4CB2B3D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9FBF9C-F07C-0331-C574-F557AEB405D3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AE2770EC-9B0C-C2F0-A3FB-69ADCA514B0D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F3CC10E-DE94-6A6B-4EB6-116A3DF796E4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5A8D44-6D7A-A385-60DD-11E1B0D2B6CB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4AD8948-C96F-9401-0F32-B138E627F27B}"/>
              </a:ext>
            </a:extLst>
          </p:cNvPr>
          <p:cNvSpPr/>
          <p:nvPr/>
        </p:nvSpPr>
        <p:spPr>
          <a:xfrm>
            <a:off x="12651864" y="346216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0D511B1-F5CB-5EE4-EB0C-E6C4826255E4}"/>
              </a:ext>
            </a:extLst>
          </p:cNvPr>
          <p:cNvSpPr/>
          <p:nvPr/>
        </p:nvSpPr>
        <p:spPr>
          <a:xfrm>
            <a:off x="18723776" y="34163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6E838C1-A3F8-76B4-D10C-FBB7975E5E26}"/>
              </a:ext>
            </a:extLst>
          </p:cNvPr>
          <p:cNvSpPr/>
          <p:nvPr/>
        </p:nvSpPr>
        <p:spPr>
          <a:xfrm>
            <a:off x="566086" y="3853730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F616376-013F-8068-3C66-F91FBD7EF901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91753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2176C-B29B-B81C-26F9-50155796A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FD44D47-4FAF-AA20-1009-B30235B4B2B4}"/>
              </a:ext>
            </a:extLst>
          </p:cNvPr>
          <p:cNvSpPr/>
          <p:nvPr/>
        </p:nvSpPr>
        <p:spPr>
          <a:xfrm>
            <a:off x="566682" y="1180575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A[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507B29-DEE8-FD6A-0532-18383863AD67}"/>
              </a:ext>
            </a:extLst>
          </p:cNvPr>
          <p:cNvSpPr/>
          <p:nvPr/>
        </p:nvSpPr>
        <p:spPr>
          <a:xfrm>
            <a:off x="10382951" y="806481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02154C-6D51-EC8A-9B42-52328D57F157}"/>
              </a:ext>
            </a:extLst>
          </p:cNvPr>
          <p:cNvSpPr/>
          <p:nvPr/>
        </p:nvSpPr>
        <p:spPr>
          <a:xfrm>
            <a:off x="11893411" y="811191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664F67-C225-3649-0012-B2CEA47738FD}"/>
              </a:ext>
            </a:extLst>
          </p:cNvPr>
          <p:cNvSpPr/>
          <p:nvPr/>
        </p:nvSpPr>
        <p:spPr>
          <a:xfrm>
            <a:off x="1340387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143C98-8266-8C0F-38F7-42B10B2FCA28}"/>
              </a:ext>
            </a:extLst>
          </p:cNvPr>
          <p:cNvSpPr/>
          <p:nvPr/>
        </p:nvSpPr>
        <p:spPr>
          <a:xfrm>
            <a:off x="1491433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B3B96F3-BCFF-06BB-87BA-B88F782D261D}"/>
              </a:ext>
            </a:extLst>
          </p:cNvPr>
          <p:cNvSpPr/>
          <p:nvPr/>
        </p:nvSpPr>
        <p:spPr>
          <a:xfrm>
            <a:off x="1642479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5DAE20-1FF1-0F9E-76D8-A4DE1B0D7BAB}"/>
              </a:ext>
            </a:extLst>
          </p:cNvPr>
          <p:cNvSpPr/>
          <p:nvPr/>
        </p:nvSpPr>
        <p:spPr>
          <a:xfrm>
            <a:off x="1793525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9D23B2-22FE-BF83-58CE-9D8469A029A6}"/>
              </a:ext>
            </a:extLst>
          </p:cNvPr>
          <p:cNvSpPr/>
          <p:nvPr/>
        </p:nvSpPr>
        <p:spPr>
          <a:xfrm>
            <a:off x="19445711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FD31E2-E8E4-08FA-8AE5-9D1C6C60D3C5}"/>
              </a:ext>
            </a:extLst>
          </p:cNvPr>
          <p:cNvSpPr/>
          <p:nvPr/>
        </p:nvSpPr>
        <p:spPr>
          <a:xfrm>
            <a:off x="20956170" y="811190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FA9D62-3B6F-8338-15A0-8C38AC4B80F0}"/>
              </a:ext>
            </a:extLst>
          </p:cNvPr>
          <p:cNvSpPr/>
          <p:nvPr/>
        </p:nvSpPr>
        <p:spPr>
          <a:xfrm>
            <a:off x="10885038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5F6598-277A-0948-7D36-4D7275B46A89}"/>
              </a:ext>
            </a:extLst>
          </p:cNvPr>
          <p:cNvCxnSpPr>
            <a:cxnSpLocks/>
            <a:stCxn id="12" idx="4"/>
            <a:endCxn id="4" idx="0"/>
          </p:cNvCxnSpPr>
          <p:nvPr/>
        </p:nvCxnSpPr>
        <p:spPr>
          <a:xfrm flipH="1">
            <a:off x="10922951" y="728800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526951-8DAB-424D-6747-424F6B421108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>
            <a:off x="11605038" y="728800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D1F3990-4611-F99F-DBDA-E575DAE3F7A1}"/>
              </a:ext>
            </a:extLst>
          </p:cNvPr>
          <p:cNvSpPr/>
          <p:nvPr/>
        </p:nvSpPr>
        <p:spPr>
          <a:xfrm>
            <a:off x="1395031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11B64C-D11A-1951-FD9C-8A5276DDC520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365799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A8B3A2-A5B8-89CB-5013-6F5C01FF5BBA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1467031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8954792-3681-BFBD-47FD-9188451F8152}"/>
              </a:ext>
            </a:extLst>
          </p:cNvPr>
          <p:cNvSpPr/>
          <p:nvPr/>
        </p:nvSpPr>
        <p:spPr>
          <a:xfrm>
            <a:off x="16967046" y="5995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7E5CBD-CB90-BC34-9BDC-B295F68C64DB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16674723" y="730800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A4E298-A739-A5C6-9FE9-56B501017310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17687046" y="730800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3A0DD00-C966-92B1-4256-AF4659C65E44}"/>
              </a:ext>
            </a:extLst>
          </p:cNvPr>
          <p:cNvSpPr/>
          <p:nvPr/>
        </p:nvSpPr>
        <p:spPr>
          <a:xfrm>
            <a:off x="19983776" y="597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35070D0-57A3-13D6-F13A-602F638FA7B3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19691453" y="728800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528424-81AE-034D-8F06-90060A5A8C56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20703776" y="728800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F0A4BF0-3320-DC68-D5EA-BF04A0FF0EB7}"/>
              </a:ext>
            </a:extLst>
          </p:cNvPr>
          <p:cNvSpPr/>
          <p:nvPr/>
        </p:nvSpPr>
        <p:spPr>
          <a:xfrm>
            <a:off x="12433411" y="411819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D2028B6-14A1-E2B7-C0B1-B47AC249728D}"/>
              </a:ext>
            </a:extLst>
          </p:cNvPr>
          <p:cNvCxnSpPr>
            <a:cxnSpLocks/>
            <a:stCxn id="24" idx="4"/>
            <a:endCxn id="12" idx="0"/>
          </p:cNvCxnSpPr>
          <p:nvPr/>
        </p:nvCxnSpPr>
        <p:spPr>
          <a:xfrm flipH="1">
            <a:off x="11605038" y="543099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84E7AC-3017-F20B-F99A-1A81E3F44862}"/>
              </a:ext>
            </a:extLst>
          </p:cNvPr>
          <p:cNvCxnSpPr>
            <a:cxnSpLocks/>
            <a:stCxn id="24" idx="4"/>
            <a:endCxn id="15" idx="0"/>
          </p:cNvCxnSpPr>
          <p:nvPr/>
        </p:nvCxnSpPr>
        <p:spPr>
          <a:xfrm>
            <a:off x="13153411" y="543099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5DAA2D8-7AEC-FE68-BF96-1B532DBCE52E}"/>
              </a:ext>
            </a:extLst>
          </p:cNvPr>
          <p:cNvSpPr/>
          <p:nvPr/>
        </p:nvSpPr>
        <p:spPr>
          <a:xfrm>
            <a:off x="18543776" y="41181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5E2D6A-2A21-7AF2-47D4-8B0459976044}"/>
              </a:ext>
            </a:extLst>
          </p:cNvPr>
          <p:cNvCxnSpPr>
            <a:cxnSpLocks/>
            <a:stCxn id="27" idx="4"/>
            <a:endCxn id="18" idx="0"/>
          </p:cNvCxnSpPr>
          <p:nvPr/>
        </p:nvCxnSpPr>
        <p:spPr>
          <a:xfrm flipH="1">
            <a:off x="17687046" y="543099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9C2D6DD-7064-DCE4-819E-5C0ADBDD075A}"/>
              </a:ext>
            </a:extLst>
          </p:cNvPr>
          <p:cNvCxnSpPr>
            <a:cxnSpLocks/>
            <a:stCxn id="27" idx="4"/>
            <a:endCxn id="21" idx="0"/>
          </p:cNvCxnSpPr>
          <p:nvPr/>
        </p:nvCxnSpPr>
        <p:spPr>
          <a:xfrm>
            <a:off x="19263776" y="543099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3AFBA8C9-1A95-18EE-9962-7A2477A7F618}"/>
              </a:ext>
            </a:extLst>
          </p:cNvPr>
          <p:cNvSpPr/>
          <p:nvPr/>
        </p:nvSpPr>
        <p:spPr>
          <a:xfrm>
            <a:off x="15667774" y="223433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0E647CB-6047-F959-A6F5-D29AE2EDF728}"/>
              </a:ext>
            </a:extLst>
          </p:cNvPr>
          <p:cNvCxnSpPr>
            <a:cxnSpLocks/>
            <a:stCxn id="30" idx="4"/>
            <a:endCxn id="24" idx="0"/>
          </p:cNvCxnSpPr>
          <p:nvPr/>
        </p:nvCxnSpPr>
        <p:spPr>
          <a:xfrm flipH="1">
            <a:off x="13153411" y="354713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05A61E2-9663-66FD-C13F-E01F5646FCE4}"/>
              </a:ext>
            </a:extLst>
          </p:cNvPr>
          <p:cNvCxnSpPr>
            <a:cxnSpLocks/>
            <a:stCxn id="30" idx="4"/>
            <a:endCxn id="27" idx="0"/>
          </p:cNvCxnSpPr>
          <p:nvPr/>
        </p:nvCxnSpPr>
        <p:spPr>
          <a:xfrm>
            <a:off x="16387774" y="354713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613E95D-0FAC-C6D2-C58E-9D38C9613EAD}"/>
              </a:ext>
            </a:extLst>
          </p:cNvPr>
          <p:cNvSpPr/>
          <p:nvPr/>
        </p:nvSpPr>
        <p:spPr>
          <a:xfrm>
            <a:off x="12651864" y="346216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05E8861-0EE6-3914-50C2-C96A0E0DC9CC}"/>
              </a:ext>
            </a:extLst>
          </p:cNvPr>
          <p:cNvSpPr/>
          <p:nvPr/>
        </p:nvSpPr>
        <p:spPr>
          <a:xfrm>
            <a:off x="18723776" y="3416360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430738C-4705-738F-09CE-C03AB4AD6CC1}"/>
              </a:ext>
            </a:extLst>
          </p:cNvPr>
          <p:cNvSpPr/>
          <p:nvPr/>
        </p:nvSpPr>
        <p:spPr>
          <a:xfrm>
            <a:off x="566681" y="5166533"/>
            <a:ext cx="8819773" cy="364111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E00B3D4-D85D-A17B-AD60-9CD4873A2E3B}"/>
              </a:ext>
            </a:extLst>
          </p:cNvPr>
          <p:cNvSpPr/>
          <p:nvPr/>
        </p:nvSpPr>
        <p:spPr>
          <a:xfrm>
            <a:off x="11825623" y="11174318"/>
            <a:ext cx="2658248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ans</a:t>
            </a: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 = 7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65105DD-5E72-EEE6-696D-9D8041A5BD17}"/>
              </a:ext>
            </a:extLst>
          </p:cNvPr>
          <p:cNvSpPr/>
          <p:nvPr/>
        </p:nvSpPr>
        <p:spPr>
          <a:xfrm>
            <a:off x="15667774" y="1235792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39861E7-99A4-CA61-76DF-1FBD3A6DA497}"/>
              </a:ext>
            </a:extLst>
          </p:cNvPr>
          <p:cNvSpPr/>
          <p:nvPr/>
        </p:nvSpPr>
        <p:spPr>
          <a:xfrm>
            <a:off x="15655841" y="485343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12146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B2E8A69-C5E8-DEF9-E3F7-E388B2AD596B}"/>
              </a:ext>
            </a:extLst>
          </p:cNvPr>
          <p:cNvSpPr/>
          <p:nvPr/>
        </p:nvSpPr>
        <p:spPr>
          <a:xfrm>
            <a:off x="836302" y="876040"/>
            <a:ext cx="22711396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are given an array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 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of size n where n is a power of 2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 need to answer the following query quickly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findSum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u,v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): return A[u]+ A[u+1]+ ….+ A[v]</a:t>
            </a:r>
          </a:p>
        </p:txBody>
      </p:sp>
    </p:spTree>
    <p:extLst>
      <p:ext uri="{BB962C8B-B14F-4D97-AF65-F5344CB8AC3E}">
        <p14:creationId xmlns:p14="http://schemas.microsoft.com/office/powerpoint/2010/main" val="191926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621D-72B4-E721-95B0-70B86A32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C9CC9F5-6450-FA56-61AF-41E29309A2D2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CFE50D-0C94-2CF3-B022-AC433E4F6AD5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B74A54-D4F5-DA18-9C16-F9F9F49E27C2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3911BE-712D-1B65-C43E-9EA902669C7E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740581-1B3D-4FC3-C901-B39446694FBE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F611BD-35FB-E5E4-045D-4D6BEDA87E64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205497-991F-F275-C4B0-423A0046A7B9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339157-835E-34F5-1D2B-88810B78484F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43298B-59CC-340A-03DE-94670D5E4970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5BC83A-039B-8347-58DD-0E9DD59B90C5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99CD9DF-C299-123B-89D9-218A3BAA12C4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697D612-2626-5690-D985-6092F48FE112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FFDC83-F0A1-C629-35BB-419883768952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491638-4B9C-B7D1-92C1-233E8975C305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49B324D-B2A4-8657-F55B-F790AB4B446F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E12AF2-A0E2-25B4-87E7-8FD827254E55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9CBA24-EEF3-9B94-44D8-A9ABF3880C87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FCB3608-FC69-A7E6-6426-03017D95E5EB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5F8112-83B4-3BEB-DA48-21751064F8F8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1FA8EAC-2FEB-D3F6-030B-E163B89521C2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C65DB7C-171B-B85E-6BDE-4C9E0005802C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3D16EE-A2B0-78E2-8E5C-8B6059278A3E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FB6C057-F39F-91C8-B095-99447E9D226D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5ED4A2D-E96F-B1C4-4952-28F21963FA6E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6983BFC-5E9E-5F7B-A38F-C69C497A2C8F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6EB683-F90A-E02A-06AD-57BD01F51201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6B101B64-A650-354F-62C6-B31B923C138A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3B7C385-B4CC-09F3-5787-748100F13D17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04E304-3E57-41B4-C7FF-98C9ECC43916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48BA0DD-C867-756D-84D8-F97DBA37BA28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The sum of the left and right child</a:t>
            </a:r>
          </a:p>
        </p:txBody>
      </p:sp>
    </p:spTree>
    <p:extLst>
      <p:ext uri="{BB962C8B-B14F-4D97-AF65-F5344CB8AC3E}">
        <p14:creationId xmlns:p14="http://schemas.microsoft.com/office/powerpoint/2010/main" val="73780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5CE2-945A-1D17-3D63-FBD2B105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C129663-51A7-F3FD-BB0B-4BE579ED19B9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4FE8560-7497-F252-C62B-349511848737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5F0BA7-B7F8-C68D-BF67-C52CACA3C4C2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95405B-BD96-84E5-B310-98512910B92C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BEEB81-42B2-8D50-A4B3-96BD1CF97064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9E48CE-9EA3-2028-30D0-1D966423DE6C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CE9252-5BE4-A56C-BD3A-E515C7E8C2DC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485A93-2788-CAC0-3150-98DD35EE90E6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33E54D-45E0-F201-A504-44126E54384F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3D49A8-BEAF-7A56-F0FD-13CF79CF2AAE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A36F32-7D75-D1C3-9287-5C62173DA492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EEE130C-E7F3-6FC0-94AC-0F6ADB624422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25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4F3AF4-B44A-7762-58DD-EC08A4D18958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8A603B-F816-009E-7D6D-881A91CF6F26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8FB80A2-79C4-567F-4977-F412D3C1153D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0F7C8A-717E-5C4D-2830-B0E81DC2E68C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25DA68-CBB0-9D66-A96C-6737ABFF7B39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65D4FFD-022D-75D7-3610-3AB8666FB082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26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93CC8-E973-D53E-42B3-3D7254609EA0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A4DDDFF-60CA-0195-2A1F-E872AF538818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0CAEAADD-B5A4-AC1D-A7A2-9A117F910EA0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47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092D17-2B56-1CD2-F07D-BD23F347786A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FE67BE-EF63-14EC-F1DF-0AF72D6C105D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542355C-E932-F9CD-0A43-227817EC5728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EC50D6B-D815-0860-DBCB-705C4E183FEF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236F3F-23CE-453A-40DC-171AD4E6AE5A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AA60305-B2B1-D453-F82A-D0F0AAAFED11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98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AD0ABF-E283-D161-E2A5-87AC61AA9A50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A32CFA-3AA8-0F65-4FE0-0A67470AD5D2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515BADC-6B76-3739-5941-7DEA5D29DAC5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The sum of the left and right child</a:t>
            </a:r>
          </a:p>
        </p:txBody>
      </p:sp>
    </p:spTree>
    <p:extLst>
      <p:ext uri="{BB962C8B-B14F-4D97-AF65-F5344CB8AC3E}">
        <p14:creationId xmlns:p14="http://schemas.microsoft.com/office/powerpoint/2010/main" val="2877249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34E5C4-9EAB-3704-B637-5957E479E988}"/>
              </a:ext>
            </a:extLst>
          </p:cNvPr>
          <p:cNvSpPr/>
          <p:nvPr/>
        </p:nvSpPr>
        <p:spPr>
          <a:xfrm>
            <a:off x="10694504" y="2506357"/>
            <a:ext cx="1252846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A6E93DB-B356-13AC-F2DE-52786679DCDE}"/>
              </a:ext>
            </a:extLst>
          </p:cNvPr>
          <p:cNvSpPr/>
          <p:nvPr/>
        </p:nvSpPr>
        <p:spPr>
          <a:xfrm>
            <a:off x="10694504" y="5418716"/>
            <a:ext cx="12528465" cy="38592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update the sum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update the sum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8F2ADF-6E94-18A2-A28E-0A0A28590E5E}"/>
              </a:ext>
            </a:extLst>
          </p:cNvPr>
          <p:cNvSpPr/>
          <p:nvPr/>
        </p:nvSpPr>
        <p:spPr>
          <a:xfrm>
            <a:off x="10694504" y="10026218"/>
            <a:ext cx="12528465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Complete the code for the sum query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!!box">
                <a:extLst>
                  <a:ext uri="{FF2B5EF4-FFF2-40B4-BE49-F238E27FC236}">
                    <a16:creationId xmlns:a16="http://schemas.microsoft.com/office/drawing/2014/main" id="{605408BC-55D3-A3AD-0BD8-C63173701D1E}"/>
                  </a:ext>
                </a:extLst>
              </p:cNvPr>
              <p:cNvSpPr/>
              <p:nvPr/>
            </p:nvSpPr>
            <p:spPr>
              <a:xfrm>
                <a:off x="1076786" y="3661138"/>
                <a:ext cx="8819773" cy="678767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2*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 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(“%d\n”,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!!box">
                <a:extLst>
                  <a:ext uri="{FF2B5EF4-FFF2-40B4-BE49-F238E27FC236}">
                    <a16:creationId xmlns:a16="http://schemas.microsoft.com/office/drawing/2014/main" id="{605408BC-55D3-A3AD-0BD8-C63173701D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786" y="3661138"/>
                <a:ext cx="8819773" cy="678767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196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3479-01A4-8738-9381-91C39BFD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FB6B32C-5241-3016-F231-873E06A18E2D}"/>
              </a:ext>
            </a:extLst>
          </p:cNvPr>
          <p:cNvSpPr/>
          <p:nvPr/>
        </p:nvSpPr>
        <p:spPr>
          <a:xfrm>
            <a:off x="10837353" y="1159039"/>
            <a:ext cx="8819773" cy="1171614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&lt;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ans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56EC6700-2FD3-3C9E-1298-3BBE3FBDEB75}"/>
                  </a:ext>
                </a:extLst>
              </p:cNvPr>
              <p:cNvSpPr/>
              <p:nvPr/>
            </p:nvSpPr>
            <p:spPr>
              <a:xfrm>
                <a:off x="1174758" y="2140818"/>
                <a:ext cx="8819773" cy="1041614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-2;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&gt;=0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+2] &lt;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2*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 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(“%d\n”,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56EC6700-2FD3-3C9E-1298-3BBE3FBDEB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58" y="2140818"/>
                <a:ext cx="8819773" cy="1041614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4618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5072-B484-B9E8-FEA5-7A5821A1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ADED95B8-0DDE-C5D2-9DEA-56B8E1C56B4E}"/>
              </a:ext>
            </a:extLst>
          </p:cNvPr>
          <p:cNvSpPr/>
          <p:nvPr/>
        </p:nvSpPr>
        <p:spPr>
          <a:xfrm>
            <a:off x="11474167" y="1661126"/>
            <a:ext cx="8819773" cy="107876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99DD3694-4E6C-FDCB-DC8C-41B0EECB2270}"/>
                  </a:ext>
                </a:extLst>
              </p:cNvPr>
              <p:cNvSpPr/>
              <p:nvPr/>
            </p:nvSpPr>
            <p:spPr>
              <a:xfrm>
                <a:off x="1076786" y="2509407"/>
                <a:ext cx="8819773" cy="90911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-2;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&gt;=0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+1]+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2*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 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(“%d\n”,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!!box">
                <a:extLst>
                  <a:ext uri="{FF2B5EF4-FFF2-40B4-BE49-F238E27FC236}">
                    <a16:creationId xmlns:a16="http://schemas.microsoft.com/office/drawing/2014/main" id="{99DD3694-4E6C-FDCB-DC8C-41B0EECB2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786" y="2509407"/>
                <a:ext cx="8819773" cy="909113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143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10B70-C2D5-0F33-3624-C8BD447E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322D207-1F35-7683-14AA-D10CD6F64A23}"/>
                  </a:ext>
                </a:extLst>
              </p:cNvPr>
              <p:cNvSpPr/>
              <p:nvPr/>
            </p:nvSpPr>
            <p:spPr>
              <a:xfrm>
                <a:off x="836302" y="1281756"/>
                <a:ext cx="22711396" cy="379110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You are given an array </a:t>
                </a:r>
                <a:r>
                  <a:rPr lang="en-US" sz="5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A 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of size n where n is a power of 2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You need to answer the following query quickly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Update(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u,v,x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): for each u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i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v, set A[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i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] = A[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i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]+x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Report(u): return A[u]</a:t>
                </a:r>
              </a:p>
            </p:txBody>
          </p:sp>
        </mc:Choice>
        <mc:Fallback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322D207-1F35-7683-14AA-D10CD6F64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02" y="1281756"/>
                <a:ext cx="22711396" cy="3791109"/>
              </a:xfrm>
              <a:prstGeom prst="roundRect">
                <a:avLst/>
              </a:prstGeom>
              <a:blipFill>
                <a:blip r:embed="rId2"/>
                <a:stretch>
                  <a:fillRect l="-502" b="-394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1863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3D58-04B1-F06E-0750-7D2E0D20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7D3FC6E-4061-79F7-AEF1-70AF952CB580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0D91D6-8E6F-633B-B8EC-CD8F9755F28D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26BDF8-5F74-9A13-79FC-17D9E1C46943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D206DD-C253-4720-2810-1225DBE644ED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33DAC3-A3A8-762D-22D1-F14EBBE78CDB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158686-327D-DAC1-38CB-46BDB5FEF4F7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39BB283-6789-4394-686E-8C9343F842DF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ABB08DB-FF8A-14AD-0920-C2E7DADBF934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A000E8-2E9A-E4E5-CA04-0B32C5CD45EF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61FE66-471A-EA2A-0547-F9F4AFC30F10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E8A612-E5E4-2933-745A-F7327876CC48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2BE6C2B-3F95-AF5F-B11F-B00908B57174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2FFDFE-8CC0-EF00-BF49-B9B0B75E633E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FF5F41-F3C3-D149-9DF8-8F4B78CBDC34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0F0CC87-38C9-3872-F8D8-0DAD570060E9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5F9A68-BB05-7CB9-7B71-4AD639538364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931293-C348-7D6A-5017-88CDF2360A85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4E2AFE8-938C-B34C-2C1A-7E2C10157292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82FF73-4812-05A8-9643-0A6056EE5829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0EC0D6A-D56E-21CA-0FBA-4A75DBA35B3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AA3C85C-BA0F-1198-DE09-9B34C8903419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E51E4B2-C3D5-9A16-948A-2D1C907943A9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33D3523-389A-9FFA-B776-7654E71A582F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A6C288A-4A77-8909-9994-2779FAA05F70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AA397E-FB9E-AA9A-3D2A-6D70159144B7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889E7E-5B9C-6770-9872-9F3E10C7DCD3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09ED5AD-2B6C-CF7E-210A-F04A3E2F780A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8D97D8C-8812-21CD-928F-6074B8A5EAEC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18F0FF0-F32E-7457-0C30-88E2C2BB3C2A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96CCBEB-5FE9-A564-0728-FC6AAE9259CE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Updates done in the corresponding range</a:t>
            </a:r>
          </a:p>
        </p:txBody>
      </p:sp>
    </p:spTree>
    <p:extLst>
      <p:ext uri="{BB962C8B-B14F-4D97-AF65-F5344CB8AC3E}">
        <p14:creationId xmlns:p14="http://schemas.microsoft.com/office/powerpoint/2010/main" val="2847920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152CD-3B26-4706-0B95-01108593F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80C3848-DABC-759F-2D0F-4A901DF1F46C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9C50EF9-8297-7BA7-B95B-4EC0FCA792D7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3F79B2-194B-0B95-69FC-07D74A844D6A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17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7B8249-43B2-9EEA-AB46-D4E54D902080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3B2045-F1D0-D78C-3550-A01F45417274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A80AB8-C177-87A9-1A12-546FFACB979A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2A0C10-31E7-F52B-763D-2625544EC1CD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C03F4B-7ABC-4320-E1C2-9096CD976343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CA2E58-9105-43F9-7C78-41F9791FB8C8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3A88C3-7DA1-C7A6-37EA-34DDFB50B56C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166E1E-E3AE-98BB-70E9-433F3633CC90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07BAAC2-82D6-008A-5D4E-31D46556AA58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77231F-6E3E-02CD-24E1-0AECBA3B2158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2DC52C-5B53-CAC6-37A7-F7A881A91D97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314DB7F-004B-5236-7F0B-114F368D1358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7FC8C4-B74E-EB1E-C746-64F797852833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4AE07F-A8F8-92FD-51FC-B9548598D5BC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8B93D8D-79D2-B2A0-D20A-74A465FA118D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DF8B719-733C-BDAD-D44E-D54E8584EFD3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DD7F6D-E2CF-A1BB-B346-60B90A6C19F5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02865AA7-6E96-B72F-F92F-1C00087DAA8C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DF3102-21AB-9A74-8C09-0179BEA4B92A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2392B3-AF13-D40C-0A0D-19C52976D0A4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7BFB71C-4F5E-09AF-8DBF-598C60D5B708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AE0C35-CFA9-E3E0-981B-E93E107C367D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27BD49-310B-EC78-5519-7AFE472869F2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0D43F2E-0BE9-77D6-692A-069E3811D77E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CC391F-AAE4-3F29-5FBD-919BCFB5CC92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08B109-3B5B-4CD9-FF93-595ADD81E733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D087C69-24DC-3266-0B31-8F6055ED9AF0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Updates done in the corresponding range</a:t>
            </a:r>
          </a:p>
        </p:txBody>
      </p:sp>
    </p:spTree>
    <p:extLst>
      <p:ext uri="{BB962C8B-B14F-4D97-AF65-F5344CB8AC3E}">
        <p14:creationId xmlns:p14="http://schemas.microsoft.com/office/powerpoint/2010/main" val="148197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808B1-7A67-3D62-BEB0-EA49335D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C639D4-5B14-B951-86DA-CD1ECE6375AD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5943CF4-15DF-9A90-FEB4-20BF6B69B840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16A432-D97B-E271-4461-8047683BCBC6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56E4B2D-6DF0-66A6-14D4-C5DB1B032781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7AC580-FD7C-EF99-942E-2F060A3A23B0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59220B8-7394-58B4-1848-8357948A58CB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AB5218D-BCFC-FA57-E71C-1B59E2F70C34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81B6BD-1E50-C9F7-EB49-6575E47BD765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791191-9E5A-465A-9345-48CF0F94805F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01E03-9F03-51A8-484D-846F6E7B3AFE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AE387B-5FE0-A9E8-0CA9-7AC9FEA9CCB0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286343D-C8F0-B8E3-BE1F-5C4DFD462321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167548-82AB-36C2-F6C1-D365F51859A2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F0804A-A4D3-4C4C-837A-FFC18765CD5C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ADED837-790E-E0FD-C4EA-A2BFAEE1CB49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A54AB0-BC6D-52FE-9550-50F3485E8683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7BC904-471F-34BE-C926-805AAD3E02C9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54B7034-82C0-7AA6-5C81-92DA3AF7F31F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E8A8C4-D9BC-D30F-5FB8-5456DD01A4D8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DA34404-AF3F-5878-7A08-31BA02E61DAA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AF5536A0-17E5-7DCE-7ED9-F3E8B74F3AA0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29F62A-14DF-1AC9-6ACE-90F47E1D183B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FFEE03-CFC3-DA9E-B034-A4355C25FFDE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633E552-DB94-4180-3109-54F6863E54F2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3FA9385-D33D-5B27-7FB3-85C1CA79C2A1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4A2E29-A968-8B87-7C8A-4398A57825D2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9FF0C276-8E15-858C-5DFD-3BB98B0628CD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36926B-679E-118A-E676-3C74FD897042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0F0DA5-86AF-7366-7F5E-7D4C01B209B5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3796670-1258-7EB0-1F1D-220FBC37B854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Updates done in the corresponding range</a:t>
            </a:r>
          </a:p>
        </p:txBody>
      </p:sp>
    </p:spTree>
    <p:extLst>
      <p:ext uri="{BB962C8B-B14F-4D97-AF65-F5344CB8AC3E}">
        <p14:creationId xmlns:p14="http://schemas.microsoft.com/office/powerpoint/2010/main" val="3016514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BCBB5-999B-BF7C-F83C-B520D8D9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09DFA0-9A77-33B0-AE07-B94506C5396A}"/>
              </a:ext>
            </a:extLst>
          </p:cNvPr>
          <p:cNvSpPr/>
          <p:nvPr/>
        </p:nvSpPr>
        <p:spPr>
          <a:xfrm>
            <a:off x="4106518" y="9158900"/>
            <a:ext cx="1080000" cy="108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ACDC1B5-F63A-E76C-8762-F97083361BD6}"/>
              </a:ext>
            </a:extLst>
          </p:cNvPr>
          <p:cNvSpPr/>
          <p:nvPr/>
        </p:nvSpPr>
        <p:spPr>
          <a:xfrm>
            <a:off x="6116299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1897CCA-924B-140F-981A-DD09D988E05E}"/>
              </a:ext>
            </a:extLst>
          </p:cNvPr>
          <p:cNvSpPr/>
          <p:nvPr/>
        </p:nvSpPr>
        <p:spPr>
          <a:xfrm>
            <a:off x="8126080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852478-61DC-CD6A-12C8-CC9D66F9028E}"/>
              </a:ext>
            </a:extLst>
          </p:cNvPr>
          <p:cNvSpPr/>
          <p:nvPr/>
        </p:nvSpPr>
        <p:spPr>
          <a:xfrm>
            <a:off x="10135861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AE6BDE-9058-5C4A-1031-1D1BBECC75EF}"/>
              </a:ext>
            </a:extLst>
          </p:cNvPr>
          <p:cNvSpPr/>
          <p:nvPr/>
        </p:nvSpPr>
        <p:spPr>
          <a:xfrm>
            <a:off x="12145642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0F166C-2EA2-81F3-4B83-65F9CB7FEDCB}"/>
              </a:ext>
            </a:extLst>
          </p:cNvPr>
          <p:cNvSpPr/>
          <p:nvPr/>
        </p:nvSpPr>
        <p:spPr>
          <a:xfrm>
            <a:off x="14155423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975C79-3A14-EF42-13EA-D005DE6D5E55}"/>
              </a:ext>
            </a:extLst>
          </p:cNvPr>
          <p:cNvSpPr/>
          <p:nvPr/>
        </p:nvSpPr>
        <p:spPr>
          <a:xfrm>
            <a:off x="16165204" y="9158900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0D045A-3FA4-382D-5E53-C4B8D751AAB2}"/>
              </a:ext>
            </a:extLst>
          </p:cNvPr>
          <p:cNvSpPr/>
          <p:nvPr/>
        </p:nvSpPr>
        <p:spPr>
          <a:xfrm>
            <a:off x="18174985" y="9182446"/>
            <a:ext cx="1080000" cy="10329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AA671-98C4-C39B-BDE7-AB4FD4D6F340}"/>
              </a:ext>
            </a:extLst>
          </p:cNvPr>
          <p:cNvSpPr/>
          <p:nvPr/>
        </p:nvSpPr>
        <p:spPr>
          <a:xfrm>
            <a:off x="4938841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0D18A5-BE02-AACB-1285-27C440660644}"/>
              </a:ext>
            </a:extLst>
          </p:cNvPr>
          <p:cNvCxnSpPr>
            <a:cxnSpLocks/>
            <a:stCxn id="10" idx="4"/>
            <a:endCxn id="2" idx="0"/>
          </p:cNvCxnSpPr>
          <p:nvPr/>
        </p:nvCxnSpPr>
        <p:spPr>
          <a:xfrm flipH="1">
            <a:off x="4646518" y="8348870"/>
            <a:ext cx="1012323" cy="83357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6FA776-338F-1AD1-A97C-C6DAD92C8802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>
            <a:off x="5658841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807D311-2E91-E4BB-8E27-120C6697ACDA}"/>
              </a:ext>
            </a:extLst>
          </p:cNvPr>
          <p:cNvSpPr/>
          <p:nvPr/>
        </p:nvSpPr>
        <p:spPr>
          <a:xfrm>
            <a:off x="8965860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90D6B9-9851-42BD-9C3E-6DCEB6F3F3D1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8673537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F3EBE3-F0A8-6D65-FD3D-875D6F23401B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9685860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CE71BCA-53A5-54EE-4DCB-DDD951F00904}"/>
              </a:ext>
            </a:extLst>
          </p:cNvPr>
          <p:cNvSpPr/>
          <p:nvPr/>
        </p:nvSpPr>
        <p:spPr>
          <a:xfrm>
            <a:off x="13010675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B276D4-B741-1E3C-7E5E-532C39828E9F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12718352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A9C7CC-1DF0-12A0-2F3B-0A7A72394F9E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13730675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CDD079-C7C6-7D71-B1E5-817C53F03D26}"/>
              </a:ext>
            </a:extLst>
          </p:cNvPr>
          <p:cNvSpPr/>
          <p:nvPr/>
        </p:nvSpPr>
        <p:spPr>
          <a:xfrm>
            <a:off x="16990753" y="7036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B50594-A837-C086-DA4A-3E7AA3C3E3A4}"/>
              </a:ext>
            </a:extLst>
          </p:cNvPr>
          <p:cNvCxnSpPr>
            <a:cxnSpLocks/>
            <a:stCxn id="23" idx="4"/>
          </p:cNvCxnSpPr>
          <p:nvPr/>
        </p:nvCxnSpPr>
        <p:spPr>
          <a:xfrm flipH="1">
            <a:off x="16698430" y="834887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7500039-31F9-421A-E0DC-321F0478D698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7710753" y="834887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7F8B150-1ECA-0440-9730-9A15ADB867CE}"/>
              </a:ext>
            </a:extLst>
          </p:cNvPr>
          <p:cNvSpPr/>
          <p:nvPr/>
        </p:nvSpPr>
        <p:spPr>
          <a:xfrm>
            <a:off x="7196299" y="422660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BBC3DAD-350F-7311-3C16-A09BA345FACA}"/>
              </a:ext>
            </a:extLst>
          </p:cNvPr>
          <p:cNvCxnSpPr>
            <a:cxnSpLocks/>
            <a:stCxn id="26" idx="4"/>
            <a:endCxn id="10" idx="0"/>
          </p:cNvCxnSpPr>
          <p:nvPr/>
        </p:nvCxnSpPr>
        <p:spPr>
          <a:xfrm flipH="1">
            <a:off x="5658841" y="5539409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4AF424-6B3A-4C64-AAC6-49A9A7CA80B9}"/>
              </a:ext>
            </a:extLst>
          </p:cNvPr>
          <p:cNvCxnSpPr>
            <a:cxnSpLocks/>
            <a:stCxn id="26" idx="4"/>
            <a:endCxn id="17" idx="0"/>
          </p:cNvCxnSpPr>
          <p:nvPr/>
        </p:nvCxnSpPr>
        <p:spPr>
          <a:xfrm>
            <a:off x="7916299" y="5539409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6D950D84-4C23-5617-001A-A8FDB03B78CF}"/>
              </a:ext>
            </a:extLst>
          </p:cNvPr>
          <p:cNvSpPr/>
          <p:nvPr/>
        </p:nvSpPr>
        <p:spPr>
          <a:xfrm>
            <a:off x="15268133" y="41990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4664F5-FF90-DC59-826E-0ACEB71D7334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13730675" y="5511846"/>
            <a:ext cx="2257458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A42D9D-7909-4E5D-02A3-9FB4576EA750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15988133" y="5511846"/>
            <a:ext cx="1769561" cy="149665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6198B4D-8106-1441-9605-5F7B632CEE17}"/>
              </a:ext>
            </a:extLst>
          </p:cNvPr>
          <p:cNvSpPr/>
          <p:nvPr/>
        </p:nvSpPr>
        <p:spPr>
          <a:xfrm>
            <a:off x="11278352" y="9054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E11D2A-AE57-CFB3-0ACC-A6B1F7F41B48}"/>
              </a:ext>
            </a:extLst>
          </p:cNvPr>
          <p:cNvCxnSpPr>
            <a:cxnSpLocks/>
            <a:stCxn id="34" idx="4"/>
            <a:endCxn id="26" idx="0"/>
          </p:cNvCxnSpPr>
          <p:nvPr/>
        </p:nvCxnSpPr>
        <p:spPr>
          <a:xfrm flipH="1">
            <a:off x="7916299" y="2218277"/>
            <a:ext cx="4082053" cy="200832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D7268AB-9928-9BCA-8758-8D879DF34BE2}"/>
              </a:ext>
            </a:extLst>
          </p:cNvPr>
          <p:cNvCxnSpPr>
            <a:cxnSpLocks/>
            <a:stCxn id="34" idx="4"/>
            <a:endCxn id="31" idx="0"/>
          </p:cNvCxnSpPr>
          <p:nvPr/>
        </p:nvCxnSpPr>
        <p:spPr>
          <a:xfrm>
            <a:off x="11998352" y="2218277"/>
            <a:ext cx="3989781" cy="1980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A924FA2-18A2-B0FC-94B7-4EE2C9F3B5DD}"/>
              </a:ext>
            </a:extLst>
          </p:cNvPr>
          <p:cNvSpPr/>
          <p:nvPr/>
        </p:nvSpPr>
        <p:spPr>
          <a:xfrm>
            <a:off x="642654" y="11019770"/>
            <a:ext cx="22711396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will you keep at each node?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Updates done in the corresponding range</a:t>
            </a:r>
          </a:p>
        </p:txBody>
      </p:sp>
    </p:spTree>
    <p:extLst>
      <p:ext uri="{BB962C8B-B14F-4D97-AF65-F5344CB8AC3E}">
        <p14:creationId xmlns:p14="http://schemas.microsoft.com/office/powerpoint/2010/main" val="3768285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BCF7D-C91E-0C44-4BBF-346A8F7C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8CB6B33-1AFD-6619-D1DC-053A631BF1D4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BDDFE26-EA5F-8620-58DF-17A110CC1626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0C7E4AD-1A47-1F27-D56B-F544F6C43FDC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9642B03-40E3-508C-B8A4-D4714EC6BF14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EB5DF9B-17E6-9E5E-D249-03D0D49D099A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795CAA9-9697-90E5-0AE0-9C0810513DA3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70AF5B4-06DE-5B51-C21C-8DC149420058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9FC10B2-85AE-515B-E10F-10ADEDC0BC10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F55558A-0EA5-CDFB-B1B7-3B345144B923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0E4B744-7C85-4472-6281-18F3C53742C1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A6D51F-4132-FDD0-9AF8-FEFD911427B8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2B87F73-F95C-B062-B024-BCAABB9C6D63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E8E08AF-863D-612B-4C6A-AE4892B1635B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ED44E32-B130-DFC2-24A6-032654153C76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223368E-3E34-E7BC-CC29-B68D2FE7DB03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410F0FD-F628-18A8-43CA-020ED1A4F881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5E7CA2D-1955-9C05-B30A-B889D5878C49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83FA32F6-EA32-AE4D-3A5B-FCC2A6F29814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27FACEF-0ABD-CC1E-271C-028106628293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AABCE04-96B0-3763-85B7-289564B61FA1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ABAD568-A4B8-90E3-2F61-C42137B9E135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9EE589A-466B-49F7-E772-71C96732A86D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FCB4FAB-EB36-6007-5B92-9E3816AA86E3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2F3108E-6CEB-7EA1-6EC5-C0B5799368A1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89F815E-F30F-6E62-6542-02811CD2FB50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6C80B7E-E51B-2C67-4529-005AFF83B30C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7252F9B-8E83-B29D-5705-D735F2718103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929855F-DB84-FDB3-7B7B-37027AD1206A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F38C9A3-AFA6-6651-18CF-5D7160433EA8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8CC2594-13FA-8F7D-FDD9-2A250AF53486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6A99456-FC24-5398-DBBF-621D8680897C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9DC72A69-D570-CC8F-4A3E-93B05ED84A5C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6F4ADD2-1B92-BFBF-517B-C0C7DCF1E325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51630A37-55EC-5790-563A-97A166ABEF05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5F74172C-56AB-5502-AC8A-74CD4AA44392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3534CF94-E114-4887-556C-F680C21AC9F5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CC672890-1B0D-4927-BAB1-938F0BD356C7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FE06F59-2392-03A9-5DB9-867E5965DA2C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0874144-C332-6FD1-AA94-18D246953B8A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81CCCF2-C6D7-7FD7-D318-B77E6F573BAA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3B3D5B4E-A605-AC1A-E1F9-D2894A1514C3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DF40500-3FAB-0F30-9B9D-8362A97DF485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0A1CA39-A071-52A0-9275-B7A3146BC88E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03116178-A2BD-7B44-A421-2D473F54B799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59AC759-E131-C759-F63F-34574B244E5B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E380B2C-577A-1A03-C8A1-ED387FB406E8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F7598C2C-DBF3-2A6D-A5F6-25FCA767963A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A8120BE-A116-B65D-F38B-7401C19BD1F8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56554C3-30DF-CDE8-6388-F724F5129B69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91C60838-CB05-8534-4283-23E6444D30FF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71D11F1-8CB4-2EC3-AB25-EDF99A59A66E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672B793-9C48-83D2-7B80-C30735D7DEDC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B3350353-AA85-15C1-BC51-77AEFA1AC6E3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7A43EEF-1A5E-8E1D-A2FE-724AC7BB9A91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CB423B6-A32D-8747-1179-BAF52825CF2E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4F025FCC-DAF5-5860-80B7-A49D6FCAFF8E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17F1A3C-7A05-E784-85C8-99F12E7483B1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B1B257E-E566-DCA3-B635-9A7F9746BB94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B9D83EEF-ED15-9EDA-6F66-45126E93A35C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AD650E4-58A3-00EE-5A3A-3FE5D8C65A44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783AE25-5819-B8B5-432F-1205D045E476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27614ACA-778B-0EB0-74E7-01224D69F038}"/>
              </a:ext>
            </a:extLst>
          </p:cNvPr>
          <p:cNvSpPr/>
          <p:nvPr/>
        </p:nvSpPr>
        <p:spPr>
          <a:xfrm>
            <a:off x="9518077" y="12353065"/>
            <a:ext cx="6683252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Update(2,10,5)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63735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50791-B025-2F10-D53E-2A6EE18E1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6AEA1E9-71BB-4AAB-DAF0-710EF05A3840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B6D324A-B01A-AB7C-38E1-B1F6A1054F57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A870630-BCC4-9E12-58D2-ADCE5FC6F22F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349D2D1-F0A0-CD05-3909-B9447B05569E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F0D3B6F-447F-77F2-2195-DAF48DC8967D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D0239F5-4E9E-3232-9001-72DD46A3B79A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963BFC1-62F6-2F70-8B4C-1F65157A225A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014D05B-4966-03B3-B34E-49CA89819B6A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6DB81E-B092-1E08-D743-76D61A229A6C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2615280-56D1-2DF2-CA4E-565967CC6BEE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17E5F7C-BC1C-6082-F4C7-D8D0A8AA44DD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F970C46A-FBBF-0607-C324-B57F70657266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D584A80-2CCD-9F09-688C-7120AA402B47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67BC3F3-EA62-1082-CC92-E21C0C4E4B13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9F44402-9AAD-50D5-9CE9-C7028D811C7E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AC98DEA-9B1C-BE25-C04F-60C70DB39991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4F55E6B-30BA-986B-1E16-1270EE29DCC1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0CFD392C-AB5C-D83C-C4F0-CFE3F5677C99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F10A3D4-99CC-9C0D-7D99-CC63D6293F8C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F05E677-79D3-4A18-5797-F0D6AF067E34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98EB708D-584A-91BE-42E1-179EBAD1041C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5EBCAB3-82CF-D2EE-7F1E-C0BBCED25CBA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1FA6748-640D-FBC6-549C-7C341084C5FF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C0C821F4-EB4D-1CFD-C182-4E6F2E58367C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D3087B0-4118-D179-1EDF-9C809BB57E80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0C656A-A0AE-A629-0CAD-85D3433C7139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A7934054-145A-0051-4C4B-173FD2AB7278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DAF402B-1470-D31E-7612-33E000D83B85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2EB4991-767A-43CC-9901-9CD306928BAB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DB3C196-AE8A-A6BA-3505-682B95134074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C195A4E-D601-9225-F539-6A1DFDAD132C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45036A0-9952-1CB1-EEAA-A7888A75F209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FE892557-DB86-9C9A-3370-5ED989B307BE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45AEE60-2D8C-BBEC-1D42-5DCFE7418B75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72D7105-B3AF-974D-A0E3-1C74E6F2AB5B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18E7FC7D-212A-AFAF-2D3D-FBD147E2B9A0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CB59EB66-3D44-87D4-2A22-CF59138619A8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FF5DB3B-0A5D-37B7-E4EE-15550CDB0F54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48E7B51-899E-3BB2-BD49-EB9E6BA66CF3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0870A23-0A30-B8F8-406B-4276C085BE0A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A6689140-8F83-CEE9-C757-47F97C867D57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4FEDC2F-1E0F-6F5D-5F51-C5C6DF123CFE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0ADE454-4535-129E-9C23-57A944118E23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043C7CAF-AA76-7056-B2CA-2272374A6750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00DCEA1-6A3B-1AD5-3BB9-28854032605E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E8F12A2-C975-4F49-FDA3-F51BA5ADCEB5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63BF5D64-E8B3-8C64-4101-9B637476A090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5E4F310-8649-215C-4B19-CD8FEA70B54E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1B4E982-1538-29F0-1247-0AB177FB940A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D1997A04-5995-D5D0-573B-08E1A9384241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BEA0709-C662-9649-92EF-CFFA0FCCCBAB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C77FE5B-F511-5F62-1FA8-A55DA10BC7BE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FA694ED3-8FCA-138B-F64B-8134DCF1AF1C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DB0B54-D14D-69C1-A0EF-B5619C5153CF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48652A9-74D5-2C52-8771-A87CB5D52DBD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ABB24054-D1FE-13D5-5E98-8C4E4921BF25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1B3FCC1-C53B-1C32-A7BE-14DFFBC11F58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70056D5-8FB9-A650-3FB9-98D841B0B6B6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FCDD8CCD-751D-254F-6CEA-778EA03B3225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FDFBCDD-FE5D-C97C-2AD2-6C334F995803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0484895-5BE0-C08F-1596-214026EABFBC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C72BD06E-509A-CC66-12B4-30B0E1EC4FAF}"/>
              </a:ext>
            </a:extLst>
          </p:cNvPr>
          <p:cNvSpPr/>
          <p:nvPr/>
        </p:nvSpPr>
        <p:spPr>
          <a:xfrm>
            <a:off x="3323207" y="925438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6945100E-8CF8-A48E-D9C2-1DA2C589910B}"/>
              </a:ext>
            </a:extLst>
          </p:cNvPr>
          <p:cNvSpPr/>
          <p:nvPr/>
        </p:nvSpPr>
        <p:spPr>
          <a:xfrm>
            <a:off x="15289832" y="928313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DAC0C98E-BFA0-930A-651C-338ACFE5BCDE}"/>
              </a:ext>
            </a:extLst>
          </p:cNvPr>
          <p:cNvSpPr/>
          <p:nvPr/>
        </p:nvSpPr>
        <p:spPr>
          <a:xfrm>
            <a:off x="6690336" y="11215651"/>
            <a:ext cx="6683252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Update(2,10,5)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8" name="Right Brace 97">
            <a:extLst>
              <a:ext uri="{FF2B5EF4-FFF2-40B4-BE49-F238E27FC236}">
                <a16:creationId xmlns:a16="http://schemas.microsoft.com/office/drawing/2014/main" id="{0722C03C-0BF6-4DFD-A9B9-8F7EAD54AF3C}"/>
              </a:ext>
            </a:extLst>
          </p:cNvPr>
          <p:cNvSpPr/>
          <p:nvPr/>
        </p:nvSpPr>
        <p:spPr>
          <a:xfrm rot="5400000">
            <a:off x="9465293" y="4108729"/>
            <a:ext cx="823912" cy="13046625"/>
          </a:xfrm>
          <a:prstGeom prst="rightBrace">
            <a:avLst/>
          </a:prstGeom>
          <a:noFill/>
          <a:ln w="1270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374830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3F1C-C7BE-32A2-7607-DD0D26B3D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E2CDC64-C771-55D3-1817-6F08F8E4B957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9E91C05-D1CF-0B8B-9248-C07FCAD9FA7B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25CA50D-7F1E-131B-D0A5-43C5B01BD1FB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CB5CF82-7F2E-4DF2-BE4A-CC4A80D3FD1A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5015B58-081E-D2F4-BCFC-27618F222941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6F01014-17A1-3044-04CC-23F3412DC4FD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D3D97F7-0C2E-434C-A30B-4BE51D9377DA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9A5B5EB-BE01-8171-0E2C-65FEC447DCC1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535B19-9AC2-B481-FDD8-320EA23EF881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CAE2BEA-0568-0E91-BC99-DCC745EF5313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375D4ED-63A3-5342-5393-6046EA511AB1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CB314915-C584-6138-B3B5-D28271412BCF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2E94B5F-37C9-0568-37C8-7C8B91658F38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F7021BA-E78C-0170-D490-B024FD987D03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DD713E09-FDE4-44CB-7D21-B3994242A21A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477429C-F9F8-D733-93CE-13A4018B2E91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054BBD4-2173-DE20-F286-3EC1A155FFED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37856E9-89CC-9283-7583-6DEFBF00CA84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6B8A224-2638-6943-24D4-6689B6219725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A6697E-BA33-017D-880B-7F565868F320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3DA69CEA-2341-5428-B064-00862D910181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45D49F6-EF82-8B5E-2D48-5BF02E9A93CE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5E6A161-E40B-5C53-AE4D-A2FFFAF910A7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00BBB419-EF80-7A25-F150-11DA2E206656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51BC0F8-F65B-BF69-A0BA-7E78E2CA363E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F6DDADA-48BE-2DAE-888D-7FAD77F8AF55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4A829F15-7CD8-3904-D38C-616D9B8D5CAE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CA44C29-70FE-47C4-A3D1-5C5DE7116BDE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2EDAED0-2488-1CB5-64A6-EFFFA8A058D7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103756D-02DC-E1FD-156B-BAD3551C4F96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79DD958-715A-38AE-7FA4-9DEF948720A5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A755C052-98BC-B7B2-30B3-3348FB855A0A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F8002C4-710B-317E-4DBF-E2A09771DA14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B63E1C5-CB44-0A48-E2DB-C981B04A6BF5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2CF4476-DCF1-9EA9-9D4B-5088FAFCFE20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7F821D17-5081-EE05-4063-2C185271F18D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81EECCC6-0470-BD3E-7F82-E6E553CFC98B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5B0E035-EF07-D198-8D88-CB3911EBA72C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E787504-6511-25B7-1AB6-36B11AD8250C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0D23D74-9F02-0244-0DF0-589015521403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42DBDDF-6CF5-47B8-EDF0-9757DCFD5198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607C6B6-FF6C-37A7-3902-1D8CA0B763C2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AE29E1B-661E-377C-B8F1-7C23976E63B4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26DA8B96-DCD3-1614-CC43-B24CF1E9560E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199E1B1-EBAF-2E68-57DF-D37923FD0F56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8EEC563-B875-E5FD-8062-3F8F74D7D0B1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65CCFB8B-7CC5-1ABD-50F5-B09EF2DB5251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3EE54CC-B75C-D685-E41A-D5BA78E86DC3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31B71CB-8062-2741-184F-CDFCB578152B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E910086B-2B60-EEA5-7295-089E457C54A0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553F6B4-507C-CAFA-7324-CB3F14E518A1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A70A6AC-AA54-439C-A028-0DABE86690E3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701E0372-4F6E-4116-834A-AA0B1ADE5280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E033702-4A32-6007-804D-78D706A3744C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CAB32EE-D574-2B4C-4BCF-DC94356AC1C1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F2AF6768-3258-64BF-0788-64EC9F7F85A5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6F3E3AE-0E50-752A-9598-062103239BF2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C82B42A-C37B-39F8-83E6-1DAAD1FC8175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416145C-AE8A-922D-F8AE-E738B331CBA0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73529CE-4F93-8CE5-D336-AC05BA51D4ED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CF99B5F-D7DB-F86D-80C1-1B630AE03D55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894EAF8D-3E4A-84B5-CB21-62599617FD98}"/>
              </a:ext>
            </a:extLst>
          </p:cNvPr>
          <p:cNvSpPr/>
          <p:nvPr/>
        </p:nvSpPr>
        <p:spPr>
          <a:xfrm>
            <a:off x="3323207" y="925438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1059DE72-996C-DEC6-38F2-67F34B66D9B5}"/>
              </a:ext>
            </a:extLst>
          </p:cNvPr>
          <p:cNvSpPr/>
          <p:nvPr/>
        </p:nvSpPr>
        <p:spPr>
          <a:xfrm>
            <a:off x="15289832" y="928313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C92613-E009-17D3-E2BF-224C3E499004}"/>
              </a:ext>
            </a:extLst>
          </p:cNvPr>
          <p:cNvSpPr/>
          <p:nvPr/>
        </p:nvSpPr>
        <p:spPr>
          <a:xfrm>
            <a:off x="956089" y="10802433"/>
            <a:ext cx="21627203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These are the nodes we will update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Update u and v</a:t>
            </a:r>
          </a:p>
        </p:txBody>
      </p:sp>
    </p:spTree>
    <p:extLst>
      <p:ext uri="{BB962C8B-B14F-4D97-AF65-F5344CB8AC3E}">
        <p14:creationId xmlns:p14="http://schemas.microsoft.com/office/powerpoint/2010/main" val="4264337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67C8-7FBE-857B-F8B4-657E431C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8BB809-75A5-C931-5E2D-41ADAB2D99FC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ABA9D6-B213-FC5D-5336-0D10DBC39936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4600B91-AB3A-67E3-D7F8-D6D39B1D97C3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D02DFD5-9850-9060-8F1C-22280FF60C78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0A609BA-1AE3-E1D5-6E6D-3FB32DB257AE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5F7D26E-7ECD-2102-8573-7CCCFFDDFE2F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FAB45B0-9B62-364A-FF4E-299659B7EF29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91DD243-4FA4-B42E-C570-9FB33E4CCE84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1BCB1D1-65C3-628E-90DD-413D7E1109FF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EECFE1-5983-BCB7-AB10-6BC263A8C721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E901590-4C04-A939-513D-92A136E6CD54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8587D165-5717-6701-B178-2549F0262AD1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76B86E7-3E5B-7290-4C0D-2E0FDD12A9ED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5C4C4E8-3F9B-A5F4-ED46-239759ADF6D0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970BAC3-DAE1-45F4-FD11-11C23D294F16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4D0D1C2-ED7D-76CA-63E7-0A83F6854C8C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27A8BC9-B910-B8D9-A98C-FD1E9163438E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084860A-BFA8-B37F-28F1-CD31746B2810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75ACC54-F2D3-9E81-008B-CD814EC1784F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64FFEA9-548C-3125-9ACE-98C888C7B50D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B046E8B-B2BA-2DAA-4D36-D4E8A9AEA3A2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7CC2A1E-62F1-3890-40C8-252363D6C2A3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1B97717-D7A1-AACE-3BCF-248741FD12A6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E3CF88DE-D566-B8FD-CB63-C47FE3BB9C3C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95BD2D2-9ABF-F082-E140-2C957AAE979D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C32308C-4230-B1AA-B21B-937E5E2D034A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BA7BD876-891F-3CCA-B644-80F131FAB52C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6940F4E-EA98-38FC-BFCD-0896C6E1F711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1B48AD9-8C9E-BC95-5702-11D092220261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6070787-AF7D-56E5-7A61-E2C969B7827A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2CAAFCC-2D0B-A129-B711-EB532207DAFF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F0F7708-0D8E-6503-5EF3-87B317DD1F4F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0AF777A4-4CD6-FF1E-B28D-5FB1D14EBC9E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B4EE0B8-6586-45FA-C5AE-2996DBF5BF7E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DDB2B8A-5326-4969-2EFC-C85A2E11B1D0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DFB4D19A-77BE-7C80-F408-21CA0D5D29A7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F6F7DCB3-A018-E2AD-9DF8-80EC442025D2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CCEE27C-23FF-2407-BCC2-DD1C02412CC4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42D6078-5F28-83AA-EDD3-EFD940DB34DF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3C8D33B-7BA3-1815-9646-ED216B2BAD83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5C2F0003-2105-55D7-FB88-78F41A5CF986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4856AE8-5DE9-3531-92BD-65A2F14A1FA9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08D7FA7-FD7A-6E5D-10A6-7030EEAC5318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4351F5DE-261C-91F8-8A1B-00F278D036E1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D5CECBA-AE9B-24B1-0F4E-80546FEFDC49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D34A87F-B031-417A-F733-E989FFCE0D51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F5BE809F-97B0-7C83-2DE1-8F19AC17C00A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BE65861-619A-A234-2171-D41C6FF4C1A1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4678D4A-E06E-C9B9-B188-A6BD7C263224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83F1D89B-6CFE-8699-B8CB-7371BE3B94F8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5C0A0C5-483B-C225-33C3-D015D9FE0838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4F3E146-3129-2A50-7EFB-51C70066937B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94899705-1126-58DE-816D-184C8C1F1F4E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DE112C2-7086-AF24-88F4-F54B823A2B6F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0759269-7610-02B3-7DC5-BE01336ADF0B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6F64D8DE-C3DB-4F9E-FDCE-7DC0D12E148E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8318FE4-A9E2-9E85-9F1B-22E8F5A28E90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4917092-D513-6697-3E1A-9D4B2CA853A8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786B4723-0F47-9FD8-D26B-75632F6A070E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26E928E-D0F7-1160-F229-1526C044C77D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F9CC603-2051-CF7F-BA23-AF8FDF6A517E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765CFACA-5FA4-5591-DDB2-888148CCF12B}"/>
              </a:ext>
            </a:extLst>
          </p:cNvPr>
          <p:cNvSpPr/>
          <p:nvPr/>
        </p:nvSpPr>
        <p:spPr>
          <a:xfrm>
            <a:off x="3323207" y="925438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C833EB2-1D7B-CF9F-90AC-209144DAE245}"/>
              </a:ext>
            </a:extLst>
          </p:cNvPr>
          <p:cNvSpPr/>
          <p:nvPr/>
        </p:nvSpPr>
        <p:spPr>
          <a:xfrm>
            <a:off x="15289832" y="928313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873ADF0-B6F9-A7B7-0F53-3EB7D1B07574}"/>
              </a:ext>
            </a:extLst>
          </p:cNvPr>
          <p:cNvSpPr/>
          <p:nvPr/>
        </p:nvSpPr>
        <p:spPr>
          <a:xfrm>
            <a:off x="956089" y="10802433"/>
            <a:ext cx="21627203" cy="161178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These are the nodes we will update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Update u and v</a:t>
            </a:r>
          </a:p>
        </p:txBody>
      </p:sp>
    </p:spTree>
    <p:extLst>
      <p:ext uri="{BB962C8B-B14F-4D97-AF65-F5344CB8AC3E}">
        <p14:creationId xmlns:p14="http://schemas.microsoft.com/office/powerpoint/2010/main" val="23599916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9F2E-1B52-6E6F-A0D0-E681D68E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463435-8B0A-E58A-5796-AC426F4D3296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04E8701-F082-8D08-D219-720225A52489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45B602E-348D-7C32-4090-6BEBE930F23C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29BB23E-5937-01A2-2F2C-DC34BA1F696D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8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A56F6BA-9566-B834-7C69-ABDE3423651E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2334B01D-B166-5831-EA42-08505C75FB9E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68B1A05-D2F0-E239-516D-0C0B4FEF6E92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E1CC875-A5F8-C75C-9114-C24742A4B64C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391BB2D-0634-FAB1-5EA4-FA6C9AEA9216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89C85A0-1063-996B-F582-D2FA94DC9547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3F38C73-6C81-8F7C-EE70-77484CDB049C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F87AF40-2309-2C50-DC8A-6927D4379A85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A6242E-4577-ACD1-0C6C-23B830017A05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1ABBF68-AA3F-2AB3-5C78-0AA3873393CE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59816CAD-0D0D-B4F4-DDCE-13BEF374AB79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6DDDCD6-533F-FE63-9373-545AE1CE08B4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F85E57D-5226-64EF-DEB2-0FE724C062FC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14BF8FC3-C75C-C9E4-3A6E-B5EE77FC2CC9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6B7838B-4038-4F72-8445-3B36F13FAB3F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C8341E-344B-B772-2356-7E8F057FF18D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CF57EEA8-CAC0-16E5-6FF0-85E2B3FCF761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9A8F06-FA9F-3506-780F-C2A4B42A22CB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CF91CE0-F2E7-9C7B-D8B4-098B2FFADDB6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0CAC20A3-A593-9DFC-6284-E173791DD22B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49E1A3-4630-5952-4FE4-77AFC9858CC1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2FDC713-B2A5-1C9B-C291-BB702273489D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E56FDDB5-07D5-8449-C110-7DD1549962B9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6DD2F5E-91AE-9D3F-7DDD-C22EAEA1D2E0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0F395AA-2F13-DFE8-476C-2E0D58B64840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C7ADF42-04C9-7D97-06F1-186A4CFC7BE8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45A32BB-6474-5F98-A6C9-27B8D4A0B5FE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FA1A1C71-D101-FE29-6E23-D59214A7A98A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48C4AC24-F402-1A6A-3C04-11B537785CE9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BB31812-E19D-57F8-5662-FCE589A0C1B4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A512263-6EC1-5867-3220-0EB0D146267E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ED255F5-312D-B07B-C5D9-789876062F7E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8EE26B7C-A361-C25D-0158-EED420A9338B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EC944EF-377A-5B0E-6643-A37F9FC98FED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C5D3562-94F4-6888-9017-2B199E0BCF55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F6E8BE6-150B-1DA3-6878-347962BF3622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BCDA1F6E-3D18-5811-91C3-6622DFC29C82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9898316-E178-41EE-1079-EC33DC0A820D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544F11A-BE4F-B478-E365-07FC2A0EEB98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9C9348A6-0135-E0D7-D059-0E5D89115E5C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3C399B7-E31C-3F2A-036E-9975C82CCD25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BCFBCF0-A46B-8D98-FFBE-1BBB0D023EBC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CAB08E9-921C-B1E1-3971-894B0AE29416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707D6EB-AC72-BED1-D24C-4F1294597D91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84DEE95-B262-006E-D3C7-8D572BD805ED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E01E7500-E5DC-1C2F-57D2-3C0F9CB2ECD5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2DB0B29-A477-0E2A-7EE6-A4F422200CA7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8AFAC3F-2D36-D423-F225-2C60ACAD9D10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066984EB-4E8D-93F2-93D1-CEC66F92C3CA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091582-287A-26AA-824D-73EE7F26CB07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0EAA8B6-A2BA-C824-47CD-BACB1AC4AD4C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B2DC7619-5003-3D55-45EF-4D3819050C3B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142C278-3F25-B6B8-9136-A2467B13D86B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7BFDFE2-69C6-265B-FDAA-59B3E495FD76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EAC829F1-E1A3-8589-D4FD-674FB553D726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10A5165-7DC5-9BFB-ADA1-05BB0CE3529D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6535EE7-B7FF-3AEB-E7B8-16DF65A61BD6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8769A57A-1D5F-404F-7C45-E02D9931CBEC}"/>
              </a:ext>
            </a:extLst>
          </p:cNvPr>
          <p:cNvSpPr/>
          <p:nvPr/>
        </p:nvSpPr>
        <p:spPr>
          <a:xfrm>
            <a:off x="3323207" y="925438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39BAAD74-9B3C-D67F-35C7-3358BA060868}"/>
              </a:ext>
            </a:extLst>
          </p:cNvPr>
          <p:cNvSpPr/>
          <p:nvPr/>
        </p:nvSpPr>
        <p:spPr>
          <a:xfrm>
            <a:off x="15289832" y="928313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637DC8C-6666-E117-85D5-63B8255D07C1}"/>
              </a:ext>
            </a:extLst>
          </p:cNvPr>
          <p:cNvSpPr/>
          <p:nvPr/>
        </p:nvSpPr>
        <p:spPr>
          <a:xfrm>
            <a:off x="3756277" y="538344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B6A76-5BEB-DFDC-8FD5-30AA21B87DD0}"/>
              </a:ext>
            </a:extLst>
          </p:cNvPr>
          <p:cNvSpPr/>
          <p:nvPr/>
        </p:nvSpPr>
        <p:spPr>
          <a:xfrm>
            <a:off x="15673435" y="5532844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D4311B-C2D5-73DB-2609-52656700A6E7}"/>
              </a:ext>
            </a:extLst>
          </p:cNvPr>
          <p:cNvSpPr/>
          <p:nvPr/>
        </p:nvSpPr>
        <p:spPr>
          <a:xfrm>
            <a:off x="542564" y="10752458"/>
            <a:ext cx="2275465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make changes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make changes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D5A7DA-1959-9DC4-A6A3-5BC28C4D4C03}"/>
              </a:ext>
            </a:extLst>
          </p:cNvPr>
          <p:cNvSpPr/>
          <p:nvPr/>
        </p:nvSpPr>
        <p:spPr>
          <a:xfrm>
            <a:off x="4784278" y="9262432"/>
            <a:ext cx="2076242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5737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BAB0-523A-3DBA-50A2-A99B9E53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C308C1-6569-8619-BF50-9577281CD47E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C111550-91AE-764E-2F1B-EC1DF8523CB8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375F22D-9EA1-0F3F-30C5-02E721037D3F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0A6D47E-205C-5877-35AC-91DC723855E1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0C53B79-51A5-F172-6DE3-4DB2865CC9A8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3BED388-9C86-90BF-C233-E759FAA2BD45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427AB2E-25C2-322F-C2DB-C189E439064E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28B090B-7E1D-6305-080B-7D9CAC09312B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390510E-C7F3-78AD-85DF-1E43BC133AAE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515E61A-39B4-8D68-0F34-45CC5D4ACE5D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7069D7-1C01-901C-9FB3-A7AA9CFC6AA1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4556E62-0A44-8461-534A-DE94FCF14AC5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E52126F-7A7A-3792-4EC0-DD2BBFC337D2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548728E-23C9-DAFA-4242-18AA2465B2E2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FEE7A12E-BF89-C3E4-795F-70336E5A0F98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7033505-D2A9-1013-98C2-F503EA44929E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250DBD4-6247-9089-0390-2CFA0BFB227C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0C4DC9EB-414C-7004-5E02-23365633EEA7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58DB8B3-2746-86A7-2EA4-95217D158BD1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AF20A0C-42CB-B581-1C9F-A10E29E6BF25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5E11A208-EA96-1176-EB4A-26330A90D5AA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8DFB1BB-0781-E763-D897-714B712D53D8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3A71FD8-BDC5-BF7E-F292-87A6508736A6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1DBD6FA4-D405-52F0-ECD6-3AB570FF8FD5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3554E88-C78A-78B1-1A69-BBEE7F7431A2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EE965D1-D94D-46EF-E7C8-9C6A90292D6C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60F6D6E-C29C-5554-C9B3-26C675479124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962A7C5-BDEF-7E5F-6FC0-B0B6878ECA95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2A49A1A-0AFA-35B4-E5E6-D6D3888358D7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7DDDF76-B995-DAFC-4FEB-28DF5CA54EDF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E03775C-C7DA-D41E-D13F-FB6F449714A1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E2DEE667-6019-1509-FFC9-DEC78A0CDF48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189C5947-B027-752B-A315-57EE7B15BF4B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28DA22C-B94F-61A0-1DCB-9CC480095628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F1D42E88-16F5-EEE7-9497-68B9B8C69885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EEB86891-AA47-1B2D-C739-6BA96CC5BAA7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51AC3B48-7C83-B825-4726-4CAE06A79642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F7D1BA4-8F76-08DE-4A46-F9D6F6238E24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1FCBD1F-FCAD-8033-211B-63C79C0B67BD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2FDCEBE-FC58-1063-6E4A-6F97C92682CB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FE07325A-47AC-5471-5815-DE3F45B468B1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EDE2623-262D-F81B-4480-22E6DB04C897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33B9C5F-D8FE-F779-FAA6-36C953111FA1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2D436E19-ADDF-DF4D-AED1-621409681A75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4A27DB8-9CA7-D140-CEC8-5FF30D824742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AF6AAA1-6890-EB68-E2BD-7F2A5AB47B80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259AD783-AF56-BF9B-4D55-5878998A9B71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2CE42E1-8869-996A-13C5-D28C0B957CC0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5C3B6A1-7626-7469-3874-0249E1B49B41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91281FCB-75B4-96E3-B8F1-E81CF0B1E60F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BB919A4-994A-D94A-45D9-74096D5A6273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DF5403E-9732-A8DD-A639-511BB8D740AC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6600C38E-4E72-C6D3-65CD-3BCCBB1A9C59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7102746-1D6F-1C28-116F-C954D8CC6173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04352F4-EC8B-E119-A2B3-1E40A6AF85F4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8F655ACC-F209-969E-7BA9-7A498F095D5D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104DCC7-40B2-AC99-0DE6-1C1846C4F084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FE6AD20-74F2-3AC5-E143-0CCB2B711687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4073201A-8448-4054-AD66-895771AD28C4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5BBD919-E8CB-9AA5-D81C-070007154E1F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7494B25-6023-63C1-6B8C-490DA884BDB8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091EEA6-CE1A-E8B2-C738-14DD2D0E7355}"/>
              </a:ext>
            </a:extLst>
          </p:cNvPr>
          <p:cNvSpPr/>
          <p:nvPr/>
        </p:nvSpPr>
        <p:spPr>
          <a:xfrm>
            <a:off x="3323207" y="9254388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052E5DF-3A3B-17ED-7BD8-5990378EDC42}"/>
              </a:ext>
            </a:extLst>
          </p:cNvPr>
          <p:cNvSpPr/>
          <p:nvPr/>
        </p:nvSpPr>
        <p:spPr>
          <a:xfrm>
            <a:off x="15289832" y="9283133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40BE199-CC55-D191-2403-2A9FC4E73687}"/>
              </a:ext>
            </a:extLst>
          </p:cNvPr>
          <p:cNvSpPr/>
          <p:nvPr/>
        </p:nvSpPr>
        <p:spPr>
          <a:xfrm>
            <a:off x="3756277" y="538344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51932B-1EAA-6E24-B15B-F036321020D9}"/>
              </a:ext>
            </a:extLst>
          </p:cNvPr>
          <p:cNvSpPr/>
          <p:nvPr/>
        </p:nvSpPr>
        <p:spPr>
          <a:xfrm>
            <a:off x="15673435" y="5532844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418FB1-B470-3454-3246-A974F7F9CB73}"/>
              </a:ext>
            </a:extLst>
          </p:cNvPr>
          <p:cNvSpPr/>
          <p:nvPr/>
        </p:nvSpPr>
        <p:spPr>
          <a:xfrm>
            <a:off x="4784278" y="9262432"/>
            <a:ext cx="2076242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2B0BEE-3DF4-6E88-F72B-D2F1A0E24E0A}"/>
              </a:ext>
            </a:extLst>
          </p:cNvPr>
          <p:cNvSpPr/>
          <p:nvPr/>
        </p:nvSpPr>
        <p:spPr>
          <a:xfrm>
            <a:off x="874156" y="10681861"/>
            <a:ext cx="22429136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</p:txBody>
      </p:sp>
    </p:spTree>
    <p:extLst>
      <p:ext uri="{BB962C8B-B14F-4D97-AF65-F5344CB8AC3E}">
        <p14:creationId xmlns:p14="http://schemas.microsoft.com/office/powerpoint/2010/main" val="630063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3DD4C-2C4B-4EE8-03B7-0A084B7B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19B353F-9658-670A-5A17-ADEA35E97648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75CBB6A-918F-7225-62EE-871B3997BF12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D1BF271-5F63-E73E-A266-86A0996E8FB0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DF75762-0B2F-09E3-CF57-23941942E74E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1E89C04-B1C9-949E-BB96-63BA1295F8C6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648FBCA-7B11-B0D9-EC93-FF5209F788AF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0DCD238-2A1C-2C16-C809-8D999D73BEF6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3670E60-C0D1-C5E4-5E44-3329DBDB0CD4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5A2E8C2-40A3-95DD-EC2B-828FB5F745C5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760219C-E7BA-B2C5-589E-CF5B5763B1B2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E487EE0-06B8-57AC-2D0C-7BB549A816C6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B0CAD289-CA4F-6812-B757-6336FB9936A3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206A292-57F0-3874-D2FE-CE6D7D82D249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B66600B-DCDB-B157-1C5B-1B7F03425CDF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995C3BDD-12E8-1F8D-7872-C4AD7AB959D1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FDDB557-48C4-0F34-733B-FD3E3A1C4937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8966DDD-6088-6206-932E-71D2C2782B83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8945C7E-5BE8-8C3D-B2A2-8D5FDE761123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50C113A-7E86-D854-3B27-7F56F4A4517E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A701233-1488-CF78-76A6-8ABF73102A66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39462F5F-0046-5F74-0888-2B6ABEF6F0F7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DD77BBF-E662-06F9-8106-5C34A62651E4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D409FD3-E70F-6F8E-3C36-496878D7F8D3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0F2D3EA2-DB0C-DABE-FCCB-2799799973AD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57A88C6-E0BD-C6D2-E028-F06AAF3DCA3B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C4D1E27-6565-B859-3CD2-7458B440F1CA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A6E95C13-7028-CFCC-C9F7-90E5561607AB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0370B68-342C-1877-2273-0285A8E46340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5CD26F4-D89C-05F6-DC5E-F5504A0855AB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2C8EA55-F0AA-07D9-BDBD-3EF66C71D220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887F58D-2746-26E5-6A21-BC236967AEB6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B3A90F1-6450-29FE-B652-DC47A7F1BFB2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E656B46-1643-948D-DC49-63E909676E53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834DBB3-8280-3CE3-0145-49EEC32CB91C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26BE07B-62C9-C84C-F0E5-4769B501F64F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49891C4-690B-3DBD-B5AA-C1CDA029EA69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1375DDB9-B645-1DFD-A4C4-73C542544F06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6FA5CDD-CC52-0826-188A-A874EBAD1D8F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D74881C-B6A6-96F4-5736-8738504A2F73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E7A8C52-782E-F215-5AD2-43A17452CCB1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C798707E-0A85-7C18-6BE4-453A54DD8F2C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656EBE2-159D-EDDC-D67C-E3B0990D80FB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39A9A04-724D-757F-3AE1-800E7AE9A0D9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727D28C7-5220-77A1-A222-87D0D48C25AC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31A3D9D-83FF-04E3-8C62-B198F5C8493D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E068B26-24EE-98DE-E0BE-F939E964AFC2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F4A18477-5289-0A6E-6254-47D32329AD86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4B6394E-7484-79FF-4E1F-4B73B5DB5F59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0300657-AD72-BFC3-3DD0-575B0DE85934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2921C9E1-7271-9BE0-52B4-80A431101AAB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6E27FE8-153A-8A3C-EDA5-A2B03E695678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3439C23-616A-7A72-E0AD-0B8C26C48C48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555B2E11-2EB9-BC81-4B5E-3692EFEF08B2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686DED8-0318-BBDB-2434-E5442453401E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47A6B87-0408-E8FA-51FE-E43A2704C37F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FB734C83-1E5A-9A7B-A3EC-A4869160233D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CB8FC7E-DD41-349E-AAD3-6A109B42363D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F64EF5A-10AB-B108-C963-96ACFEFE41A8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DF2D3D2C-4E03-B23B-82C6-E4605E420F99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B38F83B-1F8D-5CE4-3F64-5FBEDB8624F8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B62F3DF-C282-2445-E3B3-FA8DE0FDD616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67172F9-D8EB-BE2C-3CE4-1EE628CE1E87}"/>
              </a:ext>
            </a:extLst>
          </p:cNvPr>
          <p:cNvSpPr/>
          <p:nvPr/>
        </p:nvSpPr>
        <p:spPr>
          <a:xfrm>
            <a:off x="4063638" y="5156525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1F144BC5-4924-922B-E052-D9CE0BE0E236}"/>
              </a:ext>
            </a:extLst>
          </p:cNvPr>
          <p:cNvSpPr/>
          <p:nvPr/>
        </p:nvSpPr>
        <p:spPr>
          <a:xfrm>
            <a:off x="16009672" y="5168295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41381E-7A53-2469-614B-E86202978828}"/>
              </a:ext>
            </a:extLst>
          </p:cNvPr>
          <p:cNvSpPr/>
          <p:nvPr/>
        </p:nvSpPr>
        <p:spPr>
          <a:xfrm>
            <a:off x="874156" y="10681861"/>
            <a:ext cx="22429136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3D8586B-C26D-38FA-156A-7F788DB6A846}"/>
              </a:ext>
            </a:extLst>
          </p:cNvPr>
          <p:cNvSpPr/>
          <p:nvPr/>
        </p:nvSpPr>
        <p:spPr>
          <a:xfrm>
            <a:off x="2118877" y="3277061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203C81-6EA6-D173-7055-690D065AA8F7}"/>
              </a:ext>
            </a:extLst>
          </p:cNvPr>
          <p:cNvSpPr/>
          <p:nvPr/>
        </p:nvSpPr>
        <p:spPr>
          <a:xfrm>
            <a:off x="14075995" y="3245639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7087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479FD-8504-C617-2195-7A76DE80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48AE6BE-CD64-48CC-8080-C636B58C412C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D9FE425-90DF-7A97-20AC-445D9748AD1F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6509ABD-C5FD-54BF-5084-13179EB1CB75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46512AA-DD3A-6CB5-D760-E5E3B449CF00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20DCF31-5E64-C029-D809-C2D4F04AF3C2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0386EAA-0322-C485-534C-808FE837FD63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4860BC9-37BA-85B9-248D-BD02258E967F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C08A1FB-E121-5EFD-FFF8-725BD184FB1F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77CCCC8-39CE-2669-C832-2B9360D9E575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0DB3884-E2F9-486B-412C-A5DAA85C15FF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E66D24-426C-1988-C7BE-ADC83A7C21EC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924645C-088A-395E-6ECC-8C4F9CD39374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AAE7ABF-7068-A341-903E-DAAC1A7B0CCC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FAFCED9-DB4C-20BB-B42E-F27F677A0484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E380F54-F863-4137-4AB9-F6683E0E1401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109F01-FB32-BD14-31B6-CD3E12B1C733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32F8631-7FF0-B43E-0EC2-98004E86B3E6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21FC10D-E29B-0DAC-96B8-6A63FE8E4E8D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4B8B026-1EFC-BBEA-E148-D16807F00467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D28A0CF-4FD0-801C-104A-9692C0CCFA3F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C07FB211-55CE-518C-6B98-0BF8D30ED882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E69D2BE-E617-CE93-8112-9B35F1062D3C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CCF95E1-B816-BFAC-BEFD-25DFA590F3F6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AABB7C4-C92F-CA44-A4BE-F80291278C7A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2270522-18E6-1029-E39F-D824A9BF460C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D711919-1E19-3E4A-46F7-DB39C55DAD57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D2C6A5BC-260D-7DE7-EF4F-81C00847A38B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D3AD7D-3B39-312D-E6F3-B6BEA3BA94FC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E48C9C6-0ECE-F35A-F6EC-87AC6A9CF0B1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E4F5B96-8F0D-4514-8322-E08BA643AA2C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CF020FB-58FC-4A83-6689-7EACF79B87CA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89DB96A7-45E0-5CD0-5B9A-3CC7E9F028B6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5616676A-ED4B-1928-C558-D22DAE33E3D1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1CAA1E9-308C-A9CE-5E26-0DCA5BD07308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E66FBC7-74D5-EE14-3A0F-4D5068DC25D9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0C97397-FCF9-1809-26BA-85431B457664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E15BF99B-034E-90CD-3D18-8BDC46DDDF37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9649CDA-4A84-F1DF-F874-B3CC30C97684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ECBBDB6-22B0-C49A-E76C-779B915D4415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1D43858-47DC-95EA-B167-839C91C4CBED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1A295F2C-E224-07BB-9FD5-397992B5C852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E4E1C6C-B672-5773-B1DE-2D8BDFCEDFA3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1E9C81-2618-9F01-E972-2D9A348E0F3B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501FDD38-F5FA-AFF5-E3AD-A47E26C4B16E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0F46E73-78C8-24A1-F134-E965ED7584A9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0A6725C-72B6-31FE-0C2E-921444A9A099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E7A21FDC-D568-4E4E-A022-F705370F6F9A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876FD5C-5D75-3489-D734-C99B584B2B88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7E05D16-ED3A-5442-609B-0D63EF038C99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3910FE1D-6E05-7F69-16F5-65CE151DBD1A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D2E5044-122E-4E72-FAB8-337A451B0358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17728A6-DFD1-D36D-8A73-F2F1C47E2628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0D23634A-D97B-160A-0798-36C37B55AE6D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19A78C6-417D-6E44-7351-0C97A4411996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BBF8891-4629-C63D-9D74-9C03074764DE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4B103C10-ABCB-C620-92CA-B3DDBE03D06A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BAD7306-6F79-82BE-1AC5-A37767AAFF44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4BFC5FA-BE95-16FF-9B18-F7727EA908D8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552C39D2-2D18-3CDD-9AE9-951B707CF946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C85D4385-40AA-8FD7-AE33-0AEF4E71DBB1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CC7A985-6FF2-D484-AF90-41D019B18ACF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EEEA0AA5-FB60-04EA-DC8F-43BD546C985D}"/>
              </a:ext>
            </a:extLst>
          </p:cNvPr>
          <p:cNvSpPr/>
          <p:nvPr/>
        </p:nvSpPr>
        <p:spPr>
          <a:xfrm>
            <a:off x="4063638" y="5156525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2089A701-29B0-4B79-36D4-56C18FA4D8C4}"/>
              </a:ext>
            </a:extLst>
          </p:cNvPr>
          <p:cNvSpPr/>
          <p:nvPr/>
        </p:nvSpPr>
        <p:spPr>
          <a:xfrm>
            <a:off x="16009672" y="5168295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E1318A3-E498-FF86-7B6A-645E7524AB88}"/>
              </a:ext>
            </a:extLst>
          </p:cNvPr>
          <p:cNvSpPr/>
          <p:nvPr/>
        </p:nvSpPr>
        <p:spPr>
          <a:xfrm>
            <a:off x="2118877" y="3277061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4928C5-64BC-E06F-1131-1608F21D59B6}"/>
              </a:ext>
            </a:extLst>
          </p:cNvPr>
          <p:cNvSpPr/>
          <p:nvPr/>
        </p:nvSpPr>
        <p:spPr>
          <a:xfrm>
            <a:off x="14075995" y="3245639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E023B34-DEDF-74F2-39ED-B5FFE6C0AB7E}"/>
              </a:ext>
            </a:extLst>
          </p:cNvPr>
          <p:cNvSpPr/>
          <p:nvPr/>
        </p:nvSpPr>
        <p:spPr>
          <a:xfrm>
            <a:off x="542564" y="10752458"/>
            <a:ext cx="2275465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make changes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make changes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ACDC205-F3F5-F837-E6BF-EFFC589AA689}"/>
              </a:ext>
            </a:extLst>
          </p:cNvPr>
          <p:cNvSpPr/>
          <p:nvPr/>
        </p:nvSpPr>
        <p:spPr>
          <a:xfrm>
            <a:off x="12446068" y="5148320"/>
            <a:ext cx="225815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79481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A14D-5142-3BE2-4646-B41FD63B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41D5EC9-9AAC-68A1-687C-9858E13B1E87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31C7D3E-50F1-BAEB-AD9A-267B5695475E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3AB5D73-915D-80A0-70FB-1192B15C929B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66EC167-57F3-1572-32EE-315E9784FEED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2599868-A55D-A053-295F-F00649A4AD2F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996D8F9-1683-D85A-1B3B-FE71FF828D1B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FBBE041-CCEF-539D-106B-C9DC56710E6B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7639234-B4BF-1C50-0790-E3D38352AB3A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A17BE94-471E-18AB-4714-F2C0812AD7C3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84B975-7218-FD5A-72EA-D6DA562D4DA6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AC4374-8541-12F1-E020-01B16DB8D85D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382BF6D5-B5F1-250B-2018-5F53888605CA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ACCE35A-7366-49B7-C0A8-AD0C2CB4394A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D4CDA8F-1EFC-7A25-CC22-183BA83444F8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E4315CF-1102-FDF4-8876-39D0D769DBE3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F5BE2AE-4251-3C90-4B89-2FF000C1DE90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36E11C0-DCAF-4E49-14B0-E20AAF1107CD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3E6ED31E-BFC5-906E-A5B0-0DAD4D3887D0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B85D939-A5FA-02CC-FD58-6BCA61725512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6598AC2-C586-04D6-3B8C-A6A31F1F1CD9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FF48970A-7CEE-460B-EF30-F00EB4A3F0C2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0FB39BB-A402-2759-A09F-AE1D23959FD6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7161288-94BF-2E47-6AA6-13580E15EB34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F6FBDCF-7DC1-117A-39BE-2CB9095D7BEF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ECE3853-7161-A987-7BF9-A1AAD26A1738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D42EEFA-B35E-04DD-D1B4-3E84FB3591BE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20B18087-69C7-7DFF-8F3B-48E6516D4D3F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11D3FC2-2F45-6311-87AF-2BED3DBBDF64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DD21BFA-1AA4-1248-4AEC-B4895ABFC80F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ABDCC0D-4DFF-A710-D699-F6045FB42A8F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50A5FF78-C3B4-8549-1638-8AC52507FF2B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860450C-1813-454E-FD0D-D20C18882F71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3880B12-1739-7F13-24D3-9795313FC261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FC6BD6B-90C2-7744-6F56-74686544A707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6FE75173-8797-840B-934A-E7CFCD9388D0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448BDE9-7DDF-026B-EE30-F5EE87BD391D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EE0D6E4-0E5B-7943-5D03-493EEE0F55B3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821926A-2CE3-80E8-8257-D46C98918B7D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C00ABF6-C706-F66C-7B33-8FE66385B4AA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F485114-D490-0ACC-49DB-61B90EB5F271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01A70D69-DA01-6691-E1DC-CD17195F4B25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6F2651-FB74-973E-D5AE-502FEA219AD0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B00AFF6-8341-42A0-FA60-9B5620D7F4D8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1367D305-D58F-994A-4960-5E12BDF56FBC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FF256AB-7EB5-2F30-83C1-0BA0A03B1AF0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3B96CF0-0A31-43F7-5D95-F7C10B851D77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EE00380E-358B-B561-477B-83A1F0F6AA26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14C66D9-3565-B3B2-C828-67E42910436E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88F2AA1-6B11-FCFD-8BDE-35DC11EE6E4B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2FE2211B-4D1C-2562-1C4C-BC678A2F81B5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3A28D8D-5EF1-4546-FF45-1E16C17D0FA5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5F20FCC-3C6C-4449-99E8-A6AF1DB7F288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53589FE-3B35-07EA-5178-CB03F5848195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EAB9FA3-648E-DFBF-3BB8-788A3A46DAC0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EB98173-5397-FBC3-E7D2-9FE0A5BA0ADE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1BB1B826-38CF-A8C3-F6F7-33D5219BCF7E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014109E-88F3-541D-8A6D-341FEF9C6575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F39C186-A2D3-1689-DF5A-588618C87E07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929017A1-67A6-2D72-70CF-1DAD9D0101E8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F497CA9-91BF-CF15-1812-AB8EB559A26E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E10895A-5414-1C31-7BB9-0890FAB09C5D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8BEC199-1DE1-14E3-133B-7FD534F0DB54}"/>
              </a:ext>
            </a:extLst>
          </p:cNvPr>
          <p:cNvSpPr/>
          <p:nvPr/>
        </p:nvSpPr>
        <p:spPr>
          <a:xfrm>
            <a:off x="4063638" y="5156525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F3F3ECB9-1DF3-100A-B042-4BF27A4E652D}"/>
              </a:ext>
            </a:extLst>
          </p:cNvPr>
          <p:cNvSpPr/>
          <p:nvPr/>
        </p:nvSpPr>
        <p:spPr>
          <a:xfrm>
            <a:off x="16009672" y="5168295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8A186C-08D4-DBE4-7AEE-0FBC37C316AF}"/>
              </a:ext>
            </a:extLst>
          </p:cNvPr>
          <p:cNvSpPr/>
          <p:nvPr/>
        </p:nvSpPr>
        <p:spPr>
          <a:xfrm>
            <a:off x="2118877" y="3277061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6B4E18-EF2C-7C06-BA56-CE40BFA78F64}"/>
              </a:ext>
            </a:extLst>
          </p:cNvPr>
          <p:cNvSpPr/>
          <p:nvPr/>
        </p:nvSpPr>
        <p:spPr>
          <a:xfrm>
            <a:off x="14075995" y="3245639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1AF517-C092-3F08-7658-86D60A5F109E}"/>
              </a:ext>
            </a:extLst>
          </p:cNvPr>
          <p:cNvSpPr/>
          <p:nvPr/>
        </p:nvSpPr>
        <p:spPr>
          <a:xfrm>
            <a:off x="542564" y="10752458"/>
            <a:ext cx="2275465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make changes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make changes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B585921-828F-FD0A-DD6F-37FC000DB538}"/>
              </a:ext>
            </a:extLst>
          </p:cNvPr>
          <p:cNvSpPr/>
          <p:nvPr/>
        </p:nvSpPr>
        <p:spPr>
          <a:xfrm>
            <a:off x="12446068" y="5148320"/>
            <a:ext cx="225815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31421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6E389-B1D4-4CC5-2188-B170445D7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320A0EB-7183-AE0D-A02D-AB690BFAB684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29DBD7-334B-3D30-7341-F3F7A4347DC6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D8FBD87-1780-B7BF-3A2F-E0E634557AAE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E1D8DBB-10AA-FA0D-EA20-CD8D4D2BDB59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B80671D-0214-C2C7-A052-B5C6DC6853D8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E9D1239-6E01-6F8C-294B-1EDEDD5A90B5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5DD380C-C5C6-853E-B92D-ABD877AAD9F6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B9C9A74-70B2-9E58-3486-FEC22B406B81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4C49408-5572-774E-F6DA-084DE2BA3D1C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6BD3CE2-9D52-8F60-C26C-48FA25521741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D800D73-E973-7FB5-09C1-8A5ACDD07DA1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EAAC879E-D11E-960B-BDF3-FF346847D237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47440F1-68E5-FE94-AFCE-93270C4241CF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7D48C3-CBF3-DE0D-9689-383845AAC2BA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8B681D20-112E-8A0D-EE88-A6502EA3CC34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F1DFEC7-CF36-C862-3416-888A0A5289A0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8CFEA13-93DA-7F01-7456-2332EFF5198E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8121D5EC-51E9-C358-B855-D7280784E250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19C0A66-ED4C-0493-C17E-12E89030DA00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73DB94-BDE3-4AF2-7CA4-B783BBD1857A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0D10BD1A-A125-5DE8-3EA7-1D864F1CF7A5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64810A3-68A4-2384-09C8-56D7904B823A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B4CF75F-0B68-5914-2D81-373F684021BF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F8DEFF06-7C73-77C5-388B-2C35B2FD7214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E4E4B5D-B94F-8CE3-5426-AE38C2E56203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804568C-C02C-45C9-E0FF-9649AE679BFC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378E251D-AB89-CAB3-CBF2-BCC203D5F65A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EACDD73-F8DB-13FD-04DF-C8D249D33E30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5231D4D-D489-8D1F-5820-C87DB455EAE8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C7C8A81-EED0-6435-8739-6F19F893833B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2ADB3BF4-109D-AF1A-7977-DB47E4DAFC94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EF80FE2-2495-4D2F-61BA-B6C42A9000D0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637EDC-2FEC-F9A8-B6E6-4449447F5F11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5C412E14-F14F-52B9-1C2A-1C6658610249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A9439906-FB7B-8700-4B70-BDE3D5504133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92B06156-CB9E-84BC-ED1A-F5D803336024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1D088075-E01E-6FA3-73DF-3711957D8580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8D618B1D-AC10-3200-FEED-74F14723E0B6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A8DFA77-8813-D5FB-1F7A-F41D6F27F111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2D53DBE-C10B-E129-3955-B59D8DC683EF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775CFABC-C434-6B20-2430-CC5C512C54B3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73EECD3-792B-5829-B233-71AB3A93C803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3E2344F-468B-FECA-6F2D-B2852CA9B6AC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A92067B5-86FB-190B-E1D0-F98AF83B09E5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DBDA14B-81C4-1BE3-CC1F-279C2334E580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9ACB357-C5FF-7DF8-5A54-48B1DC2637CA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A257447B-0BB0-62F4-C5AC-FF3CAA8AA5DB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4B53DA7-636F-280E-4575-68AFCDF4CA03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318507F-445C-24F0-DA73-15E04B097C83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C74DADB5-0168-9B96-EAE3-15234D35E75B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C5D53A-D11B-A948-1140-CEDDDB262EB8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97A133C-6094-0A99-78D2-008CC4E199A5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491A3C04-AE72-D9BA-45B2-C20706F1FB83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5FEE444-5A70-73C5-AC07-60D518A170EA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9DDD2E5-A1BC-BDAC-B4B5-90B11972BBBA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8BEBA101-600C-9DE6-A0D9-0EF16FB7D35A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5327DF3-DDC2-4D35-994E-5D94D5B1FBE3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39ABBD7-A27E-A287-810E-D772C07910E2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5F82EBA8-D6F1-E5E6-8F86-F24940FFE5A9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788AEFF-E6E2-BA23-7978-6BC68AC8EC8C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D8C46BE-86F4-D67E-8811-F8991286C500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7C852D5A-B564-E305-CD8A-D99246AC6815}"/>
              </a:ext>
            </a:extLst>
          </p:cNvPr>
          <p:cNvSpPr/>
          <p:nvPr/>
        </p:nvSpPr>
        <p:spPr>
          <a:xfrm>
            <a:off x="2371537" y="3252454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EC20ABCA-045A-A991-5D86-08510BAB7B56}"/>
              </a:ext>
            </a:extLst>
          </p:cNvPr>
          <p:cNvSpPr/>
          <p:nvPr/>
        </p:nvSpPr>
        <p:spPr>
          <a:xfrm>
            <a:off x="14501307" y="329132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AC6C13-8628-ED9B-FCEA-AD390EA560EE}"/>
              </a:ext>
            </a:extLst>
          </p:cNvPr>
          <p:cNvSpPr/>
          <p:nvPr/>
        </p:nvSpPr>
        <p:spPr>
          <a:xfrm>
            <a:off x="5298606" y="1368590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E2DC50F-A7E8-13B5-81E5-87C0D24C841D}"/>
              </a:ext>
            </a:extLst>
          </p:cNvPr>
          <p:cNvSpPr/>
          <p:nvPr/>
        </p:nvSpPr>
        <p:spPr>
          <a:xfrm>
            <a:off x="17412347" y="1512811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917B09-5A83-5E72-0691-D2EBEE21148A}"/>
              </a:ext>
            </a:extLst>
          </p:cNvPr>
          <p:cNvSpPr/>
          <p:nvPr/>
        </p:nvSpPr>
        <p:spPr>
          <a:xfrm>
            <a:off x="8195480" y="3319563"/>
            <a:ext cx="225815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3B4472-6F63-9373-EB00-34A2C63485F9}"/>
              </a:ext>
            </a:extLst>
          </p:cNvPr>
          <p:cNvSpPr/>
          <p:nvPr/>
        </p:nvSpPr>
        <p:spPr>
          <a:xfrm>
            <a:off x="542564" y="10752458"/>
            <a:ext cx="2275465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make changes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make changes</a:t>
            </a:r>
          </a:p>
        </p:txBody>
      </p:sp>
    </p:spTree>
    <p:extLst>
      <p:ext uri="{BB962C8B-B14F-4D97-AF65-F5344CB8AC3E}">
        <p14:creationId xmlns:p14="http://schemas.microsoft.com/office/powerpoint/2010/main" val="2109776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EB31-5D5C-EC01-7CCC-B0FAB83F6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2CD928D-82EB-8AFF-B87F-8C2301B5C4D0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8094A1-58E5-CE78-BEA0-BDB6A3296C13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CA493D9-5C6C-98E9-8F85-54FF12C261A2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1317ADB-4506-2A65-B6B3-5E657CB63C4C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8A7EEF1-D90B-9AC5-B3F0-5EC5C06BDF1A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F57B138-BD8D-CBE1-9C04-99AE76778A25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2DBEA94-F1B8-B6B0-31B6-F06E8F241EEC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74CD8CF-9C33-0BA5-31D6-C15F68579AF1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005D24C-EE75-EF62-43AF-7556026CCBD0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B650350-5C47-8575-53DC-43410E8CED5B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3C307C4-A133-6E6F-7BB1-424AABF6C92C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2ED3C808-0989-23DC-C3ED-E22C50139CCB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84DABC-29F7-0E33-8BA7-6ABFDD582C65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EF2465-3DD6-F00D-9154-CCE8D14BDEA1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73A1CE5-0131-A570-80C4-0DB35A81DE7F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71F9F57-D94E-734D-6C66-B09FDDC7BF97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B01055-D74F-9E42-4B61-558C40078EF9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564E9B80-31CF-902B-4A22-A2FB20F6CD62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AD9DD7F-61F9-3B54-8FBA-8C971FC1985F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FBD822-014F-DD69-1E70-0FFFA0666DC4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2A579AF-77E2-08D2-378D-E8FE24F66404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B29652-0385-02FD-6B89-2AABF7815E5A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EF500D9-B59C-EC0B-8841-28486417C5D0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6511BCB7-DE16-9570-732D-DA11D2B4DF4C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423D4D6-2AB4-E5BB-2590-413EDAADF1DA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240AAFE-2C30-5475-9C65-89C2A2C2542B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4BD733B-28EF-7A89-B4BC-11962E793CAA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C79FF3D-874A-BEB8-E06A-274325C597D1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9EE5029-0CDF-856C-2C7A-523DC03B2C78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EBA4CBE-F25F-3BC0-3539-4CB5B3D50E63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8A7BBF6-9EAA-4C05-0A89-7F7C1163C375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69825BF-AB8C-315D-25BD-E53B2FCBF71A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2657970D-224B-A987-25E0-26E62949648B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A8ABA0EF-999E-8261-709C-3793D6435459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6534F45-3257-D06D-8A17-2E901B45DE57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8C535C39-F560-F266-9690-A415BCB95259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290C8865-7FA5-41AE-9118-7164CC82121D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71E2414-76C7-7AD7-9B38-9D2DB99B2F81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E9066D5-1230-464F-2C42-F88003614EA0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4927953-FC24-FC68-9610-95742ED6C7B7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BEA9D3C9-6345-81E1-099C-BCA45341DF9A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CC0F711-9AAE-F64D-BF95-DE1CA5DFDD26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3D7F6BB-9166-DA59-EF84-2A7D67C44B1A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501ABA9E-5433-4285-7F16-39C08CD754C3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8031EB4-7247-E87E-33B4-35C0E60A908F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D2BBC40-7B16-0C04-E9F6-BD01865951ED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EE5E550E-6105-077E-929C-E0F94E666172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0750547-EB9E-E31C-F412-C9E891305B45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61D2997-1F43-8994-A9C9-923C93682F5B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BD09832D-C0E8-B817-E12E-F947E5327400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B86F27C-DD52-2DA6-C4D7-1CF19D40DCDE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2D4D706-41EC-3C62-EBF2-954CF6F17CA6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D3353AA0-66D3-A973-9F3F-EA3ED7F4E874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9587908-961B-3241-D785-868896BDB3C3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B83585B-4FB2-9419-4870-23385FDCCA38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5A84BFD8-E871-1BE5-002F-FD96D064EB3C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2C3AB94-BDC8-1ED1-5386-A6E16BCE36C3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9D63534-660A-84A9-DFFD-A0331D9BE242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84940F93-40A3-0588-97BD-213960241308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9349212-7082-AD6A-3916-6FAF77A8E74D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160F3D-8ACE-4D9A-BB3A-D8500CBCC6C1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9540310-E2A5-EACC-96D5-B02210DF62BB}"/>
              </a:ext>
            </a:extLst>
          </p:cNvPr>
          <p:cNvSpPr/>
          <p:nvPr/>
        </p:nvSpPr>
        <p:spPr>
          <a:xfrm>
            <a:off x="2371537" y="3252454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ECA12DF9-45A4-BEB8-36FB-F0339ABEE25D}"/>
              </a:ext>
            </a:extLst>
          </p:cNvPr>
          <p:cNvSpPr/>
          <p:nvPr/>
        </p:nvSpPr>
        <p:spPr>
          <a:xfrm>
            <a:off x="14501307" y="329132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F5DEE4-8BF6-6FB9-741C-3803DD3E7F1D}"/>
              </a:ext>
            </a:extLst>
          </p:cNvPr>
          <p:cNvSpPr/>
          <p:nvPr/>
        </p:nvSpPr>
        <p:spPr>
          <a:xfrm>
            <a:off x="5298606" y="1368590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11F66E-B4A9-54B5-0880-4C786B129FDD}"/>
              </a:ext>
            </a:extLst>
          </p:cNvPr>
          <p:cNvSpPr/>
          <p:nvPr/>
        </p:nvSpPr>
        <p:spPr>
          <a:xfrm>
            <a:off x="17412347" y="1512811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0CA38-3AA1-5129-EAA3-06C648EBEC91}"/>
              </a:ext>
            </a:extLst>
          </p:cNvPr>
          <p:cNvSpPr/>
          <p:nvPr/>
        </p:nvSpPr>
        <p:spPr>
          <a:xfrm>
            <a:off x="8195480" y="3319563"/>
            <a:ext cx="2258155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siblingu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5E84DD0-B19C-7939-A3F3-352AE9A82683}"/>
              </a:ext>
            </a:extLst>
          </p:cNvPr>
          <p:cNvSpPr/>
          <p:nvPr/>
        </p:nvSpPr>
        <p:spPr>
          <a:xfrm>
            <a:off x="542564" y="10752458"/>
            <a:ext cx="2275465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make changes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make changes</a:t>
            </a:r>
          </a:p>
        </p:txBody>
      </p:sp>
    </p:spTree>
    <p:extLst>
      <p:ext uri="{BB962C8B-B14F-4D97-AF65-F5344CB8AC3E}">
        <p14:creationId xmlns:p14="http://schemas.microsoft.com/office/powerpoint/2010/main" val="8884633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595F-639E-FA90-14FB-DC4306C8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85A8C2E-E1A6-6BDF-7560-6FC915534393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ED4FCD2-6B12-A7C8-5BF8-D8F5E5E7EF73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9EBCDAD-A02F-18DC-3AC7-AB210FB9951D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0968729-CB02-E89E-F6D0-232E4A9BFC79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637C3D2-DDDF-CD4E-4500-7A72AE1AE24A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0349AC6-9D24-D71A-979C-32B133DB8B10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47DBF9B-AA93-8181-143C-F5C133C17832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D44C14B-C7E9-7442-0799-2A5AE171DC7C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54D081C-5D9C-4815-8EA5-F42D243385D6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742471-EA6B-05A9-1571-22A9566AA8D4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8F9AFA-B73A-4560-1A66-7102E32F5314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EA9ACCC-8E50-7844-E54A-5B6BF208A272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4D26E5-8B25-FC74-4DD5-9FE16F9ED56D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A29806-641B-CC57-A02D-118E09672698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64C65AB7-B1DD-2635-5FF6-F46203E18A42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EC99BE0-E6CA-0CAC-22F6-735D933EA313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ABD5C8F-9426-B6A9-1ED7-5C0503238A77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1B43D184-6F60-B585-48B2-9ED242612319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81E46E8-3B44-6627-8D67-F34DD6E37125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7F368C5-B517-30A4-FC40-A3746066FB2E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93470F9-F790-F915-E896-3D4061362BD6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7F0112A-4A75-7A4D-7BBA-C09194F23FE7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7723EC2-91EC-C284-A1DA-ACA2F7C44F63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51EF2520-8D85-6152-ED16-90B510BB956C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1542B7C-F63F-62FB-DAA3-8E809BC628BD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4D88D4B-D53B-A1B3-AF18-3788ABEDDD69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F3B1BDEA-80FA-F0B3-EBAB-0EDA278FCC22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6E0F4D1-88CA-D802-C8ED-D2CE4821B33A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21A7BF2-7C36-ED15-EE44-1C824853E425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3B167FD-7C2C-EB16-A660-848FF8520FE4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A9AEEDB7-C3E7-0E74-ABFE-1D3D6F8D3EE2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05CA26F-706C-2B18-6195-D36312599E0F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B71BE9C-8045-D730-5D2F-E75CE7098A3D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088F456E-7288-AC49-3C22-D9E521518D55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6BEE19F-98BA-56A8-143B-EC805DA7504C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8925A71B-8830-D583-02B6-662DD944864C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EE90003-F14F-BF8F-0482-0B1E3FE96424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F95314E-00EE-9C0D-FC63-17BCB0B67977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55C2AD1-E912-B785-D710-77F5B2DD660C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6531A3F-EE52-76DD-1E87-E0C3CB9383D7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DB55989F-9A08-5CA1-93B1-9658D94D9BE8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1CC4F4E-1A47-0829-432A-094433ED8647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108F748-7E3C-D9CC-BE59-C94FA90CB132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87A7228B-832B-B32F-2432-42C5FA26B304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69CB61E-C8C6-A14B-6FEB-516BA729AC51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1A65E65-F1CE-F035-275C-C497CCB5A3DB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6DEF857-15CB-D49D-405F-51E100EEDB1F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7621774-9A4B-1824-2B90-44F92301F237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47D985D-5FD2-84CC-DCF7-4AC1F569FDD7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CF4BB5F4-AC65-3FAA-E830-0DF0EA654DAB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9C0E989-CABF-5E40-FBE7-CB4366569298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D0E0DC8-06EA-BCF9-0794-C2E17A44FC4F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34D5F051-45BD-DA54-C18B-8B1657D2F512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90914D6-79E7-8383-307A-073CDC583B37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F6DE42D-E847-E603-5235-6829EAD1B535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5034AA37-9FBA-A809-9962-F35E97A3A97F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AA71B54-CBE4-8773-BAE7-69411761E71D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BBA36C6-76E0-3A6A-298F-AAC367188926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3B223E01-8CF7-F023-F5F4-F0394BBBC815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CCC50C5-497A-F7A4-FEC5-B7B8D083A35E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A2E400A-457D-1FF6-77AD-BFC5B6EB4372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88AB7C58-4476-6F23-A403-833328D794F0}"/>
              </a:ext>
            </a:extLst>
          </p:cNvPr>
          <p:cNvSpPr/>
          <p:nvPr/>
        </p:nvSpPr>
        <p:spPr>
          <a:xfrm>
            <a:off x="5766962" y="1439906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30176B4-4DDD-C8D8-F1EA-87F225BB5CE3}"/>
              </a:ext>
            </a:extLst>
          </p:cNvPr>
          <p:cNvSpPr/>
          <p:nvPr/>
        </p:nvSpPr>
        <p:spPr>
          <a:xfrm>
            <a:off x="17799657" y="1607809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B87A19-46DD-7D00-AB23-DBAF16BFEA6A}"/>
              </a:ext>
            </a:extLst>
          </p:cNvPr>
          <p:cNvSpPr/>
          <p:nvPr/>
        </p:nvSpPr>
        <p:spPr>
          <a:xfrm>
            <a:off x="9533331" y="442829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1E51BE-5DEB-3182-A399-31359BC1B5CA}"/>
              </a:ext>
            </a:extLst>
          </p:cNvPr>
          <p:cNvSpPr/>
          <p:nvPr/>
        </p:nvSpPr>
        <p:spPr>
          <a:xfrm>
            <a:off x="13069008" y="452677"/>
            <a:ext cx="1783919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 err="1">
                <a:solidFill>
                  <a:schemeClr val="bg1"/>
                </a:solidFill>
                <a:latin typeface="Bradley Hand" pitchFamily="2" charset="77"/>
              </a:rPr>
              <a:t>parentv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5D0564-E190-09A4-4DE0-7778E9F9BD4A}"/>
              </a:ext>
            </a:extLst>
          </p:cNvPr>
          <p:cNvSpPr/>
          <p:nvPr/>
        </p:nvSpPr>
        <p:spPr>
          <a:xfrm>
            <a:off x="542564" y="10752458"/>
            <a:ext cx="2275465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make changes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make changes</a:t>
            </a:r>
          </a:p>
        </p:txBody>
      </p:sp>
    </p:spTree>
    <p:extLst>
      <p:ext uri="{BB962C8B-B14F-4D97-AF65-F5344CB8AC3E}">
        <p14:creationId xmlns:p14="http://schemas.microsoft.com/office/powerpoint/2010/main" val="504767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10F6-05FE-3DC3-688B-395814526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62C3D85-5647-E7BD-26DC-DB3A32D999B2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F2639F7-F10D-C569-E6FB-8E1A3FEAF784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36CE400-CFA8-2DE6-9650-F087EFD0FC66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0B366F4-EBA7-D40D-65A8-62FA0D36DCBA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D7454BD-1B86-764D-8806-4410B1DFFF7D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EEE90F0-A5C8-5D2D-59F5-F724B6177085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29517A9-EF38-C2E5-4A10-A6E6301B46AB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307F89F-414A-CD7A-BE9C-E4A4B5C49ED9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F1C00A8-B09C-1830-54A3-ADE142500BDB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405017-D608-C85F-B2CD-13DF20CD95D1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F3D9CB0-FFE1-616A-CEF1-EC6C1759CD5D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C72D3D54-CF56-7446-8AB4-49DA1FD671F0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D239CA-6853-18C0-11D2-08553160EAF6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C884459-FF90-F503-42BB-BE0980192845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459A305-151A-1FB7-5C64-534A74BCF66F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61BB4F-742B-1399-9DB9-0169DC387F0C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5AEA7BE-D509-1ACF-ACE9-931E72816AE4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B698A16-E86C-4DED-98AA-408461B4A16F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032277B-79BF-F8D9-C677-A0968597EA40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0DFD823-66AA-9BF2-BB9B-88E8C8C7A579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F5962E9D-52E9-BC3E-69C2-5F45BEE0CEBF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D8061AD-923C-A287-4785-BA033E689A8A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619A421-B378-C5E0-2A2D-F2569E600E92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676514C5-749D-FB07-F265-15E6630109CB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A14BD90-2820-45DC-9EA6-EFA5318472DA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1AB41CF-57DC-C613-026F-73C5866D6747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76111A3D-4D92-124C-5EFF-CADEE9FCC7C4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F6E5A8D-04A2-606A-F6A7-6E02E4B57579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51D37AB-AEBA-7DB6-6F68-117D7216D17E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24AB081-66EB-77D9-DB95-14DC704EDBBD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34CC15E-34EF-C0DF-1480-5CB810CBB5C6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74FC3C6-E2B9-4BE9-9A24-3CEF1C7CED6D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13FF8D77-5168-1625-9962-20A74E0F7B72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1F875D1-DCF7-F067-5E0A-471D7257A4AC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F711C0B1-1F33-556E-40B0-48781FF452F6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D2D7AB6-9464-4A6B-2531-26895C90F579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9677D5D-2B4D-A8CF-F6A3-2E6FD0958CAA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8B66ECD-9CBC-3254-FE4B-623A463486A9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4373206-62B8-FC33-0B52-CE60DE6EB21E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B6327E8-7F39-7ABF-60B6-44E4921FADA3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A9ED1354-50F0-7B59-B2C3-FA4CF972F06B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2B09C5A-B45E-E999-660B-45D12683DE29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8F795A3-8BE5-CEEF-2DB7-8EED41C0789E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45CB470D-C81A-344F-5AEF-080073FA3503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1401B4F-7436-7844-569C-9C012E74F312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AA4D5C4-BEC4-CCF8-0C42-E14BDB194A8A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18916FC3-EAA2-1EC3-666B-D85B472F946B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244C11F-5285-A2F8-3184-96D6D494033A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0D1CBAA-7328-9815-9DC4-673A4C2C687E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C4035D42-87BD-5D72-D2B0-1C51CC37D9B0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0483261-986D-6B20-64EA-DC3713AB5D5F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A7FFCDC-0E56-8539-85B5-9B3476AE22CC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DEF11905-14BF-A03A-9FB1-EEC2C42E9E88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19227F7-696A-9F68-7E11-746FF9D4D86B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74DBBFF-BF86-4303-B1F1-BAC7CCC9BC97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D5450EFA-94A0-934D-647A-DA227B4F2EAA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55803FC-4D4C-9FF4-755A-D4DAF654D729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5F57DBD-5882-3B41-42C5-80E7D1F5C664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1C778E05-3B5E-D901-7CAD-00476DCA9B0F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60ABF14-D2AD-F496-DBD5-0E7BE79E7687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F6C18B4-588C-FAB5-F734-B25346207393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F1A464B2-5CFF-0EBF-C33B-9ABF883A6768}"/>
              </a:ext>
            </a:extLst>
          </p:cNvPr>
          <p:cNvSpPr/>
          <p:nvPr/>
        </p:nvSpPr>
        <p:spPr>
          <a:xfrm>
            <a:off x="7828725" y="94361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235B001-483A-4103-0D36-310B68DDF3B3}"/>
              </a:ext>
            </a:extLst>
          </p:cNvPr>
          <p:cNvSpPr/>
          <p:nvPr/>
        </p:nvSpPr>
        <p:spPr>
          <a:xfrm>
            <a:off x="6904174" y="10503089"/>
            <a:ext cx="318691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Report(5)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95332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C0695-24BA-798A-84D3-7A5839B29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983780C-B3AA-B7E5-7947-2BA456BCDDD0}"/>
              </a:ext>
            </a:extLst>
          </p:cNvPr>
          <p:cNvSpPr/>
          <p:nvPr/>
        </p:nvSpPr>
        <p:spPr>
          <a:xfrm>
            <a:off x="276425" y="7992629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D6D1BDA-AC96-6489-B1B4-9E37E9E97D2A}"/>
              </a:ext>
            </a:extLst>
          </p:cNvPr>
          <p:cNvSpPr/>
          <p:nvPr/>
        </p:nvSpPr>
        <p:spPr>
          <a:xfrm>
            <a:off x="1786885" y="8039722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D57BFAA-E319-B73D-B893-E093B7E9CFD1}"/>
              </a:ext>
            </a:extLst>
          </p:cNvPr>
          <p:cNvSpPr/>
          <p:nvPr/>
        </p:nvSpPr>
        <p:spPr>
          <a:xfrm>
            <a:off x="329734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398C35B-7633-A8A1-1A4F-10B49C0AF691}"/>
              </a:ext>
            </a:extLst>
          </p:cNvPr>
          <p:cNvSpPr/>
          <p:nvPr/>
        </p:nvSpPr>
        <p:spPr>
          <a:xfrm>
            <a:off x="480780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0AD1F86-7FD6-1F7B-888B-ECC05A2E0F2C}"/>
              </a:ext>
            </a:extLst>
          </p:cNvPr>
          <p:cNvSpPr/>
          <p:nvPr/>
        </p:nvSpPr>
        <p:spPr>
          <a:xfrm>
            <a:off x="631826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80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3007622-4FE3-28B3-3812-108B91E9A2FB}"/>
              </a:ext>
            </a:extLst>
          </p:cNvPr>
          <p:cNvSpPr/>
          <p:nvPr/>
        </p:nvSpPr>
        <p:spPr>
          <a:xfrm>
            <a:off x="7828725" y="8039718"/>
            <a:ext cx="1080000" cy="10329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2D5B3B4-98C1-80D6-2AA1-1289E8552F04}"/>
              </a:ext>
            </a:extLst>
          </p:cNvPr>
          <p:cNvSpPr/>
          <p:nvPr/>
        </p:nvSpPr>
        <p:spPr>
          <a:xfrm>
            <a:off x="9339185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103580B-27ED-9275-D494-1BB85955B461}"/>
              </a:ext>
            </a:extLst>
          </p:cNvPr>
          <p:cNvSpPr/>
          <p:nvPr/>
        </p:nvSpPr>
        <p:spPr>
          <a:xfrm>
            <a:off x="10849644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C24A3D5-6D95-C233-0B2A-C71EEA060E72}"/>
              </a:ext>
            </a:extLst>
          </p:cNvPr>
          <p:cNvSpPr/>
          <p:nvPr/>
        </p:nvSpPr>
        <p:spPr>
          <a:xfrm>
            <a:off x="778512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412509-1A91-866D-ED95-5326AC89AF2C}"/>
              </a:ext>
            </a:extLst>
          </p:cNvPr>
          <p:cNvCxnSpPr>
            <a:cxnSpLocks/>
            <a:stCxn id="42" idx="4"/>
            <a:endCxn id="15" idx="0"/>
          </p:cNvCxnSpPr>
          <p:nvPr/>
        </p:nvCxnSpPr>
        <p:spPr>
          <a:xfrm flipH="1">
            <a:off x="816425" y="7215810"/>
            <a:ext cx="682087" cy="77681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142179A-76B2-AD7F-8EFE-C3BF671100B9}"/>
              </a:ext>
            </a:extLst>
          </p:cNvPr>
          <p:cNvCxnSpPr>
            <a:cxnSpLocks/>
            <a:stCxn id="42" idx="4"/>
            <a:endCxn id="16" idx="0"/>
          </p:cNvCxnSpPr>
          <p:nvPr/>
        </p:nvCxnSpPr>
        <p:spPr>
          <a:xfrm>
            <a:off x="1498512" y="7215810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006AB18D-1D87-4BF4-6FD4-D68A33B1277B}"/>
              </a:ext>
            </a:extLst>
          </p:cNvPr>
          <p:cNvSpPr/>
          <p:nvPr/>
        </p:nvSpPr>
        <p:spPr>
          <a:xfrm>
            <a:off x="384379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B3E44E7-045C-36E8-59CE-5AE3BB94C6FF}"/>
              </a:ext>
            </a:extLst>
          </p:cNvPr>
          <p:cNvCxnSpPr>
            <a:cxnSpLocks/>
            <a:stCxn id="45" idx="4"/>
          </p:cNvCxnSpPr>
          <p:nvPr/>
        </p:nvCxnSpPr>
        <p:spPr>
          <a:xfrm flipH="1">
            <a:off x="355146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9F348C7-50BA-CDCB-3580-161484A3F93B}"/>
              </a:ext>
            </a:extLst>
          </p:cNvPr>
          <p:cNvCxnSpPr>
            <a:cxnSpLocks/>
            <a:stCxn id="45" idx="4"/>
          </p:cNvCxnSpPr>
          <p:nvPr/>
        </p:nvCxnSpPr>
        <p:spPr>
          <a:xfrm>
            <a:off x="456379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72275D41-29B3-96F8-A64B-B1F442841530}"/>
              </a:ext>
            </a:extLst>
          </p:cNvPr>
          <p:cNvSpPr/>
          <p:nvPr/>
        </p:nvSpPr>
        <p:spPr>
          <a:xfrm>
            <a:off x="6860520" y="5923012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E1C9860-4453-3081-CD74-901DA8F52760}"/>
              </a:ext>
            </a:extLst>
          </p:cNvPr>
          <p:cNvCxnSpPr>
            <a:cxnSpLocks/>
            <a:stCxn id="48" idx="4"/>
          </p:cNvCxnSpPr>
          <p:nvPr/>
        </p:nvCxnSpPr>
        <p:spPr>
          <a:xfrm flipH="1">
            <a:off x="6568197" y="7235815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9F8E52B-4413-CDEC-DE63-82BB2DCD3F17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7580520" y="7235815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C3C239B8-ADE1-81F6-D687-50784C4998BE}"/>
              </a:ext>
            </a:extLst>
          </p:cNvPr>
          <p:cNvSpPr/>
          <p:nvPr/>
        </p:nvSpPr>
        <p:spPr>
          <a:xfrm>
            <a:off x="9877250" y="590300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68A3A56-CA4D-3366-8C5E-5C79F6B10269}"/>
              </a:ext>
            </a:extLst>
          </p:cNvPr>
          <p:cNvCxnSpPr>
            <a:cxnSpLocks/>
            <a:stCxn id="51" idx="4"/>
          </p:cNvCxnSpPr>
          <p:nvPr/>
        </p:nvCxnSpPr>
        <p:spPr>
          <a:xfrm flipH="1">
            <a:off x="9584927" y="7215810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B0A8EFD-785D-3A89-8F27-E97E66DD1088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597250" y="7215810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94B6EBFF-CD2E-A632-F723-F5238849F48D}"/>
              </a:ext>
            </a:extLst>
          </p:cNvPr>
          <p:cNvSpPr/>
          <p:nvPr/>
        </p:nvSpPr>
        <p:spPr>
          <a:xfrm>
            <a:off x="2326885" y="40460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5F20E78-5969-967E-4B86-995E34161B04}"/>
              </a:ext>
            </a:extLst>
          </p:cNvPr>
          <p:cNvCxnSpPr>
            <a:cxnSpLocks/>
            <a:stCxn id="54" idx="4"/>
            <a:endCxn id="42" idx="0"/>
          </p:cNvCxnSpPr>
          <p:nvPr/>
        </p:nvCxnSpPr>
        <p:spPr>
          <a:xfrm flipH="1">
            <a:off x="1498512" y="5358808"/>
            <a:ext cx="1548373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C963A7C-85AA-848C-6583-23C20C4BD1A9}"/>
              </a:ext>
            </a:extLst>
          </p:cNvPr>
          <p:cNvCxnSpPr>
            <a:cxnSpLocks/>
            <a:stCxn id="54" idx="4"/>
            <a:endCxn id="45" idx="0"/>
          </p:cNvCxnSpPr>
          <p:nvPr/>
        </p:nvCxnSpPr>
        <p:spPr>
          <a:xfrm>
            <a:off x="3046885" y="5358808"/>
            <a:ext cx="1516905" cy="54419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817BFAE-2F5E-73AA-1222-C6322DDB6AEB}"/>
              </a:ext>
            </a:extLst>
          </p:cNvPr>
          <p:cNvSpPr/>
          <p:nvPr/>
        </p:nvSpPr>
        <p:spPr>
          <a:xfrm>
            <a:off x="8437250" y="4046004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646AB7A-876A-9D53-2AC2-2B84DF560F9D}"/>
              </a:ext>
            </a:extLst>
          </p:cNvPr>
          <p:cNvCxnSpPr>
            <a:cxnSpLocks/>
            <a:stCxn id="57" idx="4"/>
            <a:endCxn id="48" idx="0"/>
          </p:cNvCxnSpPr>
          <p:nvPr/>
        </p:nvCxnSpPr>
        <p:spPr>
          <a:xfrm flipH="1">
            <a:off x="7580520" y="5358807"/>
            <a:ext cx="1576730" cy="56420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89237EA-E6A9-D356-40AF-C82B65B12778}"/>
              </a:ext>
            </a:extLst>
          </p:cNvPr>
          <p:cNvCxnSpPr>
            <a:cxnSpLocks/>
            <a:stCxn id="57" idx="4"/>
            <a:endCxn id="51" idx="0"/>
          </p:cNvCxnSpPr>
          <p:nvPr/>
        </p:nvCxnSpPr>
        <p:spPr>
          <a:xfrm>
            <a:off x="9157250" y="5358807"/>
            <a:ext cx="1440000" cy="54420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A42BDEF0-06C5-C84F-31F0-21AEFACAC4A5}"/>
              </a:ext>
            </a:extLst>
          </p:cNvPr>
          <p:cNvSpPr/>
          <p:nvPr/>
        </p:nvSpPr>
        <p:spPr>
          <a:xfrm>
            <a:off x="5561248" y="2162141"/>
            <a:ext cx="1440000" cy="131280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C6F4462-9979-FD9F-1437-676B954D5A3B}"/>
              </a:ext>
            </a:extLst>
          </p:cNvPr>
          <p:cNvCxnSpPr>
            <a:cxnSpLocks/>
            <a:stCxn id="60" idx="4"/>
            <a:endCxn id="54" idx="0"/>
          </p:cNvCxnSpPr>
          <p:nvPr/>
        </p:nvCxnSpPr>
        <p:spPr>
          <a:xfrm flipH="1">
            <a:off x="3046885" y="3474944"/>
            <a:ext cx="3234363" cy="57106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9F36538-1940-52CD-8EEA-A0EBDB1A0A82}"/>
              </a:ext>
            </a:extLst>
          </p:cNvPr>
          <p:cNvCxnSpPr>
            <a:cxnSpLocks/>
            <a:stCxn id="60" idx="4"/>
            <a:endCxn id="57" idx="0"/>
          </p:cNvCxnSpPr>
          <p:nvPr/>
        </p:nvCxnSpPr>
        <p:spPr>
          <a:xfrm>
            <a:off x="6281248" y="3474944"/>
            <a:ext cx="2876002" cy="5710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95B15D16-9E6C-89A1-FC1F-18D80B603BC0}"/>
              </a:ext>
            </a:extLst>
          </p:cNvPr>
          <p:cNvSpPr/>
          <p:nvPr/>
        </p:nvSpPr>
        <p:spPr>
          <a:xfrm>
            <a:off x="12262467" y="801617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32EBEF1-AD29-926D-D289-B14E5E1FCA63}"/>
              </a:ext>
            </a:extLst>
          </p:cNvPr>
          <p:cNvSpPr/>
          <p:nvPr/>
        </p:nvSpPr>
        <p:spPr>
          <a:xfrm>
            <a:off x="13772927" y="8039718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1C564BF-4866-A10A-EB46-055606410D7D}"/>
              </a:ext>
            </a:extLst>
          </p:cNvPr>
          <p:cNvSpPr/>
          <p:nvPr/>
        </p:nvSpPr>
        <p:spPr>
          <a:xfrm>
            <a:off x="1528338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DBE69F3-E2A3-9481-E571-FD32530134C5}"/>
              </a:ext>
            </a:extLst>
          </p:cNvPr>
          <p:cNvSpPr/>
          <p:nvPr/>
        </p:nvSpPr>
        <p:spPr>
          <a:xfrm>
            <a:off x="1679384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C7AAEA3-C9AA-2D89-9B5D-58A812526237}"/>
              </a:ext>
            </a:extLst>
          </p:cNvPr>
          <p:cNvSpPr/>
          <p:nvPr/>
        </p:nvSpPr>
        <p:spPr>
          <a:xfrm>
            <a:off x="1830430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2C59225F-304D-C953-F52D-1A78C5857565}"/>
              </a:ext>
            </a:extLst>
          </p:cNvPr>
          <p:cNvSpPr/>
          <p:nvPr/>
        </p:nvSpPr>
        <p:spPr>
          <a:xfrm>
            <a:off x="1981476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12545BF7-EFE4-D974-7C5C-C41A9DC8B11D}"/>
              </a:ext>
            </a:extLst>
          </p:cNvPr>
          <p:cNvSpPr/>
          <p:nvPr/>
        </p:nvSpPr>
        <p:spPr>
          <a:xfrm>
            <a:off x="21325227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DD538745-36B1-896E-BF50-089AC90D8084}"/>
              </a:ext>
            </a:extLst>
          </p:cNvPr>
          <p:cNvSpPr/>
          <p:nvPr/>
        </p:nvSpPr>
        <p:spPr>
          <a:xfrm>
            <a:off x="22835686" y="803971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CAEF04E-1785-995F-5055-B1423499F864}"/>
              </a:ext>
            </a:extLst>
          </p:cNvPr>
          <p:cNvSpPr/>
          <p:nvPr/>
        </p:nvSpPr>
        <p:spPr>
          <a:xfrm>
            <a:off x="12764554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BF40875-9FA3-F14A-D0ED-F4992EF06858}"/>
              </a:ext>
            </a:extLst>
          </p:cNvPr>
          <p:cNvCxnSpPr>
            <a:cxnSpLocks/>
            <a:stCxn id="71" idx="4"/>
            <a:endCxn id="63" idx="0"/>
          </p:cNvCxnSpPr>
          <p:nvPr/>
        </p:nvCxnSpPr>
        <p:spPr>
          <a:xfrm flipH="1">
            <a:off x="12802467" y="7215806"/>
            <a:ext cx="682087" cy="80036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654AE7F-E9C0-5B43-E4A0-FF92E1133512}"/>
              </a:ext>
            </a:extLst>
          </p:cNvPr>
          <p:cNvCxnSpPr>
            <a:cxnSpLocks/>
            <a:stCxn id="71" idx="4"/>
            <a:endCxn id="64" idx="0"/>
          </p:cNvCxnSpPr>
          <p:nvPr/>
        </p:nvCxnSpPr>
        <p:spPr>
          <a:xfrm>
            <a:off x="13484554" y="7215806"/>
            <a:ext cx="828373" cy="82391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9C53537C-35BE-B44F-ED19-14CF58C344C4}"/>
              </a:ext>
            </a:extLst>
          </p:cNvPr>
          <p:cNvSpPr/>
          <p:nvPr/>
        </p:nvSpPr>
        <p:spPr>
          <a:xfrm>
            <a:off x="1582983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28AAF56-8E60-9B26-0532-3431D6CDCD44}"/>
              </a:ext>
            </a:extLst>
          </p:cNvPr>
          <p:cNvCxnSpPr>
            <a:cxnSpLocks/>
            <a:stCxn id="74" idx="4"/>
          </p:cNvCxnSpPr>
          <p:nvPr/>
        </p:nvCxnSpPr>
        <p:spPr>
          <a:xfrm flipH="1">
            <a:off x="1553750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E3B471C-1DF4-6D98-4980-7E5E0EE2BD92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1654983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FA1B4DF8-CBFF-361C-6A3E-8A1302975913}"/>
              </a:ext>
            </a:extLst>
          </p:cNvPr>
          <p:cNvSpPr/>
          <p:nvPr/>
        </p:nvSpPr>
        <p:spPr>
          <a:xfrm>
            <a:off x="18846562" y="59230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FD73C52-7C5E-F7EF-E205-457DB8FC1557}"/>
              </a:ext>
            </a:extLst>
          </p:cNvPr>
          <p:cNvCxnSpPr>
            <a:cxnSpLocks/>
            <a:stCxn id="77" idx="4"/>
          </p:cNvCxnSpPr>
          <p:nvPr/>
        </p:nvCxnSpPr>
        <p:spPr>
          <a:xfrm flipH="1">
            <a:off x="18554239" y="7235811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BDB3D10-46D5-09DE-89A6-62A8EB3014DE}"/>
              </a:ext>
            </a:extLst>
          </p:cNvPr>
          <p:cNvCxnSpPr>
            <a:cxnSpLocks/>
            <a:stCxn id="77" idx="4"/>
          </p:cNvCxnSpPr>
          <p:nvPr/>
        </p:nvCxnSpPr>
        <p:spPr>
          <a:xfrm>
            <a:off x="19566562" y="7235811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A9D4E141-48C7-67D8-A24E-DE6B09477B71}"/>
              </a:ext>
            </a:extLst>
          </p:cNvPr>
          <p:cNvSpPr/>
          <p:nvPr/>
        </p:nvSpPr>
        <p:spPr>
          <a:xfrm>
            <a:off x="21863292" y="59030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9329B7D-CAD2-E16F-D844-7D5D9C3A2DAD}"/>
              </a:ext>
            </a:extLst>
          </p:cNvPr>
          <p:cNvCxnSpPr>
            <a:cxnSpLocks/>
            <a:stCxn id="80" idx="4"/>
          </p:cNvCxnSpPr>
          <p:nvPr/>
        </p:nvCxnSpPr>
        <p:spPr>
          <a:xfrm flipH="1">
            <a:off x="21570969" y="7215806"/>
            <a:ext cx="1012323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D1F7AD6-1923-20B2-0AD2-B3770B68CA30}"/>
              </a:ext>
            </a:extLst>
          </p:cNvPr>
          <p:cNvCxnSpPr>
            <a:cxnSpLocks/>
            <a:stCxn id="80" idx="4"/>
          </p:cNvCxnSpPr>
          <p:nvPr/>
        </p:nvCxnSpPr>
        <p:spPr>
          <a:xfrm>
            <a:off x="22583292" y="7215806"/>
            <a:ext cx="997458" cy="81003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7BEB2F27-8A55-86E8-CC31-79837F5D2563}"/>
              </a:ext>
            </a:extLst>
          </p:cNvPr>
          <p:cNvSpPr/>
          <p:nvPr/>
        </p:nvSpPr>
        <p:spPr>
          <a:xfrm>
            <a:off x="1432130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6D87EA7-0731-EE07-5EF4-49D6981AD510}"/>
              </a:ext>
            </a:extLst>
          </p:cNvPr>
          <p:cNvCxnSpPr>
            <a:cxnSpLocks/>
            <a:stCxn id="83" idx="4"/>
            <a:endCxn id="71" idx="0"/>
          </p:cNvCxnSpPr>
          <p:nvPr/>
        </p:nvCxnSpPr>
        <p:spPr>
          <a:xfrm flipH="1">
            <a:off x="13484554" y="5358807"/>
            <a:ext cx="1556753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9029EB1-875D-1AC7-1783-F9E08A5CA852}"/>
              </a:ext>
            </a:extLst>
          </p:cNvPr>
          <p:cNvCxnSpPr>
            <a:cxnSpLocks/>
            <a:stCxn id="83" idx="4"/>
            <a:endCxn id="74" idx="0"/>
          </p:cNvCxnSpPr>
          <p:nvPr/>
        </p:nvCxnSpPr>
        <p:spPr>
          <a:xfrm>
            <a:off x="1504130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86130488-3B66-718E-120D-E12F0FAAA741}"/>
              </a:ext>
            </a:extLst>
          </p:cNvPr>
          <p:cNvSpPr/>
          <p:nvPr/>
        </p:nvSpPr>
        <p:spPr>
          <a:xfrm>
            <a:off x="20354767" y="4046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24ADEC8-4D60-FB2E-D294-C41AE66B1C93}"/>
              </a:ext>
            </a:extLst>
          </p:cNvPr>
          <p:cNvCxnSpPr>
            <a:cxnSpLocks/>
            <a:stCxn id="86" idx="4"/>
            <a:endCxn id="77" idx="0"/>
          </p:cNvCxnSpPr>
          <p:nvPr/>
        </p:nvCxnSpPr>
        <p:spPr>
          <a:xfrm flipH="1">
            <a:off x="19566562" y="5358807"/>
            <a:ext cx="1508205" cy="56420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49933B8-6744-7EB5-596C-C81FF44CE05B}"/>
              </a:ext>
            </a:extLst>
          </p:cNvPr>
          <p:cNvCxnSpPr>
            <a:cxnSpLocks/>
            <a:stCxn id="86" idx="4"/>
            <a:endCxn id="80" idx="0"/>
          </p:cNvCxnSpPr>
          <p:nvPr/>
        </p:nvCxnSpPr>
        <p:spPr>
          <a:xfrm>
            <a:off x="21074767" y="5358807"/>
            <a:ext cx="1508525" cy="54419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978BF5FE-24F7-C978-B996-A56D6C841DD3}"/>
              </a:ext>
            </a:extLst>
          </p:cNvPr>
          <p:cNvSpPr/>
          <p:nvPr/>
        </p:nvSpPr>
        <p:spPr>
          <a:xfrm>
            <a:off x="17547290" y="22531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3B60AE6-A860-ECFB-0A90-760A08E6A296}"/>
              </a:ext>
            </a:extLst>
          </p:cNvPr>
          <p:cNvCxnSpPr>
            <a:cxnSpLocks/>
            <a:stCxn id="89" idx="4"/>
            <a:endCxn id="83" idx="0"/>
          </p:cNvCxnSpPr>
          <p:nvPr/>
        </p:nvCxnSpPr>
        <p:spPr>
          <a:xfrm flipH="1">
            <a:off x="15041307" y="3565932"/>
            <a:ext cx="3225983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2EF5459-D350-1163-20E3-98ECDE3B3053}"/>
              </a:ext>
            </a:extLst>
          </p:cNvPr>
          <p:cNvCxnSpPr>
            <a:cxnSpLocks/>
            <a:stCxn id="89" idx="4"/>
            <a:endCxn id="86" idx="0"/>
          </p:cNvCxnSpPr>
          <p:nvPr/>
        </p:nvCxnSpPr>
        <p:spPr>
          <a:xfrm>
            <a:off x="18267290" y="3565932"/>
            <a:ext cx="2807477" cy="4800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88522388-9442-96D2-2464-5BFBADE20086}"/>
              </a:ext>
            </a:extLst>
          </p:cNvPr>
          <p:cNvSpPr/>
          <p:nvPr/>
        </p:nvSpPr>
        <p:spPr>
          <a:xfrm>
            <a:off x="11472000" y="17806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C676FE8-C9EB-72D3-378F-8560620DBA0C}"/>
              </a:ext>
            </a:extLst>
          </p:cNvPr>
          <p:cNvCxnSpPr>
            <a:cxnSpLocks/>
            <a:stCxn id="92" idx="4"/>
            <a:endCxn id="60" idx="0"/>
          </p:cNvCxnSpPr>
          <p:nvPr/>
        </p:nvCxnSpPr>
        <p:spPr>
          <a:xfrm flipH="1">
            <a:off x="6281248" y="1490869"/>
            <a:ext cx="5910752" cy="671272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A8A6376-170C-B565-9AAD-8B3903A3455D}"/>
              </a:ext>
            </a:extLst>
          </p:cNvPr>
          <p:cNvCxnSpPr>
            <a:cxnSpLocks/>
            <a:stCxn id="92" idx="4"/>
            <a:endCxn id="89" idx="0"/>
          </p:cNvCxnSpPr>
          <p:nvPr/>
        </p:nvCxnSpPr>
        <p:spPr>
          <a:xfrm>
            <a:off x="12192000" y="1490869"/>
            <a:ext cx="6075290" cy="762260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B8B20672-C144-3064-95CD-E7754DB4DBF4}"/>
              </a:ext>
            </a:extLst>
          </p:cNvPr>
          <p:cNvSpPr/>
          <p:nvPr/>
        </p:nvSpPr>
        <p:spPr>
          <a:xfrm>
            <a:off x="7828725" y="9436111"/>
            <a:ext cx="1080000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u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757161-4CF0-2A14-8E98-C33DE6B1F476}"/>
              </a:ext>
            </a:extLst>
          </p:cNvPr>
          <p:cNvSpPr/>
          <p:nvPr/>
        </p:nvSpPr>
        <p:spPr>
          <a:xfrm>
            <a:off x="6904174" y="10503089"/>
            <a:ext cx="3186914" cy="72644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Report(5)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54D7E20-7347-16D7-8D13-46300132E4D3}"/>
              </a:ext>
            </a:extLst>
          </p:cNvPr>
          <p:cNvSpPr/>
          <p:nvPr/>
        </p:nvSpPr>
        <p:spPr>
          <a:xfrm>
            <a:off x="11495201" y="10176433"/>
            <a:ext cx="7217342" cy="133937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1"/>
                </a:solidFill>
                <a:latin typeface="Bradley Hand" pitchFamily="2" charset="77"/>
              </a:rPr>
              <a:t>Add all these nodes and return the sum</a:t>
            </a:r>
            <a:endParaRPr lang="en-IN" sz="36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89000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13D4-B0AD-2790-8DB6-85216E71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D8D69F2-AC04-8973-1B72-4499ECE2E939}"/>
              </a:ext>
            </a:extLst>
          </p:cNvPr>
          <p:cNvSpPr/>
          <p:nvPr/>
        </p:nvSpPr>
        <p:spPr>
          <a:xfrm>
            <a:off x="10694504" y="2506357"/>
            <a:ext cx="12528465" cy="236093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1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right child of its parent, do nothing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left child of its parent, do nothing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E87142-49E3-05C7-19AF-0429520F773B}"/>
              </a:ext>
            </a:extLst>
          </p:cNvPr>
          <p:cNvSpPr/>
          <p:nvPr/>
        </p:nvSpPr>
        <p:spPr>
          <a:xfrm>
            <a:off x="10694504" y="5418716"/>
            <a:ext cx="12528465" cy="38592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Rule 2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v is the right child of its parent, use the sibling of v to make the changes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If u is the left child of its parent, use the sibling of u to make the changes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32DC69-6838-B23C-ADEE-00E5F3AB1BA8}"/>
              </a:ext>
            </a:extLst>
          </p:cNvPr>
          <p:cNvSpPr/>
          <p:nvPr/>
        </p:nvSpPr>
        <p:spPr>
          <a:xfrm>
            <a:off x="10694504" y="10026218"/>
            <a:ext cx="12528465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Complete the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!!box">
                <a:extLst>
                  <a:ext uri="{FF2B5EF4-FFF2-40B4-BE49-F238E27FC236}">
                    <a16:creationId xmlns:a16="http://schemas.microsoft.com/office/drawing/2014/main" id="{8C99158C-5035-F9A3-5C69-D7807B3A34AE}"/>
                  </a:ext>
                </a:extLst>
              </p:cNvPr>
              <p:cNvSpPr/>
              <p:nvPr/>
            </p:nvSpPr>
            <p:spPr>
              <a:xfrm>
                <a:off x="179614" y="1603594"/>
                <a:ext cx="10090347" cy="1050881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2*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type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&amp;type);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type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 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update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(“%d\n”,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!!box">
                <a:extLst>
                  <a:ext uri="{FF2B5EF4-FFF2-40B4-BE49-F238E27FC236}">
                    <a16:creationId xmlns:a16="http://schemas.microsoft.com/office/drawing/2014/main" id="{8C99158C-5035-F9A3-5C69-D7807B3A34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14" y="1603594"/>
                <a:ext cx="10090347" cy="105088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554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9F06-1B96-A729-D6DC-10E9DCD6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4482A8E2-4EB3-80F7-6F13-4A571FF9ED84}"/>
                  </a:ext>
                </a:extLst>
              </p:cNvPr>
              <p:cNvSpPr/>
              <p:nvPr/>
            </p:nvSpPr>
            <p:spPr>
              <a:xfrm>
                <a:off x="179614" y="535703"/>
                <a:ext cx="8087460" cy="1264459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-2;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&gt;=0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[2*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2*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preprocess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numqueries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type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&amp;type);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type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0){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 %d 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update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printf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(“%d\n”, </a:t>
                </a:r>
                <a:r>
                  <a:rPr lang="en-IN" sz="2800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query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-1+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4482A8E2-4EB3-80F7-6F13-4A571FF9ED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14" y="535703"/>
                <a:ext cx="8087460" cy="1264459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485670-083F-0D84-7373-F906630EE2B7}"/>
              </a:ext>
            </a:extLst>
          </p:cNvPr>
          <p:cNvSpPr/>
          <p:nvPr/>
        </p:nvSpPr>
        <p:spPr>
          <a:xfrm>
            <a:off x="8752114" y="712177"/>
            <a:ext cx="5029200" cy="440404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query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0;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0){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A0AFBF6E-828F-AF7E-C374-92C7D1F7547F}"/>
              </a:ext>
            </a:extLst>
          </p:cNvPr>
          <p:cNvSpPr/>
          <p:nvPr/>
        </p:nvSpPr>
        <p:spPr>
          <a:xfrm>
            <a:off x="14266354" y="712177"/>
            <a:ext cx="8819773" cy="1078769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update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+=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+=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-1)/2;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+=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+2){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2*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+1;	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siblingv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] +=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parentu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9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13217</TotalTime>
  <Words>13123</Words>
  <Application>Microsoft Macintosh PowerPoint</Application>
  <PresentationFormat>Custom</PresentationFormat>
  <Paragraphs>3176</Paragraphs>
  <Slides>116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3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2768</cp:revision>
  <dcterms:modified xsi:type="dcterms:W3CDTF">2026-10-15T06:29:54Z</dcterms:modified>
</cp:coreProperties>
</file>