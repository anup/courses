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9"/>
  </p:notesMasterIdLst>
  <p:sldIdLst>
    <p:sldId id="419" r:id="rId2"/>
    <p:sldId id="420" r:id="rId3"/>
    <p:sldId id="421" r:id="rId4"/>
    <p:sldId id="422" r:id="rId5"/>
    <p:sldId id="423" r:id="rId6"/>
    <p:sldId id="424" r:id="rId7"/>
    <p:sldId id="425" r:id="rId8"/>
    <p:sldId id="426" r:id="rId9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437" r:id="rId20"/>
    <p:sldId id="438" r:id="rId21"/>
    <p:sldId id="439" r:id="rId22"/>
    <p:sldId id="440" r:id="rId23"/>
    <p:sldId id="441" r:id="rId24"/>
    <p:sldId id="442" r:id="rId25"/>
    <p:sldId id="443" r:id="rId26"/>
    <p:sldId id="444" r:id="rId27"/>
    <p:sldId id="445" r:id="rId28"/>
    <p:sldId id="446" r:id="rId29"/>
    <p:sldId id="447" r:id="rId30"/>
    <p:sldId id="448" r:id="rId31"/>
    <p:sldId id="449" r:id="rId32"/>
    <p:sldId id="450" r:id="rId33"/>
    <p:sldId id="451" r:id="rId34"/>
    <p:sldId id="452" r:id="rId35"/>
    <p:sldId id="453" r:id="rId36"/>
    <p:sldId id="494" r:id="rId37"/>
    <p:sldId id="454" r:id="rId38"/>
    <p:sldId id="455" r:id="rId39"/>
    <p:sldId id="456" r:id="rId40"/>
    <p:sldId id="457" r:id="rId41"/>
    <p:sldId id="458" r:id="rId42"/>
    <p:sldId id="459" r:id="rId43"/>
    <p:sldId id="460" r:id="rId44"/>
    <p:sldId id="461" r:id="rId45"/>
    <p:sldId id="462" r:id="rId46"/>
    <p:sldId id="256" r:id="rId47"/>
    <p:sldId id="463" r:id="rId48"/>
    <p:sldId id="464" r:id="rId49"/>
    <p:sldId id="465" r:id="rId50"/>
    <p:sldId id="466" r:id="rId51"/>
    <p:sldId id="467" r:id="rId52"/>
    <p:sldId id="468" r:id="rId53"/>
    <p:sldId id="469" r:id="rId54"/>
    <p:sldId id="470" r:id="rId55"/>
    <p:sldId id="471" r:id="rId56"/>
    <p:sldId id="472" r:id="rId57"/>
    <p:sldId id="473" r:id="rId58"/>
    <p:sldId id="474" r:id="rId59"/>
    <p:sldId id="475" r:id="rId60"/>
    <p:sldId id="476" r:id="rId61"/>
    <p:sldId id="477" r:id="rId62"/>
    <p:sldId id="478" r:id="rId63"/>
    <p:sldId id="479" r:id="rId64"/>
    <p:sldId id="496" r:id="rId65"/>
    <p:sldId id="480" r:id="rId66"/>
    <p:sldId id="481" r:id="rId67"/>
    <p:sldId id="482" r:id="rId68"/>
    <p:sldId id="483" r:id="rId69"/>
    <p:sldId id="484" r:id="rId70"/>
    <p:sldId id="485" r:id="rId71"/>
    <p:sldId id="486" r:id="rId72"/>
    <p:sldId id="487" r:id="rId73"/>
    <p:sldId id="488" r:id="rId74"/>
    <p:sldId id="489" r:id="rId75"/>
    <p:sldId id="490" r:id="rId76"/>
    <p:sldId id="491" r:id="rId77"/>
    <p:sldId id="492" r:id="rId78"/>
    <p:sldId id="493" r:id="rId79"/>
    <p:sldId id="495" r:id="rId80"/>
    <p:sldId id="497" r:id="rId81"/>
    <p:sldId id="498" r:id="rId82"/>
    <p:sldId id="499" r:id="rId83"/>
    <p:sldId id="500" r:id="rId84"/>
    <p:sldId id="501" r:id="rId85"/>
    <p:sldId id="502" r:id="rId86"/>
    <p:sldId id="504" r:id="rId87"/>
    <p:sldId id="506" r:id="rId88"/>
    <p:sldId id="507" r:id="rId89"/>
    <p:sldId id="505" r:id="rId90"/>
    <p:sldId id="508" r:id="rId91"/>
    <p:sldId id="509" r:id="rId92"/>
    <p:sldId id="510" r:id="rId93"/>
    <p:sldId id="511" r:id="rId94"/>
    <p:sldId id="512" r:id="rId95"/>
    <p:sldId id="513" r:id="rId96"/>
    <p:sldId id="514" r:id="rId97"/>
    <p:sldId id="515" r:id="rId98"/>
    <p:sldId id="516" r:id="rId99"/>
    <p:sldId id="517" r:id="rId100"/>
    <p:sldId id="518" r:id="rId101"/>
    <p:sldId id="519" r:id="rId102"/>
    <p:sldId id="525" r:id="rId103"/>
    <p:sldId id="520" r:id="rId104"/>
    <p:sldId id="521" r:id="rId105"/>
    <p:sldId id="522" r:id="rId106"/>
    <p:sldId id="523" r:id="rId107"/>
    <p:sldId id="524" r:id="rId10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757"/>
  </p:normalViewPr>
  <p:slideViewPr>
    <p:cSldViewPr snapToGrid="0">
      <p:cViewPr varScale="1">
        <p:scale>
          <a:sx n="64" d="100"/>
          <a:sy n="64" d="100"/>
        </p:scale>
        <p:origin x="1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254ABA8-A602-B329-403F-8A7755DF9F64}"/>
              </a:ext>
            </a:extLst>
          </p:cNvPr>
          <p:cNvSpPr/>
          <p:nvPr/>
        </p:nvSpPr>
        <p:spPr>
          <a:xfrm>
            <a:off x="676938" y="8015985"/>
            <a:ext cx="2303012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 compiler does a lot of things while compiling your program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!!box">
            <a:extLst>
              <a:ext uri="{FF2B5EF4-FFF2-40B4-BE49-F238E27FC236}">
                <a16:creationId xmlns:a16="http://schemas.microsoft.com/office/drawing/2014/main" id="{7634AFA8-44A7-BAB5-422E-427ADB3E3FDF}"/>
              </a:ext>
            </a:extLst>
          </p:cNvPr>
          <p:cNvSpPr/>
          <p:nvPr/>
        </p:nvSpPr>
        <p:spPr>
          <a:xfrm>
            <a:off x="8215959" y="344122"/>
            <a:ext cx="6566841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Hello World\n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896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0DA7-11A5-2DB4-AD55-7521C488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A28F150-CB7D-286B-A873-018469576312}"/>
              </a:ext>
            </a:extLst>
          </p:cNvPr>
          <p:cNvSpPr/>
          <p:nvPr/>
        </p:nvSpPr>
        <p:spPr>
          <a:xfrm>
            <a:off x="676938" y="8015985"/>
            <a:ext cx="2303012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 compiler does a lot of things while compiling your program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One of them is to check if the parentheses are balanced</a:t>
            </a:r>
          </a:p>
        </p:txBody>
      </p:sp>
      <p:sp>
        <p:nvSpPr>
          <p:cNvPr id="3" name="!!box">
            <a:extLst>
              <a:ext uri="{FF2B5EF4-FFF2-40B4-BE49-F238E27FC236}">
                <a16:creationId xmlns:a16="http://schemas.microsoft.com/office/drawing/2014/main" id="{EAA24425-C447-20F6-4A36-F220513039EA}"/>
              </a:ext>
            </a:extLst>
          </p:cNvPr>
          <p:cNvSpPr/>
          <p:nvPr/>
        </p:nvSpPr>
        <p:spPr>
          <a:xfrm>
            <a:off x="8235009" y="893240"/>
            <a:ext cx="6566841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6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6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6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Hello World\n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6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6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6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866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10AD-5A4E-FB68-19C6-DEC66DBD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E3A6E92-26CD-4AE2-2C82-994B0B10985F}"/>
              </a:ext>
            </a:extLst>
          </p:cNvPr>
          <p:cNvSpPr/>
          <p:nvPr/>
        </p:nvSpPr>
        <p:spPr>
          <a:xfrm>
            <a:off x="676938" y="7556285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opening symbol has a corresponding closing symbol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Parentheses are properly nested</a:t>
            </a:r>
          </a:p>
        </p:txBody>
      </p:sp>
      <p:sp>
        <p:nvSpPr>
          <p:cNvPr id="3" name="!!box">
            <a:extLst>
              <a:ext uri="{FF2B5EF4-FFF2-40B4-BE49-F238E27FC236}">
                <a16:creationId xmlns:a16="http://schemas.microsoft.com/office/drawing/2014/main" id="{A63FECA2-E64C-0585-9BC9-B87E6774A958}"/>
              </a:ext>
            </a:extLst>
          </p:cNvPr>
          <p:cNvSpPr/>
          <p:nvPr/>
        </p:nvSpPr>
        <p:spPr>
          <a:xfrm>
            <a:off x="8235009" y="2834196"/>
            <a:ext cx="6566841" cy="113506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6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6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r>
              <a:rPr lang="en-IN" sz="6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6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6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10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C8D5B79-D520-00E9-EAF4-8320051846AF}"/>
              </a:ext>
            </a:extLst>
          </p:cNvPr>
          <p:cNvSpPr/>
          <p:nvPr/>
        </p:nvSpPr>
        <p:spPr>
          <a:xfrm>
            <a:off x="2464903" y="1877495"/>
            <a:ext cx="6500191" cy="113506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6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Helvetica Neue Medium"/>
              </a:rPr>
              <a:t>{}()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B7721E-2EE5-8A29-D4C6-330EF9173035}"/>
              </a:ext>
            </a:extLst>
          </p:cNvPr>
          <p:cNvSpPr/>
          <p:nvPr/>
        </p:nvSpPr>
        <p:spPr>
          <a:xfrm>
            <a:off x="2464903" y="3580399"/>
            <a:ext cx="6500191" cy="113506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6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Helvetica Neue Medium"/>
              </a:rPr>
              <a:t>(){)}}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FA9014-27D3-6305-3C72-47786E72C52A}"/>
              </a:ext>
            </a:extLst>
          </p:cNvPr>
          <p:cNvSpPr/>
          <p:nvPr/>
        </p:nvSpPr>
        <p:spPr>
          <a:xfrm>
            <a:off x="2464903" y="5296555"/>
            <a:ext cx="6500191" cy="113506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6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Helvetica Neue Medium"/>
              </a:rPr>
              <a:t>((}{))</a:t>
            </a:r>
          </a:p>
        </p:txBody>
      </p:sp>
      <p:pic>
        <p:nvPicPr>
          <p:cNvPr id="5" name="Graphic 4" descr="Badge Tick1 with solid fill">
            <a:extLst>
              <a:ext uri="{FF2B5EF4-FFF2-40B4-BE49-F238E27FC236}">
                <a16:creationId xmlns:a16="http://schemas.microsoft.com/office/drawing/2014/main" id="{EC511550-834B-5D3E-C409-FF2E826B1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1673" y="1633073"/>
            <a:ext cx="1623905" cy="1623905"/>
          </a:xfrm>
          <a:prstGeom prst="rect">
            <a:avLst/>
          </a:prstGeom>
        </p:spPr>
      </p:pic>
      <p:pic>
        <p:nvPicPr>
          <p:cNvPr id="6" name="Graphic 5" descr="Badge Cross with solid fill">
            <a:extLst>
              <a:ext uri="{FF2B5EF4-FFF2-40B4-BE49-F238E27FC236}">
                <a16:creationId xmlns:a16="http://schemas.microsoft.com/office/drawing/2014/main" id="{EF2B58D1-1BD3-294C-EB2A-5805FA230A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2173" y="3296478"/>
            <a:ext cx="1702904" cy="1702904"/>
          </a:xfrm>
          <a:prstGeom prst="rect">
            <a:avLst/>
          </a:prstGeom>
        </p:spPr>
      </p:pic>
      <p:pic>
        <p:nvPicPr>
          <p:cNvPr id="7" name="Graphic 6" descr="Badge Cross with solid fill">
            <a:extLst>
              <a:ext uri="{FF2B5EF4-FFF2-40B4-BE49-F238E27FC236}">
                <a16:creationId xmlns:a16="http://schemas.microsoft.com/office/drawing/2014/main" id="{4C9CADB9-14DE-FB55-7EC7-062D3C2BAB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2173" y="4999382"/>
            <a:ext cx="1702904" cy="170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6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89B4DAD-68AC-5379-B735-51336DBE8A2F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573C311-7C35-1688-34BD-5D37AA922365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3F4C23-B8CA-A832-9134-D1FD6A7DA067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B52069-396C-63F0-86E2-5ECE4B169C83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DF0AD2-2884-358A-C24B-A53606F98665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653D7E-28E6-6857-6DBC-77908FC56B27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EDDD8C-A612-371E-E8E5-C9FB3C3EDC21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923BF9-0455-0D9D-3818-3D9FF5633076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458BAF-A6A4-C6BB-A61A-7BCCE79CA12D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DB9E27FC-C364-6D40-C1AC-DFC143685C6F}"/>
              </a:ext>
            </a:extLst>
          </p:cNvPr>
          <p:cNvSpPr/>
          <p:nvPr/>
        </p:nvSpPr>
        <p:spPr>
          <a:xfrm rot="16200000">
            <a:off x="7800431" y="6415512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5B29B8-3B31-6E6E-FCF2-7F3BDCC1F6AF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78552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93EB-E882-6FA7-AAA8-8AC72DCF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FA14084-08C3-1440-6CC0-EC1AE6B0451E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2EAC12-6CB1-627D-ED53-E62A128C190E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227D24-12D3-3C57-3E26-7463ECBDE0E0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D18303-6829-E607-1FC0-4528F33F1717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C5CE11-FAB3-F067-912E-3AF2C6074616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1DEEF9-17D2-9412-C089-B4D113194F37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93A944-9B6D-3886-DF94-DB92A498E3EC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BCDBAD-418C-B82E-29FE-D8D033BB1D24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C289D2-50C4-23EE-3A50-E5BCA01BE392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216F7B0A-7038-E709-71DF-4CD2DC9CD1EC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5F5C30A9-CEAF-D2CB-DFB8-47D7A51FEE06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18345AB-74B4-5B0D-FF2F-56545847DD4E}"/>
              </a:ext>
            </a:extLst>
          </p:cNvPr>
          <p:cNvSpPr/>
          <p:nvPr/>
        </p:nvSpPr>
        <p:spPr>
          <a:xfrm rot="16200000">
            <a:off x="7800431" y="6415512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6C812D8-AAC2-8867-B5AB-72A4547CFEBB}"/>
              </a:ext>
            </a:extLst>
          </p:cNvPr>
          <p:cNvSpPr/>
          <p:nvPr/>
        </p:nvSpPr>
        <p:spPr>
          <a:xfrm rot="16200000">
            <a:off x="6545076" y="6423398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0D8C888-37FA-BC16-3723-545763947E80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2448155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FAA0-280D-F12D-8C4B-0A9F445F0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7743B91-CF80-8EF9-D123-690CA37C8A6F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9E8F59E-C4FB-D5CE-D4FF-8B0D949D915D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EC26F8-4867-9449-EA14-CA65FFB7B651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D32568-6AB5-16BA-EDE1-71B49A14E221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A66609F-32BB-DD45-1C21-9562F5718256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E2D8FA-ECC3-F788-4A76-A8434BC6A7A3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87E9F1-9BB3-AA48-ADAB-52061CA6A8FC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30823F2-3871-7BFC-810E-C89766F70CA4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0328CD0A-A4A5-D040-59ED-2A18A0A14DA5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8F63B9BA-D0B6-034E-21CC-350A68842B20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F03ED61-17CB-127A-E753-4A15D148C893}"/>
              </a:ext>
            </a:extLst>
          </p:cNvPr>
          <p:cNvSpPr/>
          <p:nvPr/>
        </p:nvSpPr>
        <p:spPr>
          <a:xfrm rot="16200000">
            <a:off x="11786555" y="6466842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9E57B7ED-50F5-B900-EB9A-6436DE856D83}"/>
              </a:ext>
            </a:extLst>
          </p:cNvPr>
          <p:cNvSpPr/>
          <p:nvPr/>
        </p:nvSpPr>
        <p:spPr>
          <a:xfrm rot="16200000">
            <a:off x="6545076" y="6423398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656D3D-A362-9480-58AC-A118EBC2671B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EEB0D6-9E58-B07C-B1FF-7D9389B42DDD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3478569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CF1B1-754B-287C-2423-EB9A1769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B721E45-DCA0-F382-FB86-47EE29A7B78D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2C7998-EF51-7CA4-E4B0-4501E60957E0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F0C143-DC60-D9B4-6852-5A3152EA33D2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515ECC-CC7A-E2E9-52AA-24218FBB21A0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F37685-ECB1-02C5-1016-4A77377C7F5B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E44081-BD57-6945-D840-4EFB4CCD5AFE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5BC29A-C792-4818-3A21-923B2F1EC978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8CE216-82CB-B703-CD24-7A8D4FC7B998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BA25EE31-65C4-2F74-AEAE-DE67D3F2ACAE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D4541E81-2678-57BA-3E7E-AB9EA156E7DB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E0D2AAB-19E2-4EFC-26E9-1DC668B71276}"/>
              </a:ext>
            </a:extLst>
          </p:cNvPr>
          <p:cNvSpPr/>
          <p:nvPr/>
        </p:nvSpPr>
        <p:spPr>
          <a:xfrm rot="16200000">
            <a:off x="11786555" y="6466842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EC88E121-50E9-6223-FC4A-3309EF436DFB}"/>
              </a:ext>
            </a:extLst>
          </p:cNvPr>
          <p:cNvSpPr/>
          <p:nvPr/>
        </p:nvSpPr>
        <p:spPr>
          <a:xfrm rot="16200000">
            <a:off x="10457847" y="6466841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69DC17-FD6E-D6C1-DE6D-3C338482A4CB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BBAAE67-1A9D-9DF1-BD9A-D0EC2426FB0E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1801226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85E6-78BB-4DB3-A5AB-14389553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537070B-986E-DEC7-21C4-206A05186B1E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961322B-2321-EE73-A231-136BB5B1FC8A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9EB68F-D437-627D-823F-E47B4E771308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BBB865-6B4C-0967-B81D-6F002C98080E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3ACEC4-5593-EC60-A5C8-9F372B44232B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A356EA-D269-A491-FCC1-3A91341AFF15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C8ECDC6-691B-E2CC-5A12-3770FDFAA5C8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0984992-588F-14CB-48CD-6B5930D912D8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11ED169D-5940-DADF-6B7D-6CCA5B5A326E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610B9DA1-63EF-9DDD-9CD4-64914D338CD4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189B8893-383E-2349-6225-74EAF781B26B}"/>
              </a:ext>
            </a:extLst>
          </p:cNvPr>
          <p:cNvSpPr/>
          <p:nvPr/>
        </p:nvSpPr>
        <p:spPr>
          <a:xfrm rot="16200000">
            <a:off x="11786555" y="6466842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2A683561-AC23-EA04-E32F-5C03BD615711}"/>
              </a:ext>
            </a:extLst>
          </p:cNvPr>
          <p:cNvSpPr/>
          <p:nvPr/>
        </p:nvSpPr>
        <p:spPr>
          <a:xfrm rot="16200000">
            <a:off x="10457847" y="6466841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976E58-F9B5-423D-2D24-6EE5823CEFC6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27F98BF5-8B2F-A8EA-F81D-C6318999A902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671C543C-BF95-BAD4-AFFE-7E2EBEBD9742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2AE630-B98C-E9D3-1232-653AA8EE7A98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628423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51730-46E9-F305-24EC-605FEC50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F319E95-D791-B572-6EA1-C57A3E1BBEC0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F1B447-0029-5662-318A-5CBBE796AFE2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DF5DA8-BA9E-05D2-1AA0-41A0D0DD486E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B2BE00-14C6-425B-9738-7C2D13B9928B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07FF9C-F450-39BC-7E9F-778CE78A8337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725016-D5D2-B8C3-2807-2805A3A0CC27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3D010B-BA55-89AC-EFCE-E0D993D4215D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4FADED-909A-5644-CB1C-F096ED2571E4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010BACE5-A5DA-2264-D4D4-E8DAFDA77362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5DE257CA-3A02-E9F3-8F4E-632AA7DF2567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80B3959-A698-D27C-8708-088664A36A3D}"/>
              </a:ext>
            </a:extLst>
          </p:cNvPr>
          <p:cNvSpPr/>
          <p:nvPr/>
        </p:nvSpPr>
        <p:spPr>
          <a:xfrm rot="16200000">
            <a:off x="14470120" y="6481098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A3F1ED9-11DD-3BD3-06E5-40192CAF1862}"/>
              </a:ext>
            </a:extLst>
          </p:cNvPr>
          <p:cNvSpPr/>
          <p:nvPr/>
        </p:nvSpPr>
        <p:spPr>
          <a:xfrm rot="16200000">
            <a:off x="13141412" y="6481097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A4BE6B0-9B6F-BE1D-150D-B4C07DC023D8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D4FB209F-B27B-505C-EC9C-60CB3E732A9A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AF21DD48-D1E8-95C6-A6F1-2CD17691DC6D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70E90BD-FBCC-BF8A-441A-6AF0534C6C93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246309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1194-2CE8-8D1E-F5DC-6936A38A1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A7BFA8-6ED9-01F8-9882-51606BC33196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953B42-6CA6-DD92-BFBE-2CDCC2FAF352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4F6549-FD87-27CE-8CFC-AFE8814E682F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441192-5613-DCE5-7BEA-73796F3733BF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3C8FA6-BEAD-083D-D844-21A0DBBD0566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E2F97F-77A5-68B5-2C84-C5B45D65F6F0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8B139D-608F-B9E9-8940-26BE28471C9F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8010764-1B14-132B-BE42-705AAA5C2D29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040E7AC9-AFC4-5912-F716-EC0DF4BF7AB0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7405E44D-C6AA-F25C-EC16-768D9E0ECBDE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406DF1C8-7DD9-08B6-D551-BAD9142425CC}"/>
              </a:ext>
            </a:extLst>
          </p:cNvPr>
          <p:cNvSpPr/>
          <p:nvPr/>
        </p:nvSpPr>
        <p:spPr>
          <a:xfrm rot="16200000">
            <a:off x="14470120" y="6481098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808079E-1779-A83B-3AAC-8805CD07158A}"/>
              </a:ext>
            </a:extLst>
          </p:cNvPr>
          <p:cNvSpPr/>
          <p:nvPr/>
        </p:nvSpPr>
        <p:spPr>
          <a:xfrm rot="16200000">
            <a:off x="13141412" y="6481097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A0FBFD2-DB73-16A8-63A1-952E4FDD442D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48D72F36-60EE-1672-5641-5C551D98024A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94E845E7-85E5-2FAD-C6D7-CC649F45A19D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0417A15B-4DB6-FE98-93D0-D0848A36F99B}"/>
              </a:ext>
            </a:extLst>
          </p:cNvPr>
          <p:cNvSpPr/>
          <p:nvPr/>
        </p:nvSpPr>
        <p:spPr>
          <a:xfrm>
            <a:off x="14640016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65AE4D74-D28B-36E7-0E8E-5B528FCE99F2}"/>
              </a:ext>
            </a:extLst>
          </p:cNvPr>
          <p:cNvSpPr/>
          <p:nvPr/>
        </p:nvSpPr>
        <p:spPr>
          <a:xfrm>
            <a:off x="13329619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7FC733-E21D-47B3-EAEF-64C11B02ADC4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53069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DEC2-CE76-57A9-2DDA-EBAE0699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8370BF-4EA3-BD9F-3BBE-D12594F3CA22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939FD2-32E3-A0D0-7CD0-2CD466A4A23A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FDED85-089A-DF6B-5EF4-F6991D8D72DE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B02F65-7F1E-8920-5465-B5402F023E1E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2C9D28-8DAD-9DF3-0518-F3CF2041B668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D7D9AD5-5A4D-87D4-A11D-ECDD6D5C9DE4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4A3EB9-65E0-C4E4-94EE-95E7F62CAE67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D54ACD-E390-D0EB-E276-284FBCE15BE1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7EB26982-0E22-B26C-7640-C41EB101CAC3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6F32AE5B-B8A9-7F39-E71A-B998418D993C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50D9ACF-5700-F53A-A929-EA08BA87D9B5}"/>
              </a:ext>
            </a:extLst>
          </p:cNvPr>
          <p:cNvSpPr/>
          <p:nvPr/>
        </p:nvSpPr>
        <p:spPr>
          <a:xfrm rot="16200000">
            <a:off x="15798325" y="6466842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02FDFC18-ED33-AD0B-ECD4-353EDFFF2648}"/>
              </a:ext>
            </a:extLst>
          </p:cNvPr>
          <p:cNvSpPr/>
          <p:nvPr/>
        </p:nvSpPr>
        <p:spPr>
          <a:xfrm rot="16200000">
            <a:off x="13141412" y="6481097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77BB69A-6A65-8007-0D51-CE3194E06DF6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54B94212-11B4-CC97-4944-3D6050AB3FAA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64BE8CF1-5C08-6158-6BA6-447925547819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6FB35391-4F7F-93D0-E21B-A79C8F0FDDB0}"/>
              </a:ext>
            </a:extLst>
          </p:cNvPr>
          <p:cNvSpPr/>
          <p:nvPr/>
        </p:nvSpPr>
        <p:spPr>
          <a:xfrm>
            <a:off x="14640016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CFED81C0-DB04-86AA-9FB7-59DD14060FC7}"/>
              </a:ext>
            </a:extLst>
          </p:cNvPr>
          <p:cNvSpPr/>
          <p:nvPr/>
        </p:nvSpPr>
        <p:spPr>
          <a:xfrm>
            <a:off x="13329619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8AE80C-726A-BFAE-2A4D-69A561879D3F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143848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F1864-4151-053F-263D-989F3597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BD1CA1C-0A22-FF44-32B3-54A143390548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E82CD0-11FC-82F2-619E-A50C9D6255FB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9510FA-A232-4CBF-9E23-A07A92857F9A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81A668-CF62-3C2B-7B2C-9D92B95156B9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213D31-5E03-B37C-DFA4-12D3B8FCC01A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E6BF42-CFAC-EE6C-D9D2-725FD4E4E054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780A10-7A6B-51F8-55F4-9702ADB97049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CE3F63-E684-9A15-4E4F-E7E623C3F915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8FFB2022-F190-E338-7761-2A93ECAA8582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23CEC148-39F3-D555-39B5-5FE8DFBF5664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F25A592-F7DA-C7E4-2809-E83E78EBD32F}"/>
              </a:ext>
            </a:extLst>
          </p:cNvPr>
          <p:cNvSpPr/>
          <p:nvPr/>
        </p:nvSpPr>
        <p:spPr>
          <a:xfrm rot="16200000">
            <a:off x="15798325" y="6466842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A12C49D-2EDF-B78C-9646-6FBDA4AD7E45}"/>
              </a:ext>
            </a:extLst>
          </p:cNvPr>
          <p:cNvSpPr/>
          <p:nvPr/>
        </p:nvSpPr>
        <p:spPr>
          <a:xfrm rot="16200000">
            <a:off x="9129139" y="6466842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D6D1D07-AFD4-A413-32D2-4C9EE2D37053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577B2768-B209-9E28-8F57-6BD511EAACCB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F040EFF2-26A4-8BE6-9D7A-9BAB2EDAAC5A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EBB5C14C-BB82-3D59-DC05-FB5863DF8B54}"/>
              </a:ext>
            </a:extLst>
          </p:cNvPr>
          <p:cNvSpPr/>
          <p:nvPr/>
        </p:nvSpPr>
        <p:spPr>
          <a:xfrm>
            <a:off x="14640016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12F55E93-E7BE-E280-6672-6C374C135189}"/>
              </a:ext>
            </a:extLst>
          </p:cNvPr>
          <p:cNvSpPr/>
          <p:nvPr/>
        </p:nvSpPr>
        <p:spPr>
          <a:xfrm>
            <a:off x="13329619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C552A6C-A9A6-B5E2-0A5F-F89242C2DCB4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2909315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D06E-FEB1-72DE-F3B8-5314993B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AA3EC02-5CB4-435A-2C99-5FA3BDF510E2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7CAE32-C0F5-1E24-96D3-25675601C0AD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D2AB5C-B3C9-792D-1EDC-95900E8DA91C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6DC5DE-1B52-3118-22EB-EE7E29BEA5AB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3751CC2-B491-73E8-D049-9A418391FE08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E9AC3F-42A9-0AC9-F244-FFA3454338BE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9E140DD-BB54-559E-3E84-1BFA77DF556B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CB67DA9-A588-E5AD-AA23-75A012728FCB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FEB170F6-0BFE-3D8D-62EA-8690F2E2CC5B}"/>
              </a:ext>
            </a:extLst>
          </p:cNvPr>
          <p:cNvSpPr/>
          <p:nvPr/>
        </p:nvSpPr>
        <p:spPr>
          <a:xfrm>
            <a:off x="8025833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BBFF6B5F-BECD-9B29-2779-3481D28F1494}"/>
              </a:ext>
            </a:extLst>
          </p:cNvPr>
          <p:cNvSpPr/>
          <p:nvPr/>
        </p:nvSpPr>
        <p:spPr>
          <a:xfrm>
            <a:off x="6715436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9716240F-3CD8-4858-7743-A08E2929D356}"/>
              </a:ext>
            </a:extLst>
          </p:cNvPr>
          <p:cNvSpPr/>
          <p:nvPr/>
        </p:nvSpPr>
        <p:spPr>
          <a:xfrm rot="16200000">
            <a:off x="15798325" y="6466842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A20EF9DF-DFDD-792E-8829-D0306D7FB2C9}"/>
              </a:ext>
            </a:extLst>
          </p:cNvPr>
          <p:cNvSpPr/>
          <p:nvPr/>
        </p:nvSpPr>
        <p:spPr>
          <a:xfrm rot="16200000">
            <a:off x="9129139" y="6466842"/>
            <a:ext cx="1453118" cy="78231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981B39-115C-D58F-6F0C-5C70D0C2B760}"/>
              </a:ext>
            </a:extLst>
          </p:cNvPr>
          <p:cNvSpPr/>
          <p:nvPr/>
        </p:nvSpPr>
        <p:spPr>
          <a:xfrm>
            <a:off x="2771488" y="7860545"/>
            <a:ext cx="1948325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first closing element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starting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Immediately to the left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Delete both the elements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Repeat</a:t>
            </a: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16531BAA-AE0A-A046-F18A-E36B108701F7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2F36461D-62C9-00CF-0F28-39945658CF82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22233670-0378-17EB-DB29-EE0BC6D3A1C4}"/>
              </a:ext>
            </a:extLst>
          </p:cNvPr>
          <p:cNvSpPr/>
          <p:nvPr/>
        </p:nvSpPr>
        <p:spPr>
          <a:xfrm>
            <a:off x="14640016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2E5D3B17-8991-D01F-A597-E904000CA416}"/>
              </a:ext>
            </a:extLst>
          </p:cNvPr>
          <p:cNvSpPr/>
          <p:nvPr/>
        </p:nvSpPr>
        <p:spPr>
          <a:xfrm>
            <a:off x="13329619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77E8D6BD-A907-50FC-EE7B-214E2919E130}"/>
              </a:ext>
            </a:extLst>
          </p:cNvPr>
          <p:cNvSpPr/>
          <p:nvPr/>
        </p:nvSpPr>
        <p:spPr>
          <a:xfrm>
            <a:off x="15950413" y="4552121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EDD1D309-C55C-3CB9-2493-1DE3645E7B39}"/>
              </a:ext>
            </a:extLst>
          </p:cNvPr>
          <p:cNvSpPr/>
          <p:nvPr/>
        </p:nvSpPr>
        <p:spPr>
          <a:xfrm>
            <a:off x="9354321" y="4523978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3EE20D-1C50-E8D3-9605-4990EF130DD2}"/>
              </a:ext>
            </a:extLst>
          </p:cNvPr>
          <p:cNvSpPr/>
          <p:nvPr/>
        </p:nvSpPr>
        <p:spPr>
          <a:xfrm>
            <a:off x="378764" y="360354"/>
            <a:ext cx="2303012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Parentheses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 ),{ and }, write an algorithm to check if it is balanced</a:t>
            </a:r>
          </a:p>
        </p:txBody>
      </p:sp>
    </p:spTree>
    <p:extLst>
      <p:ext uri="{BB962C8B-B14F-4D97-AF65-F5344CB8AC3E}">
        <p14:creationId xmlns:p14="http://schemas.microsoft.com/office/powerpoint/2010/main" val="3039991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37BAC24-D23C-D04E-FF38-5C7DC9C4DEFD}"/>
                  </a:ext>
                </a:extLst>
              </p:cNvPr>
              <p:cNvSpPr/>
              <p:nvPr/>
            </p:nvSpPr>
            <p:spPr>
              <a:xfrm>
                <a:off x="2450374" y="498089"/>
                <a:ext cx="19483251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Repeat till there is a closing element</a:t>
                </a:r>
                <a:endParaRPr lang="en-US" sz="54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Find the first closing element, say at location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be the first non-deleted element to the left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If the closing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does not match the opening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, then the string is not balanced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Delete element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If all the elements are deleted, report that the string is balanced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Else report that the string is not balanced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37BAC24-D23C-D04E-FF38-5C7DC9C4D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374" y="498089"/>
                <a:ext cx="19483251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685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3E5C0A3-5AA5-DECD-6856-F9A49C71FE7F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DF92C1-867C-0CC8-F361-6F135C3D800C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9EB05B-ECC8-D6BB-7EFD-2FFBD21A9B79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D450F4-1AAD-20DD-F984-70F6B42BE730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6FF4B7-570A-0C5B-DF19-5450AA11F786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2D1D84-3B6B-1553-64FA-03DB78E396AA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A042A6-0384-9790-37AF-E01C928E2681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6CA01DC-7C23-D52C-0B70-DAEAB73D7061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6A62F6-FDA8-BF4D-A580-8737FEED09C1}"/>
              </a:ext>
            </a:extLst>
          </p:cNvPr>
          <p:cNvGrpSpPr/>
          <p:nvPr/>
        </p:nvGrpSpPr>
        <p:grpSpPr>
          <a:xfrm>
            <a:off x="12121956" y="6131441"/>
            <a:ext cx="782316" cy="2220507"/>
            <a:chOff x="12121956" y="6131441"/>
            <a:chExt cx="782316" cy="2220507"/>
          </a:xfrm>
        </p:grpSpPr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40F243F0-8A1D-0326-479B-231E3C26FC7F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EDD6909-7343-D108-09E0-F3ECE1370FAD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EDD6909-7343-D108-09E0-F3ECE1370F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5789" r="-13158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488785-D60E-0B8A-61E2-0B7DB2375733}"/>
              </a:ext>
            </a:extLst>
          </p:cNvPr>
          <p:cNvGrpSpPr/>
          <p:nvPr/>
        </p:nvGrpSpPr>
        <p:grpSpPr>
          <a:xfrm>
            <a:off x="10793248" y="6131440"/>
            <a:ext cx="782316" cy="2220508"/>
            <a:chOff x="10793248" y="6131440"/>
            <a:chExt cx="782316" cy="2220508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D4FB66A7-FD20-33F5-EDB9-3B5ED9C5154A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C6D0818-5808-6379-C774-6BFAFB919AC5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C6D0818-5808-6379-C774-6BFAFB919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31579" r="-28947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Multiply 15">
            <a:extLst>
              <a:ext uri="{FF2B5EF4-FFF2-40B4-BE49-F238E27FC236}">
                <a16:creationId xmlns:a16="http://schemas.microsoft.com/office/drawing/2014/main" id="{EBB4A331-5808-7D9A-FD2B-47AFC8493E58}"/>
              </a:ext>
            </a:extLst>
          </p:cNvPr>
          <p:cNvSpPr/>
          <p:nvPr/>
        </p:nvSpPr>
        <p:spPr>
          <a:xfrm>
            <a:off x="12037603" y="464137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1AF70357-D195-EAA4-BB30-7794EB7A4924}"/>
              </a:ext>
            </a:extLst>
          </p:cNvPr>
          <p:cNvSpPr/>
          <p:nvPr/>
        </p:nvSpPr>
        <p:spPr>
          <a:xfrm>
            <a:off x="10727206" y="4581431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87383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F3F71-2D0D-FFCE-221D-60FD2661F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12E61CF-13B6-91A1-6747-D53982A48C94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31D3C99-DB0B-37DF-2D89-4EEE1A5FE02B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8AD56D-AAAD-A469-4CFA-20E1E227ABB3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910229-9396-5403-00B1-8E6D27FF40AB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726C96-4D53-423F-4F50-E0B91AE06417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F59146-4592-145F-6B1E-2A6489D1729D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3695B9-B332-9819-E5A9-9A0AE1636EB2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9B3FF3-1EEF-8A7B-67F7-4AF2CB7D255C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F48D861-2E34-789E-3161-C279A4B3CA46}"/>
              </a:ext>
            </a:extLst>
          </p:cNvPr>
          <p:cNvGrpSpPr/>
          <p:nvPr/>
        </p:nvGrpSpPr>
        <p:grpSpPr>
          <a:xfrm>
            <a:off x="14761061" y="6276914"/>
            <a:ext cx="782316" cy="2220507"/>
            <a:chOff x="12121956" y="6131441"/>
            <a:chExt cx="782316" cy="2220507"/>
          </a:xfrm>
        </p:grpSpPr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640CBE96-661E-FBC3-FB47-9F97DDDE2DF7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00046AF-FA6F-11EB-5B7C-1F0D7A0BCC3F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00046AF-FA6F-11EB-5B7C-1F0D7A0BCC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8421" r="-10526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BFD274-7B0B-C5E9-6BBC-5C21FF8E62D0}"/>
              </a:ext>
            </a:extLst>
          </p:cNvPr>
          <p:cNvGrpSpPr/>
          <p:nvPr/>
        </p:nvGrpSpPr>
        <p:grpSpPr>
          <a:xfrm>
            <a:off x="13482309" y="6276913"/>
            <a:ext cx="782316" cy="2220508"/>
            <a:chOff x="10793248" y="6131440"/>
            <a:chExt cx="782316" cy="2220508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DB5560D3-1E2B-3279-B4AC-31D1E362D847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C37F51C-9A46-6462-D45A-040EDE487F55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C37F51C-9A46-6462-D45A-040EDE487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8205" r="-25641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Multiply 15">
            <a:extLst>
              <a:ext uri="{FF2B5EF4-FFF2-40B4-BE49-F238E27FC236}">
                <a16:creationId xmlns:a16="http://schemas.microsoft.com/office/drawing/2014/main" id="{AECCD6D8-B63F-2CE7-8376-97422796E4F8}"/>
              </a:ext>
            </a:extLst>
          </p:cNvPr>
          <p:cNvSpPr/>
          <p:nvPr/>
        </p:nvSpPr>
        <p:spPr>
          <a:xfrm>
            <a:off x="12037603" y="464137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18EF6470-9FAE-F3D9-BB68-0595EECC395D}"/>
              </a:ext>
            </a:extLst>
          </p:cNvPr>
          <p:cNvSpPr/>
          <p:nvPr/>
        </p:nvSpPr>
        <p:spPr>
          <a:xfrm>
            <a:off x="10727206" y="4581431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2D2B7D1E-0841-0222-9975-DD450C9F58AC}"/>
              </a:ext>
            </a:extLst>
          </p:cNvPr>
          <p:cNvSpPr/>
          <p:nvPr/>
        </p:nvSpPr>
        <p:spPr>
          <a:xfrm>
            <a:off x="14639301" y="4581431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1A984EE3-4F88-2444-D916-767793BC9285}"/>
              </a:ext>
            </a:extLst>
          </p:cNvPr>
          <p:cNvSpPr/>
          <p:nvPr/>
        </p:nvSpPr>
        <p:spPr>
          <a:xfrm>
            <a:off x="13328904" y="4521483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63831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6F8D4-FBD8-0596-2BAF-8CA3503F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BA4F52F-6A5F-3F60-EA81-750E53AA7B0C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CA3945-44C4-04D3-AE06-036AF7FAEE6C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CFA761C-59B3-0CB5-7FFC-1C5335E3F09B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B036364-63F9-764F-35AA-7DE0CBDCE897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06729C-041A-B161-28EB-D8C96471B53A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214144-742E-DA31-44DA-5987A1D3EEDE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9483C6-0B73-09CB-EAAA-CB810DAAE77F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1B31A9-3D02-D7ED-F4F8-1D2FA82953B2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9BFB64-6A05-833B-1D64-1884941C08CA}"/>
              </a:ext>
            </a:extLst>
          </p:cNvPr>
          <p:cNvGrpSpPr/>
          <p:nvPr/>
        </p:nvGrpSpPr>
        <p:grpSpPr>
          <a:xfrm>
            <a:off x="16133726" y="6276914"/>
            <a:ext cx="782316" cy="2220507"/>
            <a:chOff x="12121956" y="6131441"/>
            <a:chExt cx="782316" cy="2220507"/>
          </a:xfrm>
        </p:grpSpPr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2AE7D12B-F3ED-0983-2599-74A58526115D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4E07C4-089B-657C-65E9-BFB4230DD8E7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4E07C4-089B-657C-65E9-BFB4230DD8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5789" r="-10526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5A89D3-7E5C-777D-005C-E219BA680061}"/>
              </a:ext>
            </a:extLst>
          </p:cNvPr>
          <p:cNvGrpSpPr/>
          <p:nvPr/>
        </p:nvGrpSpPr>
        <p:grpSpPr>
          <a:xfrm>
            <a:off x="13482309" y="6276913"/>
            <a:ext cx="782316" cy="2220508"/>
            <a:chOff x="10793248" y="6131440"/>
            <a:chExt cx="782316" cy="2220508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E587539D-64E3-31FE-8E08-31C2B1754887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83EB373-834C-9C0D-8C6A-3F23570C9973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83EB373-834C-9C0D-8C6A-3F23570C9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8205" r="-25641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Multiply 15">
            <a:extLst>
              <a:ext uri="{FF2B5EF4-FFF2-40B4-BE49-F238E27FC236}">
                <a16:creationId xmlns:a16="http://schemas.microsoft.com/office/drawing/2014/main" id="{6F5A63AA-82AA-CC68-CCD1-B6BCC373DFDF}"/>
              </a:ext>
            </a:extLst>
          </p:cNvPr>
          <p:cNvSpPr/>
          <p:nvPr/>
        </p:nvSpPr>
        <p:spPr>
          <a:xfrm>
            <a:off x="12037603" y="464137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401DDF03-0615-F96A-7A99-F53684303B5E}"/>
              </a:ext>
            </a:extLst>
          </p:cNvPr>
          <p:cNvSpPr/>
          <p:nvPr/>
        </p:nvSpPr>
        <p:spPr>
          <a:xfrm>
            <a:off x="10727206" y="4581431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BEA6656E-F024-EA3C-B7E6-B47BA458D201}"/>
              </a:ext>
            </a:extLst>
          </p:cNvPr>
          <p:cNvSpPr/>
          <p:nvPr/>
        </p:nvSpPr>
        <p:spPr>
          <a:xfrm>
            <a:off x="14639301" y="4581431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633F3D01-5CA8-EF8F-1068-841D19CB294F}"/>
              </a:ext>
            </a:extLst>
          </p:cNvPr>
          <p:cNvSpPr/>
          <p:nvPr/>
        </p:nvSpPr>
        <p:spPr>
          <a:xfrm>
            <a:off x="13328904" y="4521483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93780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868E-DA29-9FE5-DC02-C961D7FB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2441015-CA22-9CAE-6E53-B3296D254FE8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32EF98-3AA4-CD6A-7D20-B581E6033EA1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8A6749-955A-6735-EC3D-B85327B8B472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02D210-38CB-7EFF-86DF-B3E0E227F0EB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E9AA4F-CAA2-B967-618B-F65DA53F8CB3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D829F2-9F8F-000B-EBB1-1DE81B3F03CD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5EA9B6-6439-950A-ADCC-B566DA3AFDC7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C2E736-98F6-AD77-3368-E8D0750FD04E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437FD9-3226-A63B-B6CE-2B6AB4294B0F}"/>
              </a:ext>
            </a:extLst>
          </p:cNvPr>
          <p:cNvGrpSpPr/>
          <p:nvPr/>
        </p:nvGrpSpPr>
        <p:grpSpPr>
          <a:xfrm>
            <a:off x="16133726" y="6276914"/>
            <a:ext cx="782316" cy="2220507"/>
            <a:chOff x="12121956" y="6131441"/>
            <a:chExt cx="782316" cy="2220507"/>
          </a:xfrm>
        </p:grpSpPr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929E17DD-4E2B-40E6-64FB-DC4945CDB5D1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77D11F7-51B6-3170-96AC-9699AE3B8461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77D11F7-51B6-3170-96AC-9699AE3B84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5789" r="-10526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27103B6-0559-7B2E-D65A-285D38EA4268}"/>
              </a:ext>
            </a:extLst>
          </p:cNvPr>
          <p:cNvGrpSpPr/>
          <p:nvPr/>
        </p:nvGrpSpPr>
        <p:grpSpPr>
          <a:xfrm>
            <a:off x="9464540" y="6152222"/>
            <a:ext cx="782316" cy="2220508"/>
            <a:chOff x="10793248" y="6131440"/>
            <a:chExt cx="782316" cy="2220508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4AEF96FF-C103-364F-8475-9073C24D4579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10D20BA-8D8F-546F-1902-E5FB4E768E1D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10D20BA-8D8F-546F-1902-E5FB4E768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31579" r="-28947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Multiply 15">
            <a:extLst>
              <a:ext uri="{FF2B5EF4-FFF2-40B4-BE49-F238E27FC236}">
                <a16:creationId xmlns:a16="http://schemas.microsoft.com/office/drawing/2014/main" id="{2AC947CE-4B41-E547-562E-486678B1B68E}"/>
              </a:ext>
            </a:extLst>
          </p:cNvPr>
          <p:cNvSpPr/>
          <p:nvPr/>
        </p:nvSpPr>
        <p:spPr>
          <a:xfrm>
            <a:off x="12037603" y="464137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00C4F31F-83B0-70B4-7FF4-82F115E6A783}"/>
              </a:ext>
            </a:extLst>
          </p:cNvPr>
          <p:cNvSpPr/>
          <p:nvPr/>
        </p:nvSpPr>
        <p:spPr>
          <a:xfrm>
            <a:off x="10727206" y="4581431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8200427D-580D-D9C8-D728-A37BF777D3AC}"/>
              </a:ext>
            </a:extLst>
          </p:cNvPr>
          <p:cNvSpPr/>
          <p:nvPr/>
        </p:nvSpPr>
        <p:spPr>
          <a:xfrm>
            <a:off x="14639301" y="4581431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5AFAFD1C-5D75-8B2F-B73C-FF28D1A10BE0}"/>
              </a:ext>
            </a:extLst>
          </p:cNvPr>
          <p:cNvSpPr/>
          <p:nvPr/>
        </p:nvSpPr>
        <p:spPr>
          <a:xfrm>
            <a:off x="13328904" y="4521483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FEDEBE22-D7C5-3795-9731-4012CA9BEB09}"/>
              </a:ext>
            </a:extLst>
          </p:cNvPr>
          <p:cNvSpPr/>
          <p:nvPr/>
        </p:nvSpPr>
        <p:spPr>
          <a:xfrm>
            <a:off x="15986320" y="4453254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BAEA4E1-BF7D-A78E-19F3-6377547E5850}"/>
              </a:ext>
            </a:extLst>
          </p:cNvPr>
          <p:cNvSpPr/>
          <p:nvPr/>
        </p:nvSpPr>
        <p:spPr>
          <a:xfrm>
            <a:off x="2771488" y="8779946"/>
            <a:ext cx="19483251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There are no closing elements remaining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But some elements are still not deleted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So, the string is not balanced</a:t>
            </a:r>
            <a:endParaRPr lang="en-US" sz="5400" dirty="0">
              <a:solidFill>
                <a:schemeClr val="bg1">
                  <a:lumMod val="95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D4389DE6-E0DF-1590-CE88-01914E8B5AA5}"/>
              </a:ext>
            </a:extLst>
          </p:cNvPr>
          <p:cNvSpPr/>
          <p:nvPr/>
        </p:nvSpPr>
        <p:spPr>
          <a:xfrm>
            <a:off x="9336513" y="4523136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56021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B0EF89-C2F8-29C3-79D6-D6D7F884AF01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902112-BDC8-F842-5B3A-6AFB16281C41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CA5A59-B21C-F2E5-D00D-4BAFC20F9D11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682502-0117-6CF6-2DDC-96EE890808B7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EFF157-C360-C273-85ED-484FED3C3071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F08C5D-A642-0D02-AE79-55D3B7D32A4F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97E2BC8-9458-80E8-99FB-220AFA6C2BF7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70BA261-9B55-8CF3-451E-C625CF5814B8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F3C193-4638-8BB6-950D-E531AFF2F88A}"/>
              </a:ext>
            </a:extLst>
          </p:cNvPr>
          <p:cNvGrpSpPr/>
          <p:nvPr/>
        </p:nvGrpSpPr>
        <p:grpSpPr>
          <a:xfrm>
            <a:off x="12121956" y="6131441"/>
            <a:ext cx="782316" cy="2220507"/>
            <a:chOff x="12121956" y="6131441"/>
            <a:chExt cx="782316" cy="2220507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E2C6E916-5C5B-4BDD-66C2-B7793B7376BE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56127F5-982F-1C87-3EF1-61A99802BDD2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56127F5-982F-1C87-3EF1-61A99802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5789" r="-13158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366C7D-3F71-CC5B-52F1-1F6DFA559368}"/>
              </a:ext>
            </a:extLst>
          </p:cNvPr>
          <p:cNvGrpSpPr/>
          <p:nvPr/>
        </p:nvGrpSpPr>
        <p:grpSpPr>
          <a:xfrm>
            <a:off x="10793248" y="6131440"/>
            <a:ext cx="782316" cy="2220508"/>
            <a:chOff x="10793248" y="6131440"/>
            <a:chExt cx="782316" cy="2220508"/>
          </a:xfrm>
        </p:grpSpPr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10498E06-36C1-875F-0B65-164D08C2B389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3E34978-116A-B810-2122-059B0CD85EB1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3E34978-116A-B810-2122-059B0CD85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31579" r="-28947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Multiply 17">
            <a:extLst>
              <a:ext uri="{FF2B5EF4-FFF2-40B4-BE49-F238E27FC236}">
                <a16:creationId xmlns:a16="http://schemas.microsoft.com/office/drawing/2014/main" id="{ADCB678E-7F13-1893-2E0A-86BAB4680FF6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90B0FE0A-66EF-E857-36CA-3CA73035820B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34618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D55E-44AD-264A-6129-BD19BFD9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6D1CCA1-68DB-DCCD-31D3-CCE8F57515E4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B6507D-148C-F77E-27A2-AB2854AFDA86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414F2C7-DD02-5408-1887-AB154B8FCE13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ED9498-FF7D-65AC-8158-10E5D06E77B2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85BCA6-7004-3873-70C2-5B0C6FC63AC9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63E16D-E447-8544-6717-C0A7DDA2C726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26B7B8-79E3-A49B-71BC-CB2D73697006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78F1B3-B36E-802B-4963-915C2940CCD8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A72AE5-7171-A244-FB0D-EF0F9FC3E19C}"/>
              </a:ext>
            </a:extLst>
          </p:cNvPr>
          <p:cNvGrpSpPr/>
          <p:nvPr/>
        </p:nvGrpSpPr>
        <p:grpSpPr>
          <a:xfrm>
            <a:off x="13432353" y="6131441"/>
            <a:ext cx="782316" cy="2220507"/>
            <a:chOff x="12121956" y="6131441"/>
            <a:chExt cx="782316" cy="2220507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A84EC596-F139-9CA1-A117-E99FF8108A1A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550235-A9AC-F5D4-35BD-8AB330C1E467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550235-A9AC-F5D4-35BD-8AB330C1E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5789" r="-13158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D88A30-F632-F05E-9B7B-6864793EE2FD}"/>
              </a:ext>
            </a:extLst>
          </p:cNvPr>
          <p:cNvGrpSpPr/>
          <p:nvPr/>
        </p:nvGrpSpPr>
        <p:grpSpPr>
          <a:xfrm>
            <a:off x="10793248" y="6131440"/>
            <a:ext cx="782316" cy="2220508"/>
            <a:chOff x="10793248" y="6131440"/>
            <a:chExt cx="782316" cy="2220508"/>
          </a:xfrm>
        </p:grpSpPr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346B158D-B2A1-07B3-C34E-A279751BC179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6D254B5-3EC5-9FAE-A2DA-2B60DD99AE0E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6D254B5-3EC5-9FAE-A2DA-2B60DD99A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31579" r="-28947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Multiply 17">
            <a:extLst>
              <a:ext uri="{FF2B5EF4-FFF2-40B4-BE49-F238E27FC236}">
                <a16:creationId xmlns:a16="http://schemas.microsoft.com/office/drawing/2014/main" id="{7A2CF01D-ADE2-0296-A8CC-936E23D57174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083E6DC1-031C-A1D8-9CC5-F74C5D04D572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06843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2C3A-0E15-5BA8-9474-F859340BA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DD72F18-83FD-7A3A-4A6D-27BD2BABC086}"/>
              </a:ext>
            </a:extLst>
          </p:cNvPr>
          <p:cNvSpPr/>
          <p:nvPr/>
        </p:nvSpPr>
        <p:spPr>
          <a:xfrm>
            <a:off x="6561395" y="428845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946460E-AC27-D78A-30C7-EB513534BC56}"/>
              </a:ext>
            </a:extLst>
          </p:cNvPr>
          <p:cNvSpPr/>
          <p:nvPr/>
        </p:nvSpPr>
        <p:spPr>
          <a:xfrm>
            <a:off x="7871792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55AD81-7098-B2BD-910D-84F4ABED72D7}"/>
              </a:ext>
            </a:extLst>
          </p:cNvPr>
          <p:cNvSpPr/>
          <p:nvPr/>
        </p:nvSpPr>
        <p:spPr>
          <a:xfrm>
            <a:off x="9200500" y="428845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12BB93-49F8-FF51-3D6A-7D9F580DC92D}"/>
              </a:ext>
            </a:extLst>
          </p:cNvPr>
          <p:cNvSpPr/>
          <p:nvPr/>
        </p:nvSpPr>
        <p:spPr>
          <a:xfrm>
            <a:off x="10529208" y="42884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44B4A2-7566-65E5-3B70-40A6C464EB05}"/>
              </a:ext>
            </a:extLst>
          </p:cNvPr>
          <p:cNvSpPr/>
          <p:nvPr/>
        </p:nvSpPr>
        <p:spPr>
          <a:xfrm>
            <a:off x="11857916" y="428845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CAE0DF-05B4-1E10-48E8-2A0BB3DAD3A5}"/>
              </a:ext>
            </a:extLst>
          </p:cNvPr>
          <p:cNvSpPr/>
          <p:nvPr/>
        </p:nvSpPr>
        <p:spPr>
          <a:xfrm>
            <a:off x="13168313" y="42884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3C6F09-B864-0F3C-04FD-FB25F7E47525}"/>
              </a:ext>
            </a:extLst>
          </p:cNvPr>
          <p:cNvSpPr/>
          <p:nvPr/>
        </p:nvSpPr>
        <p:spPr>
          <a:xfrm>
            <a:off x="14497021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8A10E93-551E-7302-189B-6DFA11F75140}"/>
              </a:ext>
            </a:extLst>
          </p:cNvPr>
          <p:cNvSpPr/>
          <p:nvPr/>
        </p:nvSpPr>
        <p:spPr>
          <a:xfrm>
            <a:off x="15869686" y="430035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7FF777-0F0A-76DA-02F5-8FC6836F6D7B}"/>
              </a:ext>
            </a:extLst>
          </p:cNvPr>
          <p:cNvGrpSpPr/>
          <p:nvPr/>
        </p:nvGrpSpPr>
        <p:grpSpPr>
          <a:xfrm>
            <a:off x="13432353" y="6131441"/>
            <a:ext cx="782316" cy="2220507"/>
            <a:chOff x="12121956" y="6131441"/>
            <a:chExt cx="782316" cy="2220507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C572AE7-7A5E-E251-31D0-0C96DB6E0D66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507A668-997F-3F03-6285-EC033782900D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507A668-997F-3F03-6285-EC0337829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5789" r="-13158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DE981BE-6888-F815-F6BE-28CC39ECA8E1}"/>
              </a:ext>
            </a:extLst>
          </p:cNvPr>
          <p:cNvGrpSpPr/>
          <p:nvPr/>
        </p:nvGrpSpPr>
        <p:grpSpPr>
          <a:xfrm>
            <a:off x="9464540" y="6131440"/>
            <a:ext cx="782316" cy="2220508"/>
            <a:chOff x="10793248" y="6131440"/>
            <a:chExt cx="782316" cy="2220508"/>
          </a:xfrm>
        </p:grpSpPr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177A3E74-A9E5-5E30-BE95-83F151CAA0A7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DD8EF75-F649-BC36-2AB2-BE0367B9AF33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DD8EF75-F649-BC36-2AB2-BE0367B9AF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31579" r="-28947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Multiply 17">
            <a:extLst>
              <a:ext uri="{FF2B5EF4-FFF2-40B4-BE49-F238E27FC236}">
                <a16:creationId xmlns:a16="http://schemas.microsoft.com/office/drawing/2014/main" id="{FC485369-6FC2-A80A-5498-7CDD8E7ACEA8}"/>
              </a:ext>
            </a:extLst>
          </p:cNvPr>
          <p:cNvSpPr/>
          <p:nvPr/>
        </p:nvSpPr>
        <p:spPr>
          <a:xfrm>
            <a:off x="11883562" y="4612070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394C92C4-5004-DDA1-0E22-9D627F96F091}"/>
              </a:ext>
            </a:extLst>
          </p:cNvPr>
          <p:cNvSpPr/>
          <p:nvPr/>
        </p:nvSpPr>
        <p:spPr>
          <a:xfrm>
            <a:off x="10573165" y="4552122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D5BE102-5A6E-0260-ABF8-E1703C52AAE5}"/>
                  </a:ext>
                </a:extLst>
              </p:cNvPr>
              <p:cNvSpPr/>
              <p:nvPr/>
            </p:nvSpPr>
            <p:spPr>
              <a:xfrm>
                <a:off x="2771488" y="8779946"/>
                <a:ext cx="19483251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closing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does not match the opening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So, the string is not balanced</a:t>
                </a:r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D5BE102-5A6E-0260-ABF8-E1703C52AA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488" y="8779946"/>
                <a:ext cx="19483251" cy="2871708"/>
              </a:xfrm>
              <a:prstGeom prst="roundRect">
                <a:avLst/>
              </a:prstGeom>
              <a:blipFill>
                <a:blip r:embed="rId4"/>
                <a:stretch>
                  <a:fillRect l="-845" b="-689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622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7687E-8EA7-A3EB-F7FD-075D6206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9A920D-CFE9-C643-CF05-BC661E3C1F18}"/>
              </a:ext>
            </a:extLst>
          </p:cNvPr>
          <p:cNvSpPr/>
          <p:nvPr/>
        </p:nvSpPr>
        <p:spPr>
          <a:xfrm>
            <a:off x="2771488" y="9699346"/>
            <a:ext cx="1948325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this algorithm?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73A0453-A39E-8D70-21ED-91C275069DBC}"/>
                  </a:ext>
                </a:extLst>
              </p:cNvPr>
              <p:cNvSpPr/>
              <p:nvPr/>
            </p:nvSpPr>
            <p:spPr>
              <a:xfrm>
                <a:off x="2450374" y="498089"/>
                <a:ext cx="19483251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Repeat till there is a closing element</a:t>
                </a:r>
                <a:endParaRPr lang="en-US" sz="54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Find the first closing element, say at location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be the first non-deleted element to the left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If the closing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does not match the opening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, then the string is not balanced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Delete element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If all the elements are deleted, report that the string is balanced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Else report that the string is not balanced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73A0453-A39E-8D70-21ED-91C275069D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374" y="498089"/>
                <a:ext cx="19483251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769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88EE-8A4E-9610-9407-5F7CC560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E90FBC2-7E20-F2A1-BE03-C20811F6622F}"/>
              </a:ext>
            </a:extLst>
          </p:cNvPr>
          <p:cNvSpPr/>
          <p:nvPr/>
        </p:nvSpPr>
        <p:spPr>
          <a:xfrm>
            <a:off x="2771488" y="9699346"/>
            <a:ext cx="1948325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this algorithm?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83C4D15-4808-4505-AEC5-8382B658AB70}"/>
                  </a:ext>
                </a:extLst>
              </p:cNvPr>
              <p:cNvSpPr/>
              <p:nvPr/>
            </p:nvSpPr>
            <p:spPr>
              <a:xfrm>
                <a:off x="2450374" y="447011"/>
                <a:ext cx="19483251" cy="757086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Repeat till there is a closing element</a:t>
                </a:r>
                <a:endParaRPr lang="en-US" sz="54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Find the first closing element, say at location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6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6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be the first non-deleted element to the left of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6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If the closing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does not match the opening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, then the string is not balanced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Delete element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If all the elements are deleted, report that the string is balanced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Else report that the string is not balanced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83C4D15-4808-4505-AEC5-8382B658AB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374" y="447011"/>
                <a:ext cx="19483251" cy="757086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506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8A9DD1B-5C6A-4BB1-5CF0-8249B4AB794E}"/>
              </a:ext>
            </a:extLst>
          </p:cNvPr>
          <p:cNvSpPr/>
          <p:nvPr/>
        </p:nvSpPr>
        <p:spPr>
          <a:xfrm>
            <a:off x="62268" y="3959003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3491B4B-35F4-5A5E-D250-171A883FA22C}"/>
              </a:ext>
            </a:extLst>
          </p:cNvPr>
          <p:cNvSpPr/>
          <p:nvPr/>
        </p:nvSpPr>
        <p:spPr>
          <a:xfrm>
            <a:off x="1372665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00BD69-0F01-B88A-A3CF-D28F46837F44}"/>
              </a:ext>
            </a:extLst>
          </p:cNvPr>
          <p:cNvSpPr/>
          <p:nvPr/>
        </p:nvSpPr>
        <p:spPr>
          <a:xfrm>
            <a:off x="2701373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F27BD4-7905-F067-319A-50FE3A5ECB1A}"/>
              </a:ext>
            </a:extLst>
          </p:cNvPr>
          <p:cNvSpPr/>
          <p:nvPr/>
        </p:nvSpPr>
        <p:spPr>
          <a:xfrm>
            <a:off x="10896903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71AADE-8FCB-CA5E-3329-68EBAE09BF39}"/>
              </a:ext>
            </a:extLst>
          </p:cNvPr>
          <p:cNvSpPr/>
          <p:nvPr/>
        </p:nvSpPr>
        <p:spPr>
          <a:xfrm>
            <a:off x="12225611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90FF62-DCA8-650F-B2CE-818F9A3B9593}"/>
              </a:ext>
            </a:extLst>
          </p:cNvPr>
          <p:cNvSpPr/>
          <p:nvPr/>
        </p:nvSpPr>
        <p:spPr>
          <a:xfrm>
            <a:off x="20372230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871467C-69EF-79FB-6934-A08A240697F2}"/>
              </a:ext>
            </a:extLst>
          </p:cNvPr>
          <p:cNvSpPr/>
          <p:nvPr/>
        </p:nvSpPr>
        <p:spPr>
          <a:xfrm>
            <a:off x="21700938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0768B3-C9D3-D673-171F-302CEA3BE19B}"/>
              </a:ext>
            </a:extLst>
          </p:cNvPr>
          <p:cNvSpPr/>
          <p:nvPr/>
        </p:nvSpPr>
        <p:spPr>
          <a:xfrm>
            <a:off x="23073603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3ECB429F-DE1D-97F4-25CF-E86A19F317BB}"/>
              </a:ext>
            </a:extLst>
          </p:cNvPr>
          <p:cNvSpPr/>
          <p:nvPr/>
        </p:nvSpPr>
        <p:spPr>
          <a:xfrm>
            <a:off x="12251257" y="4338077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15358A0F-1967-A56F-F3E7-F698E1237D07}"/>
              </a:ext>
            </a:extLst>
          </p:cNvPr>
          <p:cNvSpPr/>
          <p:nvPr/>
        </p:nvSpPr>
        <p:spPr>
          <a:xfrm>
            <a:off x="10940860" y="427812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C7B6F31-36BA-ECA6-6B24-53E7B3CC9637}"/>
              </a:ext>
            </a:extLst>
          </p:cNvPr>
          <p:cNvSpPr/>
          <p:nvPr/>
        </p:nvSpPr>
        <p:spPr>
          <a:xfrm>
            <a:off x="16280751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668E12-EDE6-02C2-B8A1-62487C3FAFFD}"/>
              </a:ext>
            </a:extLst>
          </p:cNvPr>
          <p:cNvSpPr/>
          <p:nvPr/>
        </p:nvSpPr>
        <p:spPr>
          <a:xfrm>
            <a:off x="17609459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AF7F367-31D1-649C-0B0A-986F1432BA91}"/>
              </a:ext>
            </a:extLst>
          </p:cNvPr>
          <p:cNvSpPr/>
          <p:nvPr/>
        </p:nvSpPr>
        <p:spPr>
          <a:xfrm>
            <a:off x="18982124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AEB620D-EA42-3CEC-F806-5D8830C8F77C}"/>
              </a:ext>
            </a:extLst>
          </p:cNvPr>
          <p:cNvSpPr/>
          <p:nvPr/>
        </p:nvSpPr>
        <p:spPr>
          <a:xfrm>
            <a:off x="4078223" y="3959003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D260C94-8A97-C106-FE10-930B658CDE83}"/>
              </a:ext>
            </a:extLst>
          </p:cNvPr>
          <p:cNvSpPr/>
          <p:nvPr/>
        </p:nvSpPr>
        <p:spPr>
          <a:xfrm>
            <a:off x="5388620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B0F9C14-20DA-4148-FBF4-F7947BBC6C36}"/>
              </a:ext>
            </a:extLst>
          </p:cNvPr>
          <p:cNvSpPr/>
          <p:nvPr/>
        </p:nvSpPr>
        <p:spPr>
          <a:xfrm>
            <a:off x="6717328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EE2A853-3C79-5418-18BA-9E58E37ADB58}"/>
              </a:ext>
            </a:extLst>
          </p:cNvPr>
          <p:cNvSpPr/>
          <p:nvPr/>
        </p:nvSpPr>
        <p:spPr>
          <a:xfrm>
            <a:off x="13603207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7D03517-7AB8-9432-F330-AF8FBB3474A7}"/>
              </a:ext>
            </a:extLst>
          </p:cNvPr>
          <p:cNvSpPr/>
          <p:nvPr/>
        </p:nvSpPr>
        <p:spPr>
          <a:xfrm>
            <a:off x="14931915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752402CD-C40E-C665-5502-B5936263C62E}"/>
              </a:ext>
            </a:extLst>
          </p:cNvPr>
          <p:cNvSpPr/>
          <p:nvPr/>
        </p:nvSpPr>
        <p:spPr>
          <a:xfrm>
            <a:off x="14957561" y="4284197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EA3D7BEB-B312-26ED-D72A-566A8095F0BD}"/>
              </a:ext>
            </a:extLst>
          </p:cNvPr>
          <p:cNvSpPr/>
          <p:nvPr/>
        </p:nvSpPr>
        <p:spPr>
          <a:xfrm>
            <a:off x="13647164" y="422424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B55B9C0-7825-6E73-C663-4C760DB75BF1}"/>
              </a:ext>
            </a:extLst>
          </p:cNvPr>
          <p:cNvSpPr/>
          <p:nvPr/>
        </p:nvSpPr>
        <p:spPr>
          <a:xfrm>
            <a:off x="8108618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F7054D-DC95-0A9D-352D-1A570B268093}"/>
              </a:ext>
            </a:extLst>
          </p:cNvPr>
          <p:cNvSpPr/>
          <p:nvPr/>
        </p:nvSpPr>
        <p:spPr>
          <a:xfrm>
            <a:off x="9437326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8BCD8AB4-B60D-4556-A221-5C2AB1143C56}"/>
              </a:ext>
            </a:extLst>
          </p:cNvPr>
          <p:cNvSpPr/>
          <p:nvPr/>
        </p:nvSpPr>
        <p:spPr>
          <a:xfrm>
            <a:off x="9462972" y="4356434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AAC7EC17-FEE5-B907-0F02-C19E95B41FCA}"/>
              </a:ext>
            </a:extLst>
          </p:cNvPr>
          <p:cNvSpPr/>
          <p:nvPr/>
        </p:nvSpPr>
        <p:spPr>
          <a:xfrm>
            <a:off x="8152575" y="4296486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8C9F5945-5966-EE30-D623-6989A86045F4}"/>
              </a:ext>
            </a:extLst>
          </p:cNvPr>
          <p:cNvSpPr/>
          <p:nvPr/>
        </p:nvSpPr>
        <p:spPr>
          <a:xfrm rot="5400000">
            <a:off x="3689088" y="2407648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0003B403-49CC-5838-770A-D608A916A686}"/>
                  </a:ext>
                </a:extLst>
              </p:cNvPr>
              <p:cNvSpPr/>
              <p:nvPr/>
            </p:nvSpPr>
            <p:spPr>
              <a:xfrm>
                <a:off x="3341496" y="7529999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0003B403-49CC-5838-770A-D608A916A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496" y="7529999"/>
                <a:ext cx="1698298" cy="1682163"/>
              </a:xfrm>
              <a:prstGeom prst="roundRect">
                <a:avLst/>
              </a:prstGeom>
              <a:blipFill>
                <a:blip r:embed="rId2"/>
                <a:stretch>
                  <a:fillRect b="-289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Brace 28">
            <a:extLst>
              <a:ext uri="{FF2B5EF4-FFF2-40B4-BE49-F238E27FC236}">
                <a16:creationId xmlns:a16="http://schemas.microsoft.com/office/drawing/2014/main" id="{614329BC-0933-6F68-838C-BE52920072A0}"/>
              </a:ext>
            </a:extLst>
          </p:cNvPr>
          <p:cNvSpPr/>
          <p:nvPr/>
        </p:nvSpPr>
        <p:spPr>
          <a:xfrm rot="5400000">
            <a:off x="11779398" y="2473742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E1CAFD8D-903E-FCD4-9DC9-5C25F3233969}"/>
                  </a:ext>
                </a:extLst>
              </p:cNvPr>
              <p:cNvSpPr/>
              <p:nvPr/>
            </p:nvSpPr>
            <p:spPr>
              <a:xfrm>
                <a:off x="11431806" y="7596093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E1CAFD8D-903E-FCD4-9DC9-5C25F3233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1806" y="7596093"/>
                <a:ext cx="1698298" cy="1682163"/>
              </a:xfrm>
              <a:prstGeom prst="roundRect">
                <a:avLst/>
              </a:prstGeom>
              <a:blipFill>
                <a:blip r:embed="rId3"/>
                <a:stretch>
                  <a:fillRect b="-362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Brace 30">
            <a:extLst>
              <a:ext uri="{FF2B5EF4-FFF2-40B4-BE49-F238E27FC236}">
                <a16:creationId xmlns:a16="http://schemas.microsoft.com/office/drawing/2014/main" id="{C89C1CEE-D8C9-C1B8-6152-A9875C8D02FC}"/>
              </a:ext>
            </a:extLst>
          </p:cNvPr>
          <p:cNvSpPr/>
          <p:nvPr/>
        </p:nvSpPr>
        <p:spPr>
          <a:xfrm rot="5400000">
            <a:off x="19907573" y="2473741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72B4F2F7-1303-473E-384D-91100D0DA080}"/>
                  </a:ext>
                </a:extLst>
              </p:cNvPr>
              <p:cNvSpPr/>
              <p:nvPr/>
            </p:nvSpPr>
            <p:spPr>
              <a:xfrm>
                <a:off x="19559981" y="7596092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72B4F2F7-1303-473E-384D-91100D0DA0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9981" y="7596092"/>
                <a:ext cx="1698298" cy="1682163"/>
              </a:xfrm>
              <a:prstGeom prst="roundRect">
                <a:avLst/>
              </a:prstGeom>
              <a:blipFill>
                <a:blip r:embed="rId4"/>
                <a:stretch>
                  <a:fillRect b="-362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564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ACE2-03AA-6690-F0FF-7A441FEE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C62929D-BA33-A225-7818-519EA6DB4B10}"/>
              </a:ext>
            </a:extLst>
          </p:cNvPr>
          <p:cNvSpPr/>
          <p:nvPr/>
        </p:nvSpPr>
        <p:spPr>
          <a:xfrm>
            <a:off x="62268" y="3959003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0C8091D-63BB-E1D7-8B40-08AED9A0E474}"/>
              </a:ext>
            </a:extLst>
          </p:cNvPr>
          <p:cNvSpPr/>
          <p:nvPr/>
        </p:nvSpPr>
        <p:spPr>
          <a:xfrm>
            <a:off x="1372665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594DCC-05FD-7C86-8F71-826C923BEB84}"/>
              </a:ext>
            </a:extLst>
          </p:cNvPr>
          <p:cNvSpPr/>
          <p:nvPr/>
        </p:nvSpPr>
        <p:spPr>
          <a:xfrm>
            <a:off x="2701373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155C56-EB24-681F-5B0F-9153658B14DA}"/>
              </a:ext>
            </a:extLst>
          </p:cNvPr>
          <p:cNvSpPr/>
          <p:nvPr/>
        </p:nvSpPr>
        <p:spPr>
          <a:xfrm>
            <a:off x="10896903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667B02-0EAD-8989-E47C-53915E166755}"/>
              </a:ext>
            </a:extLst>
          </p:cNvPr>
          <p:cNvSpPr/>
          <p:nvPr/>
        </p:nvSpPr>
        <p:spPr>
          <a:xfrm>
            <a:off x="12225611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4421CF-F989-8322-DFCA-E8A89B09D1C7}"/>
              </a:ext>
            </a:extLst>
          </p:cNvPr>
          <p:cNvSpPr/>
          <p:nvPr/>
        </p:nvSpPr>
        <p:spPr>
          <a:xfrm>
            <a:off x="20372230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2A89A6-42A6-924D-F4C0-9B8EE46EACD1}"/>
              </a:ext>
            </a:extLst>
          </p:cNvPr>
          <p:cNvSpPr/>
          <p:nvPr/>
        </p:nvSpPr>
        <p:spPr>
          <a:xfrm>
            <a:off x="21700938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F064FD-5CDE-6F6E-55F2-CC16D342FA2D}"/>
              </a:ext>
            </a:extLst>
          </p:cNvPr>
          <p:cNvSpPr/>
          <p:nvPr/>
        </p:nvSpPr>
        <p:spPr>
          <a:xfrm>
            <a:off x="23073603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2B508CD2-ED10-4BDA-3AD5-62719F44AE50}"/>
              </a:ext>
            </a:extLst>
          </p:cNvPr>
          <p:cNvSpPr/>
          <p:nvPr/>
        </p:nvSpPr>
        <p:spPr>
          <a:xfrm>
            <a:off x="12251257" y="4338077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3DE02C7B-97E3-A319-A16E-37EC3F8E30B7}"/>
              </a:ext>
            </a:extLst>
          </p:cNvPr>
          <p:cNvSpPr/>
          <p:nvPr/>
        </p:nvSpPr>
        <p:spPr>
          <a:xfrm>
            <a:off x="10940860" y="427812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D5B8EA-DC62-EF10-6568-B3139A1C83CD}"/>
              </a:ext>
            </a:extLst>
          </p:cNvPr>
          <p:cNvSpPr/>
          <p:nvPr/>
        </p:nvSpPr>
        <p:spPr>
          <a:xfrm>
            <a:off x="16280751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AEC443D-8C15-E2B9-1EFF-55BE48A585B7}"/>
              </a:ext>
            </a:extLst>
          </p:cNvPr>
          <p:cNvSpPr/>
          <p:nvPr/>
        </p:nvSpPr>
        <p:spPr>
          <a:xfrm>
            <a:off x="17609459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50C8066-5EF4-9983-DC12-4A10343FCAF0}"/>
              </a:ext>
            </a:extLst>
          </p:cNvPr>
          <p:cNvSpPr/>
          <p:nvPr/>
        </p:nvSpPr>
        <p:spPr>
          <a:xfrm>
            <a:off x="18982124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71888AF-D19E-A204-BC1C-EBBCBA1D3792}"/>
              </a:ext>
            </a:extLst>
          </p:cNvPr>
          <p:cNvSpPr/>
          <p:nvPr/>
        </p:nvSpPr>
        <p:spPr>
          <a:xfrm>
            <a:off x="4078223" y="3959003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A55FBE8-1DBD-44FB-4A12-E2A5294FF207}"/>
              </a:ext>
            </a:extLst>
          </p:cNvPr>
          <p:cNvSpPr/>
          <p:nvPr/>
        </p:nvSpPr>
        <p:spPr>
          <a:xfrm>
            <a:off x="5388620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8763856-E283-09AC-5A55-350BEFD732F0}"/>
              </a:ext>
            </a:extLst>
          </p:cNvPr>
          <p:cNvSpPr/>
          <p:nvPr/>
        </p:nvSpPr>
        <p:spPr>
          <a:xfrm>
            <a:off x="6717328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2488961-7D5B-FCD2-0934-078A085FE048}"/>
              </a:ext>
            </a:extLst>
          </p:cNvPr>
          <p:cNvSpPr/>
          <p:nvPr/>
        </p:nvSpPr>
        <p:spPr>
          <a:xfrm>
            <a:off x="13603207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49AFDDC-DB42-2233-3F34-1AAA67CB9A74}"/>
              </a:ext>
            </a:extLst>
          </p:cNvPr>
          <p:cNvSpPr/>
          <p:nvPr/>
        </p:nvSpPr>
        <p:spPr>
          <a:xfrm>
            <a:off x="14931915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68C9FCD3-9BC3-F675-1EB4-6A01D9581683}"/>
              </a:ext>
            </a:extLst>
          </p:cNvPr>
          <p:cNvSpPr/>
          <p:nvPr/>
        </p:nvSpPr>
        <p:spPr>
          <a:xfrm>
            <a:off x="14957561" y="4284197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B5050B2B-BA57-FFCC-B2A6-70FBB69DE63C}"/>
              </a:ext>
            </a:extLst>
          </p:cNvPr>
          <p:cNvSpPr/>
          <p:nvPr/>
        </p:nvSpPr>
        <p:spPr>
          <a:xfrm>
            <a:off x="13647164" y="422424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A969EA0-FDD7-E0B1-CC3D-4828C8AC0123}"/>
              </a:ext>
            </a:extLst>
          </p:cNvPr>
          <p:cNvSpPr/>
          <p:nvPr/>
        </p:nvSpPr>
        <p:spPr>
          <a:xfrm>
            <a:off x="8108618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1AB7624-4993-9CC9-28EF-43043EBC710C}"/>
              </a:ext>
            </a:extLst>
          </p:cNvPr>
          <p:cNvSpPr/>
          <p:nvPr/>
        </p:nvSpPr>
        <p:spPr>
          <a:xfrm>
            <a:off x="9437326" y="395900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A33CB119-6C31-6517-B927-A82C0BBEB46D}"/>
              </a:ext>
            </a:extLst>
          </p:cNvPr>
          <p:cNvSpPr/>
          <p:nvPr/>
        </p:nvSpPr>
        <p:spPr>
          <a:xfrm>
            <a:off x="9462972" y="4356434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EFFDB05B-F5A9-E3C1-4F15-3DAE9C3321B8}"/>
              </a:ext>
            </a:extLst>
          </p:cNvPr>
          <p:cNvSpPr/>
          <p:nvPr/>
        </p:nvSpPr>
        <p:spPr>
          <a:xfrm>
            <a:off x="8152575" y="4296486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E954FD88-B8D0-9C80-C46E-D1DFF66ABCD0}"/>
              </a:ext>
            </a:extLst>
          </p:cNvPr>
          <p:cNvSpPr/>
          <p:nvPr/>
        </p:nvSpPr>
        <p:spPr>
          <a:xfrm rot="5400000">
            <a:off x="3673788" y="6845393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5CB98754-DB05-3B23-1BE7-7E02B3BD9555}"/>
                  </a:ext>
                </a:extLst>
              </p:cNvPr>
              <p:cNvSpPr/>
              <p:nvPr/>
            </p:nvSpPr>
            <p:spPr>
              <a:xfrm>
                <a:off x="3326196" y="11967744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5CB98754-DB05-3B23-1BE7-7E02B3BD9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196" y="11967744"/>
                <a:ext cx="1698298" cy="1682163"/>
              </a:xfrm>
              <a:prstGeom prst="roundRect">
                <a:avLst/>
              </a:prstGeom>
              <a:blipFill>
                <a:blip r:embed="rId2"/>
                <a:stretch>
                  <a:fillRect b="-287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Brace 28">
            <a:extLst>
              <a:ext uri="{FF2B5EF4-FFF2-40B4-BE49-F238E27FC236}">
                <a16:creationId xmlns:a16="http://schemas.microsoft.com/office/drawing/2014/main" id="{A20E969F-5A4E-5C93-DFB4-3AA46A0B88C2}"/>
              </a:ext>
            </a:extLst>
          </p:cNvPr>
          <p:cNvSpPr/>
          <p:nvPr/>
        </p:nvSpPr>
        <p:spPr>
          <a:xfrm rot="5400000">
            <a:off x="11764098" y="6911487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A54AC6A8-4B12-1699-8B91-A2261D6EBB04}"/>
                  </a:ext>
                </a:extLst>
              </p:cNvPr>
              <p:cNvSpPr/>
              <p:nvPr/>
            </p:nvSpPr>
            <p:spPr>
              <a:xfrm>
                <a:off x="11416506" y="12033838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A54AC6A8-4B12-1699-8B91-A2261D6EBB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6506" y="12033838"/>
                <a:ext cx="1698298" cy="1682163"/>
              </a:xfrm>
              <a:prstGeom prst="roundRect">
                <a:avLst/>
              </a:prstGeom>
              <a:blipFill>
                <a:blip r:embed="rId3"/>
                <a:stretch>
                  <a:fillRect b="-362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Brace 30">
            <a:extLst>
              <a:ext uri="{FF2B5EF4-FFF2-40B4-BE49-F238E27FC236}">
                <a16:creationId xmlns:a16="http://schemas.microsoft.com/office/drawing/2014/main" id="{F78BCF85-7A93-11C3-91C0-3265BBE9B63D}"/>
              </a:ext>
            </a:extLst>
          </p:cNvPr>
          <p:cNvSpPr/>
          <p:nvPr/>
        </p:nvSpPr>
        <p:spPr>
          <a:xfrm rot="5400000">
            <a:off x="19892273" y="6911486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26BF7131-02A1-947D-2997-2E8072D1BD32}"/>
                  </a:ext>
                </a:extLst>
              </p:cNvPr>
              <p:cNvSpPr/>
              <p:nvPr/>
            </p:nvSpPr>
            <p:spPr>
              <a:xfrm>
                <a:off x="19544681" y="12033837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26BF7131-02A1-947D-2997-2E8072D1B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4681" y="12033837"/>
                <a:ext cx="1698298" cy="1682163"/>
              </a:xfrm>
              <a:prstGeom prst="roundRect">
                <a:avLst/>
              </a:prstGeom>
              <a:blipFill>
                <a:blip r:embed="rId4"/>
                <a:stretch>
                  <a:fillRect b="-289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9308223-24C1-1CD1-B219-C48FF258B224}"/>
              </a:ext>
            </a:extLst>
          </p:cNvPr>
          <p:cNvGrpSpPr/>
          <p:nvPr/>
        </p:nvGrpSpPr>
        <p:grpSpPr>
          <a:xfrm>
            <a:off x="16444326" y="6055161"/>
            <a:ext cx="782316" cy="2220507"/>
            <a:chOff x="12121956" y="6131441"/>
            <a:chExt cx="782316" cy="2220507"/>
          </a:xfrm>
        </p:grpSpPr>
        <p:sp>
          <p:nvSpPr>
            <p:cNvPr id="33" name="Right Arrow 32">
              <a:extLst>
                <a:ext uri="{FF2B5EF4-FFF2-40B4-BE49-F238E27FC236}">
                  <a16:creationId xmlns:a16="http://schemas.microsoft.com/office/drawing/2014/main" id="{EBB1A80E-0D0A-B475-F2B1-3F240ED280CE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9548B59-7A2E-E9B8-39DF-18EDAB7E549E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9548B59-7A2E-E9B8-39DF-18EDAB7E54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5385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EFED895-C59F-3484-54F6-ABFE1B269328}"/>
              </a:ext>
            </a:extLst>
          </p:cNvPr>
          <p:cNvGrpSpPr/>
          <p:nvPr/>
        </p:nvGrpSpPr>
        <p:grpSpPr>
          <a:xfrm>
            <a:off x="7022357" y="6013596"/>
            <a:ext cx="782316" cy="2220508"/>
            <a:chOff x="10793248" y="6131440"/>
            <a:chExt cx="782316" cy="2220508"/>
          </a:xfrm>
        </p:grpSpPr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44847417-1E0E-9851-5FFA-912E745C46A8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8C80031-48FF-6D81-1EF9-D43E986F4AE4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8C80031-48FF-6D81-1EF9-D43E986F4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6"/>
                  <a:stretch>
                    <a:fillRect l="-28205" r="-25641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8950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83EE-72A7-C369-04D0-58D5275D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01CFE10-78D2-8D02-A414-F4DF8AF2A27F}"/>
              </a:ext>
            </a:extLst>
          </p:cNvPr>
          <p:cNvSpPr/>
          <p:nvPr/>
        </p:nvSpPr>
        <p:spPr>
          <a:xfrm>
            <a:off x="225841" y="905253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2816A2-F341-B79C-6A69-7D60A6BB7AA8}"/>
              </a:ext>
            </a:extLst>
          </p:cNvPr>
          <p:cNvSpPr/>
          <p:nvPr/>
        </p:nvSpPr>
        <p:spPr>
          <a:xfrm>
            <a:off x="1536238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ADA76ED-874D-C693-6739-B2D5F5F88FE0}"/>
              </a:ext>
            </a:extLst>
          </p:cNvPr>
          <p:cNvSpPr/>
          <p:nvPr/>
        </p:nvSpPr>
        <p:spPr>
          <a:xfrm>
            <a:off x="2864946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4FFCF4-83F3-BBD0-37D9-F37926E7FE9C}"/>
              </a:ext>
            </a:extLst>
          </p:cNvPr>
          <p:cNvSpPr/>
          <p:nvPr/>
        </p:nvSpPr>
        <p:spPr>
          <a:xfrm>
            <a:off x="11060476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BA1A74-F80D-7241-23BB-794724FD864D}"/>
              </a:ext>
            </a:extLst>
          </p:cNvPr>
          <p:cNvSpPr/>
          <p:nvPr/>
        </p:nvSpPr>
        <p:spPr>
          <a:xfrm>
            <a:off x="12389184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01611F-3B4B-6367-72EF-66A049FDE885}"/>
              </a:ext>
            </a:extLst>
          </p:cNvPr>
          <p:cNvSpPr/>
          <p:nvPr/>
        </p:nvSpPr>
        <p:spPr>
          <a:xfrm>
            <a:off x="20535803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4F9818-091B-238B-E4C1-D1E5D1C17E93}"/>
              </a:ext>
            </a:extLst>
          </p:cNvPr>
          <p:cNvSpPr/>
          <p:nvPr/>
        </p:nvSpPr>
        <p:spPr>
          <a:xfrm>
            <a:off x="21864511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6922B7-DFB8-1D48-BA2F-AC5BF1AFB42B}"/>
              </a:ext>
            </a:extLst>
          </p:cNvPr>
          <p:cNvSpPr/>
          <p:nvPr/>
        </p:nvSpPr>
        <p:spPr>
          <a:xfrm>
            <a:off x="23237176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0BE68492-9F00-9B01-E17C-327E75D2F221}"/>
              </a:ext>
            </a:extLst>
          </p:cNvPr>
          <p:cNvSpPr/>
          <p:nvPr/>
        </p:nvSpPr>
        <p:spPr>
          <a:xfrm>
            <a:off x="12414830" y="1284327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6D28ABAD-0EFF-2FCB-7E33-C30DAD446286}"/>
              </a:ext>
            </a:extLst>
          </p:cNvPr>
          <p:cNvSpPr/>
          <p:nvPr/>
        </p:nvSpPr>
        <p:spPr>
          <a:xfrm>
            <a:off x="11104433" y="122437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8EFDBA9-409F-B8DB-733A-CB84DCE5FDB4}"/>
              </a:ext>
            </a:extLst>
          </p:cNvPr>
          <p:cNvSpPr/>
          <p:nvPr/>
        </p:nvSpPr>
        <p:spPr>
          <a:xfrm>
            <a:off x="16444324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3AFA199-9C64-6647-0AC8-508B4AE02A1C}"/>
              </a:ext>
            </a:extLst>
          </p:cNvPr>
          <p:cNvSpPr/>
          <p:nvPr/>
        </p:nvSpPr>
        <p:spPr>
          <a:xfrm>
            <a:off x="17773032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D158EB-08CF-94A4-743E-6C5B20C11CCE}"/>
              </a:ext>
            </a:extLst>
          </p:cNvPr>
          <p:cNvSpPr/>
          <p:nvPr/>
        </p:nvSpPr>
        <p:spPr>
          <a:xfrm>
            <a:off x="19145697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E4ED811-C377-DDF2-AB26-9B4341049EC5}"/>
              </a:ext>
            </a:extLst>
          </p:cNvPr>
          <p:cNvSpPr/>
          <p:nvPr/>
        </p:nvSpPr>
        <p:spPr>
          <a:xfrm>
            <a:off x="4241796" y="905253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AA8FC99-9BCB-C29B-4EC0-940A63B21960}"/>
              </a:ext>
            </a:extLst>
          </p:cNvPr>
          <p:cNvSpPr/>
          <p:nvPr/>
        </p:nvSpPr>
        <p:spPr>
          <a:xfrm>
            <a:off x="5552193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EA73B9C-035A-B44F-D47E-2BC8669853A1}"/>
              </a:ext>
            </a:extLst>
          </p:cNvPr>
          <p:cNvSpPr/>
          <p:nvPr/>
        </p:nvSpPr>
        <p:spPr>
          <a:xfrm>
            <a:off x="6880901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04AAF88-E847-60A5-3033-940AE2E47A6E}"/>
              </a:ext>
            </a:extLst>
          </p:cNvPr>
          <p:cNvSpPr/>
          <p:nvPr/>
        </p:nvSpPr>
        <p:spPr>
          <a:xfrm>
            <a:off x="13766780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AEBB90-657A-DD7C-0F3F-BFD6FCEB6D2A}"/>
              </a:ext>
            </a:extLst>
          </p:cNvPr>
          <p:cNvSpPr/>
          <p:nvPr/>
        </p:nvSpPr>
        <p:spPr>
          <a:xfrm>
            <a:off x="15095488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0874FFF6-F3A6-C043-01F1-B79582BC95BC}"/>
              </a:ext>
            </a:extLst>
          </p:cNvPr>
          <p:cNvSpPr/>
          <p:nvPr/>
        </p:nvSpPr>
        <p:spPr>
          <a:xfrm>
            <a:off x="15121134" y="1230447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043C10DF-1785-4FFD-26B2-4F533FA6923C}"/>
              </a:ext>
            </a:extLst>
          </p:cNvPr>
          <p:cNvSpPr/>
          <p:nvPr/>
        </p:nvSpPr>
        <p:spPr>
          <a:xfrm>
            <a:off x="13810737" y="1170499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889DC1B-BD5D-B880-EE0A-22403661C2EA}"/>
              </a:ext>
            </a:extLst>
          </p:cNvPr>
          <p:cNvSpPr/>
          <p:nvPr/>
        </p:nvSpPr>
        <p:spPr>
          <a:xfrm>
            <a:off x="8272191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492EF20-C564-8FCC-0913-4D5C39E0BD66}"/>
              </a:ext>
            </a:extLst>
          </p:cNvPr>
          <p:cNvSpPr/>
          <p:nvPr/>
        </p:nvSpPr>
        <p:spPr>
          <a:xfrm>
            <a:off x="9600899" y="90525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A9D2714D-BA25-A825-6765-0E0A1AE651B1}"/>
              </a:ext>
            </a:extLst>
          </p:cNvPr>
          <p:cNvSpPr/>
          <p:nvPr/>
        </p:nvSpPr>
        <p:spPr>
          <a:xfrm>
            <a:off x="9626545" y="1302684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FA0DAF69-3DCE-DBB9-E081-6BD661CB9EEB}"/>
              </a:ext>
            </a:extLst>
          </p:cNvPr>
          <p:cNvSpPr/>
          <p:nvPr/>
        </p:nvSpPr>
        <p:spPr>
          <a:xfrm>
            <a:off x="8316148" y="1242736"/>
            <a:ext cx="1112399" cy="1056271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91A388-304D-9149-9AC1-0C8141C96375}"/>
              </a:ext>
            </a:extLst>
          </p:cNvPr>
          <p:cNvGrpSpPr/>
          <p:nvPr/>
        </p:nvGrpSpPr>
        <p:grpSpPr>
          <a:xfrm>
            <a:off x="16607899" y="3001411"/>
            <a:ext cx="782316" cy="2220507"/>
            <a:chOff x="12121956" y="6131441"/>
            <a:chExt cx="782316" cy="2220507"/>
          </a:xfrm>
        </p:grpSpPr>
        <p:sp>
          <p:nvSpPr>
            <p:cNvPr id="33" name="Right Arrow 32">
              <a:extLst>
                <a:ext uri="{FF2B5EF4-FFF2-40B4-BE49-F238E27FC236}">
                  <a16:creationId xmlns:a16="http://schemas.microsoft.com/office/drawing/2014/main" id="{1D8D1220-5FED-ABF9-4122-61AAB66ED510}"/>
                </a:ext>
              </a:extLst>
            </p:cNvPr>
            <p:cNvSpPr/>
            <p:nvPr/>
          </p:nvSpPr>
          <p:spPr>
            <a:xfrm rot="16200000">
              <a:off x="11786555" y="6466842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2C3EE3C-2B83-FAD3-82CD-A76EBAC7E27F}"/>
                    </a:ext>
                  </a:extLst>
                </p:cNvPr>
                <p:cNvSpPr txBox="1"/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2C3EE3C-2B83-FAD3-82CD-A76EBAC7E2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6958" y="7584558"/>
                  <a:ext cx="477079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5789" r="-13158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49E330B-49A8-6EFF-3930-4018FC0A909F}"/>
              </a:ext>
            </a:extLst>
          </p:cNvPr>
          <p:cNvGrpSpPr/>
          <p:nvPr/>
        </p:nvGrpSpPr>
        <p:grpSpPr>
          <a:xfrm>
            <a:off x="7185930" y="2959846"/>
            <a:ext cx="782316" cy="2220508"/>
            <a:chOff x="10793248" y="6131440"/>
            <a:chExt cx="782316" cy="2220508"/>
          </a:xfrm>
        </p:grpSpPr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63231869-65B1-64D9-94E0-79DE2BA93D64}"/>
                </a:ext>
              </a:extLst>
            </p:cNvPr>
            <p:cNvSpPr/>
            <p:nvPr/>
          </p:nvSpPr>
          <p:spPr>
            <a:xfrm rot="16200000">
              <a:off x="10457847" y="6466841"/>
              <a:ext cx="1453118" cy="78231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3A31F83-F7F8-62AC-648A-10E7F953858D}"/>
                    </a:ext>
                  </a:extLst>
                </p:cNvPr>
                <p:cNvSpPr txBox="1"/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3A31F83-F7F8-62AC-648A-10E7F9538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5866" y="7584558"/>
                  <a:ext cx="477079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8205" r="-25641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98D90151-1163-A389-108F-8B258EC6344D}"/>
                  </a:ext>
                </a:extLst>
              </p:cNvPr>
              <p:cNvSpPr/>
              <p:nvPr/>
            </p:nvSpPr>
            <p:spPr>
              <a:xfrm>
                <a:off x="441118" y="7519719"/>
                <a:ext cx="23250155" cy="34835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For each closing element, we have to travel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deleted elements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Total running time of the algorithm is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f>
                      <m:fPr>
                        <m:ctrlP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														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5400" b="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5400" b="0" i="1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0" i="1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5400" b="0" i="1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98D90151-1163-A389-108F-8B258EC634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18" y="7519719"/>
                <a:ext cx="23250155" cy="3483507"/>
              </a:xfrm>
              <a:prstGeom prst="roundRect">
                <a:avLst/>
              </a:prstGeom>
              <a:blipFill>
                <a:blip r:embed="rId4"/>
                <a:stretch>
                  <a:fillRect l="-70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ight Brace 38">
            <a:extLst>
              <a:ext uri="{FF2B5EF4-FFF2-40B4-BE49-F238E27FC236}">
                <a16:creationId xmlns:a16="http://schemas.microsoft.com/office/drawing/2014/main" id="{E74A9001-29EB-2FC4-BD36-6F8E52693F6B}"/>
              </a:ext>
            </a:extLst>
          </p:cNvPr>
          <p:cNvSpPr/>
          <p:nvPr/>
        </p:nvSpPr>
        <p:spPr>
          <a:xfrm rot="5400000">
            <a:off x="3698620" y="1238411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8FC6CDB5-CB79-B7F2-F774-73A1D4C449AA}"/>
                  </a:ext>
                </a:extLst>
              </p:cNvPr>
              <p:cNvSpPr/>
              <p:nvPr/>
            </p:nvSpPr>
            <p:spPr>
              <a:xfrm>
                <a:off x="3326194" y="5724401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8FC6CDB5-CB79-B7F2-F774-73A1D4C449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194" y="5724401"/>
                <a:ext cx="1698298" cy="1682163"/>
              </a:xfrm>
              <a:prstGeom prst="roundRect">
                <a:avLst/>
              </a:prstGeom>
              <a:blipFill>
                <a:blip r:embed="rId5"/>
                <a:stretch>
                  <a:fillRect b="-289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ight Brace 40">
            <a:extLst>
              <a:ext uri="{FF2B5EF4-FFF2-40B4-BE49-F238E27FC236}">
                <a16:creationId xmlns:a16="http://schemas.microsoft.com/office/drawing/2014/main" id="{73D341A5-3E16-48EC-4E4B-364C00E911F9}"/>
              </a:ext>
            </a:extLst>
          </p:cNvPr>
          <p:cNvSpPr/>
          <p:nvPr/>
        </p:nvSpPr>
        <p:spPr>
          <a:xfrm rot="5400000">
            <a:off x="11788930" y="1304505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6EF13EF-3D45-B547-4352-B5D2DC24A117}"/>
                  </a:ext>
                </a:extLst>
              </p:cNvPr>
              <p:cNvSpPr/>
              <p:nvPr/>
            </p:nvSpPr>
            <p:spPr>
              <a:xfrm>
                <a:off x="11447853" y="5903773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6EF13EF-3D45-B547-4352-B5D2DC24A1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7853" y="5903773"/>
                <a:ext cx="1698298" cy="1682163"/>
              </a:xfrm>
              <a:prstGeom prst="roundRect">
                <a:avLst/>
              </a:prstGeom>
              <a:blipFill>
                <a:blip r:embed="rId6"/>
                <a:stretch>
                  <a:fillRect b="-362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Brace 42">
            <a:extLst>
              <a:ext uri="{FF2B5EF4-FFF2-40B4-BE49-F238E27FC236}">
                <a16:creationId xmlns:a16="http://schemas.microsoft.com/office/drawing/2014/main" id="{8296DDC4-569D-169E-8186-77ED1E5A7CDF}"/>
              </a:ext>
            </a:extLst>
          </p:cNvPr>
          <p:cNvSpPr/>
          <p:nvPr/>
        </p:nvSpPr>
        <p:spPr>
          <a:xfrm rot="5400000">
            <a:off x="19917105" y="1304504"/>
            <a:ext cx="855803" cy="7751696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D3D8379-C688-06FA-3B93-E9B30CAF834E}"/>
                  </a:ext>
                </a:extLst>
              </p:cNvPr>
              <p:cNvSpPr/>
              <p:nvPr/>
            </p:nvSpPr>
            <p:spPr>
              <a:xfrm>
                <a:off x="19569512" y="5724401"/>
                <a:ext cx="1698298" cy="168216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5400" b="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D3D8379-C688-06FA-3B93-E9B30CAF83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9512" y="5724401"/>
                <a:ext cx="1698298" cy="1682163"/>
              </a:xfrm>
              <a:prstGeom prst="roundRect">
                <a:avLst/>
              </a:prstGeom>
              <a:blipFill>
                <a:blip r:embed="rId7"/>
                <a:stretch>
                  <a:fillRect b="-289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656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A6CDF35-038D-6201-53CE-7B21DDCC38E1}"/>
              </a:ext>
            </a:extLst>
          </p:cNvPr>
          <p:cNvSpPr/>
          <p:nvPr/>
        </p:nvSpPr>
        <p:spPr>
          <a:xfrm>
            <a:off x="566922" y="9176437"/>
            <a:ext cx="23250155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Implementing the blue step takes a lot of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we improve our algorithm?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We don’t want to go over the deleted elements again and again?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C996272-D4EE-C4FD-25B8-1FC7EE3758CF}"/>
                  </a:ext>
                </a:extLst>
              </p:cNvPr>
              <p:cNvSpPr/>
              <p:nvPr/>
            </p:nvSpPr>
            <p:spPr>
              <a:xfrm>
                <a:off x="2450374" y="447011"/>
                <a:ext cx="19483251" cy="757086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Repeat till there is a closing element</a:t>
                </a:r>
                <a:endParaRPr lang="en-US" sz="54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Find the first closing element, say at location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6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6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be the first non-deleted element to the left of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6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If the closing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does not match the opening element at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, then the string is not balanced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Delete element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If all the elements are deleted, report that the string is balanced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>
                        <a:lumMod val="95000"/>
                      </a:schemeClr>
                    </a:solidFill>
                    <a:latin typeface="Bradley Hand" pitchFamily="2" charset="77"/>
                  </a:rPr>
                  <a:t>Else report that the string is not balanced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C996272-D4EE-C4FD-25B8-1FC7EE375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374" y="447011"/>
                <a:ext cx="19483251" cy="757086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320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6B96136-1B86-43E6-9868-45DA8DB2E162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97DB68A-5BDA-31B3-DBC2-73B0776DF705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7CA0FAD-F2EF-02CC-60F4-3266F831438D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E43AB7D-ECF9-FE24-AA6B-3F2D5F4591AD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4513DDD-0C9C-03A1-988E-13FE60C2732B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5CD7298-DDA3-72B9-DC56-8167BE3EFF10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175991-A936-FF2E-FE5B-DD8EE6DCB789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3E1CB1C-981F-95C2-070A-7B25A503CFD3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!!b1">
            <a:extLst>
              <a:ext uri="{FF2B5EF4-FFF2-40B4-BE49-F238E27FC236}">
                <a16:creationId xmlns:a16="http://schemas.microsoft.com/office/drawing/2014/main" id="{2FC2D923-2072-8E7F-4DC2-C91A86CAEF8B}"/>
              </a:ext>
            </a:extLst>
          </p:cNvPr>
          <p:cNvSpPr/>
          <p:nvPr/>
        </p:nvSpPr>
        <p:spPr>
          <a:xfrm>
            <a:off x="784050" y="1191965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!!b2">
            <a:extLst>
              <a:ext uri="{FF2B5EF4-FFF2-40B4-BE49-F238E27FC236}">
                <a16:creationId xmlns:a16="http://schemas.microsoft.com/office/drawing/2014/main" id="{A7CA8D51-23F6-CB87-6A46-4253F25201EF}"/>
              </a:ext>
            </a:extLst>
          </p:cNvPr>
          <p:cNvSpPr/>
          <p:nvPr/>
        </p:nvSpPr>
        <p:spPr>
          <a:xfrm>
            <a:off x="2094447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4CB0744E-9661-743B-A806-56F6FC25A2C1}"/>
              </a:ext>
            </a:extLst>
          </p:cNvPr>
          <p:cNvSpPr/>
          <p:nvPr/>
        </p:nvSpPr>
        <p:spPr>
          <a:xfrm>
            <a:off x="3423155" y="119196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32108A45-940E-2F2C-20FE-FBC01F60F49A}"/>
              </a:ext>
            </a:extLst>
          </p:cNvPr>
          <p:cNvSpPr/>
          <p:nvPr/>
        </p:nvSpPr>
        <p:spPr>
          <a:xfrm>
            <a:off x="4751863" y="11919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17E418DC-8BAB-9077-5A01-61BBBFD0792B}"/>
              </a:ext>
            </a:extLst>
          </p:cNvPr>
          <p:cNvSpPr/>
          <p:nvPr/>
        </p:nvSpPr>
        <p:spPr>
          <a:xfrm>
            <a:off x="6080571" y="11919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612BD08A-5C7A-8232-3AA7-06C84306F3A7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38B2C784-A9ED-9636-DCD7-A59CA0598BF5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9D3C7D74-45DC-08CF-78D2-A6CFD19956D9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CC1451B3-A224-EE7E-779D-DEBB9598CBAE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DA9EC278-91CF-66ED-FF4A-1256AA335251}"/>
              </a:ext>
            </a:extLst>
          </p:cNvPr>
          <p:cNvSpPr/>
          <p:nvPr/>
        </p:nvSpPr>
        <p:spPr>
          <a:xfrm rot="16200000">
            <a:off x="712689" y="347426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740567B-2838-123C-540F-990739F0312A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2207FBF-D19D-60FC-1522-1CBA1E9C47B6}"/>
              </a:ext>
            </a:extLst>
          </p:cNvPr>
          <p:cNvSpPr/>
          <p:nvPr/>
        </p:nvSpPr>
        <p:spPr>
          <a:xfrm>
            <a:off x="5407061" y="6549576"/>
            <a:ext cx="11625078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The stack can contain only opening elements in the string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2322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394B-AC72-D2C8-08ED-606117A48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AE4B3A90-16B1-0FA8-FB1A-4A012B79727E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3FADBA5-A94B-CF2B-77BF-058E5CF28494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A2F0A95-141B-73BD-3174-3B82BF9672E8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7DD74B-D544-0C71-EE6A-941120FC3AB9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89B11F6-9FCA-E825-4F09-EFB3D1B00230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EEF1C59-EC3F-6798-5CB3-A0B71A8A36B7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0A922BD-DD10-15A9-423A-9DFB1A1CDAE2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2B24425-D7CA-5B5A-4411-62911F5B81C5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DC3E493-9DFD-2F21-05AD-7AD329CA756E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!!b1">
            <a:extLst>
              <a:ext uri="{FF2B5EF4-FFF2-40B4-BE49-F238E27FC236}">
                <a16:creationId xmlns:a16="http://schemas.microsoft.com/office/drawing/2014/main" id="{54090937-D692-25FC-DA2B-43A3FC9B8D0E}"/>
              </a:ext>
            </a:extLst>
          </p:cNvPr>
          <p:cNvSpPr/>
          <p:nvPr/>
        </p:nvSpPr>
        <p:spPr>
          <a:xfrm>
            <a:off x="18947093" y="9597307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!!b2">
            <a:extLst>
              <a:ext uri="{FF2B5EF4-FFF2-40B4-BE49-F238E27FC236}">
                <a16:creationId xmlns:a16="http://schemas.microsoft.com/office/drawing/2014/main" id="{0C0ECBB4-0F8A-81C4-6994-A54784F0B2C3}"/>
              </a:ext>
            </a:extLst>
          </p:cNvPr>
          <p:cNvSpPr/>
          <p:nvPr/>
        </p:nvSpPr>
        <p:spPr>
          <a:xfrm>
            <a:off x="2094447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DF153542-C4FB-EA55-FEC5-594A66D2BFD2}"/>
              </a:ext>
            </a:extLst>
          </p:cNvPr>
          <p:cNvSpPr/>
          <p:nvPr/>
        </p:nvSpPr>
        <p:spPr>
          <a:xfrm>
            <a:off x="3423155" y="119196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6E0916D4-AAC5-118E-810E-BF2548534EF4}"/>
              </a:ext>
            </a:extLst>
          </p:cNvPr>
          <p:cNvSpPr/>
          <p:nvPr/>
        </p:nvSpPr>
        <p:spPr>
          <a:xfrm>
            <a:off x="4751863" y="11919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60356727-21AA-ECE4-FD97-BF80EB79B2F8}"/>
              </a:ext>
            </a:extLst>
          </p:cNvPr>
          <p:cNvSpPr/>
          <p:nvPr/>
        </p:nvSpPr>
        <p:spPr>
          <a:xfrm>
            <a:off x="6080571" y="11919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6C61D625-9432-F68B-C5B5-616879A4D495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B92EC8E1-DCD8-63F5-9BF9-DACA6CC1B7BE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5A457195-F100-6DF1-2704-92B6DDBD3D2D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E5458F61-9F35-EE72-2159-C520DD5F4128}"/>
              </a:ext>
            </a:extLst>
          </p:cNvPr>
          <p:cNvSpPr/>
          <p:nvPr/>
        </p:nvSpPr>
        <p:spPr>
          <a:xfrm rot="16200000">
            <a:off x="2023086" y="3536607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17260B1-6827-BB85-46A0-EF21FC537107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463035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D12E-ACC3-3090-CE88-EB755929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BFDD370A-40A7-E1FD-F4A5-243B3AD9F30C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1DC1AC2-3F39-3EA9-0EB7-85B3C5A857BA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F0B68C4-0269-A463-F52D-EEDAA45426D4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F453D3-EB87-98A0-CA73-A8D1B7B7DDF1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F4F92F1-1176-5E24-F12A-D9BD7C50633E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C15099-7F4C-B62D-0C99-6C81EC66C9F9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DC572A9-4A47-37F6-63CF-C16635F6C45D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746BB82-9595-4A2F-829E-5F98C8CA6A01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210DB7-53B2-5750-8E01-71701C9F4200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!!b1">
            <a:extLst>
              <a:ext uri="{FF2B5EF4-FFF2-40B4-BE49-F238E27FC236}">
                <a16:creationId xmlns:a16="http://schemas.microsoft.com/office/drawing/2014/main" id="{DF2A2837-482F-7B1E-3D53-0B6975C78DA8}"/>
              </a:ext>
            </a:extLst>
          </p:cNvPr>
          <p:cNvSpPr/>
          <p:nvPr/>
        </p:nvSpPr>
        <p:spPr>
          <a:xfrm>
            <a:off x="18947093" y="9597307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!!b2">
            <a:extLst>
              <a:ext uri="{FF2B5EF4-FFF2-40B4-BE49-F238E27FC236}">
                <a16:creationId xmlns:a16="http://schemas.microsoft.com/office/drawing/2014/main" id="{FCDD3367-ACB5-405F-642E-A29797BA0B64}"/>
              </a:ext>
            </a:extLst>
          </p:cNvPr>
          <p:cNvSpPr/>
          <p:nvPr/>
        </p:nvSpPr>
        <p:spPr>
          <a:xfrm>
            <a:off x="18947092" y="388449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C76FE5AF-C4F0-37A2-824A-13354274AB25}"/>
              </a:ext>
            </a:extLst>
          </p:cNvPr>
          <p:cNvSpPr/>
          <p:nvPr/>
        </p:nvSpPr>
        <p:spPr>
          <a:xfrm>
            <a:off x="3423155" y="119196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99A51FE3-E20C-CFC6-84E4-19365776DBDB}"/>
              </a:ext>
            </a:extLst>
          </p:cNvPr>
          <p:cNvSpPr/>
          <p:nvPr/>
        </p:nvSpPr>
        <p:spPr>
          <a:xfrm>
            <a:off x="4751863" y="11919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AE1D60FD-31C0-657C-69E4-5BAEA1578DBA}"/>
              </a:ext>
            </a:extLst>
          </p:cNvPr>
          <p:cNvSpPr/>
          <p:nvPr/>
        </p:nvSpPr>
        <p:spPr>
          <a:xfrm>
            <a:off x="6080571" y="11919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9F2607FB-3A88-6936-3AB8-636A47094D6A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F6DF1F6C-E527-75CB-ED70-B75DE66F8466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28BF9901-9E1A-2C08-33E7-74ACDFB20BC1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DDBD515A-C5E4-89F8-4EAE-5BF1F6F0AC67}"/>
              </a:ext>
            </a:extLst>
          </p:cNvPr>
          <p:cNvSpPr/>
          <p:nvPr/>
        </p:nvSpPr>
        <p:spPr>
          <a:xfrm rot="16200000">
            <a:off x="3351794" y="3557388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A03AF1F-E0E4-BB3E-2D19-1FB955E6520A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69BE890-0A36-0DE2-FC37-41442A2C87EB}"/>
              </a:ext>
            </a:extLst>
          </p:cNvPr>
          <p:cNvSpPr/>
          <p:nvPr/>
        </p:nvSpPr>
        <p:spPr>
          <a:xfrm>
            <a:off x="547834" y="7411592"/>
            <a:ext cx="1435273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corresponding opening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In the stack</a:t>
            </a:r>
          </a:p>
        </p:txBody>
      </p:sp>
    </p:spTree>
    <p:extLst>
      <p:ext uri="{BB962C8B-B14F-4D97-AF65-F5344CB8AC3E}">
        <p14:creationId xmlns:p14="http://schemas.microsoft.com/office/powerpoint/2010/main" val="3483413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7352-ED21-C26C-83D0-CC2746114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E816C6A6-7E0C-F36F-89B7-30AF05D8D318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362555D-0145-4C29-E4F6-85DB85EAA724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855CB9-A447-37DC-1DAA-5625FD8A352C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8BDA07F-8036-54B5-6185-34C28D3035B7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874D4B3-769F-BE4F-BF37-4B8F2CE7EBC0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712229-4FAE-945F-B8EF-18AE8300E263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9909469-3643-6687-7761-9954C93E58F5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4A7AC35-DA1D-E440-9BDE-11BE590088DC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4BE9D55-6633-A149-2407-3FE135611D25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!!b1">
            <a:extLst>
              <a:ext uri="{FF2B5EF4-FFF2-40B4-BE49-F238E27FC236}">
                <a16:creationId xmlns:a16="http://schemas.microsoft.com/office/drawing/2014/main" id="{8C5A2C99-07AC-D5E0-0F1A-F16C365DEC04}"/>
              </a:ext>
            </a:extLst>
          </p:cNvPr>
          <p:cNvSpPr/>
          <p:nvPr/>
        </p:nvSpPr>
        <p:spPr>
          <a:xfrm>
            <a:off x="17328580" y="376550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!!b2">
            <a:extLst>
              <a:ext uri="{FF2B5EF4-FFF2-40B4-BE49-F238E27FC236}">
                <a16:creationId xmlns:a16="http://schemas.microsoft.com/office/drawing/2014/main" id="{D52510FF-53EC-85A8-C8FD-860924D127ED}"/>
              </a:ext>
            </a:extLst>
          </p:cNvPr>
          <p:cNvSpPr/>
          <p:nvPr/>
        </p:nvSpPr>
        <p:spPr>
          <a:xfrm>
            <a:off x="18947092" y="388449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E454F1AD-BB94-375E-E35D-A1C7F26ACF34}"/>
              </a:ext>
            </a:extLst>
          </p:cNvPr>
          <p:cNvSpPr/>
          <p:nvPr/>
        </p:nvSpPr>
        <p:spPr>
          <a:xfrm>
            <a:off x="3423155" y="119196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7ECE051F-095B-6769-6A66-6CA9D87B1F32}"/>
              </a:ext>
            </a:extLst>
          </p:cNvPr>
          <p:cNvSpPr/>
          <p:nvPr/>
        </p:nvSpPr>
        <p:spPr>
          <a:xfrm>
            <a:off x="4751863" y="11919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037C6624-3C10-1DF5-419D-787211C23BBC}"/>
              </a:ext>
            </a:extLst>
          </p:cNvPr>
          <p:cNvSpPr/>
          <p:nvPr/>
        </p:nvSpPr>
        <p:spPr>
          <a:xfrm>
            <a:off x="6080571" y="11919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28D2417E-7A6A-B899-FE6A-FDF62C644C8E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AD4A93C0-F1E5-8842-F867-95FD2A8DAA40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96925F5A-A28E-510D-0D63-9418B443B153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1BAD8DC-6987-A126-BB82-6528586649B5}"/>
              </a:ext>
            </a:extLst>
          </p:cNvPr>
          <p:cNvSpPr/>
          <p:nvPr/>
        </p:nvSpPr>
        <p:spPr>
          <a:xfrm rot="16200000">
            <a:off x="3351794" y="3557388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E2C9E60-DF0C-8B5A-FB89-D02F296954E7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B474D7-2BC5-AF88-846C-1B2E126BAC56}"/>
              </a:ext>
            </a:extLst>
          </p:cNvPr>
          <p:cNvSpPr/>
          <p:nvPr/>
        </p:nvSpPr>
        <p:spPr>
          <a:xfrm>
            <a:off x="547834" y="7411592"/>
            <a:ext cx="1435273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corresponding opening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In the stack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77C0FF-8D0F-237A-6067-3F5402DC61A3}"/>
              </a:ext>
            </a:extLst>
          </p:cNvPr>
          <p:cNvSpPr/>
          <p:nvPr/>
        </p:nvSpPr>
        <p:spPr>
          <a:xfrm>
            <a:off x="547834" y="10583629"/>
            <a:ext cx="1435273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There is a match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Remove both the elements</a:t>
            </a:r>
          </a:p>
        </p:txBody>
      </p:sp>
    </p:spTree>
    <p:extLst>
      <p:ext uri="{BB962C8B-B14F-4D97-AF65-F5344CB8AC3E}">
        <p14:creationId xmlns:p14="http://schemas.microsoft.com/office/powerpoint/2010/main" val="4211937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6FCC-D1A7-02AA-2C07-E6518FCB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15E06D3F-437E-72BF-F7AB-94E0880251A2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3D6E41-5AAD-23A7-227F-3628160B8A55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6F0A6A1-86B8-75D5-52BA-AEB623CDFB4C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7AABD15-BE48-9545-A323-A34FB76730B2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B1AD2C6-B690-B763-99DD-3D7610DFC83B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2CC8D65-592D-3FE9-6E0A-D55AB286CBC7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439BB0C-E2E3-22AB-9345-23112B48C513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A5598E2-BA5A-3D51-AF4F-6A4630F3E0E5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30391F7-DCE7-161B-51AE-E5DFA9B334F8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!!b1">
            <a:extLst>
              <a:ext uri="{FF2B5EF4-FFF2-40B4-BE49-F238E27FC236}">
                <a16:creationId xmlns:a16="http://schemas.microsoft.com/office/drawing/2014/main" id="{1D8F5683-F84E-D827-77BA-6DE4E1D09447}"/>
              </a:ext>
            </a:extLst>
          </p:cNvPr>
          <p:cNvSpPr/>
          <p:nvPr/>
        </p:nvSpPr>
        <p:spPr>
          <a:xfrm>
            <a:off x="17983779" y="-2345563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!!b2">
            <a:extLst>
              <a:ext uri="{FF2B5EF4-FFF2-40B4-BE49-F238E27FC236}">
                <a16:creationId xmlns:a16="http://schemas.microsoft.com/office/drawing/2014/main" id="{5C0E1D48-BA1F-CAF8-5354-8DFE020B4BDE}"/>
              </a:ext>
            </a:extLst>
          </p:cNvPr>
          <p:cNvSpPr/>
          <p:nvPr/>
        </p:nvSpPr>
        <p:spPr>
          <a:xfrm>
            <a:off x="19602291" y="-23336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DAF3263D-016F-2042-D381-17B9E4202E0F}"/>
              </a:ext>
            </a:extLst>
          </p:cNvPr>
          <p:cNvSpPr/>
          <p:nvPr/>
        </p:nvSpPr>
        <p:spPr>
          <a:xfrm>
            <a:off x="3423155" y="119196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C29E4063-7C6C-E33A-06B1-781324B52849}"/>
              </a:ext>
            </a:extLst>
          </p:cNvPr>
          <p:cNvSpPr/>
          <p:nvPr/>
        </p:nvSpPr>
        <p:spPr>
          <a:xfrm>
            <a:off x="4751863" y="11919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29BAECA0-9A54-7642-9448-DC0DD2784C18}"/>
              </a:ext>
            </a:extLst>
          </p:cNvPr>
          <p:cNvSpPr/>
          <p:nvPr/>
        </p:nvSpPr>
        <p:spPr>
          <a:xfrm>
            <a:off x="6080571" y="11919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D513326E-5FC4-8817-5E35-CDE57650F48D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172F9CFB-C983-1B3E-16DA-F813A68CA82C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FF5B21AB-A891-BC84-2B78-B433D530DF61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5902011-AD37-178C-E36B-FE2BC8E8AC15}"/>
              </a:ext>
            </a:extLst>
          </p:cNvPr>
          <p:cNvSpPr/>
          <p:nvPr/>
        </p:nvSpPr>
        <p:spPr>
          <a:xfrm rot="16200000">
            <a:off x="3351794" y="3557388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9BD08FC-DE4D-89B3-6DEF-9A1CD9238994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98E464-ECEE-A64E-106E-27108DB5E6EA}"/>
              </a:ext>
            </a:extLst>
          </p:cNvPr>
          <p:cNvSpPr/>
          <p:nvPr/>
        </p:nvSpPr>
        <p:spPr>
          <a:xfrm>
            <a:off x="547834" y="7411592"/>
            <a:ext cx="1435273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corresponding opening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In the stack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FD889E-B232-A0E2-D1BB-3AB7523AD94C}"/>
              </a:ext>
            </a:extLst>
          </p:cNvPr>
          <p:cNvSpPr/>
          <p:nvPr/>
        </p:nvSpPr>
        <p:spPr>
          <a:xfrm>
            <a:off x="547834" y="10583629"/>
            <a:ext cx="1435273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There is a match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Remove both the elements</a:t>
            </a:r>
          </a:p>
        </p:txBody>
      </p:sp>
    </p:spTree>
    <p:extLst>
      <p:ext uri="{BB962C8B-B14F-4D97-AF65-F5344CB8AC3E}">
        <p14:creationId xmlns:p14="http://schemas.microsoft.com/office/powerpoint/2010/main" val="357019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24907-5CF9-B2C3-409A-D90E3F41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01E0CCA1-9B62-9D89-F155-1CB1A94BB25C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49CED5C-D814-72AD-85E2-F336268EB582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352216F-A483-6159-A4D6-5640F169D508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5D128A2-0B7A-5ECF-F6D9-DB50B52673F5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89226B6-4613-3004-7614-B436149EFCC8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B752B0F-BBEC-D623-9EAA-24DBFE81A61F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1C3920A-BE9B-46AB-BB65-F7B74185FFA3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35665D0-5A2D-9BF4-9FB2-CBC21322CA70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5022CB0-9066-A0EC-E3ED-A81BB86A91D5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A22F3C2D-AE64-5D0A-65B9-C9A1CBCC5783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20C2FFA5-296D-018D-562E-0C7E43A19ADD}"/>
              </a:ext>
            </a:extLst>
          </p:cNvPr>
          <p:cNvSpPr/>
          <p:nvPr/>
        </p:nvSpPr>
        <p:spPr>
          <a:xfrm>
            <a:off x="4751863" y="11919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F9E65A4D-070E-D81A-5964-948A1B2E37DE}"/>
              </a:ext>
            </a:extLst>
          </p:cNvPr>
          <p:cNvSpPr/>
          <p:nvPr/>
        </p:nvSpPr>
        <p:spPr>
          <a:xfrm>
            <a:off x="6080571" y="11919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C523B5B0-1804-C2F5-9170-F58BE704305E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D8B966C1-B252-C4D3-DDF2-8F3EFC234700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11E2C58E-EBE3-220D-0B3A-5049309FE2C3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7D6C0DEB-510C-E53F-C896-4A260F7F3230}"/>
              </a:ext>
            </a:extLst>
          </p:cNvPr>
          <p:cNvSpPr/>
          <p:nvPr/>
        </p:nvSpPr>
        <p:spPr>
          <a:xfrm rot="16200000">
            <a:off x="4680502" y="3592633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7745797-B588-10A8-B39A-C06D8AE500C4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37190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89678-364D-1C5A-7844-F8D09072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25CB04A7-439E-ED0C-DAB2-53E75806E9DD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4349C8F-86FF-D2A1-0412-BDC7DD789E8E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73B78AC-AC36-29EA-2475-BB7BB0BE684E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D140B10-1438-35FE-2B50-34B613564FA7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F3E262E-1A2E-AB1D-8649-AE214C882EE5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83C91B5-16D2-F42E-8CE2-775BC8743CEE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1022DFD-57C3-B242-9BB4-B57825431C49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F7357C-765F-2739-7B42-1CFFEE4B9144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7422A52-5BEC-8D31-9E07-75CE781A8990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D5A7F2E6-1FE7-F82A-85C0-7F16CF92DDD6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D3B746CB-F1B0-9603-5DB1-E4B789DF0409}"/>
              </a:ext>
            </a:extLst>
          </p:cNvPr>
          <p:cNvSpPr/>
          <p:nvPr/>
        </p:nvSpPr>
        <p:spPr>
          <a:xfrm>
            <a:off x="18947092" y="77147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EAFB07A9-1CF5-B8A4-0FDB-869EE8E51F45}"/>
              </a:ext>
            </a:extLst>
          </p:cNvPr>
          <p:cNvSpPr/>
          <p:nvPr/>
        </p:nvSpPr>
        <p:spPr>
          <a:xfrm>
            <a:off x="6080571" y="11919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B02D4982-953E-FC7C-D18D-3FE099414B96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91AB0C10-420E-43DB-C7C4-56B58D4B55D9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7B763541-D075-FB6D-0404-ECB8B646C449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70610635-01A8-1CCB-B66B-177EAF86300A}"/>
              </a:ext>
            </a:extLst>
          </p:cNvPr>
          <p:cNvSpPr/>
          <p:nvPr/>
        </p:nvSpPr>
        <p:spPr>
          <a:xfrm rot="16200000">
            <a:off x="6009210" y="3503424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1F86302-06BE-ABEA-0CE0-FB8D8C86F543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142530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9C070-8884-50CB-647B-F88C1FAD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62E77FD4-1AFA-CD16-2463-0A8481025E4A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80A8EF7-2AC2-1F4F-96B2-3A56F08C5925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8E90DCF-C228-F204-D814-4F3CC45D5AD0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543024-C667-0054-7F6A-C81FF06AC923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2D6C3A9-C1D0-1DE2-AD3C-B49A86F9D60C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17FCE48-E5BB-752D-3D69-CAE749FE3E8B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8FEDAD6-51DB-02BE-FF51-8B04CDB596D2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4E83981-C43B-068F-7650-FF1A2A9D255E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BD1F8FF-3FF0-472B-0630-CFCE05C1E810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2B74E674-5459-71C1-B69C-4A8609AD4ACD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5310582C-DFA8-4EC1-74F6-509736C32AD3}"/>
              </a:ext>
            </a:extLst>
          </p:cNvPr>
          <p:cNvSpPr/>
          <p:nvPr/>
        </p:nvSpPr>
        <p:spPr>
          <a:xfrm>
            <a:off x="18947092" y="77147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15ACA886-FEFB-6FB6-4DD7-DD3B9FD65230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99CA6A60-7F29-66C3-0029-C24AE32E2298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E817E355-9BF9-B679-BAB5-476BDC2466FC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61B1FC5-19DB-697F-0BA6-FFA1862EF527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2" name="!!b5">
            <a:extLst>
              <a:ext uri="{FF2B5EF4-FFF2-40B4-BE49-F238E27FC236}">
                <a16:creationId xmlns:a16="http://schemas.microsoft.com/office/drawing/2014/main" id="{74B5CE88-37ED-12EC-93C1-449080E28D4F}"/>
              </a:ext>
            </a:extLst>
          </p:cNvPr>
          <p:cNvSpPr/>
          <p:nvPr/>
        </p:nvSpPr>
        <p:spPr>
          <a:xfrm>
            <a:off x="18937239" y="362191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414A51-2F8C-B726-6EB6-736BEC6E9E2E}"/>
              </a:ext>
            </a:extLst>
          </p:cNvPr>
          <p:cNvSpPr/>
          <p:nvPr/>
        </p:nvSpPr>
        <p:spPr>
          <a:xfrm>
            <a:off x="547834" y="7411592"/>
            <a:ext cx="1435273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corresponding opening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On the top of the 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D9A0CA40-15A5-4CAF-DF3F-18FAB0FC0341}"/>
              </a:ext>
            </a:extLst>
          </p:cNvPr>
          <p:cNvSpPr/>
          <p:nvPr/>
        </p:nvSpPr>
        <p:spPr>
          <a:xfrm rot="16200000">
            <a:off x="7319607" y="3345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74830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98F5-9CEB-2009-4889-A5BE2BE83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BA625138-D61D-7577-2EDC-CBE4D248C2AC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7ED0645-B5CB-7278-00B3-4AC98D94B677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D345397-76C6-6FCE-3464-90820C70BBB5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0F62AE-078F-C2C1-C301-E17AB975D94E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E104102-6DCA-7DA4-B317-69FEB8817AF3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1A85765-DF5A-A406-FA92-6ABEB73C1EA0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DA3E84A-7BD2-E1FB-4F8B-DB1DFBD9089A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4B7A548-BE7B-E7D2-4D2F-2EB95A4FB44E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45BAA83-B740-3C00-07F1-691F871FD7E0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4D23BC6E-40FD-C026-C272-013DB3574F78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7124F32B-DA8E-BAB3-D99E-9CA7126F162A}"/>
              </a:ext>
            </a:extLst>
          </p:cNvPr>
          <p:cNvSpPr/>
          <p:nvPr/>
        </p:nvSpPr>
        <p:spPr>
          <a:xfrm>
            <a:off x="17328580" y="37564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FD12C000-EFAC-D948-D12F-87E989520DF2}"/>
              </a:ext>
            </a:extLst>
          </p:cNvPr>
          <p:cNvSpPr/>
          <p:nvPr/>
        </p:nvSpPr>
        <p:spPr>
          <a:xfrm>
            <a:off x="18937239" y="362191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AFB66A07-5B16-0703-FCA4-9E47C1170904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41EE52C9-4952-3457-834E-24B12F1EE0D2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CF18A107-9717-1182-2D07-323C22520DAA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F4DA3F6A-9AE6-515E-9E15-D2160F78860D}"/>
              </a:ext>
            </a:extLst>
          </p:cNvPr>
          <p:cNvSpPr/>
          <p:nvPr/>
        </p:nvSpPr>
        <p:spPr>
          <a:xfrm rot="16200000">
            <a:off x="7319607" y="3345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BB49E4A-2C66-187A-45E4-8A462E53AC76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63C1EE3-B156-8FC3-9E42-2C1580FABBC9}"/>
              </a:ext>
            </a:extLst>
          </p:cNvPr>
          <p:cNvSpPr/>
          <p:nvPr/>
        </p:nvSpPr>
        <p:spPr>
          <a:xfrm>
            <a:off x="547834" y="7411592"/>
            <a:ext cx="1435273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corresponding opening element?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On the top of the stack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6269C4-0261-844A-F939-FFF0DCC55D83}"/>
              </a:ext>
            </a:extLst>
          </p:cNvPr>
          <p:cNvSpPr/>
          <p:nvPr/>
        </p:nvSpPr>
        <p:spPr>
          <a:xfrm>
            <a:off x="547834" y="9598147"/>
            <a:ext cx="1435273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Remove the top of the stack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There is a match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both the elements</a:t>
            </a:r>
          </a:p>
        </p:txBody>
      </p:sp>
    </p:spTree>
    <p:extLst>
      <p:ext uri="{BB962C8B-B14F-4D97-AF65-F5344CB8AC3E}">
        <p14:creationId xmlns:p14="http://schemas.microsoft.com/office/powerpoint/2010/main" val="2145668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C365-6D4F-8243-6DEF-81126041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8681A11D-B75F-5E67-636F-43596C48F7C4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483142-4069-1D1F-3645-2111AED1999E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7D8ED8-ECB1-AED9-83C3-41742C6288E3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81D9897-211B-9761-ECD4-93E698A81EA1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0DC0BC9-0B3E-BBBA-2DF5-B827DBAAAF00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029507C-3739-A39F-1B17-FCA3F33059DC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782A738-5CF7-8F11-5E92-A3BB3C21410D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D6C2ABC-2B2C-B8DB-8273-E428B975DD39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C9169F6-D570-FBF2-048D-4119B5383BC6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59F81EC9-0FD0-FA6B-6FFC-0ACBE63D0EF5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4">
            <a:extLst>
              <a:ext uri="{FF2B5EF4-FFF2-40B4-BE49-F238E27FC236}">
                <a16:creationId xmlns:a16="http://schemas.microsoft.com/office/drawing/2014/main" id="{5C7F2C4A-162A-ADDC-0791-26A4BF30BFED}"/>
              </a:ext>
            </a:extLst>
          </p:cNvPr>
          <p:cNvSpPr/>
          <p:nvPr/>
        </p:nvSpPr>
        <p:spPr>
          <a:xfrm>
            <a:off x="17338434" y="-293026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5">
            <a:extLst>
              <a:ext uri="{FF2B5EF4-FFF2-40B4-BE49-F238E27FC236}">
                <a16:creationId xmlns:a16="http://schemas.microsoft.com/office/drawing/2014/main" id="{8B539BE3-2EFB-EA29-4283-AE1056512532}"/>
              </a:ext>
            </a:extLst>
          </p:cNvPr>
          <p:cNvSpPr/>
          <p:nvPr/>
        </p:nvSpPr>
        <p:spPr>
          <a:xfrm>
            <a:off x="18947093" y="-294371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B7E63E28-CB9C-28B7-9BD1-D1BF61A48EE8}"/>
              </a:ext>
            </a:extLst>
          </p:cNvPr>
          <p:cNvSpPr/>
          <p:nvPr/>
        </p:nvSpPr>
        <p:spPr>
          <a:xfrm>
            <a:off x="7390968" y="119196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E9076C20-D2D0-E088-C5A0-876FD7B4EB9B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4EC94505-9A74-3846-C78E-AEA4FAA933D0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DB4A4E3-183C-70E7-522F-DCA691C8F2A9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EADD300B-8E4A-CFDE-098D-BF6DC06C021A}"/>
              </a:ext>
            </a:extLst>
          </p:cNvPr>
          <p:cNvSpPr/>
          <p:nvPr/>
        </p:nvSpPr>
        <p:spPr>
          <a:xfrm rot="16200000">
            <a:off x="7319607" y="3345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2241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0CE50-FD80-9D8F-E3B5-997B5D24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75F3AB3A-0F64-FE89-0F8E-3C2E66B112D0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E23A18E-41D7-8ABC-31D0-B7C1E4E180CB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C952BB0-694A-4F1E-5605-D1E5D9241FD8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5224E4-7BC6-5476-4FA3-C6806BF39472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1522496-DB10-43A4-A598-9F9517B0A4A1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CCE360E-1690-E3AD-BC99-69CB4FF0337A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793512E-EFEC-76A2-E1CF-C01490A0A491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0583BBB-F711-4EF6-F4CC-AE3D2FF20E21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92B4B60-4DDA-96B2-3364-414B7643671A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214A2B04-37F6-C4DC-5C8E-092A3F7B68C3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D5C3A064-925B-1B1E-810A-C62151BC8B62}"/>
              </a:ext>
            </a:extLst>
          </p:cNvPr>
          <p:cNvSpPr/>
          <p:nvPr/>
        </p:nvSpPr>
        <p:spPr>
          <a:xfrm>
            <a:off x="18947092" y="77147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FB9F3752-523A-CAC4-F5AE-709A9F876E2C}"/>
              </a:ext>
            </a:extLst>
          </p:cNvPr>
          <p:cNvSpPr/>
          <p:nvPr/>
        </p:nvSpPr>
        <p:spPr>
          <a:xfrm>
            <a:off x="8719676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94B64216-18C2-AB3F-A0ED-DBEFC55D4BA3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950B6C2-C2DB-DE54-243A-30400CEDCB0C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0B6D87B0-4C16-E320-41C2-B7BA7FB24996}"/>
              </a:ext>
            </a:extLst>
          </p:cNvPr>
          <p:cNvSpPr/>
          <p:nvPr/>
        </p:nvSpPr>
        <p:spPr>
          <a:xfrm rot="16200000">
            <a:off x="8648315" y="3312913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64385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EBC76-0BEE-DD5C-FD8E-91E2B7C32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30CDB405-D80D-3FBA-D4DC-8DA8FEB35299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36408FC-3800-C31E-1298-1B937C9C6328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EA8235-A19E-C7B5-68DB-51F2F5CD9AD0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AC4CA89-513C-076E-613A-496533D961E9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AAFD426-30B1-6ED8-EC62-D4BE0354123C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915C5CC-8C40-7945-EC18-E76704C65379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908DBA2-EABE-53A4-B7C3-45768441A36C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BF9EA72-E21B-A7BE-92BD-D0D81E06EFAA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033E267-C450-60A5-BF32-BCCA7A060A48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6DFE84DD-4C99-E648-32FB-FE9A220531C2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891FBA73-83B9-E2B0-AA7F-A273B234855A}"/>
              </a:ext>
            </a:extLst>
          </p:cNvPr>
          <p:cNvSpPr/>
          <p:nvPr/>
        </p:nvSpPr>
        <p:spPr>
          <a:xfrm>
            <a:off x="18947092" y="771476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4DBDB6C5-AF3C-FCD2-CAD5-36A2C227A0BF}"/>
              </a:ext>
            </a:extLst>
          </p:cNvPr>
          <p:cNvSpPr/>
          <p:nvPr/>
        </p:nvSpPr>
        <p:spPr>
          <a:xfrm>
            <a:off x="18745433" y="37564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71A4B32C-E38F-FF9A-9551-A5CCB317B7C2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D4809D9-35FE-E1EC-F6B3-56D994EE8F94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129A51A-9E66-40F5-8775-8BE70F1E101C}"/>
              </a:ext>
            </a:extLst>
          </p:cNvPr>
          <p:cNvSpPr/>
          <p:nvPr/>
        </p:nvSpPr>
        <p:spPr>
          <a:xfrm rot="16200000">
            <a:off x="10020980" y="3358633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91011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92B5-06F6-91AF-6F12-126CFD9E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A30D7E9B-C357-0D22-8A8A-95F22399531B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861D8A1-00C4-DE2E-ABE0-59CD29F361A8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F78EB2F-FC6B-63C7-925B-7425BBD9D69F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B090E2C-6DFD-E18B-E662-0AB6EC0C889B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BE7FE71-6F03-87E2-F77D-9E8C42E8ABDC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29305DC-C0B3-B479-2D9B-F033EFC99DEF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C8E7DB-1074-D521-51D5-05339686D6BB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09EA81E-69A7-36BC-B723-57FD9742BCA9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CF52A8D-6AD7-37D2-7A79-9ED0BEF17A3B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46C5BD19-72FF-AC30-EDBF-CAE62783BB3D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F3080F06-BD85-801D-30F2-7FA1DBD54793}"/>
              </a:ext>
            </a:extLst>
          </p:cNvPr>
          <p:cNvSpPr/>
          <p:nvPr/>
        </p:nvSpPr>
        <p:spPr>
          <a:xfrm>
            <a:off x="17328580" y="375641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DEE69124-2818-AB9C-CCB8-9169AD944D59}"/>
              </a:ext>
            </a:extLst>
          </p:cNvPr>
          <p:cNvSpPr/>
          <p:nvPr/>
        </p:nvSpPr>
        <p:spPr>
          <a:xfrm>
            <a:off x="18745433" y="375642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DDC1AAE6-A97D-57E7-679C-5EACE4751D58}"/>
              </a:ext>
            </a:extLst>
          </p:cNvPr>
          <p:cNvSpPr/>
          <p:nvPr/>
        </p:nvSpPr>
        <p:spPr>
          <a:xfrm>
            <a:off x="10092341" y="120386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6900BC8-D4A9-0105-CA79-676E6C2F1D06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907D393-4FD1-AB20-9DB9-7076B05205F3}"/>
              </a:ext>
            </a:extLst>
          </p:cNvPr>
          <p:cNvSpPr/>
          <p:nvPr/>
        </p:nvSpPr>
        <p:spPr>
          <a:xfrm rot="16200000">
            <a:off x="10020980" y="3358633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66637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919F-217E-027E-C05E-C9B7936D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EA8524DC-3F04-9177-0169-E7EAB210DC67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11E7B3-C29A-4B78-4F37-C95F95EBAF60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B818B46-C708-F36C-D7AE-41110698D94C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A9A0D5-3CBD-2E86-115F-9B343A3049C3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488311A-1CED-3258-F732-3001E078E766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12496B0-7DDE-9E16-CFE2-BE71531C9852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878109-93A1-C512-634A-0A90F9F93B96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624636A-B22A-75EE-B6F2-53612553636E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EEC6ADC-5A97-3C31-D6A1-B0F94151121D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17BF20F9-477C-3F84-B90F-82BEDB9EC7BE}"/>
              </a:ext>
            </a:extLst>
          </p:cNvPr>
          <p:cNvSpPr/>
          <p:nvPr/>
        </p:nvSpPr>
        <p:spPr>
          <a:xfrm>
            <a:off x="18947093" y="92983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6">
            <a:extLst>
              <a:ext uri="{FF2B5EF4-FFF2-40B4-BE49-F238E27FC236}">
                <a16:creationId xmlns:a16="http://schemas.microsoft.com/office/drawing/2014/main" id="{1DD00A38-DB41-C83B-B731-0B4A1D9AF1BC}"/>
              </a:ext>
            </a:extLst>
          </p:cNvPr>
          <p:cNvSpPr/>
          <p:nvPr/>
        </p:nvSpPr>
        <p:spPr>
          <a:xfrm>
            <a:off x="18069997" y="-2647938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7">
            <a:extLst>
              <a:ext uri="{FF2B5EF4-FFF2-40B4-BE49-F238E27FC236}">
                <a16:creationId xmlns:a16="http://schemas.microsoft.com/office/drawing/2014/main" id="{D1C01FC1-78B5-9890-876B-831A38F6A019}"/>
              </a:ext>
            </a:extLst>
          </p:cNvPr>
          <p:cNvSpPr/>
          <p:nvPr/>
        </p:nvSpPr>
        <p:spPr>
          <a:xfrm>
            <a:off x="19486850" y="-2647937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7119A22C-A4EE-BB85-CF87-431C0D4066B8}"/>
              </a:ext>
            </a:extLst>
          </p:cNvPr>
          <p:cNvSpPr/>
          <p:nvPr/>
        </p:nvSpPr>
        <p:spPr>
          <a:xfrm>
            <a:off x="18831651" y="362191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FD808C9-44EA-7C60-FA91-48026A8EB058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859B7F8-648D-062F-EDCA-2395BC3ADB8A}"/>
              </a:ext>
            </a:extLst>
          </p:cNvPr>
          <p:cNvSpPr/>
          <p:nvPr/>
        </p:nvSpPr>
        <p:spPr>
          <a:xfrm rot="16200000">
            <a:off x="11465441" y="3395209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40531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98F6-EB04-F0B7-22CF-98CD3301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677CAFE8-9B40-D8F9-7618-3D0663D764C2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EB3B0C1-FA52-D6F0-2322-F85244EF2338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919FB94-AE9D-B48C-ED23-1EE145F15A03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82E284-D6AB-DBB0-EB27-E6A6176CA519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338AFAE-AE67-0597-AE57-3909521E1CEA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0B81D31-82E6-DDE6-3D32-BE1075E6B9DE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FDBDCBD-C1E7-AEDC-3DCD-0DD50D281F53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75FF201-2F73-E0B1-FE81-6157ADB789FB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E5A840-F560-9A4A-E7F3-C9E43FC68D69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96DA59C6-D9CA-71DA-D5F2-7DE5402CD8A9}"/>
              </a:ext>
            </a:extLst>
          </p:cNvPr>
          <p:cNvSpPr/>
          <p:nvPr/>
        </p:nvSpPr>
        <p:spPr>
          <a:xfrm>
            <a:off x="17411082" y="362190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A4E5E527-F9DC-5146-F8B4-A371ED0EDFB3}"/>
              </a:ext>
            </a:extLst>
          </p:cNvPr>
          <p:cNvSpPr/>
          <p:nvPr/>
        </p:nvSpPr>
        <p:spPr>
          <a:xfrm>
            <a:off x="18831651" y="362191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6258B49-A622-F429-51A2-E9046AD8581D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4855571-18D2-6A8F-FFAB-71F61F5E1F0A}"/>
              </a:ext>
            </a:extLst>
          </p:cNvPr>
          <p:cNvSpPr/>
          <p:nvPr/>
        </p:nvSpPr>
        <p:spPr>
          <a:xfrm rot="16200000">
            <a:off x="11465441" y="3395209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17079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E9EC5-42F5-C7AC-2E8C-1B018E41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>
            <a:extLst>
              <a:ext uri="{FF2B5EF4-FFF2-40B4-BE49-F238E27FC236}">
                <a16:creationId xmlns:a16="http://schemas.microsoft.com/office/drawing/2014/main" id="{617C93EA-1123-A31C-D543-23450733006E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E52C443-6343-8068-8794-013A2A71C605}"/>
              </a:ext>
            </a:extLst>
          </p:cNvPr>
          <p:cNvSpPr/>
          <p:nvPr/>
        </p:nvSpPr>
        <p:spPr>
          <a:xfrm>
            <a:off x="784050" y="118601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6847EC-5AFD-2601-3217-0424F6A0AC5D}"/>
              </a:ext>
            </a:extLst>
          </p:cNvPr>
          <p:cNvSpPr/>
          <p:nvPr/>
        </p:nvSpPr>
        <p:spPr>
          <a:xfrm>
            <a:off x="2094447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E1BF31F-DA38-D7DB-71B0-C95A6432C9B1}"/>
              </a:ext>
            </a:extLst>
          </p:cNvPr>
          <p:cNvSpPr/>
          <p:nvPr/>
        </p:nvSpPr>
        <p:spPr>
          <a:xfrm>
            <a:off x="3423155" y="1180063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079AC7C-17FD-ED97-80E7-978D548AEC4C}"/>
              </a:ext>
            </a:extLst>
          </p:cNvPr>
          <p:cNvSpPr/>
          <p:nvPr/>
        </p:nvSpPr>
        <p:spPr>
          <a:xfrm>
            <a:off x="4751863" y="11800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555FA82-38F2-8B4C-C597-C0450040DAE4}"/>
              </a:ext>
            </a:extLst>
          </p:cNvPr>
          <p:cNvSpPr/>
          <p:nvPr/>
        </p:nvSpPr>
        <p:spPr>
          <a:xfrm>
            <a:off x="6080571" y="1180061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13AE81D-D3A3-F2F1-077F-BE3EB4DE22B3}"/>
              </a:ext>
            </a:extLst>
          </p:cNvPr>
          <p:cNvSpPr/>
          <p:nvPr/>
        </p:nvSpPr>
        <p:spPr>
          <a:xfrm>
            <a:off x="7390968" y="1180060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BAA0002-D4B1-90F3-EF8C-68292F9554B4}"/>
              </a:ext>
            </a:extLst>
          </p:cNvPr>
          <p:cNvSpPr/>
          <p:nvPr/>
        </p:nvSpPr>
        <p:spPr>
          <a:xfrm>
            <a:off x="8719676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B94D94A-A393-F05E-7DC2-65B3F2EF9B07}"/>
              </a:ext>
            </a:extLst>
          </p:cNvPr>
          <p:cNvSpPr/>
          <p:nvPr/>
        </p:nvSpPr>
        <p:spPr>
          <a:xfrm>
            <a:off x="10092341" y="1191962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3">
            <a:extLst>
              <a:ext uri="{FF2B5EF4-FFF2-40B4-BE49-F238E27FC236}">
                <a16:creationId xmlns:a16="http://schemas.microsoft.com/office/drawing/2014/main" id="{7F8A9696-8F49-D9C2-1ECB-6E2FA6B1890D}"/>
              </a:ext>
            </a:extLst>
          </p:cNvPr>
          <p:cNvSpPr/>
          <p:nvPr/>
        </p:nvSpPr>
        <p:spPr>
          <a:xfrm>
            <a:off x="17983779" y="-252731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!!b8">
            <a:extLst>
              <a:ext uri="{FF2B5EF4-FFF2-40B4-BE49-F238E27FC236}">
                <a16:creationId xmlns:a16="http://schemas.microsoft.com/office/drawing/2014/main" id="{35410334-E4BD-1D03-C7ED-832E914552E7}"/>
              </a:ext>
            </a:extLst>
          </p:cNvPr>
          <p:cNvSpPr/>
          <p:nvPr/>
        </p:nvSpPr>
        <p:spPr>
          <a:xfrm>
            <a:off x="19404348" y="-252731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3F62E95-EC27-8BC2-F025-1A3C5AFAFE67}"/>
              </a:ext>
            </a:extLst>
          </p:cNvPr>
          <p:cNvSpPr/>
          <p:nvPr/>
        </p:nvSpPr>
        <p:spPr>
          <a:xfrm>
            <a:off x="17983779" y="11756746"/>
            <a:ext cx="369165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79B40405-C3D0-CC65-E344-BBCF143682C4}"/>
              </a:ext>
            </a:extLst>
          </p:cNvPr>
          <p:cNvSpPr/>
          <p:nvPr/>
        </p:nvSpPr>
        <p:spPr>
          <a:xfrm rot="16200000">
            <a:off x="11465441" y="3395209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7C402B5-C6A7-574A-B407-7F86B02833D9}"/>
              </a:ext>
            </a:extLst>
          </p:cNvPr>
          <p:cNvSpPr/>
          <p:nvPr/>
        </p:nvSpPr>
        <p:spPr>
          <a:xfrm>
            <a:off x="547834" y="9598147"/>
            <a:ext cx="1435273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 elements are deleted and there is nothing in the stack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So, the string is balanced</a:t>
            </a:r>
          </a:p>
        </p:txBody>
      </p:sp>
    </p:spTree>
    <p:extLst>
      <p:ext uri="{BB962C8B-B14F-4D97-AF65-F5344CB8AC3E}">
        <p14:creationId xmlns:p14="http://schemas.microsoft.com/office/powerpoint/2010/main" val="222819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CACA27-32EB-AC3B-9AC4-0F6C9FDA4429}"/>
              </a:ext>
            </a:extLst>
          </p:cNvPr>
          <p:cNvSpPr/>
          <p:nvPr/>
        </p:nvSpPr>
        <p:spPr>
          <a:xfrm>
            <a:off x="511258" y="819907"/>
            <a:ext cx="23299718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every closing element, the opening element must be at the top of the stack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So, the opening element, if it exists, can be found in O(1)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73412D5-0857-2C32-A085-F06122F48611}"/>
                  </a:ext>
                </a:extLst>
              </p:cNvPr>
              <p:cNvSpPr/>
              <p:nvPr/>
            </p:nvSpPr>
            <p:spPr>
              <a:xfrm>
                <a:off x="542141" y="4389663"/>
                <a:ext cx="23299718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 new data-structure :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It must allow two operations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Push(</a:t>
                </a:r>
                <a14:m>
                  <m:oMath xmlns:m="http://schemas.openxmlformats.org/officeDocument/2006/math">
                    <m:r>
                      <a:rPr lang="en-US" sz="5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: Push the element </a:t>
                </a:r>
                <a14:m>
                  <m:oMath xmlns:m="http://schemas.openxmlformats.org/officeDocument/2006/math">
                    <m:r>
                      <a:rPr lang="en-US" sz="5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onto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Pop(): remove the element from the top of the stack 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73412D5-0857-2C32-A085-F06122F48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41" y="4389663"/>
                <a:ext cx="23299718" cy="3791109"/>
              </a:xfrm>
              <a:prstGeom prst="roundRect">
                <a:avLst/>
              </a:prstGeom>
              <a:blipFill>
                <a:blip r:embed="rId2"/>
                <a:stretch>
                  <a:fillRect l="-489" b="-39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3E020C-F50F-425A-FB08-F723BE0A60B7}"/>
              </a:ext>
            </a:extLst>
          </p:cNvPr>
          <p:cNvSpPr/>
          <p:nvPr/>
        </p:nvSpPr>
        <p:spPr>
          <a:xfrm>
            <a:off x="542141" y="10257921"/>
            <a:ext cx="232997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try to implement the stack using an array</a:t>
            </a:r>
          </a:p>
        </p:txBody>
      </p:sp>
    </p:spTree>
    <p:extLst>
      <p:ext uri="{BB962C8B-B14F-4D97-AF65-F5344CB8AC3E}">
        <p14:creationId xmlns:p14="http://schemas.microsoft.com/office/powerpoint/2010/main" val="799513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Stack using Arrays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!!box">
                <a:extLst>
                  <a:ext uri="{FF2B5EF4-FFF2-40B4-BE49-F238E27FC236}">
                    <a16:creationId xmlns:a16="http://schemas.microsoft.com/office/drawing/2014/main" id="{8B8E592A-FCCC-344C-7E2C-326849EA3B3E}"/>
                  </a:ext>
                </a:extLst>
              </p:cNvPr>
              <p:cNvSpPr/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!!box">
                <a:extLst>
                  <a:ext uri="{FF2B5EF4-FFF2-40B4-BE49-F238E27FC236}">
                    <a16:creationId xmlns:a16="http://schemas.microsoft.com/office/drawing/2014/main" id="{8B8E592A-FCCC-344C-7E2C-326849EA3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846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05D7-E1CF-B7F8-F90A-5DA1DA15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D6A8CF67-60E0-B960-727D-9A072F218B24}"/>
                  </a:ext>
                </a:extLst>
              </p:cNvPr>
              <p:cNvSpPr/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D6A8CF67-60E0-B960-727D-9A072F218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4CBD9DB-67A3-EDAF-DC6D-309A300EB66B}"/>
              </a:ext>
            </a:extLst>
          </p:cNvPr>
          <p:cNvSpPr/>
          <p:nvPr/>
        </p:nvSpPr>
        <p:spPr>
          <a:xfrm>
            <a:off x="810610" y="9693063"/>
            <a:ext cx="12509170" cy="6237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1">
            <a:extLst>
              <a:ext uri="{FF2B5EF4-FFF2-40B4-BE49-F238E27FC236}">
                <a16:creationId xmlns:a16="http://schemas.microsoft.com/office/drawing/2014/main" id="{AF61D795-21CE-5FC4-432D-6165E6688409}"/>
              </a:ext>
            </a:extLst>
          </p:cNvPr>
          <p:cNvSpPr/>
          <p:nvPr/>
        </p:nvSpPr>
        <p:spPr>
          <a:xfrm>
            <a:off x="14265098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2">
            <a:extLst>
              <a:ext uri="{FF2B5EF4-FFF2-40B4-BE49-F238E27FC236}">
                <a16:creationId xmlns:a16="http://schemas.microsoft.com/office/drawing/2014/main" id="{CA0436D5-3606-C591-D773-1F4130A4132B}"/>
              </a:ext>
            </a:extLst>
          </p:cNvPr>
          <p:cNvSpPr/>
          <p:nvPr/>
        </p:nvSpPr>
        <p:spPr>
          <a:xfrm>
            <a:off x="15593806" y="4678637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427405-CE9C-ECA6-40B8-A136CCD50FB9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004790A-C84A-5AD6-7EBF-B79A94C39358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04D1D85-BFE1-F4D6-3508-A0B18096831D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A823A6-BB30-BAFD-9652-F45C82AC324F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7A895F-E722-212B-FCF0-FC69D99ED57D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5" name="!!g1">
            <a:extLst>
              <a:ext uri="{FF2B5EF4-FFF2-40B4-BE49-F238E27FC236}">
                <a16:creationId xmlns:a16="http://schemas.microsoft.com/office/drawing/2014/main" id="{A8525FCE-445D-7D03-F3BD-80C2453A11E8}"/>
              </a:ext>
            </a:extLst>
          </p:cNvPr>
          <p:cNvGrpSpPr/>
          <p:nvPr/>
        </p:nvGrpSpPr>
        <p:grpSpPr>
          <a:xfrm>
            <a:off x="12794218" y="6418050"/>
            <a:ext cx="2367913" cy="2173986"/>
            <a:chOff x="12794218" y="6418050"/>
            <a:chExt cx="2367913" cy="2173986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76AC4F64-ACD7-35CB-443F-F2A7E41AA438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0B2075-4D69-46D5-8189-4C977B04E947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4795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7BC3-1675-36F1-77CC-BC4B6380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C3B888D2-C113-33C9-8613-79FC062ACCB1}"/>
                  </a:ext>
                </a:extLst>
              </p:cNvPr>
              <p:cNvSpPr/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C3B888D2-C113-33C9-8613-79FC062ACC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A60C331-2C72-CD6A-9329-B47024FE9582}"/>
              </a:ext>
            </a:extLst>
          </p:cNvPr>
          <p:cNvSpPr/>
          <p:nvPr/>
        </p:nvSpPr>
        <p:spPr>
          <a:xfrm>
            <a:off x="810611" y="10249655"/>
            <a:ext cx="12509170" cy="6237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1">
            <a:extLst>
              <a:ext uri="{FF2B5EF4-FFF2-40B4-BE49-F238E27FC236}">
                <a16:creationId xmlns:a16="http://schemas.microsoft.com/office/drawing/2014/main" id="{0847194F-1871-E3D8-818F-970CAC1C6D4D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6" name="!!b2">
            <a:extLst>
              <a:ext uri="{FF2B5EF4-FFF2-40B4-BE49-F238E27FC236}">
                <a16:creationId xmlns:a16="http://schemas.microsoft.com/office/drawing/2014/main" id="{D04C6FFB-6A5B-69DB-33C2-E568FB3DDEE8}"/>
              </a:ext>
            </a:extLst>
          </p:cNvPr>
          <p:cNvSpPr/>
          <p:nvPr/>
        </p:nvSpPr>
        <p:spPr>
          <a:xfrm>
            <a:off x="15593806" y="4678637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54E293-8B00-EC35-36DE-4315DD5DEFC7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BA6A23-6F95-E59E-4DD7-F8D5CCE1A5D9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3A093BC-6263-567D-460B-F4272FB22430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FDD53A-5407-C3B3-743A-39FE5DAFCB78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8DAD81-32D7-B3AD-0BC6-ADE612BB2DA7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5" name="!!g1">
            <a:extLst>
              <a:ext uri="{FF2B5EF4-FFF2-40B4-BE49-F238E27FC236}">
                <a16:creationId xmlns:a16="http://schemas.microsoft.com/office/drawing/2014/main" id="{C56E72EB-DBC1-3E9F-8DEA-BB0F77B70EC1}"/>
              </a:ext>
            </a:extLst>
          </p:cNvPr>
          <p:cNvGrpSpPr/>
          <p:nvPr/>
        </p:nvGrpSpPr>
        <p:grpSpPr>
          <a:xfrm>
            <a:off x="14206380" y="6616832"/>
            <a:ext cx="2367913" cy="2173986"/>
            <a:chOff x="12794218" y="6418050"/>
            <a:chExt cx="2367913" cy="2173986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64E018DF-19FA-F10E-26D9-8850BF402F04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584625-0F9A-4951-9FDB-E694788815C1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9723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E3C75-4108-17E3-0592-B37ADB7F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12714325-B088-90C2-AECF-27FCB6622DB2}"/>
                  </a:ext>
                </a:extLst>
              </p:cNvPr>
              <p:cNvSpPr/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12714325-B088-90C2-AECF-27FCB6622D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A1CC2D-2C49-DF72-40AD-FEDB45A0747A}"/>
              </a:ext>
            </a:extLst>
          </p:cNvPr>
          <p:cNvSpPr/>
          <p:nvPr/>
        </p:nvSpPr>
        <p:spPr>
          <a:xfrm>
            <a:off x="810611" y="10806246"/>
            <a:ext cx="12371989" cy="6237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1">
            <a:extLst>
              <a:ext uri="{FF2B5EF4-FFF2-40B4-BE49-F238E27FC236}">
                <a16:creationId xmlns:a16="http://schemas.microsoft.com/office/drawing/2014/main" id="{44D1DCF0-2F73-CA7F-4AF8-9B6F9B2CCA80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6" name="!!b2">
            <a:extLst>
              <a:ext uri="{FF2B5EF4-FFF2-40B4-BE49-F238E27FC236}">
                <a16:creationId xmlns:a16="http://schemas.microsoft.com/office/drawing/2014/main" id="{12C0B516-9A46-F7E1-D77A-09D4CB07EE01}"/>
              </a:ext>
            </a:extLst>
          </p:cNvPr>
          <p:cNvSpPr/>
          <p:nvPr/>
        </p:nvSpPr>
        <p:spPr>
          <a:xfrm>
            <a:off x="15575498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AB52FA9-E977-20E4-D1F9-8F1931465677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2771A7-DBD1-A02F-3FCA-61E1B581C0C9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B10C48-FCFD-2FE5-35AD-1D3F32A95CAF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18DAC85-B8F7-9C73-9EA1-8AAC25A23EC4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F92D86E-7756-E71D-ECFE-E35DB4985CC6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5" name="!!g1">
            <a:extLst>
              <a:ext uri="{FF2B5EF4-FFF2-40B4-BE49-F238E27FC236}">
                <a16:creationId xmlns:a16="http://schemas.microsoft.com/office/drawing/2014/main" id="{BB50B39A-48E6-4CC1-1D80-2E14455C6A53}"/>
              </a:ext>
            </a:extLst>
          </p:cNvPr>
          <p:cNvGrpSpPr/>
          <p:nvPr/>
        </p:nvGrpSpPr>
        <p:grpSpPr>
          <a:xfrm>
            <a:off x="15575498" y="6676467"/>
            <a:ext cx="2367913" cy="2173986"/>
            <a:chOff x="12794218" y="6418050"/>
            <a:chExt cx="2367913" cy="2173986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4635CF21-D06A-1028-7136-51B5E98C6DEF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0BE865-5940-6A53-8F2D-340A6D4125CA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5788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24C4B-E5CB-D04A-8CB1-10292A4C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4BDE7344-391B-0A7E-9E30-3AB9011E0D92}"/>
                  </a:ext>
                </a:extLst>
              </p:cNvPr>
              <p:cNvSpPr/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4BDE7344-391B-0A7E-9E30-3AB9011E0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215328"/>
                <a:ext cx="12509170" cy="128716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!!b1">
            <a:extLst>
              <a:ext uri="{FF2B5EF4-FFF2-40B4-BE49-F238E27FC236}">
                <a16:creationId xmlns:a16="http://schemas.microsoft.com/office/drawing/2014/main" id="{CED706FF-8B1B-835F-86D8-C5444D65ADFB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6" name="!!b2">
            <a:extLst>
              <a:ext uri="{FF2B5EF4-FFF2-40B4-BE49-F238E27FC236}">
                <a16:creationId xmlns:a16="http://schemas.microsoft.com/office/drawing/2014/main" id="{50956F7F-268D-6A8E-3F4D-CC71C5ED65A1}"/>
              </a:ext>
            </a:extLst>
          </p:cNvPr>
          <p:cNvSpPr/>
          <p:nvPr/>
        </p:nvSpPr>
        <p:spPr>
          <a:xfrm>
            <a:off x="15575498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CA2B9C-5C30-FBFE-A694-29A2ABB15325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CC72E89-FEA0-AD8C-2D0E-F567FBBAECCF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A1D589-F977-7F7D-13B3-5477D3D96B16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0352B6-D151-1456-3F3F-8B31B3208D31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CB673D-96D3-2531-BBE5-120DDAD2FE1A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5" name="!!g1">
            <a:extLst>
              <a:ext uri="{FF2B5EF4-FFF2-40B4-BE49-F238E27FC236}">
                <a16:creationId xmlns:a16="http://schemas.microsoft.com/office/drawing/2014/main" id="{78B61C54-FFDC-8CE5-309D-4B8915E07E45}"/>
              </a:ext>
            </a:extLst>
          </p:cNvPr>
          <p:cNvGrpSpPr/>
          <p:nvPr/>
        </p:nvGrpSpPr>
        <p:grpSpPr>
          <a:xfrm>
            <a:off x="14206380" y="6676467"/>
            <a:ext cx="2367913" cy="2173986"/>
            <a:chOff x="12794218" y="6418050"/>
            <a:chExt cx="2367913" cy="2173986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9BF7DBED-8B0C-4969-AEDD-3720D562880C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077896-63EE-B116-0749-2B91E551837E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D7F3621-BBBC-4BDC-58DC-0F1BF7824F8E}"/>
              </a:ext>
            </a:extLst>
          </p:cNvPr>
          <p:cNvSpPr/>
          <p:nvPr/>
        </p:nvSpPr>
        <p:spPr>
          <a:xfrm>
            <a:off x="810610" y="11303203"/>
            <a:ext cx="12371989" cy="6237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89206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3D482-4039-F322-943A-8114B2F27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783D378B-6E1D-2388-777A-6363B7747EAC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783D378B-6E1D-2388-777A-6363B7747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354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0AE4B-CFD6-51CE-1A92-CD5B4B45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CD29A512-3703-7CF8-B161-D5F355563F89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CD29A512-3703-7CF8-B161-D5F355563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!b1">
            <a:extLst>
              <a:ext uri="{FF2B5EF4-FFF2-40B4-BE49-F238E27FC236}">
                <a16:creationId xmlns:a16="http://schemas.microsoft.com/office/drawing/2014/main" id="{E45C15FA-A2FA-0BEE-53C2-A67CCFE3F90D}"/>
              </a:ext>
            </a:extLst>
          </p:cNvPr>
          <p:cNvSpPr/>
          <p:nvPr/>
        </p:nvSpPr>
        <p:spPr>
          <a:xfrm>
            <a:off x="14265098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2">
            <a:extLst>
              <a:ext uri="{FF2B5EF4-FFF2-40B4-BE49-F238E27FC236}">
                <a16:creationId xmlns:a16="http://schemas.microsoft.com/office/drawing/2014/main" id="{ED784D6A-AE48-E5B1-7423-DC0F5BECACF3}"/>
              </a:ext>
            </a:extLst>
          </p:cNvPr>
          <p:cNvSpPr/>
          <p:nvPr/>
        </p:nvSpPr>
        <p:spPr>
          <a:xfrm>
            <a:off x="15593806" y="4678637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930334-B8B7-5967-6709-2898BC42C736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17DB37E-766D-5ED9-B1A6-80C8A0D70F10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A4C8C6-FBA1-425C-7BB0-A4536C10A23B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A45218-A2AC-DCFF-3CD4-7D3585F39340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CC98E4-2510-76E5-A989-698BE245AF7B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0287EDF5-7C20-7A4F-A7D4-2E93A3286D10}"/>
              </a:ext>
            </a:extLst>
          </p:cNvPr>
          <p:cNvGrpSpPr/>
          <p:nvPr/>
        </p:nvGrpSpPr>
        <p:grpSpPr>
          <a:xfrm>
            <a:off x="12794218" y="6418050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21543FC3-C11E-B1D8-4677-D4734BECD584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D940F5-2B4C-49D1-67D7-8A5EDAB60AFE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-1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A2C8B81-767C-7C9B-4CD3-2861D9626E23}"/>
              </a:ext>
            </a:extLst>
          </p:cNvPr>
          <p:cNvSpPr/>
          <p:nvPr/>
        </p:nvSpPr>
        <p:spPr>
          <a:xfrm>
            <a:off x="810610" y="10272409"/>
            <a:ext cx="10454019" cy="33844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37779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B659-8FFA-5884-F498-6B498D91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5D3D8203-72E8-2F31-B154-D32257CBA53D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5D3D8203-72E8-2F31-B154-D32257CBA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!b1">
            <a:extLst>
              <a:ext uri="{FF2B5EF4-FFF2-40B4-BE49-F238E27FC236}">
                <a16:creationId xmlns:a16="http://schemas.microsoft.com/office/drawing/2014/main" id="{436AC66A-F248-83DB-6A5D-3F37AA79726B}"/>
              </a:ext>
            </a:extLst>
          </p:cNvPr>
          <p:cNvSpPr/>
          <p:nvPr/>
        </p:nvSpPr>
        <p:spPr>
          <a:xfrm>
            <a:off x="14265098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2">
            <a:extLst>
              <a:ext uri="{FF2B5EF4-FFF2-40B4-BE49-F238E27FC236}">
                <a16:creationId xmlns:a16="http://schemas.microsoft.com/office/drawing/2014/main" id="{4920B55E-6D85-2E4F-D598-3FDA9E6DB6AC}"/>
              </a:ext>
            </a:extLst>
          </p:cNvPr>
          <p:cNvSpPr/>
          <p:nvPr/>
        </p:nvSpPr>
        <p:spPr>
          <a:xfrm>
            <a:off x="15593806" y="4678637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CCEB79-E2FA-AFA6-6AFE-1F6F74266802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A87087-C40C-585B-2FDF-AF0AFB0AA699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459327-9F67-3CFE-6C0F-E7DA7A6F4639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5B4CD7-AE80-4A62-24A5-7FBCCFE874E8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506BBA-E8B4-94FD-3AF2-E7CD8B6669B5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1E9262AC-72C7-7E7B-0C30-D4A978DFCB05}"/>
              </a:ext>
            </a:extLst>
          </p:cNvPr>
          <p:cNvGrpSpPr/>
          <p:nvPr/>
        </p:nvGrpSpPr>
        <p:grpSpPr>
          <a:xfrm>
            <a:off x="12794218" y="6418050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88435D63-9DDB-F1C6-51D8-E60968CEC6F4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23DF81-0DAD-B895-9FB6-173BE70951F2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-1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E785C33-B128-2B20-A808-DCB70B542162}"/>
              </a:ext>
            </a:extLst>
          </p:cNvPr>
          <p:cNvSpPr/>
          <p:nvPr/>
        </p:nvSpPr>
        <p:spPr>
          <a:xfrm>
            <a:off x="810611" y="2578459"/>
            <a:ext cx="10454019" cy="39820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65345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2123-3EDC-1FA0-FCDC-5A5E5846E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B7B6C5D7-A641-6466-9561-09B2F9A5AA29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B7B6C5D7-A641-6466-9561-09B2F9A5A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!b1">
            <a:extLst>
              <a:ext uri="{FF2B5EF4-FFF2-40B4-BE49-F238E27FC236}">
                <a16:creationId xmlns:a16="http://schemas.microsoft.com/office/drawing/2014/main" id="{6DC995C7-E074-786D-EF64-766C530F3856}"/>
              </a:ext>
            </a:extLst>
          </p:cNvPr>
          <p:cNvSpPr/>
          <p:nvPr/>
        </p:nvSpPr>
        <p:spPr>
          <a:xfrm>
            <a:off x="14265098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2">
            <a:extLst>
              <a:ext uri="{FF2B5EF4-FFF2-40B4-BE49-F238E27FC236}">
                <a16:creationId xmlns:a16="http://schemas.microsoft.com/office/drawing/2014/main" id="{203C2047-3105-E4AE-CD39-CAFE9D43AD4B}"/>
              </a:ext>
            </a:extLst>
          </p:cNvPr>
          <p:cNvSpPr/>
          <p:nvPr/>
        </p:nvSpPr>
        <p:spPr>
          <a:xfrm>
            <a:off x="15593806" y="4678637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76366A-48DE-1886-FE2C-E1351B47B2C5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7EE1BE8-B3B9-144D-B76B-B1676B575449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8FA551-7558-2CB2-EED6-765733E87D87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B63A16-2FD0-0B59-31D7-8646B13ED6BF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04AD54-BFB7-A82A-A902-CB64987D98A8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F1F027A3-B753-C2BA-91E3-32538B0ACD23}"/>
              </a:ext>
            </a:extLst>
          </p:cNvPr>
          <p:cNvGrpSpPr/>
          <p:nvPr/>
        </p:nvGrpSpPr>
        <p:grpSpPr>
          <a:xfrm>
            <a:off x="12794218" y="6418050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0EE9DA98-FE34-69D3-487C-99AB52E0CE5A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224500-24F9-BE4A-3153-1DA1103515A0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-1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E0AD2B9-D68D-88C1-EEEF-E187FFFC5E2A}"/>
              </a:ext>
            </a:extLst>
          </p:cNvPr>
          <p:cNvSpPr/>
          <p:nvPr/>
        </p:nvSpPr>
        <p:spPr>
          <a:xfrm>
            <a:off x="810611" y="4071356"/>
            <a:ext cx="10454019" cy="36445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52670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85A6A-8E93-5412-D369-3188F28A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EEF80294-EDEA-2CF6-826A-918886E37FF5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}B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EEF80294-EDEA-2CF6-826A-918886E37F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!b1">
            <a:extLst>
              <a:ext uri="{FF2B5EF4-FFF2-40B4-BE49-F238E27FC236}">
                <a16:creationId xmlns:a16="http://schemas.microsoft.com/office/drawing/2014/main" id="{0A3DFDC7-59EC-E5A2-B06C-87D925874039}"/>
              </a:ext>
            </a:extLst>
          </p:cNvPr>
          <p:cNvSpPr/>
          <p:nvPr/>
        </p:nvSpPr>
        <p:spPr>
          <a:xfrm>
            <a:off x="14265098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2">
            <a:extLst>
              <a:ext uri="{FF2B5EF4-FFF2-40B4-BE49-F238E27FC236}">
                <a16:creationId xmlns:a16="http://schemas.microsoft.com/office/drawing/2014/main" id="{13585A4C-A781-17D1-B1CB-018A1D5B62D4}"/>
              </a:ext>
            </a:extLst>
          </p:cNvPr>
          <p:cNvSpPr/>
          <p:nvPr/>
        </p:nvSpPr>
        <p:spPr>
          <a:xfrm>
            <a:off x="15593806" y="4678637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6E08D0-7CF9-5147-C4CD-F698AB8E1D76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352632-5C0C-EB0D-62B9-5EE0871F01E5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4EE10C-F320-8A4B-AA4C-AB80CCBD2C12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92B9FA-B58C-A8B9-C4E8-9FA2736E1578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CD1865-1212-8EF0-A7E6-7A605A4BA55A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556D5812-3E31-5531-15C2-1484342ED1EE}"/>
              </a:ext>
            </a:extLst>
          </p:cNvPr>
          <p:cNvGrpSpPr/>
          <p:nvPr/>
        </p:nvGrpSpPr>
        <p:grpSpPr>
          <a:xfrm>
            <a:off x="14239517" y="6586001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F72B594D-0F02-0F78-CABC-627F60211E6D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486A17-2B49-9E98-36EC-2F034F135887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F0F4A61-80C4-FFF6-BCA5-C8338C7EB921}"/>
              </a:ext>
            </a:extLst>
          </p:cNvPr>
          <p:cNvSpPr/>
          <p:nvPr/>
        </p:nvSpPr>
        <p:spPr>
          <a:xfrm>
            <a:off x="841745" y="4369425"/>
            <a:ext cx="10454019" cy="4944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22831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4DFD5-6242-504A-43EF-07170A34E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155C6FE7-D96A-D64B-D44E-1E06534E16EB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155C6FE7-D96A-D64B-D44E-1E06534E16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!!b2">
            <a:extLst>
              <a:ext uri="{FF2B5EF4-FFF2-40B4-BE49-F238E27FC236}">
                <a16:creationId xmlns:a16="http://schemas.microsoft.com/office/drawing/2014/main" id="{5326A981-8BDA-D105-13EF-B0245493E84B}"/>
              </a:ext>
            </a:extLst>
          </p:cNvPr>
          <p:cNvSpPr/>
          <p:nvPr/>
        </p:nvSpPr>
        <p:spPr>
          <a:xfrm>
            <a:off x="15593806" y="4678637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69C7D6-050A-D9FF-ADC4-5798445552EB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013899-D18F-3E74-208E-C254F3BBB879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5220D1-B972-D595-9FDE-453456578257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B16D1A-B560-97EE-8D78-5B62B1EE06B6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D4F8BA-81A8-3927-E5C6-75EE02500487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22B75D6E-08EF-EB6F-A665-E29EE2C87B2C}"/>
              </a:ext>
            </a:extLst>
          </p:cNvPr>
          <p:cNvGrpSpPr/>
          <p:nvPr/>
        </p:nvGrpSpPr>
        <p:grpSpPr>
          <a:xfrm>
            <a:off x="14239517" y="6586001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E4D6D408-7E40-5045-D4B9-A3797A32A65B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C33172-AC0B-9FD8-86F6-ECDD4F0BD669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0F55AD-B2BD-9361-6335-F46265A918E1}"/>
              </a:ext>
            </a:extLst>
          </p:cNvPr>
          <p:cNvSpPr/>
          <p:nvPr/>
        </p:nvSpPr>
        <p:spPr>
          <a:xfrm>
            <a:off x="810611" y="10452173"/>
            <a:ext cx="10454019" cy="40389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!!b1">
            <a:extLst>
              <a:ext uri="{FF2B5EF4-FFF2-40B4-BE49-F238E27FC236}">
                <a16:creationId xmlns:a16="http://schemas.microsoft.com/office/drawing/2014/main" id="{56E633E1-DEFB-F738-14C0-33487B7BEE28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53321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DE7C2-A2B7-D0E1-9015-6B159B49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2D514BBB-0E0B-1AF8-5DE6-DFF1CF68B4AB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!!box">
                <a:extLst>
                  <a:ext uri="{FF2B5EF4-FFF2-40B4-BE49-F238E27FC236}">
                    <a16:creationId xmlns:a16="http://schemas.microsoft.com/office/drawing/2014/main" id="{2D514BBB-0E0B-1AF8-5DE6-DFF1CF68B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E0A3BF-FF92-A0B3-D66D-9EA7DFEAC885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2920F3-E712-03ED-2EFE-8BDF76547A50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AC7646-3DA1-874D-63AE-4908674E0002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8EFF50-A55F-450C-6A67-D2BC990460FD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A33890-1822-9856-20F6-986AEB7DE9A0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27BAB2CA-1318-90FD-69B9-0212718D37CF}"/>
              </a:ext>
            </a:extLst>
          </p:cNvPr>
          <p:cNvGrpSpPr/>
          <p:nvPr/>
        </p:nvGrpSpPr>
        <p:grpSpPr>
          <a:xfrm>
            <a:off x="15487950" y="6736089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27A739C6-A02F-1585-0039-D37AEB2F677A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2AC1A8-BDE5-9DF6-429A-05C51D959161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501D92-E14F-22B2-185F-FCB15D73F7FA}"/>
              </a:ext>
            </a:extLst>
          </p:cNvPr>
          <p:cNvSpPr/>
          <p:nvPr/>
        </p:nvSpPr>
        <p:spPr>
          <a:xfrm>
            <a:off x="810611" y="10790104"/>
            <a:ext cx="10317832" cy="3772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!!b1">
            <a:extLst>
              <a:ext uri="{FF2B5EF4-FFF2-40B4-BE49-F238E27FC236}">
                <a16:creationId xmlns:a16="http://schemas.microsoft.com/office/drawing/2014/main" id="{35A5228D-6530-0CA2-0D3D-60CADCB5ACB3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4" name="!!b2">
            <a:extLst>
              <a:ext uri="{FF2B5EF4-FFF2-40B4-BE49-F238E27FC236}">
                <a16:creationId xmlns:a16="http://schemas.microsoft.com/office/drawing/2014/main" id="{7DF2E487-FC12-40AB-A160-2DC34575DD22}"/>
              </a:ext>
            </a:extLst>
          </p:cNvPr>
          <p:cNvSpPr/>
          <p:nvPr/>
        </p:nvSpPr>
        <p:spPr>
          <a:xfrm>
            <a:off x="15575498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75401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4A05-691C-93AC-1CA7-7649EF2C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98094633-4931-BBC2-C9ED-C479BE51602D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98094633-4931-BBC2-C9ED-C479BE5160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93235C-D489-9198-A865-AE2898A3A311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74ED5D-53C0-4EB2-7E18-09A87251802E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ED84E9-5E23-95B3-B719-1426D1CD9A5A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35DD3D-C288-7299-9340-6DD49D89112C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565234-C30D-175B-3419-D976E8B68304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D0C23D3A-D9E8-CEDB-9F3A-8E2B19CA895C}"/>
              </a:ext>
            </a:extLst>
          </p:cNvPr>
          <p:cNvGrpSpPr/>
          <p:nvPr/>
        </p:nvGrpSpPr>
        <p:grpSpPr>
          <a:xfrm>
            <a:off x="15487950" y="6736089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597CC41D-77E3-6B52-3BA6-BB01AAD49F1F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259CF5-9E0D-BADB-3059-BED12B8DE6D0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3F37ED5-21A0-D169-559A-EE8C30E5B282}"/>
              </a:ext>
            </a:extLst>
          </p:cNvPr>
          <p:cNvSpPr/>
          <p:nvPr/>
        </p:nvSpPr>
        <p:spPr>
          <a:xfrm>
            <a:off x="828922" y="5960669"/>
            <a:ext cx="10454019" cy="31386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!!b1">
            <a:extLst>
              <a:ext uri="{FF2B5EF4-FFF2-40B4-BE49-F238E27FC236}">
                <a16:creationId xmlns:a16="http://schemas.microsoft.com/office/drawing/2014/main" id="{6F796A72-FED9-753F-6585-D1EE046A8167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4" name="!!b2">
            <a:extLst>
              <a:ext uri="{FF2B5EF4-FFF2-40B4-BE49-F238E27FC236}">
                <a16:creationId xmlns:a16="http://schemas.microsoft.com/office/drawing/2014/main" id="{81313B88-1F57-CCE9-D004-D7CF7131BEF1}"/>
              </a:ext>
            </a:extLst>
          </p:cNvPr>
          <p:cNvSpPr/>
          <p:nvPr/>
        </p:nvSpPr>
        <p:spPr>
          <a:xfrm>
            <a:off x="15575498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83410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EFDC2-44AD-10D7-C995-3F54D467C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A7F4EDDB-FEFD-7624-77DD-50747857DCA7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A7F4EDDB-FEFD-7624-77DD-50747857DC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D732ABC-A6C3-A1EF-CA2A-D1ACFB9591B3}"/>
              </a:ext>
            </a:extLst>
          </p:cNvPr>
          <p:cNvSpPr/>
          <p:nvPr/>
        </p:nvSpPr>
        <p:spPr>
          <a:xfrm>
            <a:off x="810611" y="7462648"/>
            <a:ext cx="10454019" cy="43621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E64378-22C6-191D-AFF2-E36FA432A821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752C42-E307-7810-3648-20DC87535D54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9CAA42-1F1D-2680-9ABC-5451377D96B8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D87E0D3-3D55-39C6-87D0-35F518FB20A1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87F99FD-5FD5-A5AE-AE4B-1CD7477892C7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AC3A9F39-7302-E05A-A726-7C8802D8B59C}"/>
              </a:ext>
            </a:extLst>
          </p:cNvPr>
          <p:cNvGrpSpPr/>
          <p:nvPr/>
        </p:nvGrpSpPr>
        <p:grpSpPr>
          <a:xfrm>
            <a:off x="15487950" y="6736089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D3B857A4-524B-C0D5-51B7-964DBB6CC4DE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A1B527-1803-F099-B4A9-7811380E7999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5" name="!!b1">
            <a:extLst>
              <a:ext uri="{FF2B5EF4-FFF2-40B4-BE49-F238E27FC236}">
                <a16:creationId xmlns:a16="http://schemas.microsoft.com/office/drawing/2014/main" id="{B4F1E42F-BB7A-B9CF-9C1F-FE3D65155E86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4" name="!!b2">
            <a:extLst>
              <a:ext uri="{FF2B5EF4-FFF2-40B4-BE49-F238E27FC236}">
                <a16:creationId xmlns:a16="http://schemas.microsoft.com/office/drawing/2014/main" id="{803903E3-E2CA-3E8C-4ABE-B9717E15A14B}"/>
              </a:ext>
            </a:extLst>
          </p:cNvPr>
          <p:cNvSpPr/>
          <p:nvPr/>
        </p:nvSpPr>
        <p:spPr>
          <a:xfrm>
            <a:off x="15575498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3220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7EBE-B1E0-2639-08AD-BFBF3E18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7C645C47-0F8C-7031-F298-7359C4C0E4A5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7C645C47-0F8C-7031-F298-7359C4C0E4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FF9F3D-DFA3-81CD-8AC8-C6B60AAA6F4F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CA75CD9-864F-E883-E83B-88C1C14D6326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EABFDD3-6991-66C9-2591-47F778B35BE4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716DDE6-9898-7447-B675-0218C8C65E1D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3BD78B-F9DB-852B-2888-274370AD3834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7BCD550F-4FB2-8562-F572-1ED651454FB3}"/>
              </a:ext>
            </a:extLst>
          </p:cNvPr>
          <p:cNvGrpSpPr/>
          <p:nvPr/>
        </p:nvGrpSpPr>
        <p:grpSpPr>
          <a:xfrm>
            <a:off x="15487950" y="6736089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EE32B634-F738-14E4-3DD2-D3AA90F7F2A3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1EEFAE-62EA-0359-0C56-AEC988CB6483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2600D1E-2C9B-14F0-450D-C991B532B581}"/>
              </a:ext>
            </a:extLst>
          </p:cNvPr>
          <p:cNvSpPr/>
          <p:nvPr/>
        </p:nvSpPr>
        <p:spPr>
          <a:xfrm>
            <a:off x="810611" y="7770722"/>
            <a:ext cx="10454019" cy="4184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!!b1">
            <a:extLst>
              <a:ext uri="{FF2B5EF4-FFF2-40B4-BE49-F238E27FC236}">
                <a16:creationId xmlns:a16="http://schemas.microsoft.com/office/drawing/2014/main" id="{CF4C9F11-D65C-51D0-E371-2F704CE8E214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4" name="!!b2">
            <a:extLst>
              <a:ext uri="{FF2B5EF4-FFF2-40B4-BE49-F238E27FC236}">
                <a16:creationId xmlns:a16="http://schemas.microsoft.com/office/drawing/2014/main" id="{1AA505D3-96DD-ECA7-CEF8-461A91478E62}"/>
              </a:ext>
            </a:extLst>
          </p:cNvPr>
          <p:cNvSpPr/>
          <p:nvPr/>
        </p:nvSpPr>
        <p:spPr>
          <a:xfrm>
            <a:off x="15575498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348946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CEBE-E2B7-189B-C32A-62F4C4F5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7853DF82-FA26-2CF3-E107-CF80BD465290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7853DF82-FA26-2CF3-E107-CF80BD4652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02553D-2CD6-73C0-CD3F-246EA622A0C4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CA8A06-EEC5-CCDD-4FB9-1B2BCE62B50C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55D388-8864-E52B-EB6E-06DBAC5F55F8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949F78-9A9D-ADFB-0C65-0E76D1E38E29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EB1D835-7FAF-9F44-C365-31A5DBF2E7CD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08B64264-C5C0-D4E0-DB95-5425E9525338}"/>
              </a:ext>
            </a:extLst>
          </p:cNvPr>
          <p:cNvGrpSpPr/>
          <p:nvPr/>
        </p:nvGrpSpPr>
        <p:grpSpPr>
          <a:xfrm>
            <a:off x="14265098" y="6683728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270F51BC-EA2A-1A64-858F-F05BFAD1A0CE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5FEA44-1476-1C27-2CAA-7646F7C15534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106860-A5F8-3235-CF80-C5B52B183CC9}"/>
              </a:ext>
            </a:extLst>
          </p:cNvPr>
          <p:cNvSpPr/>
          <p:nvPr/>
        </p:nvSpPr>
        <p:spPr>
          <a:xfrm>
            <a:off x="810611" y="8054903"/>
            <a:ext cx="10454019" cy="44707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!!b1">
            <a:extLst>
              <a:ext uri="{FF2B5EF4-FFF2-40B4-BE49-F238E27FC236}">
                <a16:creationId xmlns:a16="http://schemas.microsoft.com/office/drawing/2014/main" id="{53E2D7EC-F73E-3BB6-1389-9029A151A7C7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4" name="!!b2">
            <a:extLst>
              <a:ext uri="{FF2B5EF4-FFF2-40B4-BE49-F238E27FC236}">
                <a16:creationId xmlns:a16="http://schemas.microsoft.com/office/drawing/2014/main" id="{50FE214F-B16E-8F25-06EA-D934328A12B6}"/>
              </a:ext>
            </a:extLst>
          </p:cNvPr>
          <p:cNvSpPr/>
          <p:nvPr/>
        </p:nvSpPr>
        <p:spPr>
          <a:xfrm>
            <a:off x="15575498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31087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ADF3-ABF2-35E4-3C1C-6F9EA106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DE185EB9-DF7D-1801-B438-10550071F438}"/>
                  </a:ext>
                </a:extLst>
              </p:cNvPr>
              <p:cNvSpPr/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!!box">
                <a:extLst>
                  <a:ext uri="{FF2B5EF4-FFF2-40B4-BE49-F238E27FC236}">
                    <a16:creationId xmlns:a16="http://schemas.microsoft.com/office/drawing/2014/main" id="{DE185EB9-DF7D-1801-B438-10550071F4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0" y="871898"/>
                <a:ext cx="10454019" cy="114867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260BE6-0FE4-7D08-2B84-55D38398ABBF}"/>
              </a:ext>
            </a:extLst>
          </p:cNvPr>
          <p:cNvSpPr/>
          <p:nvPr/>
        </p:nvSpPr>
        <p:spPr>
          <a:xfrm>
            <a:off x="16922514" y="46786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9087AB3-3571-0346-FBE3-8B65391518B4}"/>
              </a:ext>
            </a:extLst>
          </p:cNvPr>
          <p:cNvSpPr/>
          <p:nvPr/>
        </p:nvSpPr>
        <p:spPr>
          <a:xfrm>
            <a:off x="18251222" y="46786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E8D2B4-A50E-5CDA-0067-1F809983C962}"/>
              </a:ext>
            </a:extLst>
          </p:cNvPr>
          <p:cNvSpPr/>
          <p:nvPr/>
        </p:nvSpPr>
        <p:spPr>
          <a:xfrm>
            <a:off x="19561619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6B692F0-D8D0-0D2E-EA50-05179F274F17}"/>
              </a:ext>
            </a:extLst>
          </p:cNvPr>
          <p:cNvSpPr/>
          <p:nvPr/>
        </p:nvSpPr>
        <p:spPr>
          <a:xfrm>
            <a:off x="20890327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4AF76B-5EBA-198B-F8A0-759B3622F381}"/>
              </a:ext>
            </a:extLst>
          </p:cNvPr>
          <p:cNvSpPr/>
          <p:nvPr/>
        </p:nvSpPr>
        <p:spPr>
          <a:xfrm>
            <a:off x="22262992" y="46905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1" name="!!g1">
            <a:extLst>
              <a:ext uri="{FF2B5EF4-FFF2-40B4-BE49-F238E27FC236}">
                <a16:creationId xmlns:a16="http://schemas.microsoft.com/office/drawing/2014/main" id="{0F7FD30C-6037-D150-A115-996583733395}"/>
              </a:ext>
            </a:extLst>
          </p:cNvPr>
          <p:cNvGrpSpPr/>
          <p:nvPr/>
        </p:nvGrpSpPr>
        <p:grpSpPr>
          <a:xfrm>
            <a:off x="14265098" y="6683728"/>
            <a:ext cx="2367913" cy="2173986"/>
            <a:chOff x="12794218" y="6418050"/>
            <a:chExt cx="2367913" cy="2173986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72E917AF-B3D8-B735-0177-1A853A259FEC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769047-9B52-7B80-5B46-63D09396EA33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36C9EFF-3C10-7592-62E3-05F65E06C50E}"/>
              </a:ext>
            </a:extLst>
          </p:cNvPr>
          <p:cNvSpPr/>
          <p:nvPr/>
        </p:nvSpPr>
        <p:spPr>
          <a:xfrm>
            <a:off x="810611" y="10798103"/>
            <a:ext cx="10240010" cy="40816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!!b1">
            <a:extLst>
              <a:ext uri="{FF2B5EF4-FFF2-40B4-BE49-F238E27FC236}">
                <a16:creationId xmlns:a16="http://schemas.microsoft.com/office/drawing/2014/main" id="{881F730C-F055-C7B2-50E1-1B6C0366586F}"/>
              </a:ext>
            </a:extLst>
          </p:cNvPr>
          <p:cNvSpPr/>
          <p:nvPr/>
        </p:nvSpPr>
        <p:spPr>
          <a:xfrm>
            <a:off x="14265098" y="46786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4" name="!!b2">
            <a:extLst>
              <a:ext uri="{FF2B5EF4-FFF2-40B4-BE49-F238E27FC236}">
                <a16:creationId xmlns:a16="http://schemas.microsoft.com/office/drawing/2014/main" id="{7292B1A3-E32B-744A-955A-E6BB0CC5957A}"/>
              </a:ext>
            </a:extLst>
          </p:cNvPr>
          <p:cNvSpPr/>
          <p:nvPr/>
        </p:nvSpPr>
        <p:spPr>
          <a:xfrm>
            <a:off x="15575498" y="46786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91924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4E00-72CD-1F59-6CFC-AA880BF0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!!box">
                <a:extLst>
                  <a:ext uri="{FF2B5EF4-FFF2-40B4-BE49-F238E27FC236}">
                    <a16:creationId xmlns:a16="http://schemas.microsoft.com/office/drawing/2014/main" id="{4FE3E1B8-DBCD-273E-2132-7E41E935874F}"/>
                  </a:ext>
                </a:extLst>
              </p:cNvPr>
              <p:cNvSpPr/>
              <p:nvPr/>
            </p:nvSpPr>
            <p:spPr>
              <a:xfrm>
                <a:off x="810611" y="871898"/>
                <a:ext cx="8207884" cy="1135596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!!box">
                <a:extLst>
                  <a:ext uri="{FF2B5EF4-FFF2-40B4-BE49-F238E27FC236}">
                    <a16:creationId xmlns:a16="http://schemas.microsoft.com/office/drawing/2014/main" id="{4FE3E1B8-DBCD-273E-2132-7E41E935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871898"/>
                <a:ext cx="8207884" cy="113559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9C3F78-B766-69AE-1DBE-7194DEB25E80}"/>
              </a:ext>
            </a:extLst>
          </p:cNvPr>
          <p:cNvSpPr/>
          <p:nvPr/>
        </p:nvSpPr>
        <p:spPr>
          <a:xfrm>
            <a:off x="9726497" y="1126691"/>
            <a:ext cx="1056540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of Push and Pop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8709D6-32DB-2062-CDF2-A6ACFCD8C4A5}"/>
              </a:ext>
            </a:extLst>
          </p:cNvPr>
          <p:cNvSpPr/>
          <p:nvPr/>
        </p:nvSpPr>
        <p:spPr>
          <a:xfrm>
            <a:off x="9726497" y="3071001"/>
            <a:ext cx="1056540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162879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E5A964-8117-84AE-41F1-DA9C05E7CEA9}"/>
              </a:ext>
            </a:extLst>
          </p:cNvPr>
          <p:cNvSpPr/>
          <p:nvPr/>
        </p:nvSpPr>
        <p:spPr>
          <a:xfrm>
            <a:off x="9630874" y="2153367"/>
            <a:ext cx="1435273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string containing (,),{,}, determine whether it is balanced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!box">
                <a:extLst>
                  <a:ext uri="{FF2B5EF4-FFF2-40B4-BE49-F238E27FC236}">
                    <a16:creationId xmlns:a16="http://schemas.microsoft.com/office/drawing/2014/main" id="{7D6D2CC4-06A3-F463-93D6-A52653497F02}"/>
                  </a:ext>
                </a:extLst>
              </p:cNvPr>
              <p:cNvSpPr/>
              <p:nvPr/>
            </p:nvSpPr>
            <p:spPr>
              <a:xfrm>
                <a:off x="810611" y="871898"/>
                <a:ext cx="8207884" cy="1135596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full”);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(“Stack is empty”);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exit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(*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100;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-1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‘A’,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‘B’,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&amp;top,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!!box">
                <a:extLst>
                  <a:ext uri="{FF2B5EF4-FFF2-40B4-BE49-F238E27FC236}">
                    <a16:creationId xmlns:a16="http://schemas.microsoft.com/office/drawing/2014/main" id="{7D6D2CC4-06A3-F463-93D6-A52653497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871898"/>
                <a:ext cx="8207884" cy="113559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167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DD0BDFEF-AFD2-8D46-308D-3CE9FEFBAE72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DD0BDFEF-AFD2-8D46-308D-3CE9FEFBAE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24C579-8AC6-E702-600A-86CD562ABC3F}"/>
              </a:ext>
            </a:extLst>
          </p:cNvPr>
          <p:cNvSpPr/>
          <p:nvPr/>
        </p:nvSpPr>
        <p:spPr>
          <a:xfrm>
            <a:off x="10276145" y="467776"/>
            <a:ext cx="1310397" cy="15955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D2D1A9-0565-CD4C-A857-EC5246172D41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B13AEE-66B3-C1EA-38AB-DC9ED2F37260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53A1E08-9350-D772-4320-89763D9A6DD3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03C77A-E986-434A-6C2D-04788290DC44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232F474-C8D2-C2F8-2A82-4804F397C01D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D1BBF5D-96CD-1603-B40F-1364A67B23A1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DF13A3A-55E4-63CD-9629-B854DEF1EFC4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5FC4722-69CC-FDF7-CE50-96ED560896AA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FA94AF-4205-8138-29DF-C904C95DBE6D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AA12AFA-DE73-F1DA-4268-87E02781B824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7719AA-26FA-04F5-64CC-980C738FF7B5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365B723-6EBB-AC09-D545-ED9BDFFF73DF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97FACBED-57DB-5B1E-1BDC-7030BEE4918E}"/>
              </a:ext>
            </a:extLst>
          </p:cNvPr>
          <p:cNvGrpSpPr/>
          <p:nvPr/>
        </p:nvGrpSpPr>
        <p:grpSpPr>
          <a:xfrm>
            <a:off x="8903019" y="8341078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64A78065-B481-FF85-997A-8A4FDFEF1C2E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7F5E6B-BBF9-C48D-A82E-F2A3FBABF86F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-1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9" name="!!b1">
            <a:extLst>
              <a:ext uri="{FF2B5EF4-FFF2-40B4-BE49-F238E27FC236}">
                <a16:creationId xmlns:a16="http://schemas.microsoft.com/office/drawing/2014/main" id="{C9420251-0E1B-400C-BF00-C08637C1F9E8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!!b2">
            <a:extLst>
              <a:ext uri="{FF2B5EF4-FFF2-40B4-BE49-F238E27FC236}">
                <a16:creationId xmlns:a16="http://schemas.microsoft.com/office/drawing/2014/main" id="{0BE54151-3C7F-C134-BF6A-13E28F0E0785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C095B7A-3C2D-D2D2-892D-A3078AFB58DC}"/>
              </a:ext>
            </a:extLst>
          </p:cNvPr>
          <p:cNvSpPr/>
          <p:nvPr/>
        </p:nvSpPr>
        <p:spPr>
          <a:xfrm>
            <a:off x="810611" y="3592201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75335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AF99-52F4-55E6-1A02-052990F29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!!box">
                <a:extLst>
                  <a:ext uri="{FF2B5EF4-FFF2-40B4-BE49-F238E27FC236}">
                    <a16:creationId xmlns:a16="http://schemas.microsoft.com/office/drawing/2014/main" id="{AB29931B-0E7E-40F2-EC3B-FF9EE1336AA4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!!box">
                <a:extLst>
                  <a:ext uri="{FF2B5EF4-FFF2-40B4-BE49-F238E27FC236}">
                    <a16:creationId xmlns:a16="http://schemas.microsoft.com/office/drawing/2014/main" id="{AB29931B-0E7E-40F2-EC3B-FF9EE1336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BB9BD3-70CC-207D-8067-C7121860D14B}"/>
              </a:ext>
            </a:extLst>
          </p:cNvPr>
          <p:cNvSpPr/>
          <p:nvPr/>
        </p:nvSpPr>
        <p:spPr>
          <a:xfrm>
            <a:off x="10276145" y="467776"/>
            <a:ext cx="1310397" cy="159551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77BEC07-F0D8-5C5C-00E8-53D87E76018B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FDBC5E-6F54-CCA3-51D5-0102DA5923D3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F65B6D-CC5D-B3A2-016F-051CB49E76F4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282D1D-616B-9CCC-64E1-0C94B5B3D5D9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139D9C-B7E2-1909-24E5-2AAAF3E6D9DB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E82468-F341-29A7-E60C-E1C359C20DCE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1DE72A-0CB7-F2DB-50CE-9E254AA2F49A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0116AF1-23A7-A441-6E96-21B37FFEFF0B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9C8C25-7BC1-7F3F-EF56-E659A89D834B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140224B-66C8-652C-C4F0-F8C3E15EFE81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A356C5-95CE-D1A1-AA83-EFDA7EAA920C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F4E6067-0289-A5B7-FD54-55416D42E29B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!!b1">
            <a:extLst>
              <a:ext uri="{FF2B5EF4-FFF2-40B4-BE49-F238E27FC236}">
                <a16:creationId xmlns:a16="http://schemas.microsoft.com/office/drawing/2014/main" id="{DD352C20-DFE8-87D2-9A43-FF5667993028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!!b2">
            <a:extLst>
              <a:ext uri="{FF2B5EF4-FFF2-40B4-BE49-F238E27FC236}">
                <a16:creationId xmlns:a16="http://schemas.microsoft.com/office/drawing/2014/main" id="{15947D27-D569-0B58-2DC9-60BE38620739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99F49F7-1CFB-5450-14C4-7AC55A347B08}"/>
              </a:ext>
            </a:extLst>
          </p:cNvPr>
          <p:cNvSpPr/>
          <p:nvPr/>
        </p:nvSpPr>
        <p:spPr>
          <a:xfrm>
            <a:off x="810611" y="3897001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2" name="!!g1">
            <a:extLst>
              <a:ext uri="{FF2B5EF4-FFF2-40B4-BE49-F238E27FC236}">
                <a16:creationId xmlns:a16="http://schemas.microsoft.com/office/drawing/2014/main" id="{D77FBC66-EF8C-9AB9-9B32-408597430FA2}"/>
              </a:ext>
            </a:extLst>
          </p:cNvPr>
          <p:cNvGrpSpPr/>
          <p:nvPr/>
        </p:nvGrpSpPr>
        <p:grpSpPr>
          <a:xfrm>
            <a:off x="8903019" y="8341078"/>
            <a:ext cx="2367913" cy="2173986"/>
            <a:chOff x="12794218" y="6418050"/>
            <a:chExt cx="2367913" cy="2173986"/>
          </a:xfrm>
        </p:grpSpPr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45ED0D78-7FB3-ACCF-8079-4056E62F5BA2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784FC07-F6C2-B51A-3DF9-0D55319608FA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-1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9746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0560-86FE-76E2-D855-E3864185C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!!box">
                <a:extLst>
                  <a:ext uri="{FF2B5EF4-FFF2-40B4-BE49-F238E27FC236}">
                    <a16:creationId xmlns:a16="http://schemas.microsoft.com/office/drawing/2014/main" id="{2F8218EF-245F-4FBC-354A-A6BF6581C8E2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!!box">
                <a:extLst>
                  <a:ext uri="{FF2B5EF4-FFF2-40B4-BE49-F238E27FC236}">
                    <a16:creationId xmlns:a16="http://schemas.microsoft.com/office/drawing/2014/main" id="{2F8218EF-245F-4FBC-354A-A6BF6581C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9F71473-0542-0A68-3866-08954EB4A600}"/>
              </a:ext>
            </a:extLst>
          </p:cNvPr>
          <p:cNvSpPr/>
          <p:nvPr/>
        </p:nvSpPr>
        <p:spPr>
          <a:xfrm>
            <a:off x="10276145" y="467776"/>
            <a:ext cx="1310397" cy="159551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5BF070-3613-6161-C752-358C25276BB7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79A26D-B075-E42B-63C2-F03228EA38D4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6C9779-5E17-0374-43B5-A919AA12CFC2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D313E6-9486-6AA5-B064-242A84A5D661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A693D55-75AC-5BD7-1C29-2C1B8C14A210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22947C-3F71-738F-288A-6D200FC930A3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274235-0196-2CA0-70ED-46A048B59339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590AAF0-ABAA-AB6F-AED4-3604E2CEBE82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6D09470-BCC0-AD0B-2184-276B04BCBA51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B0233D-B628-E3D9-47F6-68A4535D621B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6B7CC2-D8ED-FE8A-BAE0-FCE9D01A802C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184897B-BDF5-4ACA-2C98-8702625A90B9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" name="!!b1">
            <a:extLst>
              <a:ext uri="{FF2B5EF4-FFF2-40B4-BE49-F238E27FC236}">
                <a16:creationId xmlns:a16="http://schemas.microsoft.com/office/drawing/2014/main" id="{A3131892-89E8-FAF4-07EC-B33FBC367F94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0" name="!!b2">
            <a:extLst>
              <a:ext uri="{FF2B5EF4-FFF2-40B4-BE49-F238E27FC236}">
                <a16:creationId xmlns:a16="http://schemas.microsoft.com/office/drawing/2014/main" id="{6005C234-411B-DA3B-2AC9-76EB2FA2E259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EC1C2CC-5B50-1DC8-9CC7-8C031B09B60C}"/>
              </a:ext>
            </a:extLst>
          </p:cNvPr>
          <p:cNvSpPr/>
          <p:nvPr/>
        </p:nvSpPr>
        <p:spPr>
          <a:xfrm>
            <a:off x="810611" y="4487551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2" name="!!g1">
            <a:extLst>
              <a:ext uri="{FF2B5EF4-FFF2-40B4-BE49-F238E27FC236}">
                <a16:creationId xmlns:a16="http://schemas.microsoft.com/office/drawing/2014/main" id="{C4AFAE85-6406-CE36-8153-F316BF4872F2}"/>
              </a:ext>
            </a:extLst>
          </p:cNvPr>
          <p:cNvGrpSpPr/>
          <p:nvPr/>
        </p:nvGrpSpPr>
        <p:grpSpPr>
          <a:xfrm>
            <a:off x="8903019" y="8341078"/>
            <a:ext cx="2367913" cy="2173986"/>
            <a:chOff x="12794218" y="6418050"/>
            <a:chExt cx="2367913" cy="2173986"/>
          </a:xfrm>
        </p:grpSpPr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20F732EC-2BBF-8AC9-7549-9BFFF4D8CBE2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5CDD45-D795-0001-B357-AAEFC1DA3AAC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-1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2315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A0A4-5175-79A0-523F-1C624394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DE8FD2D6-A56D-791A-19D0-08C5FA8232EB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DE8FD2D6-A56D-791A-19D0-08C5FA823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EF2C8FE9-E823-F939-920C-271FC9E490F3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1E839E-3EAD-C8E2-2C02-03E75CA0B949}"/>
              </a:ext>
            </a:extLst>
          </p:cNvPr>
          <p:cNvSpPr/>
          <p:nvPr/>
        </p:nvSpPr>
        <p:spPr>
          <a:xfrm>
            <a:off x="10257834" y="6339668"/>
            <a:ext cx="1310397" cy="159551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E261311-85CA-1C88-C18A-9862D41D5EAB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293B40-964B-80DA-F0BC-DC3C39BE9796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399157-6FE7-59EC-67C4-841278DECF4B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091CC9-17BD-E30D-4DDC-9A4AD5CF0643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8505AB5-0D88-74E2-24B2-8CD0262EF8F9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E06321-05BF-07BD-116B-7E8C66698131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2B97F06-7B5E-016E-B9AF-2ED3B2694658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4FF1276-355F-A8C6-96E3-AB85D04652A2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FC1EF6-84AA-D20D-7798-2B815798242F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C1489D8-0E91-B217-B330-83F73393E662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5F09981-9079-A667-1B53-736E995D8AF4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6B96C2-9C9E-F54F-C323-061A8788F1F2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71A2DC4A-7176-1BD5-617A-1E7F6470635E}"/>
              </a:ext>
            </a:extLst>
          </p:cNvPr>
          <p:cNvGrpSpPr/>
          <p:nvPr/>
        </p:nvGrpSpPr>
        <p:grpSpPr>
          <a:xfrm>
            <a:off x="10257834" y="8322028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0659261-2F16-D806-40D6-B557824DB2AE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177CBA-7F69-2F11-A5AD-0A799247FD43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8E796139-E7E7-CD9A-E57A-1E512E7CDF5C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25F6DC7-8E6F-D080-5A8F-C757FD13EAF7}"/>
              </a:ext>
            </a:extLst>
          </p:cNvPr>
          <p:cNvSpPr/>
          <p:nvPr/>
        </p:nvSpPr>
        <p:spPr>
          <a:xfrm>
            <a:off x="810611" y="5078101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07550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78E85-4508-34B4-69D3-DA43435B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3FB58FAE-780A-C38B-2E48-FB781E06FD3F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}B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3FB58FAE-780A-C38B-2E48-FB781E06F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FEF69085-C923-038B-2CDD-0A7EC48C327B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CC9B54-9DE9-7D33-1806-400B3FE8D3F2}"/>
              </a:ext>
            </a:extLst>
          </p:cNvPr>
          <p:cNvSpPr/>
          <p:nvPr/>
        </p:nvSpPr>
        <p:spPr>
          <a:xfrm>
            <a:off x="10257834" y="6339668"/>
            <a:ext cx="1310397" cy="1595510"/>
          </a:xfrm>
          <a:prstGeom prst="roundRect">
            <a:avLst/>
          </a:prstGeom>
          <a:noFill/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27F8DA-2599-D1DD-4024-E7F5320F5814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963F21-8E64-1DBB-7887-1CF7FECAE5E3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93201D-E9DB-60A2-8133-91EC237F16DF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60D19D1-FB8F-4451-2A2D-1158A1073DFE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D52F4D5-36A6-4E77-28F3-8BA33D206918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707C077-383B-1BD2-265A-AB17CD181286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B2454B-AF48-CF30-FED7-7C8AE269E8D2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B411084-7ADD-73E7-A659-6FE5C5471E9E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6F94FB1-34C3-DBD6-E09D-713CB708F099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064D2E-1B35-A041-7B17-3A55404A411C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BDE50F6-B2F7-E399-176E-274319C818B7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F585D6E-C933-582E-BEDF-E7E7DE9060D9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68AF3017-5A41-85BB-F61C-822A71D7C5DF}"/>
              </a:ext>
            </a:extLst>
          </p:cNvPr>
          <p:cNvGrpSpPr/>
          <p:nvPr/>
        </p:nvGrpSpPr>
        <p:grpSpPr>
          <a:xfrm>
            <a:off x="10257834" y="8322028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D173A9A-C7B3-43ED-8D98-FD05A0F37EDB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8E1F5A-0926-F6D8-C283-BBDDE82DE2FC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A2172301-D6F6-EFA5-5791-94AE6A973366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DA1BD24-8E70-9266-98EE-6479A16DDB29}"/>
              </a:ext>
            </a:extLst>
          </p:cNvPr>
          <p:cNvSpPr/>
          <p:nvPr/>
        </p:nvSpPr>
        <p:spPr>
          <a:xfrm>
            <a:off x="810611" y="3001651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51773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40D3-1C55-D7DB-DEA0-C7A56985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95E31F04-6FD7-3593-D97F-0D89038915B9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95E31F04-6FD7-3593-D97F-0D89038915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9D579D5D-2FB1-6E01-3F60-03DCA05087CB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C35EF25-1625-7AB2-A4B6-8F1E2C5A7AF4}"/>
              </a:ext>
            </a:extLst>
          </p:cNvPr>
          <p:cNvSpPr/>
          <p:nvPr/>
        </p:nvSpPr>
        <p:spPr>
          <a:xfrm>
            <a:off x="10257834" y="6339668"/>
            <a:ext cx="1310397" cy="1595510"/>
          </a:xfrm>
          <a:prstGeom prst="roundRect">
            <a:avLst/>
          </a:prstGeom>
          <a:noFill/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8540E4-01D1-6BFF-954A-E3B603F173AF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CE0143-D7DF-9797-0855-AA024B45259D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F49BF9-EFD9-D22F-3440-77C7DBEA7292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F0CA2C-DABA-DE4D-8F45-3144F69B950C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3F6E195-C337-40D3-16D1-5D2EEDD1173A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EE54139-FD89-931F-C041-78E2929559D2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B2624FC-16B5-8980-5138-0497D3FE00B9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FB4FFA-4BE3-E21E-DAE8-58BFA80F7C11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E1B3FB6-E74C-936B-3B69-83F35A18A2BD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29522D6-EF47-9F16-6891-64B9F59C67B9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E021C4-92F2-BFB6-F122-0B347C3D56D5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4B345CA-7F3B-BD34-280A-0997987DB479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D36CDC86-1347-8171-C082-EC8F713E24EB}"/>
              </a:ext>
            </a:extLst>
          </p:cNvPr>
          <p:cNvGrpSpPr/>
          <p:nvPr/>
        </p:nvGrpSpPr>
        <p:grpSpPr>
          <a:xfrm>
            <a:off x="10257834" y="8322028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D1DCBB73-8B40-700E-BFF5-8D031DDBBE4C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2CBA08-C6A7-E422-1402-5EBF386BB844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9483B228-98A1-9241-318C-0230F4B6FBBA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C819313-6449-00D1-9E88-499025A9AFC2}"/>
              </a:ext>
            </a:extLst>
          </p:cNvPr>
          <p:cNvSpPr/>
          <p:nvPr/>
        </p:nvSpPr>
        <p:spPr>
          <a:xfrm>
            <a:off x="810611" y="3554101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16927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74D7-1A45-81F1-68CD-04AAC6A5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9950A1C5-E8FA-F9E8-A3AD-3B87509B3CA8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9950A1C5-E8FA-F9E8-A3AD-3B87509B3C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34ACAC9E-1B8B-DCE0-9B0F-2ECF9A4B8C31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0E43A6-E343-5D8F-79AB-181D484AA60F}"/>
              </a:ext>
            </a:extLst>
          </p:cNvPr>
          <p:cNvSpPr/>
          <p:nvPr/>
        </p:nvSpPr>
        <p:spPr>
          <a:xfrm>
            <a:off x="10257834" y="6339668"/>
            <a:ext cx="1310397" cy="1595510"/>
          </a:xfrm>
          <a:prstGeom prst="roundRect">
            <a:avLst/>
          </a:prstGeom>
          <a:noFill/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B8927D-6B28-8FF5-3B57-EE50DABF7DA8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A8B827-873A-259E-9E2E-048843F179FE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59B237-2810-A3D0-1D1E-90424BFB9D47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F9EAA7-1E9D-F425-F616-781033F2667C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1221D0-DD17-6918-3570-60370B94AD30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893B82-A391-E292-E0DF-ADEAB88FB930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635D59-24F2-3B9C-42B9-0AEA3CB75A14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267C583-B469-3518-6BAA-4EE364C92795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2F9103A-01ED-70D7-9F97-643C8BF8205C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E5EDB43-7F1E-A279-AC2F-502D64D35F76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B0EC54C-C106-5E6F-1E47-AFFC0E0D569D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257636F-8049-4641-561B-C508EE9B7682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06E9B210-5974-1179-3591-CD03AF22D0EF}"/>
              </a:ext>
            </a:extLst>
          </p:cNvPr>
          <p:cNvGrpSpPr/>
          <p:nvPr/>
        </p:nvGrpSpPr>
        <p:grpSpPr>
          <a:xfrm>
            <a:off x="10257834" y="8322028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359FD415-2542-E3D4-DCA8-6093604F8F4E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870C69-34D8-E5EC-30C7-8F8B8FB2B848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7CF47D8F-8573-492F-519A-075B96CF16E1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F43C19-79E5-FE6F-0199-C0CA2F0E4EF7}"/>
              </a:ext>
            </a:extLst>
          </p:cNvPr>
          <p:cNvSpPr/>
          <p:nvPr/>
        </p:nvSpPr>
        <p:spPr>
          <a:xfrm>
            <a:off x="810611" y="3897001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48042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DB5AA-E6D5-5979-9DA5-FF6FD192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8D684E2C-D4E7-6DAC-F297-07E29CF4B696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8D684E2C-D4E7-6DAC-F297-07E29CF4B6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7E2F6886-1750-B740-F932-7C729AAEEBAD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2BEE90-6023-711E-FC2E-51C310C1B5F0}"/>
              </a:ext>
            </a:extLst>
          </p:cNvPr>
          <p:cNvSpPr/>
          <p:nvPr/>
        </p:nvSpPr>
        <p:spPr>
          <a:xfrm>
            <a:off x="10257834" y="6339668"/>
            <a:ext cx="1310397" cy="1595510"/>
          </a:xfrm>
          <a:prstGeom prst="roundRect">
            <a:avLst/>
          </a:prstGeom>
          <a:noFill/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192F01-0BF2-330E-52D0-E35A5FE50150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AAA214E-BCE1-7DA5-E7EC-4702F7BF2012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CEBFE7-D8CB-9271-F3B1-06BD3EEAF914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4DA1D1-FECB-B02E-0ED4-80673784F6B0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DAE94F4-16B8-A759-21E0-9BCD0A57912B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9473E1-3319-AC0A-8D33-1653315C6D28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7DBBCE-6743-37CF-71B8-6158A221E7A9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1B2E13-C085-2863-DC85-EE905AF0B575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2C7342E-0D14-BFCF-2E7A-33E0B3527BF3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9DF8AF-DEB1-5CCB-0253-2EAFDF3D1478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98207ED-2F99-BE77-CBE6-C18072DC3C58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BC2494-E1EE-3FAC-4A7E-6A6ED14370C7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5CA866EC-6F8F-10F2-1CD1-CB3C0AC186C9}"/>
              </a:ext>
            </a:extLst>
          </p:cNvPr>
          <p:cNvGrpSpPr/>
          <p:nvPr/>
        </p:nvGrpSpPr>
        <p:grpSpPr>
          <a:xfrm>
            <a:off x="10257834" y="8322028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055BBF99-E782-3F63-88A7-88D0AB484FAB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23DBC1F-CA48-1454-5BE8-5FDA1F2F5FBC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E9E86E90-381A-8233-8F56-D341B6634453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727AF0A-4089-C13B-C944-AD6899C6B72C}"/>
              </a:ext>
            </a:extLst>
          </p:cNvPr>
          <p:cNvSpPr/>
          <p:nvPr/>
        </p:nvSpPr>
        <p:spPr>
          <a:xfrm>
            <a:off x="810611" y="5097151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44190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C17B-F7B0-C271-B7E7-E024835A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FB31E160-8F21-DF16-5E50-F51C16EB8925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FB31E160-8F21-DF16-5E50-F51C16EB8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642014B3-6FD2-5DF7-D593-B56C61B4993F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D7C31B-185B-2712-9293-CA65A7F5D07B}"/>
              </a:ext>
            </a:extLst>
          </p:cNvPr>
          <p:cNvSpPr/>
          <p:nvPr/>
        </p:nvSpPr>
        <p:spPr>
          <a:xfrm>
            <a:off x="10257834" y="6339668"/>
            <a:ext cx="1310397" cy="1595510"/>
          </a:xfrm>
          <a:prstGeom prst="roundRect">
            <a:avLst/>
          </a:prstGeom>
          <a:noFill/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E1C2AF-13AE-DC06-3B78-E29919EDAE3A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C647E2-A025-879F-3934-89403D99C5A2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ABA489-DAE3-C7D6-FFAC-1BAA14475463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513A4DF-8BF9-7085-6FEF-513FFA041DA6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0272957-201F-AD47-D6EA-0C3B72AAF667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D64DB1-EA4E-AAF5-C70F-5CD40C30FEEC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9EFC515-9BEB-5D4C-5ED3-C933A0C9B4AF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7D16AA2-973E-2402-8C6E-2293A2CD6D4B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36C37A-A49B-D594-AF37-48D7B62F6EEB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890566D-C1DD-7C04-5D95-9BC90DF6DE2A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ACDA14D-2C0D-38BE-B90B-876FE7D40529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7ABE714-2144-4994-9063-D1B4F61C043F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8431AEC9-27ED-3974-1243-9B15F5BDCB1B}"/>
              </a:ext>
            </a:extLst>
          </p:cNvPr>
          <p:cNvGrpSpPr/>
          <p:nvPr/>
        </p:nvGrpSpPr>
        <p:grpSpPr>
          <a:xfrm>
            <a:off x="10257834" y="8322028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25994F15-93D5-A090-0894-085D44D5801B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87D961-E1A5-68CE-982A-BDCBFF94B24D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2E5B0A27-5CD0-8E63-1E2A-DC3C149137B3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52F2F08-0F0F-77FF-0DE3-7A12C7A2A23E}"/>
              </a:ext>
            </a:extLst>
          </p:cNvPr>
          <p:cNvSpPr/>
          <p:nvPr/>
        </p:nvSpPr>
        <p:spPr>
          <a:xfrm>
            <a:off x="810611" y="5700333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54897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F43C-765B-197C-B618-8DB17BC01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6281AFEA-6A7D-45BD-1152-8DC30F0DEC39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6281AFEA-6A7D-45BD-1152-8DC30F0DEC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D67AFA1-2190-DEA1-8B3D-18361A94BFE2}"/>
              </a:ext>
            </a:extLst>
          </p:cNvPr>
          <p:cNvSpPr/>
          <p:nvPr/>
        </p:nvSpPr>
        <p:spPr>
          <a:xfrm>
            <a:off x="810611" y="7243963"/>
            <a:ext cx="7776798" cy="5035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">
            <a:extLst>
              <a:ext uri="{FF2B5EF4-FFF2-40B4-BE49-F238E27FC236}">
                <a16:creationId xmlns:a16="http://schemas.microsoft.com/office/drawing/2014/main" id="{A0B2F16D-217B-AF66-BFE9-241EAF7B4C9D}"/>
              </a:ext>
            </a:extLst>
          </p:cNvPr>
          <p:cNvSpPr>
            <a:spLocks/>
          </p:cNvSpPr>
          <p:nvPr/>
        </p:nvSpPr>
        <p:spPr>
          <a:xfrm>
            <a:off x="10257834" y="6335140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8A9168D-4D8C-3998-BA31-3927DD5A13E7}"/>
              </a:ext>
            </a:extLst>
          </p:cNvPr>
          <p:cNvSpPr/>
          <p:nvPr/>
        </p:nvSpPr>
        <p:spPr>
          <a:xfrm>
            <a:off x="10257834" y="6339668"/>
            <a:ext cx="1310397" cy="1595510"/>
          </a:xfrm>
          <a:prstGeom prst="roundRect">
            <a:avLst/>
          </a:prstGeom>
          <a:noFill/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6C2367-9C5F-04A8-16E6-C27981E88925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758494-5AE9-316B-BE5A-FCBC53A4FC9E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36BA10-4B9F-33A8-388D-9E264E073DB5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82A041-75E7-2A66-8A2F-0C81BB4D5FC0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F90245-358E-B90A-E938-F97678B8205A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403A1D-95A3-9A6B-3CF0-C2AFD9D4AF62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8A0803-8975-DC5F-D748-34C9F0130315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F21D69-50F4-0AA5-EFF8-693A1CBC5F73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31115C3-17DE-0895-451B-9AEF24D978BE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14F4DAE-9DC6-6E8C-9AF8-355EA43EEFDD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5CCFC90-501F-D9B7-CB66-B0E380CC2D07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CFB69E-8E94-6FC1-F184-28ADD3A48C0C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1CF28F9D-3D45-FCD9-58EF-948E44B8F03B}"/>
              </a:ext>
            </a:extLst>
          </p:cNvPr>
          <p:cNvGrpSpPr/>
          <p:nvPr/>
        </p:nvGrpSpPr>
        <p:grpSpPr>
          <a:xfrm>
            <a:off x="10257834" y="8322028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490B34D6-EC13-BA4C-2F43-7E4A6721FE62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7571F21-1F22-88C5-39B4-964C8458196A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0</a:t>
              </a: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32DE2ED6-090C-B0AB-E9A3-937BE9C1FF7B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2128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8A6C-C6F2-7B49-9499-383F17E9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CBCB0B04-860E-9178-BEBC-E37B8B6BDF7A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CBCB0B04-860E-9178-BEBC-E37B8B6BDF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3966E820-6CCD-6AEF-094A-F80B0C2E6277}"/>
              </a:ext>
            </a:extLst>
          </p:cNvPr>
          <p:cNvSpPr>
            <a:spLocks/>
          </p:cNvSpPr>
          <p:nvPr/>
        </p:nvSpPr>
        <p:spPr>
          <a:xfrm>
            <a:off x="10188329" y="63169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2746AA-7258-42BE-8FC5-5C96D0DC74A3}"/>
              </a:ext>
            </a:extLst>
          </p:cNvPr>
          <p:cNvSpPr/>
          <p:nvPr/>
        </p:nvSpPr>
        <p:spPr>
          <a:xfrm>
            <a:off x="11665460" y="2682340"/>
            <a:ext cx="1310397" cy="159551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4197B7-51E7-2A2A-F523-CBE4E45DE240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7B687A-F3F8-A657-2044-E3FA1AAC2480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BDA483-EA53-0F2A-92BC-1EF9EBFED773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0FEC19-8BE5-0D57-1B57-60146D1736AA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44A0EF1-E5CB-813D-385A-6D550411F957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608217-5533-BB10-BE7C-33EBFCA677F1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896D3F-F747-66A9-67A5-99BB06997EFB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7E7A4E0-7368-A48A-652C-D1C3FF0B3B44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C87BB6-949F-15A0-53E5-981AA18C7C20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935F8B-771F-6D62-534D-2D2F01458A3A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A2ED926-6804-96B1-5DC9-C2BCD52E6B6D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F91410-52AF-2449-FF83-A50C95011AE1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2126AF06-EFEA-B540-3CBC-174230F2B479}"/>
              </a:ext>
            </a:extLst>
          </p:cNvPr>
          <p:cNvGrpSpPr/>
          <p:nvPr/>
        </p:nvGrpSpPr>
        <p:grpSpPr>
          <a:xfrm>
            <a:off x="8893865" y="8346092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1F45A299-C28C-A55D-6237-4F3F3BA15A7A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ABA4E2-A00A-92A3-87D5-AA427496D72C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-1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5E2C700A-BEEF-F97B-A246-BF03C87F5E7E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8ACDC38-F185-50EC-25D5-F35359C4C8D5}"/>
              </a:ext>
            </a:extLst>
          </p:cNvPr>
          <p:cNvSpPr/>
          <p:nvPr/>
        </p:nvSpPr>
        <p:spPr>
          <a:xfrm>
            <a:off x="810610" y="7671893"/>
            <a:ext cx="7776797" cy="67419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43144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44E1-9A08-320E-AEF6-69AB7C1C3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6EE8E148-59FF-E52B-61F6-E47CE4C4D891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6EE8E148-59FF-E52B-61F6-E47CE4C4D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4DEE6CF7-16E2-A785-B6D5-29AF0C63E025}"/>
              </a:ext>
            </a:extLst>
          </p:cNvPr>
          <p:cNvSpPr>
            <a:spLocks/>
          </p:cNvSpPr>
          <p:nvPr/>
        </p:nvSpPr>
        <p:spPr>
          <a:xfrm>
            <a:off x="10188329" y="63169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349DED-9D0B-7597-8C86-53F664FFFA71}"/>
              </a:ext>
            </a:extLst>
          </p:cNvPr>
          <p:cNvSpPr/>
          <p:nvPr/>
        </p:nvSpPr>
        <p:spPr>
          <a:xfrm>
            <a:off x="11665460" y="2682340"/>
            <a:ext cx="1310397" cy="159551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7A4A96F-7086-586F-7504-1674DC968558}"/>
              </a:ext>
            </a:extLst>
          </p:cNvPr>
          <p:cNvSpPr/>
          <p:nvPr/>
        </p:nvSpPr>
        <p:spPr>
          <a:xfrm>
            <a:off x="11586542" y="479675"/>
            <a:ext cx="1310397" cy="158361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A990DE-B6E3-138F-54B9-D96232D97FCC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46D614-145E-7D90-9FB2-02C12869A185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E323D3-774E-0016-B0DD-732D828613ED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B96095-E42A-BD4C-055C-309F0EA0A6C5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451C5D-9498-8AEF-809A-A6E89F8BFDB8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33B6BBB-6657-083B-9088-7207A8C69D18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2192BB-6A15-389C-F4CD-870D14D27166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F119754-88CB-0B44-54EF-D6610C5F5FAC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99D872-0C28-1453-F93F-AF277355EA58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74C04EE-AE65-B88B-0B7B-6439EBD7ED60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9E99111-C6A3-1DB7-E42C-8FBDEC4F6166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6620AA2D-1C2C-A3A0-0F7F-BD94B961D93F}"/>
              </a:ext>
            </a:extLst>
          </p:cNvPr>
          <p:cNvGrpSpPr/>
          <p:nvPr/>
        </p:nvGrpSpPr>
        <p:grpSpPr>
          <a:xfrm>
            <a:off x="8893865" y="8346092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5107CCBF-E4AA-A775-656B-727B7899209E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BA966B-7F00-7C31-74C2-8613509B6ADA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-1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700EA548-69AA-3630-FBBE-BC2B3347BA86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91A4AF2-2A05-9240-81D8-73A7E6889CD3}"/>
              </a:ext>
            </a:extLst>
          </p:cNvPr>
          <p:cNvSpPr/>
          <p:nvPr/>
        </p:nvSpPr>
        <p:spPr>
          <a:xfrm>
            <a:off x="810611" y="8256444"/>
            <a:ext cx="7776798" cy="3407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17147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05123-E3B2-4B28-FBE4-93CAE092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!!box">
                <a:extLst>
                  <a:ext uri="{FF2B5EF4-FFF2-40B4-BE49-F238E27FC236}">
                    <a16:creationId xmlns:a16="http://schemas.microsoft.com/office/drawing/2014/main" id="{C110C884-B493-6535-5C89-2C2021A1E8E6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!!box">
                <a:extLst>
                  <a:ext uri="{FF2B5EF4-FFF2-40B4-BE49-F238E27FC236}">
                    <a16:creationId xmlns:a16="http://schemas.microsoft.com/office/drawing/2014/main" id="{C110C884-B493-6535-5C89-2C2021A1E8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!b1">
            <a:extLst>
              <a:ext uri="{FF2B5EF4-FFF2-40B4-BE49-F238E27FC236}">
                <a16:creationId xmlns:a16="http://schemas.microsoft.com/office/drawing/2014/main" id="{7491A509-D427-A973-FD56-E3E792BF3410}"/>
              </a:ext>
            </a:extLst>
          </p:cNvPr>
          <p:cNvSpPr>
            <a:spLocks/>
          </p:cNvSpPr>
          <p:nvPr/>
        </p:nvSpPr>
        <p:spPr>
          <a:xfrm>
            <a:off x="10188329" y="6316934"/>
            <a:ext cx="1310400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8961389-B52A-D799-38CF-7F5F842B06A3}"/>
              </a:ext>
            </a:extLst>
          </p:cNvPr>
          <p:cNvSpPr/>
          <p:nvPr/>
        </p:nvSpPr>
        <p:spPr>
          <a:xfrm>
            <a:off x="9533132" y="-2432585"/>
            <a:ext cx="1310397" cy="159551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D3F6BF7-F6D5-5049-E7C7-D89ECB97ADCD}"/>
              </a:ext>
            </a:extLst>
          </p:cNvPr>
          <p:cNvSpPr/>
          <p:nvPr/>
        </p:nvSpPr>
        <p:spPr>
          <a:xfrm>
            <a:off x="11261778" y="-2432585"/>
            <a:ext cx="1310397" cy="158361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B4EAA2-B0E3-6359-41ED-5BE58103A439}"/>
              </a:ext>
            </a:extLst>
          </p:cNvPr>
          <p:cNvSpPr/>
          <p:nvPr/>
        </p:nvSpPr>
        <p:spPr>
          <a:xfrm>
            <a:off x="12915250" y="467776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169E8F-732B-1D98-80B1-5315D4705450}"/>
              </a:ext>
            </a:extLst>
          </p:cNvPr>
          <p:cNvSpPr/>
          <p:nvPr/>
        </p:nvSpPr>
        <p:spPr>
          <a:xfrm>
            <a:off x="14243958" y="4677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431EA4-95C9-066D-DFC7-6DE96DF7C3BF}"/>
              </a:ext>
            </a:extLst>
          </p:cNvPr>
          <p:cNvSpPr/>
          <p:nvPr/>
        </p:nvSpPr>
        <p:spPr>
          <a:xfrm>
            <a:off x="15572666" y="467774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C8CC5C-14DC-0C6C-A92B-EB8B7A771B8B}"/>
              </a:ext>
            </a:extLst>
          </p:cNvPr>
          <p:cNvSpPr/>
          <p:nvPr/>
        </p:nvSpPr>
        <p:spPr>
          <a:xfrm>
            <a:off x="16883063" y="467773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{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BA84C3-239E-DBEB-61F4-22E3D96554FC}"/>
              </a:ext>
            </a:extLst>
          </p:cNvPr>
          <p:cNvSpPr/>
          <p:nvPr/>
        </p:nvSpPr>
        <p:spPr>
          <a:xfrm>
            <a:off x="18211771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FBB783-2FEB-63C9-AC87-B989447271E7}"/>
              </a:ext>
            </a:extLst>
          </p:cNvPr>
          <p:cNvSpPr/>
          <p:nvPr/>
        </p:nvSpPr>
        <p:spPr>
          <a:xfrm>
            <a:off x="19584436" y="479675"/>
            <a:ext cx="1310397" cy="15836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}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74E34C-3ED9-6BF8-8A23-A4B03AEC7A98}"/>
              </a:ext>
            </a:extLst>
          </p:cNvPr>
          <p:cNvSpPr>
            <a:spLocks/>
          </p:cNvSpPr>
          <p:nvPr/>
        </p:nvSpPr>
        <p:spPr>
          <a:xfrm>
            <a:off x="12915250" y="63169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B901B4-B94D-DEFC-F53A-86B43F1BBC55}"/>
              </a:ext>
            </a:extLst>
          </p:cNvPr>
          <p:cNvSpPr>
            <a:spLocks/>
          </p:cNvSpPr>
          <p:nvPr/>
        </p:nvSpPr>
        <p:spPr>
          <a:xfrm>
            <a:off x="14243958" y="6316935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292A7FF-D579-DAFE-0C71-80207AA3BB43}"/>
              </a:ext>
            </a:extLst>
          </p:cNvPr>
          <p:cNvSpPr>
            <a:spLocks/>
          </p:cNvSpPr>
          <p:nvPr/>
        </p:nvSpPr>
        <p:spPr>
          <a:xfrm>
            <a:off x="15554355" y="6316934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F006311-400A-C6B3-0A06-12D8477BE44B}"/>
              </a:ext>
            </a:extLst>
          </p:cNvPr>
          <p:cNvSpPr>
            <a:spLocks/>
          </p:cNvSpPr>
          <p:nvPr/>
        </p:nvSpPr>
        <p:spPr>
          <a:xfrm>
            <a:off x="16883063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6F29EB6-AFE8-5265-C0B1-B75EEF7A6C66}"/>
              </a:ext>
            </a:extLst>
          </p:cNvPr>
          <p:cNvSpPr>
            <a:spLocks/>
          </p:cNvSpPr>
          <p:nvPr/>
        </p:nvSpPr>
        <p:spPr>
          <a:xfrm>
            <a:off x="18255728" y="6328836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grpSp>
        <p:nvGrpSpPr>
          <p:cNvPr id="16" name="!!g1">
            <a:extLst>
              <a:ext uri="{FF2B5EF4-FFF2-40B4-BE49-F238E27FC236}">
                <a16:creationId xmlns:a16="http://schemas.microsoft.com/office/drawing/2014/main" id="{9ABB93C7-F112-577B-355B-7EBB5D38156C}"/>
              </a:ext>
            </a:extLst>
          </p:cNvPr>
          <p:cNvGrpSpPr/>
          <p:nvPr/>
        </p:nvGrpSpPr>
        <p:grpSpPr>
          <a:xfrm>
            <a:off x="8893865" y="8346092"/>
            <a:ext cx="2367913" cy="2173986"/>
            <a:chOff x="12794218" y="6418050"/>
            <a:chExt cx="2367913" cy="2173986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D5F9F719-9E73-184E-C090-A816D5777199}"/>
                </a:ext>
              </a:extLst>
            </p:cNvPr>
            <p:cNvSpPr/>
            <p:nvPr/>
          </p:nvSpPr>
          <p:spPr>
            <a:xfrm rot="16200000">
              <a:off x="12808316" y="6753451"/>
              <a:ext cx="1453118" cy="782316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E9CE13-03AF-88C3-0866-F5E94AB7A261}"/>
                </a:ext>
              </a:extLst>
            </p:cNvPr>
            <p:cNvSpPr txBox="1"/>
            <p:nvPr/>
          </p:nvSpPr>
          <p:spPr>
            <a:xfrm>
              <a:off x="12794218" y="7413765"/>
              <a:ext cx="2367913" cy="11782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9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top</a:t>
              </a: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= </a:t>
              </a:r>
              <a:r>
                <a:rPr lang="en-US" sz="3200" dirty="0">
                  <a:solidFill>
                    <a:schemeClr val="bg1"/>
                  </a:solidFill>
                </a:rPr>
                <a:t>-1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0" name="!!b2">
            <a:extLst>
              <a:ext uri="{FF2B5EF4-FFF2-40B4-BE49-F238E27FC236}">
                <a16:creationId xmlns:a16="http://schemas.microsoft.com/office/drawing/2014/main" id="{4341AB59-32ED-5A92-2055-9784F6353A5A}"/>
              </a:ext>
            </a:extLst>
          </p:cNvPr>
          <p:cNvSpPr>
            <a:spLocks/>
          </p:cNvSpPr>
          <p:nvPr/>
        </p:nvSpPr>
        <p:spPr>
          <a:xfrm>
            <a:off x="11568234" y="6339668"/>
            <a:ext cx="1310397" cy="158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C37B576-7773-B2A8-26E9-504167B50B0D}"/>
              </a:ext>
            </a:extLst>
          </p:cNvPr>
          <p:cNvSpPr/>
          <p:nvPr/>
        </p:nvSpPr>
        <p:spPr>
          <a:xfrm>
            <a:off x="810611" y="3055852"/>
            <a:ext cx="7776798" cy="3407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91A7B1C-69EE-4A9B-4B90-6D562BA10C39}"/>
              </a:ext>
            </a:extLst>
          </p:cNvPr>
          <p:cNvSpPr/>
          <p:nvPr/>
        </p:nvSpPr>
        <p:spPr>
          <a:xfrm>
            <a:off x="9051499" y="11574196"/>
            <a:ext cx="1435273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Visualize the algorithm</a:t>
            </a:r>
          </a:p>
        </p:txBody>
      </p:sp>
    </p:spTree>
    <p:extLst>
      <p:ext uri="{BB962C8B-B14F-4D97-AF65-F5344CB8AC3E}">
        <p14:creationId xmlns:p14="http://schemas.microsoft.com/office/powerpoint/2010/main" val="2841481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7C758-E122-418C-4CF7-2CDCE165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24A6F23-DCB4-5EA2-1957-790FBE070CDD}"/>
              </a:ext>
            </a:extLst>
          </p:cNvPr>
          <p:cNvSpPr/>
          <p:nvPr/>
        </p:nvSpPr>
        <p:spPr>
          <a:xfrm>
            <a:off x="9533132" y="-2432585"/>
            <a:ext cx="1310397" cy="159551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8D364D-848B-3602-CAC3-6AE62F0A96FC}"/>
              </a:ext>
            </a:extLst>
          </p:cNvPr>
          <p:cNvSpPr/>
          <p:nvPr/>
        </p:nvSpPr>
        <p:spPr>
          <a:xfrm>
            <a:off x="11261778" y="-2432585"/>
            <a:ext cx="1310397" cy="158361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88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0F862FD-A3F3-452F-A6FD-CCF9A4C03A96}"/>
              </a:ext>
            </a:extLst>
          </p:cNvPr>
          <p:cNvSpPr/>
          <p:nvPr/>
        </p:nvSpPr>
        <p:spPr>
          <a:xfrm>
            <a:off x="9220659" y="1107235"/>
            <a:ext cx="1435273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623D1D-9C3B-F028-EBD0-F76079D8768A}"/>
              </a:ext>
            </a:extLst>
          </p:cNvPr>
          <p:cNvSpPr/>
          <p:nvPr/>
        </p:nvSpPr>
        <p:spPr>
          <a:xfrm>
            <a:off x="9220659" y="3051545"/>
            <a:ext cx="1435273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2091EFE4-1200-5D85-D4EB-3988B6C283BC}"/>
                  </a:ext>
                </a:extLst>
              </p:cNvPr>
              <p:cNvSpPr/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0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=-1,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“%s”,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brackets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 ||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push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(”0”);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char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stack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‘)’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‘(‘) ||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‘}’ &amp;&amp; </a:t>
                </a:r>
                <a:r>
                  <a:rPr lang="en-IN" sz="20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topelement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‘{‘)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continue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top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-1)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(“1”);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  <a:r>
                  <a:rPr lang="en-IN" sz="2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(“0”);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 </a:t>
                </a: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1;</a:t>
                </a:r>
                <a:b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2091EFE4-1200-5D85-D4EB-3988B6C283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1" y="-112696"/>
                <a:ext cx="7776798" cy="131339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925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6FDE8-105D-BC6E-8F7D-443473A8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7B97588C-AA62-185F-BF6E-5D191CCF921E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Stack using Pointers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146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5ABC0D7-C1ED-8845-5F8E-DBB51EC57DFE}"/>
              </a:ext>
            </a:extLst>
          </p:cNvPr>
          <p:cNvSpPr/>
          <p:nvPr/>
        </p:nvSpPr>
        <p:spPr>
          <a:xfrm>
            <a:off x="511258" y="957816"/>
            <a:ext cx="23299718" cy="25958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When the maximum stack size is not known in advance, we can use dynamic memory allocation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Here, we implement the stack using a linked list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35584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box">
            <a:extLst>
              <a:ext uri="{FF2B5EF4-FFF2-40B4-BE49-F238E27FC236}">
                <a16:creationId xmlns:a16="http://schemas.microsoft.com/office/drawing/2014/main" id="{A528DC8E-AA76-A7F6-3048-7EFC04E7563B}"/>
              </a:ext>
            </a:extLst>
          </p:cNvPr>
          <p:cNvSpPr/>
          <p:nvPr/>
        </p:nvSpPr>
        <p:spPr>
          <a:xfrm>
            <a:off x="810610" y="812785"/>
            <a:ext cx="8301859" cy="116766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F1B4D0-D3D2-9ECA-478B-14ADE2108DDA}"/>
              </a:ext>
            </a:extLst>
          </p:cNvPr>
          <p:cNvSpPr/>
          <p:nvPr/>
        </p:nvSpPr>
        <p:spPr>
          <a:xfrm>
            <a:off x="810611" y="9559461"/>
            <a:ext cx="8301858" cy="54623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7A03F208-9F1F-725E-68A4-DD4113FF6400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74457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C367-71CA-047E-0D57-721B59AC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98B1942-9256-8FEB-2AB5-3B887AC8D270}"/>
              </a:ext>
            </a:extLst>
          </p:cNvPr>
          <p:cNvSpPr/>
          <p:nvPr/>
        </p:nvSpPr>
        <p:spPr>
          <a:xfrm>
            <a:off x="810610" y="812785"/>
            <a:ext cx="8301859" cy="116766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67B51664-DCDA-80B4-5CE2-CD99F271520A}"/>
              </a:ext>
            </a:extLst>
          </p:cNvPr>
          <p:cNvSpPr/>
          <p:nvPr/>
        </p:nvSpPr>
        <p:spPr>
          <a:xfrm>
            <a:off x="14350201" y="629169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4E85EC-5FCF-3E6C-6555-59D80884A9F9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B245FE-7238-0CC5-07B3-34F9B5DD3C2C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13C27E-0D51-B6BB-6772-AFB5E10B0ABC}"/>
              </a:ext>
            </a:extLst>
          </p:cNvPr>
          <p:cNvSpPr/>
          <p:nvPr/>
        </p:nvSpPr>
        <p:spPr>
          <a:xfrm>
            <a:off x="810611" y="10048192"/>
            <a:ext cx="8301858" cy="54623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1750D0-4D9E-ABA5-14A9-6900C46D166B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16A426-3BE1-22FA-34F3-4378CCE3624B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5A6A76-C2E4-F202-CE8C-F2C57298C597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4AF983-8083-02EB-29F2-2E6F78D9885C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A53689-461F-42FB-95EB-7E837B117E7B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A069A6-A1FD-78E8-9B73-95092418960A}"/>
              </a:ext>
            </a:extLst>
          </p:cNvPr>
          <p:cNvCxnSpPr>
            <a:cxnSpLocks/>
          </p:cNvCxnSpPr>
          <p:nvPr/>
        </p:nvCxnSpPr>
        <p:spPr>
          <a:xfrm>
            <a:off x="17294772" y="6639481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241806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E2F7-F9A4-C69C-A72B-9F83ADA2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1C5F3E6-ED0B-14FC-3189-97C388E2F97A}"/>
              </a:ext>
            </a:extLst>
          </p:cNvPr>
          <p:cNvSpPr/>
          <p:nvPr/>
        </p:nvSpPr>
        <p:spPr>
          <a:xfrm>
            <a:off x="810610" y="812785"/>
            <a:ext cx="8301859" cy="116766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080FC8E1-D1AA-ED48-B767-741BDF082106}"/>
              </a:ext>
            </a:extLst>
          </p:cNvPr>
          <p:cNvSpPr/>
          <p:nvPr/>
        </p:nvSpPr>
        <p:spPr>
          <a:xfrm>
            <a:off x="14444794" y="298093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0C420C-6C75-7B53-0ED5-741D52755C7E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993E43-2C86-CB97-5AE0-5C84B7159B08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8BFEBF-4206-3FE7-6547-FE8B030927A3}"/>
              </a:ext>
            </a:extLst>
          </p:cNvPr>
          <p:cNvSpPr/>
          <p:nvPr/>
        </p:nvSpPr>
        <p:spPr>
          <a:xfrm>
            <a:off x="810610" y="10552689"/>
            <a:ext cx="8301858" cy="54623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3FFC7A-DA27-F32B-9CC7-7FBF1DED22CF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66E171-C7A1-A498-BB8B-77A7A854725C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543158-F12F-7FA1-9CA1-45E719580134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27D739-912C-7EA8-DD64-EC839384AA6B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103836-C3C2-5B6A-380D-370E79A18BD4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81D92B-3962-0973-5028-E7CDA727B04B}"/>
              </a:ext>
            </a:extLst>
          </p:cNvPr>
          <p:cNvCxnSpPr>
            <a:cxnSpLocks/>
          </p:cNvCxnSpPr>
          <p:nvPr/>
        </p:nvCxnSpPr>
        <p:spPr>
          <a:xfrm>
            <a:off x="17389365" y="3308844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4267CF-BA3F-5BCB-3939-D280A7522A1B}"/>
              </a:ext>
            </a:extLst>
          </p:cNvPr>
          <p:cNvSpPr/>
          <p:nvPr/>
        </p:nvSpPr>
        <p:spPr>
          <a:xfrm>
            <a:off x="19484713" y="2791271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37629C-723F-D134-0F84-F30E0BC1B67D}"/>
              </a:ext>
            </a:extLst>
          </p:cNvPr>
          <p:cNvSpPr/>
          <p:nvPr/>
        </p:nvSpPr>
        <p:spPr>
          <a:xfrm>
            <a:off x="19484713" y="3824178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8B7BA6-2D23-7B74-54C0-C6C47BC4FE74}"/>
              </a:ext>
            </a:extLst>
          </p:cNvPr>
          <p:cNvCxnSpPr>
            <a:cxnSpLocks/>
            <a:stCxn id="14" idx="2"/>
            <a:endCxn id="4" idx="0"/>
          </p:cNvCxnSpPr>
          <p:nvPr/>
        </p:nvCxnSpPr>
        <p:spPr>
          <a:xfrm>
            <a:off x="20831504" y="4584670"/>
            <a:ext cx="0" cy="141315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14319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3DDC4-15DF-C1CE-9B05-5FEC2329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A1B9E332-5D2B-7F30-26E2-F6C64D809BEA}"/>
              </a:ext>
            </a:extLst>
          </p:cNvPr>
          <p:cNvSpPr/>
          <p:nvPr/>
        </p:nvSpPr>
        <p:spPr>
          <a:xfrm>
            <a:off x="810610" y="812785"/>
            <a:ext cx="8301859" cy="116766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31F4B4EF-C0C6-F970-3F92-520B070DAFC0}"/>
              </a:ext>
            </a:extLst>
          </p:cNvPr>
          <p:cNvSpPr/>
          <p:nvPr/>
        </p:nvSpPr>
        <p:spPr>
          <a:xfrm>
            <a:off x="14365967" y="626776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E5179DC-CCEE-400F-9E44-F6C2F3BE5065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1083D5-3401-DAB2-9767-6BC88E90D52D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3F2B4C-621A-BE4A-3430-E45552B22054}"/>
              </a:ext>
            </a:extLst>
          </p:cNvPr>
          <p:cNvSpPr/>
          <p:nvPr/>
        </p:nvSpPr>
        <p:spPr>
          <a:xfrm>
            <a:off x="810610" y="11009889"/>
            <a:ext cx="8301858" cy="54623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39E19C-D8D7-F404-F88A-471584C0CBC1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FEA312-C182-3C9B-2374-E550F22852B8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EA7DB9-5848-F666-9095-26E5DDC662AB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96BA7D-4FB4-C085-A230-3B9D4160A015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8EC4DA-6499-12FC-9780-8B551F032EC0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974121-8546-3D1D-2A9C-5A65E31138D7}"/>
              </a:ext>
            </a:extLst>
          </p:cNvPr>
          <p:cNvCxnSpPr>
            <a:cxnSpLocks/>
          </p:cNvCxnSpPr>
          <p:nvPr/>
        </p:nvCxnSpPr>
        <p:spPr>
          <a:xfrm>
            <a:off x="17310538" y="659567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24236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501F-27D2-3FF6-239F-8B98A146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">
            <a:extLst>
              <a:ext uri="{FF2B5EF4-FFF2-40B4-BE49-F238E27FC236}">
                <a16:creationId xmlns:a16="http://schemas.microsoft.com/office/drawing/2014/main" id="{A06F4B3D-AAAE-7F7B-E804-B5C3C26C5AB1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44B92E-727B-B904-8E0F-2443AB8B4D75}"/>
              </a:ext>
            </a:extLst>
          </p:cNvPr>
          <p:cNvSpPr/>
          <p:nvPr/>
        </p:nvSpPr>
        <p:spPr>
          <a:xfrm>
            <a:off x="810607" y="10627354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13AD3B98-027C-723F-8CA7-731EB4419334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37092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077B0-0D3C-3D93-10BB-B1BAFB77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box">
            <a:extLst>
              <a:ext uri="{FF2B5EF4-FFF2-40B4-BE49-F238E27FC236}">
                <a16:creationId xmlns:a16="http://schemas.microsoft.com/office/drawing/2014/main" id="{8C196BFF-F4A8-C5E6-864D-10055A0D1CA3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003DE6-FACC-DFEE-82D7-ABDE0B429C84}"/>
              </a:ext>
            </a:extLst>
          </p:cNvPr>
          <p:cNvSpPr/>
          <p:nvPr/>
        </p:nvSpPr>
        <p:spPr>
          <a:xfrm>
            <a:off x="810607" y="3695967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7863F251-73EF-ED72-11B1-37433AB6A9C7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82404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ED76F-CD7A-CAE4-96D2-6D2CE908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!!box">
            <a:extLst>
              <a:ext uri="{FF2B5EF4-FFF2-40B4-BE49-F238E27FC236}">
                <a16:creationId xmlns:a16="http://schemas.microsoft.com/office/drawing/2014/main" id="{F80D9B61-0EA5-4EEF-FA7A-05CC536FED0D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EF6179-F73F-DC63-F78F-3CBB8F41EA31}"/>
              </a:ext>
            </a:extLst>
          </p:cNvPr>
          <p:cNvSpPr/>
          <p:nvPr/>
        </p:nvSpPr>
        <p:spPr>
          <a:xfrm>
            <a:off x="810608" y="4057943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9B65D53E-3E4E-1E2B-85FF-0C355C0DDABE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2">
            <a:extLst>
              <a:ext uri="{FF2B5EF4-FFF2-40B4-BE49-F238E27FC236}">
                <a16:creationId xmlns:a16="http://schemas.microsoft.com/office/drawing/2014/main" id="{C5B7AA3A-DF1B-EBC4-816C-32D15BF4AC92}"/>
              </a:ext>
            </a:extLst>
          </p:cNvPr>
          <p:cNvSpPr/>
          <p:nvPr/>
        </p:nvSpPr>
        <p:spPr>
          <a:xfrm>
            <a:off x="15339847" y="6291694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4318DA-6933-654A-C988-D8560C3CB23A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BCEDD8-7F9A-C71B-39BC-1DE3C9554F45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92FFEF-E3F1-F4D9-60A2-520DF99BE7F5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81568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ED94-6B4E-59E1-33AF-043B2031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box">
            <a:extLst>
              <a:ext uri="{FF2B5EF4-FFF2-40B4-BE49-F238E27FC236}">
                <a16:creationId xmlns:a16="http://schemas.microsoft.com/office/drawing/2014/main" id="{681669EE-7181-8367-3ABC-36248DB07816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8A2A11-A831-1259-B00D-D89CDE48E3E3}"/>
              </a:ext>
            </a:extLst>
          </p:cNvPr>
          <p:cNvSpPr/>
          <p:nvPr/>
        </p:nvSpPr>
        <p:spPr>
          <a:xfrm>
            <a:off x="810608" y="4786552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05B57B74-0118-5940-467D-A95BE7B4B29C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000842-FA25-1390-D419-E68989678372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2B2AD5-5AD9-2880-8C56-97C76F195D5A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0E9991-8272-9019-5238-FBE1F714BE55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!!box2">
            <a:extLst>
              <a:ext uri="{FF2B5EF4-FFF2-40B4-BE49-F238E27FC236}">
                <a16:creationId xmlns:a16="http://schemas.microsoft.com/office/drawing/2014/main" id="{51123BDF-FA79-AC51-7893-CA14CD938094}"/>
              </a:ext>
            </a:extLst>
          </p:cNvPr>
          <p:cNvSpPr/>
          <p:nvPr/>
        </p:nvSpPr>
        <p:spPr>
          <a:xfrm>
            <a:off x="15339847" y="6291694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2651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C7E2-6871-B2DD-4491-14542BF7A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box">
            <a:extLst>
              <a:ext uri="{FF2B5EF4-FFF2-40B4-BE49-F238E27FC236}">
                <a16:creationId xmlns:a16="http://schemas.microsoft.com/office/drawing/2014/main" id="{0429D089-4EA9-933D-EF43-CE993A7BE696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A2DDCA-247B-227D-049A-D5C6A7B898D3}"/>
              </a:ext>
            </a:extLst>
          </p:cNvPr>
          <p:cNvSpPr/>
          <p:nvPr/>
        </p:nvSpPr>
        <p:spPr>
          <a:xfrm>
            <a:off x="810608" y="5163895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58409B17-F834-D9FA-0D22-EFF47F2991B5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3BBEEA-9A8D-17D1-54F0-BE563179C784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095331-B133-1A8A-8730-2EB2EAEDEC6F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A05A10-AC96-E06B-1B1E-57D9C7CBB1CD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!!box2">
            <a:extLst>
              <a:ext uri="{FF2B5EF4-FFF2-40B4-BE49-F238E27FC236}">
                <a16:creationId xmlns:a16="http://schemas.microsoft.com/office/drawing/2014/main" id="{BCC4B557-8D7E-665C-EEB9-29D7D9A5DF15}"/>
              </a:ext>
            </a:extLst>
          </p:cNvPr>
          <p:cNvSpPr/>
          <p:nvPr/>
        </p:nvSpPr>
        <p:spPr>
          <a:xfrm>
            <a:off x="15339847" y="6291694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09074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70EF-9476-A2EB-4947-AF3B6F19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box">
            <a:extLst>
              <a:ext uri="{FF2B5EF4-FFF2-40B4-BE49-F238E27FC236}">
                <a16:creationId xmlns:a16="http://schemas.microsoft.com/office/drawing/2014/main" id="{6FDE1769-BE32-4872-452E-DE88A91FC2E7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978EA4-5039-7DF8-E51C-DAAB15BF5AAB}"/>
              </a:ext>
            </a:extLst>
          </p:cNvPr>
          <p:cNvSpPr/>
          <p:nvPr/>
        </p:nvSpPr>
        <p:spPr>
          <a:xfrm>
            <a:off x="810608" y="5491486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1D7282DE-9B53-B243-438E-A823CEF29EB5}"/>
              </a:ext>
            </a:extLst>
          </p:cNvPr>
          <p:cNvSpPr/>
          <p:nvPr/>
        </p:nvSpPr>
        <p:spPr>
          <a:xfrm>
            <a:off x="11640969" y="1097472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358443-F4D3-FE32-0FB4-DF2E583F8814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AC4976-34AC-44AB-54F9-28D54E20AACB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CD5B15-C6A1-AA1D-89C4-9457DB3B7B3C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54190B-4CF8-D957-FED8-AE3C6B60DD4C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F545C4-0F97-522A-DE29-E0397D65FA85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2AE92D-808E-12B1-A8D7-FBC6B40F4991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2AC4E0-DE16-5613-401D-0B3F6B8808DF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CCCE71-C9A6-774B-0F9E-CC08A9737264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!!box2">
            <a:extLst>
              <a:ext uri="{FF2B5EF4-FFF2-40B4-BE49-F238E27FC236}">
                <a16:creationId xmlns:a16="http://schemas.microsoft.com/office/drawing/2014/main" id="{6DEEBD52-47C0-9151-F2F1-19A88498A7EC}"/>
              </a:ext>
            </a:extLst>
          </p:cNvPr>
          <p:cNvSpPr/>
          <p:nvPr/>
        </p:nvSpPr>
        <p:spPr>
          <a:xfrm>
            <a:off x="15339847" y="6291694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51072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194D-49FB-7C7F-94AE-06003F2C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box">
            <a:extLst>
              <a:ext uri="{FF2B5EF4-FFF2-40B4-BE49-F238E27FC236}">
                <a16:creationId xmlns:a16="http://schemas.microsoft.com/office/drawing/2014/main" id="{4AA31438-E98A-6950-D303-02D0DB2B66C6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508124-D684-AF1C-0D57-1C2E9DE0FABE}"/>
              </a:ext>
            </a:extLst>
          </p:cNvPr>
          <p:cNvSpPr/>
          <p:nvPr/>
        </p:nvSpPr>
        <p:spPr>
          <a:xfrm>
            <a:off x="810608" y="5487163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8C1582C9-6907-1376-5E7D-83DF6E4F5319}"/>
              </a:ext>
            </a:extLst>
          </p:cNvPr>
          <p:cNvSpPr/>
          <p:nvPr/>
        </p:nvSpPr>
        <p:spPr>
          <a:xfrm>
            <a:off x="12520770" y="629169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C579F2-39CD-3524-F5F3-9E1EC0F9D15E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F71E7C-DFA8-CB19-2A1E-8D2649049B03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A401A8-EA22-FEBF-5D01-C99071925233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DD86E0-2131-EC3F-11C3-511FAE994671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880E5D-5B9D-5F9D-9634-33B9C4AA8A91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9D526C-C672-C4B6-42EC-C7467D4BEA4A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DA6DBC-50D3-DE58-1EE5-9CF5C0485843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6BF95C-56CA-C2B2-7910-1520DACE2C13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!!box2">
            <a:extLst>
              <a:ext uri="{FF2B5EF4-FFF2-40B4-BE49-F238E27FC236}">
                <a16:creationId xmlns:a16="http://schemas.microsoft.com/office/drawing/2014/main" id="{39B7B79C-9E88-D787-951D-8A326603ECD3}"/>
              </a:ext>
            </a:extLst>
          </p:cNvPr>
          <p:cNvSpPr/>
          <p:nvPr/>
        </p:nvSpPr>
        <p:spPr>
          <a:xfrm>
            <a:off x="15339847" y="6291694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6476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0F2B-7E63-CA71-2E59-1989BE42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!!box">
            <a:extLst>
              <a:ext uri="{FF2B5EF4-FFF2-40B4-BE49-F238E27FC236}">
                <a16:creationId xmlns:a16="http://schemas.microsoft.com/office/drawing/2014/main" id="{D77E7EE4-545B-F1EE-834F-FACCB9E498BE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61F604-08E3-45F9-2A25-42E61348584D}"/>
              </a:ext>
            </a:extLst>
          </p:cNvPr>
          <p:cNvSpPr/>
          <p:nvPr/>
        </p:nvSpPr>
        <p:spPr>
          <a:xfrm>
            <a:off x="810607" y="10950025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04AAACC2-A235-8B6A-6DBB-940F437FBACB}"/>
              </a:ext>
            </a:extLst>
          </p:cNvPr>
          <p:cNvSpPr/>
          <p:nvPr/>
        </p:nvSpPr>
        <p:spPr>
          <a:xfrm>
            <a:off x="14362573" y="632448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634987-EB6C-C412-81B8-A5ECFD433005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BB1F0C-B19E-D80B-3467-326A6C37BD0B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138EF1-E117-91BA-934F-F4D35ADECB73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DC5EB5-346A-BF00-4F22-EB8AA37CC44B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38CE86-5566-132E-3F60-ADFD2187FA5A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1C095D-E358-6450-7B9C-B5172B63FB0E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1F4E8-44B4-6C39-B7B6-828EE0CCF111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065E02-6E68-38A6-D6E2-01BC3AE9A4CE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49282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0385-F92C-0CD5-B19B-E4A6E850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!!box">
            <a:extLst>
              <a:ext uri="{FF2B5EF4-FFF2-40B4-BE49-F238E27FC236}">
                <a16:creationId xmlns:a16="http://schemas.microsoft.com/office/drawing/2014/main" id="{CD6635DD-99BB-CA9B-6325-FC7A8F8D9648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E4232D-8D8D-53FF-84F6-7E031AEC7FDA}"/>
              </a:ext>
            </a:extLst>
          </p:cNvPr>
          <p:cNvSpPr/>
          <p:nvPr/>
        </p:nvSpPr>
        <p:spPr>
          <a:xfrm>
            <a:off x="810607" y="3691233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52BBDF-E27F-0EC6-6802-48F92DD74A1A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326F37-8CEF-12DB-1A8E-DE84BCC9A3BF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E375D5-8F72-D31D-FCD2-D3FDEDEFFBE3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BAF8C5-2961-9C0D-0017-AE49DAB8075F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471343-1601-8620-6D06-33902F73A444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5C694C-A73D-3807-9D16-186EDC04D6F8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7B3D1D-361A-F9FD-049D-367C24DB409A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B6E6FD-CC4B-B28B-67C1-B471DDDE1B8D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!!box1">
            <a:extLst>
              <a:ext uri="{FF2B5EF4-FFF2-40B4-BE49-F238E27FC236}">
                <a16:creationId xmlns:a16="http://schemas.microsoft.com/office/drawing/2014/main" id="{961466C9-5771-8078-2512-160A5B7CB830}"/>
              </a:ext>
            </a:extLst>
          </p:cNvPr>
          <p:cNvSpPr/>
          <p:nvPr/>
        </p:nvSpPr>
        <p:spPr>
          <a:xfrm>
            <a:off x="14362573" y="632448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78975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AA41-7D2B-98C4-572A-1D2B3A0A2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box">
            <a:extLst>
              <a:ext uri="{FF2B5EF4-FFF2-40B4-BE49-F238E27FC236}">
                <a16:creationId xmlns:a16="http://schemas.microsoft.com/office/drawing/2014/main" id="{C9D63D6C-E451-7B35-164C-B53B1EBE89D9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156D0E-8200-3671-6BD6-2C47A0701A18}"/>
              </a:ext>
            </a:extLst>
          </p:cNvPr>
          <p:cNvSpPr/>
          <p:nvPr/>
        </p:nvSpPr>
        <p:spPr>
          <a:xfrm>
            <a:off x="810608" y="4010314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1F77E5-87B0-2C55-6E60-4577EC02A4F9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1312F4-D96A-DDA7-A7BC-7BB186415FA5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948F17-8D1A-BF3C-83CF-FE6C53A3C5CC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38EAEB-169A-F0B4-202A-998F5E44FFE2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B26E22-9917-73E1-6488-17075C1371FC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0D2DE0-C4C2-7453-DFC1-0A35003EFD57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D9BC2-5700-E185-8C83-FA6F96AA940D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AFCA0A-714A-8CD2-3124-0AA2D7F18197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!!box2">
            <a:extLst>
              <a:ext uri="{FF2B5EF4-FFF2-40B4-BE49-F238E27FC236}">
                <a16:creationId xmlns:a16="http://schemas.microsoft.com/office/drawing/2014/main" id="{9CF6030B-23F1-82FC-80C2-53B3D3653453}"/>
              </a:ext>
            </a:extLst>
          </p:cNvPr>
          <p:cNvSpPr/>
          <p:nvPr/>
        </p:nvSpPr>
        <p:spPr>
          <a:xfrm>
            <a:off x="15339847" y="318027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26AF08-164D-2474-7E7C-10EEAA4511C2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43B99A-B26F-64D9-3BC4-1D6AD31A680B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94B127-DAEE-A8E4-F901-2CBF626124CD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211C4B0B-40C3-F671-CE04-3A1871CB0445}"/>
              </a:ext>
            </a:extLst>
          </p:cNvPr>
          <p:cNvSpPr/>
          <p:nvPr/>
        </p:nvSpPr>
        <p:spPr>
          <a:xfrm>
            <a:off x="14362573" y="632448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98574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817A-02E6-8F41-318C-36BD97EB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!!box">
            <a:extLst>
              <a:ext uri="{FF2B5EF4-FFF2-40B4-BE49-F238E27FC236}">
                <a16:creationId xmlns:a16="http://schemas.microsoft.com/office/drawing/2014/main" id="{8DE1CAE1-38C8-EB5D-C702-B2D80F167DC8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DC22A9-7075-3FAC-08E3-E217526B3A17}"/>
              </a:ext>
            </a:extLst>
          </p:cNvPr>
          <p:cNvSpPr/>
          <p:nvPr/>
        </p:nvSpPr>
        <p:spPr>
          <a:xfrm>
            <a:off x="810608" y="4786732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6E2C62-6475-2B61-EF51-55B70E266357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83ED2A-83EA-FD5E-9351-D71C681436E8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A12647-4A33-B892-19DA-B5F41E54B08E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ABA512-604B-5774-B8F7-43CCAA7A7F39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DC6CA4-A46A-513B-7259-6ABF2D1B9A9F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7B3A11-8799-06CB-9996-0444AB4F3D21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63D60C-6DE7-5E27-7591-1F9B0EE54DB8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75FE00-E56F-555A-AC48-1A218C45B8FF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58DABD1-6A53-012A-C0BA-5B8545339ADA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EE92859-79E5-8C85-A4D9-300C7DEC5547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6D2024-1479-550D-D69C-B27D8ADF512D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A3EA8FF2-3CF9-29D3-BEC2-32546F39DF91}"/>
              </a:ext>
            </a:extLst>
          </p:cNvPr>
          <p:cNvSpPr/>
          <p:nvPr/>
        </p:nvSpPr>
        <p:spPr>
          <a:xfrm>
            <a:off x="14362573" y="632448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CD69C4BC-3C9B-E3F9-3776-71CC1A51542C}"/>
              </a:ext>
            </a:extLst>
          </p:cNvPr>
          <p:cNvSpPr/>
          <p:nvPr/>
        </p:nvSpPr>
        <p:spPr>
          <a:xfrm>
            <a:off x="15339847" y="318027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36238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58845-D5D0-152B-EF21-3468E474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!!box">
            <a:extLst>
              <a:ext uri="{FF2B5EF4-FFF2-40B4-BE49-F238E27FC236}">
                <a16:creationId xmlns:a16="http://schemas.microsoft.com/office/drawing/2014/main" id="{D103A6F3-1950-D53D-4B62-08FB5CBF4907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AF763B-2104-9E19-87CA-00C120D93CF4}"/>
              </a:ext>
            </a:extLst>
          </p:cNvPr>
          <p:cNvSpPr/>
          <p:nvPr/>
        </p:nvSpPr>
        <p:spPr>
          <a:xfrm>
            <a:off x="810608" y="5141294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F71BE-6477-DEE3-3A01-243D2FD18194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BEB267-9869-4C5D-C6CF-32C3A380CED9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1031C8-C628-BBC0-82F9-5DA1185B8A62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CF8BC2-4DE9-FF5F-910C-1CC84DD68BE7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0C8833-4D7D-4593-2C31-1157A6A3CEDA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8C53B0-9D1C-218E-4FE0-59CB5C946DE3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BBD9F2-A692-4AF9-C9FA-61E8755FCD1A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1092FC-7282-8CB4-CC73-54F9A69E61D6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8664CC-0770-EBA2-71B8-76C0833826E8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0B8F6F5-E813-223D-DC72-9266045C5418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B87BE4-F673-6F06-ABF2-E2FB9275C0D5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6F2FC396-FABE-A787-CF77-EDCA422D7134}"/>
              </a:ext>
            </a:extLst>
          </p:cNvPr>
          <p:cNvSpPr/>
          <p:nvPr/>
        </p:nvSpPr>
        <p:spPr>
          <a:xfrm>
            <a:off x="14362573" y="632448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1CA84FD1-F194-36B0-0DC9-DB852D98A74F}"/>
              </a:ext>
            </a:extLst>
          </p:cNvPr>
          <p:cNvSpPr/>
          <p:nvPr/>
        </p:nvSpPr>
        <p:spPr>
          <a:xfrm>
            <a:off x="15339847" y="318027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64217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8D0AC-9F98-C815-ED8B-94545888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!!box">
            <a:extLst>
              <a:ext uri="{FF2B5EF4-FFF2-40B4-BE49-F238E27FC236}">
                <a16:creationId xmlns:a16="http://schemas.microsoft.com/office/drawing/2014/main" id="{A71B4BCE-2718-091E-2893-6C06624A0AD6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C6AEAF-05FC-FF05-BB14-BBB65DFA25C7}"/>
              </a:ext>
            </a:extLst>
          </p:cNvPr>
          <p:cNvSpPr/>
          <p:nvPr/>
        </p:nvSpPr>
        <p:spPr>
          <a:xfrm>
            <a:off x="810608" y="5493657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3F9ECE-4728-F26C-CF8B-B428E76A08FA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6172ED-8B18-5443-C0A0-294407C8920D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5F5A96-DC31-D8D0-CFBB-57B2F0B8AC10}"/>
              </a:ext>
            </a:extLst>
          </p:cNvPr>
          <p:cNvCxnSpPr>
            <a:cxnSpLocks/>
          </p:cNvCxnSpPr>
          <p:nvPr/>
        </p:nvCxnSpPr>
        <p:spPr>
          <a:xfrm>
            <a:off x="17294772" y="661960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B7D19A-AEB3-0AFC-7E26-28FA7DD555AC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0FB566-BE26-2CA4-B295-A9903FA1FA26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7A1082-1455-DF8E-F23B-951A8237ACC0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257FD9-B1CA-F1E4-D7E6-857A89058CFC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3C9A93-CD5F-8831-AEA8-2DB5AA7FF731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FA250C-A4EC-CA24-D3CD-A1315844B3B8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C5FDAFC-AFCC-C08E-ABE6-8E054823A473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0F5046-46E8-4ED5-757E-87166BDB3ED6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95230E0A-6F63-93EB-0FE4-5E351094E84C}"/>
              </a:ext>
            </a:extLst>
          </p:cNvPr>
          <p:cNvSpPr/>
          <p:nvPr/>
        </p:nvSpPr>
        <p:spPr>
          <a:xfrm>
            <a:off x="14362573" y="632448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9CBACCCB-AB89-2ED8-AC3E-841A315C87E6}"/>
              </a:ext>
            </a:extLst>
          </p:cNvPr>
          <p:cNvSpPr/>
          <p:nvPr/>
        </p:nvSpPr>
        <p:spPr>
          <a:xfrm>
            <a:off x="15339847" y="318027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529F03-C5A2-01A5-2D8B-4EBA8EA97853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20831504" y="4679806"/>
            <a:ext cx="0" cy="131801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33879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9C1C3-064C-7932-C350-4C60AE50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">
            <a:extLst>
              <a:ext uri="{FF2B5EF4-FFF2-40B4-BE49-F238E27FC236}">
                <a16:creationId xmlns:a16="http://schemas.microsoft.com/office/drawing/2014/main" id="{1BAF52BC-62A8-A7DB-84AD-29DA8B5EB51A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6EC5EA-420A-B791-6648-A44550212052}"/>
              </a:ext>
            </a:extLst>
          </p:cNvPr>
          <p:cNvSpPr/>
          <p:nvPr/>
        </p:nvSpPr>
        <p:spPr>
          <a:xfrm>
            <a:off x="810608" y="5485511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367858-CAE5-C313-1EF6-195031699496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2F22DE-A61A-E4E9-9D13-4CF5BBB12BE4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362FC9-373D-E49C-FD23-53A143DCE037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4AA7D2-1A09-539D-E61C-C0D03A204BA0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8C1E4F-C490-72F7-BD9A-EF1B2C498158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551213-2174-1CBB-5C28-4E64DDCA1157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494E4C-8F34-020C-3059-70A3928AC83A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4BD5B2-14E2-BDA6-37E4-D3B5AA175CAE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BD7900D-0472-2162-4758-AE3F0FB3DFE4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435372-0910-B2D7-E29B-D13A677CEF61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8548A6CB-6A68-A287-7D2D-71D436C52176}"/>
              </a:ext>
            </a:extLst>
          </p:cNvPr>
          <p:cNvSpPr/>
          <p:nvPr/>
        </p:nvSpPr>
        <p:spPr>
          <a:xfrm>
            <a:off x="12442786" y="318027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3AF6D360-632D-9780-8085-D073F9F64297}"/>
              </a:ext>
            </a:extLst>
          </p:cNvPr>
          <p:cNvSpPr/>
          <p:nvPr/>
        </p:nvSpPr>
        <p:spPr>
          <a:xfrm>
            <a:off x="15339847" y="3180278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675529-E2F4-A742-51A8-32207B8C75BD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20831504" y="4679806"/>
            <a:ext cx="0" cy="131801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42625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DE699-0016-2123-7D8C-8D1B7D844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">
            <a:extLst>
              <a:ext uri="{FF2B5EF4-FFF2-40B4-BE49-F238E27FC236}">
                <a16:creationId xmlns:a16="http://schemas.microsoft.com/office/drawing/2014/main" id="{1D9EC45A-7DC6-7C9D-7213-B164C2DF5334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9824F3-7927-AE20-1B77-2576FA289CD2}"/>
              </a:ext>
            </a:extLst>
          </p:cNvPr>
          <p:cNvSpPr/>
          <p:nvPr/>
        </p:nvSpPr>
        <p:spPr>
          <a:xfrm>
            <a:off x="810607" y="11353036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7849FB-FAD1-BF42-2715-390DF7C403A5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83377A-ECD6-42BB-F1DC-9A674C7161FE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E9C2D3-2D38-9B10-EAEC-0DC261348CF4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FEDBFA-C4AA-FD7F-D76C-93833912BE94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E75E5F-EFE0-A3CB-5155-1629B0FE430B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890123-5BE7-9E4B-BA76-DBD7741C792F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E93450-374F-A4F2-DE99-04D2417388D8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A51F3F9-D393-BE6A-E8C2-4E1121427A43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0B1BF94-0557-2B84-4F0D-37B325B15F21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4B9992-3211-2CDB-C5BA-AF84456A5731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D0922E26-47AB-5A62-C02E-443988EEA4A8}"/>
              </a:ext>
            </a:extLst>
          </p:cNvPr>
          <p:cNvSpPr/>
          <p:nvPr/>
        </p:nvSpPr>
        <p:spPr>
          <a:xfrm>
            <a:off x="14222228" y="321307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E8182E-F1F2-11A3-2466-5E946685F03C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20831504" y="4679806"/>
            <a:ext cx="0" cy="131801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61764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FD7B-C1CF-771A-E7B3-A2AFB86D1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E51D442E-C3BD-B1FA-6E75-5F5CADF7B189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AD4A8E-3434-1F26-B9A5-DEBAD0CCAC12}"/>
              </a:ext>
            </a:extLst>
          </p:cNvPr>
          <p:cNvSpPr/>
          <p:nvPr/>
        </p:nvSpPr>
        <p:spPr>
          <a:xfrm>
            <a:off x="810608" y="6919147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323332-4A62-681F-4B4A-0D63BFCDEBC8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A5116A-ECC3-2856-E79F-D29E84B4313B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9ACB01-EB12-DAAF-F874-DB44A134BCC2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DD687A-DADE-483C-F971-4AA0E8013E15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883658-118E-407E-1C08-0F6D723E0FE3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5EA9B7-2726-40D3-4C01-5B970E35726C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F46582-3529-69E2-ED49-2AB61CD002DF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7D942F-8244-4B5F-34CA-40BFDEF8535C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5AD8FFF-D68F-94A8-7EA6-AAD511B192D6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9E2A05-D648-09F7-6AC9-2FD702AAD31B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4FD6F807-97FE-5A6E-D4B6-5E6ED36A56EF}"/>
              </a:ext>
            </a:extLst>
          </p:cNvPr>
          <p:cNvSpPr/>
          <p:nvPr/>
        </p:nvSpPr>
        <p:spPr>
          <a:xfrm>
            <a:off x="14222228" y="321307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025E81-1F82-D7E2-64C3-C62F1DAD2D1E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20831504" y="4679806"/>
            <a:ext cx="0" cy="131801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51844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7B593-2072-8B7A-48C6-6245CC0A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A9153E73-A55C-8CB0-352D-6FAE7FD8C632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F27297-6208-3326-8F88-6A3D269F30E7}"/>
              </a:ext>
            </a:extLst>
          </p:cNvPr>
          <p:cNvSpPr/>
          <p:nvPr/>
        </p:nvSpPr>
        <p:spPr>
          <a:xfrm>
            <a:off x="793117" y="7686535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62B7D1-8388-F3AB-0171-EFABE5CBFC7E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AC5040-9F66-4A81-E283-50D2D06A4629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5521B7-6015-8021-08D8-C0DF81EC9035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03DBB9-A399-D215-B5CD-7511310B3A76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F8D525-46B7-FA72-737E-5E896BCAB492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8B2464-317E-6990-0477-C9B93A4C82B7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EBFBF1-E03B-193D-4E13-7BFD48BA4805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9ED392C-3B69-034F-6512-C1A28F2796B7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30620EF-B185-5EF2-E94C-CAC7FD500298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830F8E-D783-E117-3A78-6AFFB17E931F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FF6E948B-1A86-38FF-2E2B-C0DB065FE0C0}"/>
              </a:ext>
            </a:extLst>
          </p:cNvPr>
          <p:cNvSpPr/>
          <p:nvPr/>
        </p:nvSpPr>
        <p:spPr>
          <a:xfrm>
            <a:off x="14222228" y="321307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3A5313-1C15-B8B9-DF1F-7EF6D3FFA330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20831504" y="4679806"/>
            <a:ext cx="0" cy="131801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56643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D792E-244A-98B3-04D6-EE0B2736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">
            <a:extLst>
              <a:ext uri="{FF2B5EF4-FFF2-40B4-BE49-F238E27FC236}">
                <a16:creationId xmlns:a16="http://schemas.microsoft.com/office/drawing/2014/main" id="{62E36FD3-BDDD-2666-1CBB-F644EE3AA140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481235-47DC-0419-14D2-B9BE1218C596}"/>
              </a:ext>
            </a:extLst>
          </p:cNvPr>
          <p:cNvSpPr/>
          <p:nvPr/>
        </p:nvSpPr>
        <p:spPr>
          <a:xfrm>
            <a:off x="738909" y="8055947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CE556B-D2EF-D021-453E-5094E66AC222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9C75A7-22C1-36E2-B643-A512DD7C186F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6276C2-1FBE-F40F-F71E-92C2847494D3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8C7646-F67B-60E4-702C-59D9E6A1DB2D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EA40E7-717E-5236-B762-D5FC8FCEF090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090D4E-8A5E-6A8A-0606-19B6C41429FC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74C560-3970-4E69-EE3D-B62B0934DB4A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EDCAEB-F2AA-C71A-35AC-50B6619BE41E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EFF4E3-76AC-1D41-D0B3-60E9AA742122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61B4C4-AD1D-B03D-A641-14A39DBCC2EF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6BE7F843-87FD-8906-8AF3-F7A5B40A5076}"/>
              </a:ext>
            </a:extLst>
          </p:cNvPr>
          <p:cNvSpPr/>
          <p:nvPr/>
        </p:nvSpPr>
        <p:spPr>
          <a:xfrm>
            <a:off x="14222228" y="321307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9D9781-19BF-93FD-D0E6-77C0E761AE5A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20831504" y="4679806"/>
            <a:ext cx="0" cy="131801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2">
            <a:extLst>
              <a:ext uri="{FF2B5EF4-FFF2-40B4-BE49-F238E27FC236}">
                <a16:creationId xmlns:a16="http://schemas.microsoft.com/office/drawing/2014/main" id="{651E42EB-A6C0-377F-DBB3-48B21FCCE260}"/>
              </a:ext>
            </a:extLst>
          </p:cNvPr>
          <p:cNvSpPr/>
          <p:nvPr/>
        </p:nvSpPr>
        <p:spPr>
          <a:xfrm>
            <a:off x="12267304" y="3213071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15846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39231-D2A2-C79A-804A-A0386DE9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">
            <a:extLst>
              <a:ext uri="{FF2B5EF4-FFF2-40B4-BE49-F238E27FC236}">
                <a16:creationId xmlns:a16="http://schemas.microsoft.com/office/drawing/2014/main" id="{623FD3A7-5B56-77D0-12F7-12FBE3135824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07B528-B8E4-E48C-5DDC-EF987C8C98D1}"/>
              </a:ext>
            </a:extLst>
          </p:cNvPr>
          <p:cNvSpPr/>
          <p:nvPr/>
        </p:nvSpPr>
        <p:spPr>
          <a:xfrm>
            <a:off x="810607" y="8476058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30BDB9-5C81-1BC0-60AC-DF48AA04BED9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32CB09-0905-C66B-011D-6F1D80DDB844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7D9F0D-EBEF-9636-0488-CEB03E57AA0E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310EC7-9275-3FDC-1DCD-B4E5FED24EE4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9342BC-23B7-09D3-14AF-2B8F74C173F1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6A880A-72E8-E252-F4D3-0DFDC478E367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EE6775-224F-4880-DDFF-29B828263A29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2314312-D259-F113-2817-0F01011D0381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07CB290-4749-8CB3-1BF4-B8387BA8B09A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6AF0EB-A969-D7FC-D2A8-A606132E826B}"/>
              </a:ext>
            </a:extLst>
          </p:cNvPr>
          <p:cNvCxnSpPr>
            <a:cxnSpLocks/>
          </p:cNvCxnSpPr>
          <p:nvPr/>
        </p:nvCxnSpPr>
        <p:spPr>
          <a:xfrm>
            <a:off x="17294772" y="3508187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E01471A1-6EF1-A082-1B3F-CFC52D8EB7DE}"/>
              </a:ext>
            </a:extLst>
          </p:cNvPr>
          <p:cNvSpPr/>
          <p:nvPr/>
        </p:nvSpPr>
        <p:spPr>
          <a:xfrm>
            <a:off x="14222228" y="321307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15087E-4FD4-A237-2EB7-203F944F1291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20831504" y="4679806"/>
            <a:ext cx="0" cy="131801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2">
            <a:extLst>
              <a:ext uri="{FF2B5EF4-FFF2-40B4-BE49-F238E27FC236}">
                <a16:creationId xmlns:a16="http://schemas.microsoft.com/office/drawing/2014/main" id="{301FD9D4-02C4-6351-EC57-69EFE2B6FD54}"/>
              </a:ext>
            </a:extLst>
          </p:cNvPr>
          <p:cNvSpPr/>
          <p:nvPr/>
        </p:nvSpPr>
        <p:spPr>
          <a:xfrm>
            <a:off x="12267304" y="3213071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2873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D94BB-D42A-80B5-0E1E-ABF650A1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CF2ED00E-7392-C455-D50F-237B8D3FDA23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DA4946-595E-0260-58C6-DF8FADE588B3}"/>
              </a:ext>
            </a:extLst>
          </p:cNvPr>
          <p:cNvSpPr/>
          <p:nvPr/>
        </p:nvSpPr>
        <p:spPr>
          <a:xfrm>
            <a:off x="810607" y="8798016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D63048-DDC5-A398-CAD3-13E92D2A2424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ED3F87-E869-F98A-DCFC-036134903094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787A6A-1F5A-8303-24AA-07B3CBDA80CF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B9372A-9346-DEAD-A4A3-63103F11E6EC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4A0A68-DDFE-8599-878C-2C61A610D2DD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6EAD77-C884-5704-9D12-9EED77838A46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08D9A-9619-5B25-DB75-735E40D6E32A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D68E7F-3231-CFCA-AED7-698AC59D3D8D}"/>
              </a:ext>
            </a:extLst>
          </p:cNvPr>
          <p:cNvSpPr/>
          <p:nvPr/>
        </p:nvSpPr>
        <p:spPr>
          <a:xfrm>
            <a:off x="19484713" y="288640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678548-4535-0A78-98D1-FF22D3335D29}"/>
              </a:ext>
            </a:extLst>
          </p:cNvPr>
          <p:cNvSpPr/>
          <p:nvPr/>
        </p:nvSpPr>
        <p:spPr>
          <a:xfrm>
            <a:off x="19484713" y="391931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296FBE-1E24-7191-C57F-83AFBF2D1050}"/>
              </a:ext>
            </a:extLst>
          </p:cNvPr>
          <p:cNvCxnSpPr>
            <a:cxnSpLocks/>
          </p:cNvCxnSpPr>
          <p:nvPr/>
        </p:nvCxnSpPr>
        <p:spPr>
          <a:xfrm>
            <a:off x="17043783" y="649818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E445DA33-6102-1C9D-4014-CA449EA739A1}"/>
              </a:ext>
            </a:extLst>
          </p:cNvPr>
          <p:cNvSpPr/>
          <p:nvPr/>
        </p:nvSpPr>
        <p:spPr>
          <a:xfrm>
            <a:off x="13971239" y="6203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A30805-7344-A0CD-991F-E79F2FF99613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20831504" y="4679806"/>
            <a:ext cx="0" cy="131801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2">
            <a:extLst>
              <a:ext uri="{FF2B5EF4-FFF2-40B4-BE49-F238E27FC236}">
                <a16:creationId xmlns:a16="http://schemas.microsoft.com/office/drawing/2014/main" id="{05D3353E-AFA7-F52E-4B1F-D3A7CD5DBE59}"/>
              </a:ext>
            </a:extLst>
          </p:cNvPr>
          <p:cNvSpPr/>
          <p:nvPr/>
        </p:nvSpPr>
        <p:spPr>
          <a:xfrm>
            <a:off x="14960886" y="3105830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ACA589-DDD2-3C1A-1990-1E89C23C2308}"/>
              </a:ext>
            </a:extLst>
          </p:cNvPr>
          <p:cNvCxnSpPr>
            <a:cxnSpLocks/>
          </p:cNvCxnSpPr>
          <p:nvPr/>
        </p:nvCxnSpPr>
        <p:spPr>
          <a:xfrm>
            <a:off x="17168048" y="3400946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09042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84D78-50B4-7308-8068-7F36C9E28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EA071019-4030-C116-F4D7-C46F28D49722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91852C-7BD0-1CE4-E343-A9E6E37711A5}"/>
              </a:ext>
            </a:extLst>
          </p:cNvPr>
          <p:cNvSpPr/>
          <p:nvPr/>
        </p:nvSpPr>
        <p:spPr>
          <a:xfrm>
            <a:off x="810607" y="9131964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DD8355-ED9E-9668-9918-21304719C5E7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01F9D7B-F50A-D7BA-AC97-E6020B26D189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94441F-D0C1-AA82-1293-DFE04F2AD2F8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2E2032-8C36-7858-4261-9A86018529AB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86AF8C-0FAE-9892-5F0A-D19BC78ECDC7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62DC37-A408-C8B5-D237-DC1C89665067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75D779-3B57-7B32-2F95-01820DE60C33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F02CD2-423A-66DC-64FD-7B3E7A57A1F6}"/>
              </a:ext>
            </a:extLst>
          </p:cNvPr>
          <p:cNvCxnSpPr>
            <a:cxnSpLocks/>
          </p:cNvCxnSpPr>
          <p:nvPr/>
        </p:nvCxnSpPr>
        <p:spPr>
          <a:xfrm>
            <a:off x="17043783" y="649818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E039AFBB-149A-55FF-F9F3-8F651D52259E}"/>
              </a:ext>
            </a:extLst>
          </p:cNvPr>
          <p:cNvSpPr/>
          <p:nvPr/>
        </p:nvSpPr>
        <p:spPr>
          <a:xfrm>
            <a:off x="13971239" y="6203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2">
            <a:extLst>
              <a:ext uri="{FF2B5EF4-FFF2-40B4-BE49-F238E27FC236}">
                <a16:creationId xmlns:a16="http://schemas.microsoft.com/office/drawing/2014/main" id="{2D5C5E63-7E7E-6AF2-6029-ED6DA6082DB9}"/>
              </a:ext>
            </a:extLst>
          </p:cNvPr>
          <p:cNvSpPr/>
          <p:nvPr/>
        </p:nvSpPr>
        <p:spPr>
          <a:xfrm>
            <a:off x="14960886" y="3105830"/>
            <a:ext cx="1703935" cy="590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45822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B738-B597-793A-4710-9E5E7196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">
            <a:extLst>
              <a:ext uri="{FF2B5EF4-FFF2-40B4-BE49-F238E27FC236}">
                <a16:creationId xmlns:a16="http://schemas.microsoft.com/office/drawing/2014/main" id="{DE5F4DF8-3A37-3DD8-A3FC-99B83E7F735A}"/>
              </a:ext>
            </a:extLst>
          </p:cNvPr>
          <p:cNvSpPr/>
          <p:nvPr/>
        </p:nvSpPr>
        <p:spPr>
          <a:xfrm>
            <a:off x="810608" y="227486"/>
            <a:ext cx="9783815" cy="1280375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(‘A’) 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(‘B)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pop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2D297A-427C-3B2C-6452-DB3457998B1D}"/>
              </a:ext>
            </a:extLst>
          </p:cNvPr>
          <p:cNvSpPr/>
          <p:nvPr/>
        </p:nvSpPr>
        <p:spPr>
          <a:xfrm>
            <a:off x="810607" y="11733848"/>
            <a:ext cx="9783815" cy="420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BB6F4C-4C50-8C27-9EAC-E7FAF6DCAF4C}"/>
              </a:ext>
            </a:extLst>
          </p:cNvPr>
          <p:cNvSpPr/>
          <p:nvPr/>
        </p:nvSpPr>
        <p:spPr>
          <a:xfrm>
            <a:off x="19484713" y="599782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0AC23DA-8C5F-EF7C-23EF-F38EFB069134}"/>
              </a:ext>
            </a:extLst>
          </p:cNvPr>
          <p:cNvSpPr/>
          <p:nvPr/>
        </p:nvSpPr>
        <p:spPr>
          <a:xfrm>
            <a:off x="19484713" y="703073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37A33C-7180-348F-6D75-71A8C011A483}"/>
              </a:ext>
            </a:extLst>
          </p:cNvPr>
          <p:cNvCxnSpPr>
            <a:cxnSpLocks/>
          </p:cNvCxnSpPr>
          <p:nvPr/>
        </p:nvCxnSpPr>
        <p:spPr>
          <a:xfrm>
            <a:off x="22178295" y="7410976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0D37CC-BEF6-D17C-2BA9-0B525755E61B}"/>
              </a:ext>
            </a:extLst>
          </p:cNvPr>
          <p:cNvCxnSpPr>
            <a:cxnSpLocks/>
          </p:cNvCxnSpPr>
          <p:nvPr/>
        </p:nvCxnSpPr>
        <p:spPr>
          <a:xfrm>
            <a:off x="23645090" y="7339258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AB4E60-EA2C-DD5E-7F36-9ECF77F26886}"/>
              </a:ext>
            </a:extLst>
          </p:cNvPr>
          <p:cNvCxnSpPr>
            <a:cxnSpLocks/>
          </p:cNvCxnSpPr>
          <p:nvPr/>
        </p:nvCxnSpPr>
        <p:spPr>
          <a:xfrm flipH="1">
            <a:off x="23237195" y="8142665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BEBD7C-555E-06FB-2269-131114561270}"/>
              </a:ext>
            </a:extLst>
          </p:cNvPr>
          <p:cNvCxnSpPr>
            <a:cxnSpLocks/>
          </p:cNvCxnSpPr>
          <p:nvPr/>
        </p:nvCxnSpPr>
        <p:spPr>
          <a:xfrm flipH="1">
            <a:off x="23357345" y="8307710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90F7A4-BCA0-EE56-F381-D45164F44F98}"/>
              </a:ext>
            </a:extLst>
          </p:cNvPr>
          <p:cNvCxnSpPr>
            <a:cxnSpLocks/>
          </p:cNvCxnSpPr>
          <p:nvPr/>
        </p:nvCxnSpPr>
        <p:spPr>
          <a:xfrm flipH="1">
            <a:off x="23517886" y="8476058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8BFB89-CE83-62E7-5C36-EAC6B101FB02}"/>
              </a:ext>
            </a:extLst>
          </p:cNvPr>
          <p:cNvCxnSpPr>
            <a:cxnSpLocks/>
          </p:cNvCxnSpPr>
          <p:nvPr/>
        </p:nvCxnSpPr>
        <p:spPr>
          <a:xfrm>
            <a:off x="17043783" y="6498183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9768EE28-AA29-BDB3-B034-20473DB75F66}"/>
              </a:ext>
            </a:extLst>
          </p:cNvPr>
          <p:cNvSpPr/>
          <p:nvPr/>
        </p:nvSpPr>
        <p:spPr>
          <a:xfrm>
            <a:off x="13971239" y="6203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top:100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53936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9967</TotalTime>
  <Words>12090</Words>
  <Application>Microsoft Macintosh PowerPoint</Application>
  <PresentationFormat>Custom</PresentationFormat>
  <Paragraphs>2482</Paragraphs>
  <Slides>107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4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1430</cp:revision>
  <dcterms:modified xsi:type="dcterms:W3CDTF">2026-09-25T04:02:44Z</dcterms:modified>
</cp:coreProperties>
</file>