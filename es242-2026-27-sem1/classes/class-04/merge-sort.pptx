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3" r:id="rId51"/>
    <p:sldId id="306" r:id="rId52"/>
    <p:sldId id="307" r:id="rId53"/>
    <p:sldId id="309" r:id="rId54"/>
    <p:sldId id="308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9" r:id="rId63"/>
    <p:sldId id="318" r:id="rId64"/>
    <p:sldId id="320" r:id="rId65"/>
    <p:sldId id="321" r:id="rId66"/>
    <p:sldId id="322" r:id="rId67"/>
    <p:sldId id="323" r:id="rId68"/>
    <p:sldId id="324" r:id="rId69"/>
    <p:sldId id="325" r:id="rId70"/>
    <p:sldId id="326" r:id="rId7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3"/>
    <p:restoredTop sz="94789"/>
  </p:normalViewPr>
  <p:slideViewPr>
    <p:cSldViewPr snapToGrid="0">
      <p:cViewPr varScale="1">
        <p:scale>
          <a:sx n="67" d="100"/>
          <a:sy n="67" d="100"/>
        </p:scale>
        <p:origin x="1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5.png"/><Relationship Id="rId7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Merge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CC36-73A8-653A-B606-7CB16D21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B79C97A-BB23-64BF-20E3-B306CFA8329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802B90-8012-201F-45B2-46930E95F8C0}"/>
              </a:ext>
            </a:extLst>
          </p:cNvPr>
          <p:cNvSpPr/>
          <p:nvPr/>
        </p:nvSpPr>
        <p:spPr>
          <a:xfrm>
            <a:off x="726543" y="932953"/>
            <a:ext cx="22930913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three arrays A, B and C as input. It computes A+B and the output is returned in 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6D4F518-9E7F-4586-8356-BBDA3AF5EDCD}"/>
                  </a:ext>
                </a:extLst>
              </p:cNvPr>
              <p:cNvSpPr/>
              <p:nvPr/>
            </p:nvSpPr>
            <p:spPr>
              <a:xfrm>
                <a:off x="645013" y="3136074"/>
                <a:ext cx="9543957" cy="821785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C[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A[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+ B[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4;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 = {1,2,3,4};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 = {9,8,7,6};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add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6D4F518-9E7F-4586-8356-BBDA3AF5E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136074"/>
                <a:ext cx="9543957" cy="82178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6154FF-5FBA-1A56-F31F-AEA32B9DE583}"/>
              </a:ext>
            </a:extLst>
          </p:cNvPr>
          <p:cNvSpPr/>
          <p:nvPr/>
        </p:nvSpPr>
        <p:spPr>
          <a:xfrm>
            <a:off x="12010793" y="4940823"/>
            <a:ext cx="10455363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There is no need to specify the number of elements in the array if you are initializing it on a single line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The function read A and B and writes in C</a:t>
            </a:r>
          </a:p>
        </p:txBody>
      </p:sp>
    </p:spTree>
    <p:extLst>
      <p:ext uri="{BB962C8B-B14F-4D97-AF65-F5344CB8AC3E}">
        <p14:creationId xmlns:p14="http://schemas.microsoft.com/office/powerpoint/2010/main" val="184678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599DC6-AC63-B366-A566-72025949B9B9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9C4F8E5-0053-BE30-45A1-9EAC93708DE1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05BAE5D-2572-C60F-3675-68CA06D1DF49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6E0DB95-20BA-9180-37A3-1797A41B9C76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EF7682-9AEA-7C9C-D6F3-8C1182B50AB0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394782-773C-9A9B-1BB7-AB0E41C52BF8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353FE7B-11B5-D512-9C24-B5101E7F9AD5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CA6AFDF-C111-B053-B8C5-066C01F2BA48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C66467D-1241-0AE1-9040-EAEB76EBFD4A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FCB95D9-FA50-C7C7-9FC4-DB05A6A9F006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7B60F32-4253-E375-8CB1-B78583672EBD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9B060D9-5406-EDBD-12B2-BE42BB65A789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AEDDADA-3D93-56F5-9827-AD5A29416056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CC359DF-084C-8E0C-8A02-6E3595A5DFEA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01CDDE5-D641-EEA1-12C1-D53CB5871E25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AD3D59A-E599-494D-46BB-B238BD8EAE9D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2188CE9-F8D2-78CD-17BE-E4CAF5AD9A33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95A3A5E-9F5F-9B41-83D4-AE6F0CB4518D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3BE0DCD-65F5-9188-B4A5-74C8D8D23C66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353D3AC-A8E5-7690-005E-CDAB8B7CB728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27798C9-137F-85F1-F752-8AB0E6EE9290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E97EFA9-64AD-90E6-16E5-2664D897D8BE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72DE29-54D7-179C-4B31-B9C0AEE73F19}"/>
              </a:ext>
            </a:extLst>
          </p:cNvPr>
          <p:cNvGrpSpPr/>
          <p:nvPr/>
        </p:nvGrpSpPr>
        <p:grpSpPr>
          <a:xfrm>
            <a:off x="4821200" y="5585063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5659D487-5B69-5764-D511-BE419B7372C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FB5B027-664B-D4E8-D5C7-D6DFE92DC289}"/>
              </a:ext>
            </a:extLst>
          </p:cNvPr>
          <p:cNvGrpSpPr/>
          <p:nvPr/>
        </p:nvGrpSpPr>
        <p:grpSpPr>
          <a:xfrm>
            <a:off x="4821200" y="8880001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05C43D9B-1AAC-2DFC-3654-ED9602FB59D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2FE55A8-DD62-71F7-5B3A-AEE0A323953B}"/>
              </a:ext>
            </a:extLst>
          </p:cNvPr>
          <p:cNvGrpSpPr/>
          <p:nvPr/>
        </p:nvGrpSpPr>
        <p:grpSpPr>
          <a:xfrm>
            <a:off x="4881791" y="11893791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171C2BED-BCC5-923A-FBC9-E4B5DF61B31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13032F6-ABD7-6FE9-936A-9A13A4789A6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13032F6-ABD7-6FE9-936A-9A13A4789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000" r="-12000" b="-49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1507938-ECF2-AAFD-F9A9-E3056BE579A3}"/>
              </a:ext>
            </a:extLst>
          </p:cNvPr>
          <p:cNvSpPr/>
          <p:nvPr/>
        </p:nvSpPr>
        <p:spPr>
          <a:xfrm>
            <a:off x="4528120" y="437098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7D2DCE3-A709-5B78-55F7-A979D342C772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CD80BEB-855C-09A5-215C-A8CD7205687F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6F961C5-5398-352D-76FD-CDA898176D96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1EDC8F64-1B96-B169-B075-A54701DD91B1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CD112BD-CA34-98CE-19D7-4A7F6D4F0A2D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3B6FD234-0D45-CFC1-75D7-508C70B03955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A8F0F15-635D-578A-C348-191E693EEEE5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D33631D-7A97-67F0-60EB-5115FAA0ABA4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04841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1E9F-B1AA-FA3F-B341-4F40442E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D95EEBE-C11A-0E97-02F8-3B926CEA78BE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B27B803-B991-5E02-34E2-2925C441BAE4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75775F7-F961-9015-4BD7-E18FFD772F14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B81395-C11B-708C-6A34-BDCF3E7899D8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1AEFA1-DCC0-AAE1-4F97-DB7110916F90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5CFEF1-5157-13D2-DCEA-AD1C0EE36FCE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019B595-C5D0-C22D-5D3B-7EF8672D517F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6BB025B-CC0A-2C90-ACE3-E236A10C7F52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FE544E0-F6A2-C6C3-9EEE-E957BBC61E3C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16DE5D3-86D2-0095-1922-4A773177CFE6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C3C1D62-9B89-0F5B-3C9B-5CF00E61EE84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F1454BD-DB1E-049C-177B-5A14FCE5FEAB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5F8A2D5-CC4E-5CE8-9B78-E5409E6480BD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E0AC2C1-95D7-C1D0-60FD-762D20E41986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A60198C-6655-8545-0F49-222192A38E95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CB6A11C-B561-6207-A44C-1749B759133A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33CE716-3C57-384A-8819-1364F77A5C97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151EE86-E201-A873-8216-F98C681EB2CE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67F39FF-1AE4-C1B5-1ACB-C6A3671E9B7B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4184629-1DCF-294B-EA10-7CC77A33F2D7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CFBE504-51D5-7BF0-44EE-9CECB713548F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554000C-9010-94E4-FF30-5A8B4E8AD7B1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495FED2-C010-C406-BD48-DF8939B70C5D}"/>
              </a:ext>
            </a:extLst>
          </p:cNvPr>
          <p:cNvGrpSpPr/>
          <p:nvPr/>
        </p:nvGrpSpPr>
        <p:grpSpPr>
          <a:xfrm>
            <a:off x="4821200" y="5585063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97F6C9FC-16CB-0325-D650-BADF5FED79E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2F027FA-AFF2-2729-207C-FC9415EBDA7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2F027FA-AFF2-2729-207C-FC9415EBDA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EF2EC7B-D6BC-9846-816A-DD8048FF8185}"/>
              </a:ext>
            </a:extLst>
          </p:cNvPr>
          <p:cNvGrpSpPr/>
          <p:nvPr/>
        </p:nvGrpSpPr>
        <p:grpSpPr>
          <a:xfrm>
            <a:off x="4821200" y="8880001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DD4A4455-FA10-AAB2-D7AC-C335ED9A0F4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FBA44D7-D8C4-1914-C067-EE71AE37B54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FBA44D7-D8C4-1914-C067-EE71AE37B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CA5DD09-9739-D978-872A-008B2E2B546D}"/>
              </a:ext>
            </a:extLst>
          </p:cNvPr>
          <p:cNvGrpSpPr/>
          <p:nvPr/>
        </p:nvGrpSpPr>
        <p:grpSpPr>
          <a:xfrm>
            <a:off x="4881791" y="11893791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8577788E-A689-85CD-C994-257D05E60C65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E2F5667-EB86-4D5C-BCBB-279537AD84D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E2F5667-EB86-4D5C-BCBB-279537AD84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000" r="-12000" b="-49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725730B-CB65-F2B5-0662-5A4712E2531F}"/>
              </a:ext>
            </a:extLst>
          </p:cNvPr>
          <p:cNvSpPr/>
          <p:nvPr/>
        </p:nvSpPr>
        <p:spPr>
          <a:xfrm>
            <a:off x="4528120" y="437098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5C9B337-F85E-FFC2-132E-E52CFC3B4DA1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D8D29C2-B523-C4EE-F4A9-77592E63A153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AD4B4AA-09E9-AF64-2161-8A7E5B65611C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90541E38-1BC5-7008-3A5D-F612F7FB0E85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2ED167A-43D3-49AD-9D7A-F16210C8F2A3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E29C51F-8CB4-1103-254C-90EC1547ACC8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FEEC1AD-7FC5-433C-E1DB-0E65176CD7A5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AA12421E-D22D-44E1-2689-A942C0C3065E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6379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20F6-2F0E-A98E-CC2E-B8729AE8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ADBF274-9571-FB73-3E2F-3FF8549F83A2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16D5FC-D9AB-7A08-0182-C6F2173AACC5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60D5D6-E123-9E98-FF49-A018204B0D01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206E4D-44BE-B566-BAEA-E3BD8332309E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0F8F26-81FA-9748-F8B5-02B6E3240C15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5C2D08B-4DF7-3602-334E-E06A105FDADE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1D4CE0E-6983-E403-628B-6E26D6B77095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7AE330C-DF21-7964-D65A-982DA98FC4D1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4AC611F-F23B-F91E-1AF5-78E2CC951027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4A2ED4D-714F-15ED-5963-5E58EFF96014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CDFC01E-0376-B6F9-01D2-85512A626D22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B30135F-37A8-D567-FC30-B5AF5781554B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2B7CE53-6BF1-38B0-50A9-3484A4468A20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077F4B8-18E0-B7B5-C0AF-BD0DFC3FE9AB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CB6813F-DDCD-F3D2-949A-BC5FD681E70F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FCF1EDA-5BC5-3958-18DA-00B2102F25B1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A0BBA77-8A0E-0EF8-D854-DB607EC62358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52A7BCD-1814-7D9B-5922-5EA444BA8426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5139E91-CC9B-6414-DAE5-85CB3DE6CE1A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0B0904A-3212-60AA-D742-8F550050201C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5C509A3-7A27-7038-9222-EC17F76F7D61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0682DE3-9A20-5F37-440F-8636DF0406C6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023609-E563-FBEA-2564-2B8D2FEEBFF9}"/>
              </a:ext>
            </a:extLst>
          </p:cNvPr>
          <p:cNvGrpSpPr/>
          <p:nvPr/>
        </p:nvGrpSpPr>
        <p:grpSpPr>
          <a:xfrm>
            <a:off x="4821200" y="5585063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37836E8E-347A-1B7C-92BE-C8C8EEF55C3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7083836-2B0C-701F-902E-70E9D2B03F0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7083836-2B0C-701F-902E-70E9D2B03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905EDA9-53A0-E691-B351-5DC7856770D9}"/>
              </a:ext>
            </a:extLst>
          </p:cNvPr>
          <p:cNvGrpSpPr/>
          <p:nvPr/>
        </p:nvGrpSpPr>
        <p:grpSpPr>
          <a:xfrm>
            <a:off x="6848126" y="8943740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C8D515EE-E6EB-255F-A749-6CAFA044FB1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F156B20-E23D-97D6-E42C-1A1A4BD5C4B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F156B20-E23D-97D6-E42C-1A1A4BD5C4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7500" r="-2500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1F24926-A332-9862-9AC0-44DBDB93A648}"/>
              </a:ext>
            </a:extLst>
          </p:cNvPr>
          <p:cNvGrpSpPr/>
          <p:nvPr/>
        </p:nvGrpSpPr>
        <p:grpSpPr>
          <a:xfrm>
            <a:off x="6848126" y="1205605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53781B67-42CB-5364-D0F6-8D3554921E8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55F5FE6-3C9D-F693-12B2-5A10FEC3690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55F5FE6-3C9D-F693-12B2-5A10FEC36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4000" r="-10000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66D156E-4DBD-D727-A935-02ABCC04C5D0}"/>
              </a:ext>
            </a:extLst>
          </p:cNvPr>
          <p:cNvSpPr/>
          <p:nvPr/>
        </p:nvSpPr>
        <p:spPr>
          <a:xfrm>
            <a:off x="4528120" y="437098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981E239-834B-E790-C2F6-6739A1F234BF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18F56AB-C44F-D2C5-121C-52C850946DAA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A00C02B-CEDC-258C-CF5F-71F28178F93B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0B17582-E595-CFBB-AC8D-CA2394B607AB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D15DF50-ED93-1469-4706-880875D21C8F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0E8AB271-C386-376B-418B-96E18C559016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C0ACB4C3-3BE5-77D2-9B4D-1A170C84CCED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3A434B2D-82E4-25E9-814A-ED9BD0392175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37805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B22D-7E74-1A55-0854-3E327EEF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9BB67C-511C-5341-8AC8-B5D32C38755F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9E416F-1015-AAD4-618A-B1EA3E5F2049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B47804E-1AAB-626A-F740-2C9BE0368BA0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08B2DE-5B7F-33DA-FD74-F3681D408B07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9C0F42-9995-DD64-257B-AE346766DB8C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13486E-365B-ECC8-9272-6792F9C2828F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C580137-1497-2DF8-CACE-D7C7023FE9C2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E118809-78F2-8D1E-15EE-D240B2CFC3D1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7F02FB9-58BC-AAFC-FFB2-A6607E910A94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3DF67D6-6E81-3D2D-C3F3-54AB29C4DA66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FFAE4C7-4C04-F377-3C67-7CE5E7EE7B17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128B8BE-887C-17A1-74C3-99AE0784D787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C50C04A-9840-753A-E5F2-4879F8821DCF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EDFE6D3-78DB-1B79-EAB1-D39B1F3968F0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91A0344-BD5F-EA1E-DB35-52639013C903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3DD903A-446B-7057-4A7B-64D0690E35F2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84310A9-3666-9273-22D0-254679F89E4B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1359527-1097-10FB-E182-F2DE192E58D6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0793329-D293-568E-6DC9-EB7468598DCA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359EF96-5F04-4A0A-357A-99B022EBE2BA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DB75B7B-7F71-52DC-E60A-EED84E9C5C4F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0BFE7A9-C86D-DF8F-B6B9-B2FB11F47E19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C2E5D2-DAE6-300D-FBE5-6F6F6E699F5C}"/>
              </a:ext>
            </a:extLst>
          </p:cNvPr>
          <p:cNvGrpSpPr/>
          <p:nvPr/>
        </p:nvGrpSpPr>
        <p:grpSpPr>
          <a:xfrm>
            <a:off x="4821200" y="5585063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677C4D40-071D-B6DF-18F7-A782EF101DA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D508AA4-68D3-7AF1-882D-4263C943D03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D508AA4-68D3-7AF1-882D-4263C943D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2ED1954-A18E-73E1-8D8F-0A7077BEFF0B}"/>
              </a:ext>
            </a:extLst>
          </p:cNvPr>
          <p:cNvGrpSpPr/>
          <p:nvPr/>
        </p:nvGrpSpPr>
        <p:grpSpPr>
          <a:xfrm>
            <a:off x="6848126" y="8943740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75220601-279E-B534-5EFF-1DAF5CA140DC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0C483F7-E657-22DC-D1F3-97E0DE64A95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0C483F7-E657-22DC-D1F3-97E0DE64A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7500" r="-2500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7C78AF-B47A-05B1-D9FE-7DEAA73D9190}"/>
              </a:ext>
            </a:extLst>
          </p:cNvPr>
          <p:cNvGrpSpPr/>
          <p:nvPr/>
        </p:nvGrpSpPr>
        <p:grpSpPr>
          <a:xfrm>
            <a:off x="6848126" y="1205605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E2A7A04B-5955-06B7-27B6-2B790B66758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2EFD590-868B-2140-F464-B9E299BC3E0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2EFD590-868B-2140-F464-B9E299BC3E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4000" r="-10000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D582AB0-DAF7-E93A-1BF7-5D001711C6B8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99C8E8B-B92A-35E4-1DBF-3CC1AFE39DA1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A84EE27-FE7A-9252-64D0-7803B02B6343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D8186EA-1C20-80C6-76A1-C7CD0C2C8ACB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16069988-73CF-C306-FA10-BD32FD19AE52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1B56291-64B7-6401-5CB9-23B0FC631EA8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1C700BE-CC92-4B03-7A45-7C8C368423E8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7D77106-9F24-C212-97F0-B3EDDF8746A1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7B1C4F5-98B8-B288-3573-8767189AF92F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29666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98D98-32FB-AEAE-ABA0-DA1BBCC0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CE22A91-AAEE-07A1-9B18-EA01C8743A3E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E88D81-ECE3-6FDB-D457-ECE104B82806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666F35-57BB-668D-8908-637A291E59C3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7C39CD3-50F4-B5EA-4FAF-2AB2F49553E9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9E18F65-DDAF-02EA-A9AE-DD97CE7A8C90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6C0B51-B3E7-9DEB-A8A5-08CB74916650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3E1F03-8D1D-C19F-83C4-0FCB5855DC76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4AE6839-4227-3A75-3EFE-E938176B9B58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DCC3FA2-C701-FD26-C42A-FB30C0E21A97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84876FB-EF53-16D6-02A8-DE3992BF49CA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80CD89B-F72B-5204-68DC-B42F86CD7635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10084A0-1BB6-E2A3-7A22-F012F8265A25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49DC3B2-C2B9-74CA-77A5-7A389FDA70DF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A566D7A-CCA9-D8F7-B72D-394BC8382CDA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6F08572-DAA4-F399-9D5B-E4E6E584D639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18FD3CF-5948-FFE1-E490-39F400C46E50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A3C7622-1A28-4ACE-5461-4BA78C27DEB5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6449D48-2027-B8E7-5C8E-5ABDE5CD5A65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4B7765C-78EF-53B1-BA79-C018BFB9BEB8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D038AA5-6D80-0B89-30E0-BBE654CE2E70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F09FFED-C6D4-B349-0DF8-9D869253F349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55652C9-1CA0-3783-2A34-2E09A1F8DCCF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ADD9FA-1660-2D58-E735-1E822C54BF1E}"/>
              </a:ext>
            </a:extLst>
          </p:cNvPr>
          <p:cNvGrpSpPr/>
          <p:nvPr/>
        </p:nvGrpSpPr>
        <p:grpSpPr>
          <a:xfrm>
            <a:off x="6864733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94726778-EF1D-4191-BDCF-BBED941231C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2B07DAA-D2C1-3B1E-B79C-FE47C88A30D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2B07DAA-D2C1-3B1E-B79C-FE47C88A3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C874B46-7B84-87D4-4A30-33FDE70CC8F8}"/>
              </a:ext>
            </a:extLst>
          </p:cNvPr>
          <p:cNvGrpSpPr/>
          <p:nvPr/>
        </p:nvGrpSpPr>
        <p:grpSpPr>
          <a:xfrm>
            <a:off x="6848126" y="8943740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BB7B144E-1455-F73F-C461-38C396097D1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7E30B9C-C664-A9E5-83FB-CC558AF16BC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7E30B9C-C664-A9E5-83FB-CC558AF16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7500" r="-2500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50B63B-998E-209A-CED4-AFDCC4391770}"/>
              </a:ext>
            </a:extLst>
          </p:cNvPr>
          <p:cNvGrpSpPr/>
          <p:nvPr/>
        </p:nvGrpSpPr>
        <p:grpSpPr>
          <a:xfrm>
            <a:off x="8911493" y="1205605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D9A51725-45E0-F237-FAEC-AE077D92BEE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3E14CD4-6E4C-E2D4-2D04-D8098DD39D4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3E14CD4-6E4C-E2D4-2D04-D8098DD3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9A7CC06-0CEE-7137-724F-06AA5E22D83F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A6D8B52-AA17-4F32-8F7E-A91FECB67C4E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A6724C5-A9E7-1036-334C-0B55F8D24703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29E05CD-2154-8117-431E-E82AB397B5E1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586ED9-6EBA-FF75-554C-6C96167487E8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450B619-6499-8249-F756-B376B1FEE653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35B7794B-0E28-AE25-7D55-4774E4226BC4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8207235-3F6C-2809-A5B7-F75DE14DEDBD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717A7E4A-13A3-C2AF-89E1-FA5BD10E7DC3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56902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E80BA-0FD2-1506-09CA-0CDD667D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56D149F-1A95-2A54-71D2-B663170B026C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334F108-6523-B772-2478-9E8BE7D2B92D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C4572D-35C8-211F-58A0-455072C669DF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10EFC7-8096-06CA-73D2-EF31F3091E3D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EA819A-7680-106F-F8A4-31F61FBEE75A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152421-C761-7FA6-76BB-022A36C09EF0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669329F-B093-51B6-E318-ABA1F3203F4F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5C7B1B2-B0E6-3BC7-6DA0-D33A754AB9BA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5FAB37D-F757-7DBF-4E6F-832D0C743709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C3CA7D0-7B8D-3F67-8B0F-41250BF0368D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456B153-D43C-4F55-527E-9E2DE7E0C39E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4E0610F-D6BA-82AF-5525-880D3EF5958B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A5D16AD-9B35-1827-8780-9357B4D4E8F1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7365EE8-B882-37CE-94CE-3D8A044FFA14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74B4448-0BD4-6327-62B2-E82385E68337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FF518B7-4620-3526-41F1-4A975463C3D5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02C7596-2DDA-463C-3FCC-34FAE69C3B21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4DBF2AA-EB03-4519-5D0A-61A6EE004402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D7528E7-A8D2-E8C5-7BB3-73C3DC12CDE5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EB9039F-6CD9-4B35-4F70-8B41D6D72A4D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13965DC-52C1-65E9-08F7-D8531FF0D176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204974F-15AA-195E-AA49-B0BB21B51651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4CFEB8A-616F-1C52-D4F5-85DA56C50309}"/>
              </a:ext>
            </a:extLst>
          </p:cNvPr>
          <p:cNvGrpSpPr/>
          <p:nvPr/>
        </p:nvGrpSpPr>
        <p:grpSpPr>
          <a:xfrm>
            <a:off x="6864733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C541A752-4AF7-A716-6677-1931AF3A4C1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8388E5B-6B13-40E9-7942-D7FCF536994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8388E5B-6B13-40E9-7942-D7FCF5369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4119302-82BC-6FE6-8388-461E5614AF22}"/>
              </a:ext>
            </a:extLst>
          </p:cNvPr>
          <p:cNvGrpSpPr/>
          <p:nvPr/>
        </p:nvGrpSpPr>
        <p:grpSpPr>
          <a:xfrm>
            <a:off x="6848126" y="8943740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F20787A2-3E0A-2E15-8126-046472CF07B5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AEE3302-EB75-4245-BC3D-5D28B44F25E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AEE3302-EB75-4245-BC3D-5D28B44F2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7500" r="-2500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07B82F-92C0-662A-CCA6-DB6B3753487F}"/>
              </a:ext>
            </a:extLst>
          </p:cNvPr>
          <p:cNvGrpSpPr/>
          <p:nvPr/>
        </p:nvGrpSpPr>
        <p:grpSpPr>
          <a:xfrm>
            <a:off x="8911493" y="1205605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00ECF658-410F-A12B-6270-51D5FECC7E8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BF435A1-2E43-A503-52A0-D741170BE92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BF435A1-2E43-A503-52A0-D741170BE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7378957-B9EC-BA13-3899-49D2CC027ACE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43F551C-F028-C3EC-2DDB-0A4E863B5670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F807A7F-184D-4C59-6D52-1BD6F252C38E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9758FD1-26D0-AEFF-1834-E931E2C729CF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760619-C844-441B-FBC2-07F45E7B9726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A7CECF2-D405-1A15-45A6-92391CA04DC4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25EEDA7-A0B7-B092-5343-AD10BFCE0B96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CF89FD8E-E2E0-5491-AAF5-DA6BA50773FC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1518843-2F90-0DE6-0C04-0781D71A4CF6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17039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B4EC-6F99-617C-AFB2-709630A4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77B80C5-BFCB-DF02-2633-F1C1D03A9879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FC487B-6366-2759-4488-93991EC93A6D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D8A71B-01B0-345C-3435-7727B230C61A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AB6C71-7E10-6E48-0AEE-B21ED7E19705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7F8917-EC81-9DA0-EB47-AD31A8C197F7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61553A-51B1-32B5-CAEE-579F026B49E9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64FF5B-9152-0965-D9A7-F2E65C785C45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6D2FD19-7812-6D9F-DC3D-64B710AFDB83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8CE8A35-3C36-06B5-89F5-C811CAF1CF5D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D2DD6C6-FFAB-A177-0B26-D58EDAC399BD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DF3D58A-25C8-3EF2-5810-9B77084CE0A0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9874210-4ECD-55F6-D0C7-EA7920019F49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77A86CB-1375-F2CA-C948-EB0590AE5A0C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06E3003-4DE3-1FE1-4253-A35EEDEB6534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019AE1D-099F-D329-7DD0-004C73A0934E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67D018C-C32D-E1A8-36F5-D7CC6FCA7992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830ED8D-D49E-0EF2-AA1A-B5F626AA28F6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DEC81E-BDC7-A612-0E5F-28639A2CD3A6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95FA625-B4DD-A18A-7A61-DE43C5F1C7F5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154C0E-F7B2-50DB-2E9E-DAC5E73281BF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7720C10-DA59-5008-315C-EC03F2A5D180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057CC20-B5D2-716A-D444-1F9CA0233DFA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874D4E-F71C-2E53-F569-2AE227A7AD85}"/>
              </a:ext>
            </a:extLst>
          </p:cNvPr>
          <p:cNvGrpSpPr/>
          <p:nvPr/>
        </p:nvGrpSpPr>
        <p:grpSpPr>
          <a:xfrm>
            <a:off x="6864733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8F0D1F13-9186-2DEC-1FD0-30CF6D0CD38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78F388F-45C6-FDA3-3E31-F3F6A8404AA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78F388F-45C6-FDA3-3E31-F3F6A8404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4A43B9-11E0-AA5E-0B71-F879D5082273}"/>
              </a:ext>
            </a:extLst>
          </p:cNvPr>
          <p:cNvGrpSpPr/>
          <p:nvPr/>
        </p:nvGrpSpPr>
        <p:grpSpPr>
          <a:xfrm>
            <a:off x="8894886" y="8923257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59D772E2-7F45-D903-B073-4B0E73D9AF0C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797730D-6673-2444-CDAA-9991D4CB8AD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797730D-6673-2444-CDAA-9991D4CB8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6829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4945B18-8E38-7699-A230-A4F702836DBC}"/>
              </a:ext>
            </a:extLst>
          </p:cNvPr>
          <p:cNvGrpSpPr/>
          <p:nvPr/>
        </p:nvGrpSpPr>
        <p:grpSpPr>
          <a:xfrm>
            <a:off x="11003300" y="1205605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9266E1AD-59E0-7BA3-1DC9-8E973E69CFF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EBBB6B5-435C-DCDF-CE3B-34BD9F918EE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EBBB6B5-435C-DCDF-CE3B-34BD9F918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E004A64-FFED-E699-373E-A548957F4BF9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7E0FE57-4A20-2C14-4D95-7618CDE686A4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6D83B1C-EECF-4512-9C38-80D3D7DD11CB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F8F0BB92-85AB-45A1-488F-2600CF2957B5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4437E1-5EFB-53E4-07D3-98F0A6771A55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C7B6C4D-CE6B-7EA5-D5A0-41578FCC0D64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281ADD5-F3F3-3745-1A92-03BEBE91640C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244482A-CDFA-9DF2-9077-EC62D50D9562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AEAFF46-8BAC-21BF-A641-4D24E79AF7F3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12128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7924-C85E-6B35-4CDC-A38FA36E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7D421C-2C8B-E674-53C2-099AE1DE1CD0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7286F5D-626A-79BA-7A5C-96E68E09C628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9AA6D4-2A90-1D91-40A2-57B7C68D7639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64E70C-49DA-993F-92B5-D14CD241252C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3FC068-DA85-1E94-20F1-1FF12253B148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4C34E5-36B6-AA13-DEF0-E7FA0DEEBBFB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6DF7D7E-4BC5-BC78-A686-57D20ADED8C1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D2F8E01-72E1-17A8-31F2-22AF745402B7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9B220BF-2CD1-1CC6-271F-B4EFC939B963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F093427-080C-6ECA-F6E6-ED5C49068591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7509B34-728C-66C7-CFE0-909947406858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2F45ADD-B6B1-62C7-730B-9A76538B86F7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DB8366-6048-08F2-DECE-7DE3732ED11E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040C635-4A5A-6DD5-1983-069AF44EEB4D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346A75C-E49C-2355-6BE3-8F491D5EC68C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8145442-135F-593C-55B5-785E2EF801EF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8973C5F-F4EE-80D6-1192-465642E2BAD2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422BD97-B2D0-A14D-7D8D-690AE97763DC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985BB64-5060-1274-59D2-CB4A36DB394B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BE90A16-6D20-CCB6-248E-E9F62E349BDA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0141003-9C86-0710-6307-AC7615D3F554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9775CB6-C32F-B45C-79AD-00A298207BB0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7DE6621-419F-8CF0-4421-C17BED4E0BAD}"/>
              </a:ext>
            </a:extLst>
          </p:cNvPr>
          <p:cNvGrpSpPr/>
          <p:nvPr/>
        </p:nvGrpSpPr>
        <p:grpSpPr>
          <a:xfrm>
            <a:off x="6864733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C3A9F2E9-6A2F-4F52-62EC-50E5378079BC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7C77C8E-C828-CA45-FC88-A1112CB5145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7C77C8E-C828-CA45-FC88-A1112CB51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E33B49-1A86-7D55-32F7-03AA3880BCCF}"/>
              </a:ext>
            </a:extLst>
          </p:cNvPr>
          <p:cNvGrpSpPr/>
          <p:nvPr/>
        </p:nvGrpSpPr>
        <p:grpSpPr>
          <a:xfrm>
            <a:off x="8894886" y="8923257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3B1E13DC-C148-9969-66BA-4E3DB56E5DC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E675307-2A9D-5871-8C2B-C7A0CD96BB8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E675307-2A9D-5871-8C2B-C7A0CD96BB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6829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F2C4785-AA52-AD2C-64C8-D6DC385B0E2E}"/>
              </a:ext>
            </a:extLst>
          </p:cNvPr>
          <p:cNvGrpSpPr/>
          <p:nvPr/>
        </p:nvGrpSpPr>
        <p:grpSpPr>
          <a:xfrm>
            <a:off x="11003300" y="1205605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1B261C90-416E-3821-9894-F0B46E7F72F5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6FF50E4-5211-DDEA-1929-2668FBA1B5D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6FF50E4-5211-DDEA-1929-2668FBA1B5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EA0F9DA-7D98-59B3-C23B-A971C4D2FEB9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26229FB-8B46-08E2-30F7-2186A9E483F3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DD6B0B0-9BC0-5F01-7578-6C90BEB269C3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85C3736-2FC3-A255-C53E-4757D190E6CB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59D7223-B1F0-DB6F-2A98-C4D7590E8E39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83E547D6-441D-DA22-FB48-DB53C5A133ED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A44DB19-F0FC-EA58-075A-FB974F8BCEE8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B721B55-09A5-9EDB-BF18-244259F4D11A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8332D2E-887F-F5FE-17C3-81A661670F3D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94007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BB23-0E2B-2883-2B3A-73AACB46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4F209A-811B-BAC6-2342-62A594A96A56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7575CC-018A-85E7-37BB-FCA40155A087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D60E7A-7CCC-F2D8-048F-A7D888A880BA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2CC84A-9C8C-229E-6F52-71A20C8FD8A3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A28D8A-CAE7-2C07-23F8-2C7DABC0ABAE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43076E-C975-2849-CCEF-33CF58C5757A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F9C2E0-4B5C-8A86-4951-23681090DBE8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BDD1213-50A4-C154-602B-6ECDABF85ADF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342869D-FC78-485B-58F2-E3B8AB7125C3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F877F44-1273-EAE8-1F90-50060267DC83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CFCA485-7D28-1CE5-DEEB-BDDABE1C2912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E914D56-027E-539A-29C9-C09E0D6794D1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AC9F328-BDB4-E4A9-8113-305123BB6D80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924DA6F-039C-08D1-E663-5257630459DB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0C2D30D-4496-3EE5-4C99-D93447D476E4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4D83863-447C-E09F-B31D-EB400592C015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E9B7E39-DBEC-9B5D-A987-2CEAC4F37477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E40995E-DC0F-D6AD-387E-C86B9FD1458D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36164FB-EC49-AF3C-EB24-C08A3BD8E842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D56885D-E5A7-E873-DE93-0AD5EC9A4779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AF8EE1B-89E7-DD22-DA5C-7FE351EC5DEF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8B563CF-8E1D-36FE-B3D3-F65B391EAF1A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6006FE-9D94-4556-1434-7EE54D1C16C3}"/>
              </a:ext>
            </a:extLst>
          </p:cNvPr>
          <p:cNvGrpSpPr/>
          <p:nvPr/>
        </p:nvGrpSpPr>
        <p:grpSpPr>
          <a:xfrm>
            <a:off x="6864733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6BAF3D55-9ADD-BC88-F26D-FD94CE1159A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7C31BD9-B8CD-BE7D-36BA-4886E8371FB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7C31BD9-B8CD-BE7D-36BA-4886E8371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CC5A3D-636A-8261-5726-46578085FA10}"/>
              </a:ext>
            </a:extLst>
          </p:cNvPr>
          <p:cNvGrpSpPr/>
          <p:nvPr/>
        </p:nvGrpSpPr>
        <p:grpSpPr>
          <a:xfrm>
            <a:off x="10913982" y="8923257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79EAE07D-233B-B532-A665-ABA55E03C37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78796E0-8824-74E5-59D2-3D4DE8A3356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78796E0-8824-74E5-59D2-3D4DE8A335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187FA1B-44B1-8B2D-F2D5-1467D0848AEE}"/>
              </a:ext>
            </a:extLst>
          </p:cNvPr>
          <p:cNvGrpSpPr/>
          <p:nvPr/>
        </p:nvGrpSpPr>
        <p:grpSpPr>
          <a:xfrm>
            <a:off x="12987895" y="11970201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64FAAE3D-5B31-3D89-0F55-169ED3CB686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26FF7A2-75F7-E822-E45F-060C9622572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26FF7A2-75F7-E822-E45F-060C96225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F8BEEB2-828D-55C8-5AB8-A639C4E4B25C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0708907-2BAD-FCCB-CDAD-9EDBDE160E4D}"/>
              </a:ext>
            </a:extLst>
          </p:cNvPr>
          <p:cNvSpPr/>
          <p:nvPr/>
        </p:nvSpPr>
        <p:spPr>
          <a:xfrm>
            <a:off x="6537901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599CBD4-379B-48EA-4A25-F99533110CAD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BF8FA19-D271-5E32-2F68-388FDA41F320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17365294-2D04-F134-13B9-7EFDB61DAAB1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E7903A5-3F31-11AA-33A2-835D1346846A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3384A89-ABD2-6083-92C0-E68A12DC64C8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F2D765B-9E49-3F03-A00D-50DD2176E680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99A3CD6-5342-87E5-F569-D962FBCB5C11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22159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79E3-5C8B-20D9-A327-AB7AB5D8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FAB9114-D869-A3DA-9452-25F8D92A1F30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D2D0469-454D-0DF8-37F3-CFEB081BEADF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87705E-C728-8217-07B8-F86391BD018E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6FB1FC-1E4A-FCF6-D8C3-C268878B4A74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0A6446-88E1-EDB4-B2B2-5A9BB75F7E46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5A0207-4CBA-CB56-18B9-BA2DE7B886AE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44513F3-C841-589B-C97D-9048B9054B4D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4EC4221-927D-57B1-4377-F56A23B75322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7D2C032-E9B7-CDBB-BD4D-BDA495015F8F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FCF6197-1EB7-09CD-1245-379549FAD2BA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1B5C435-976D-D7BA-8621-B85A703013DA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FD98EC2-5A77-04AB-8068-4671EA2855BB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83D49F9-45EE-031A-764C-5522F83674EB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7F11887-575D-1A2D-FB5C-92D809CAF4A6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CB44BFA-1A78-0C0D-DBD8-C073768F4448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DAB6AEB-C8DC-884B-2331-E184A58A5132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4CE02EA-04B5-443F-A2B4-E320F3589661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EF02188-8250-8743-0025-36C9DE06F674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F820665-BA50-C8C7-1AA2-B1F934CE48FF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2DB7F35-4589-5504-18AA-6392394F4FCC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960299B-301D-943B-20AF-FE3502AB7439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4587D5F-5F7B-6B23-76FC-011FA51F77E0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D8C243F-F75D-42FE-7A71-91F971A9DBB0}"/>
              </a:ext>
            </a:extLst>
          </p:cNvPr>
          <p:cNvGrpSpPr/>
          <p:nvPr/>
        </p:nvGrpSpPr>
        <p:grpSpPr>
          <a:xfrm>
            <a:off x="6864733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FFD64106-7141-C9AE-2F8C-5C9D895E662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2820CC0-3457-FC3D-90CB-C3A7C19AE9E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2820CC0-3457-FC3D-90CB-C3A7C19AE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AA2A40C-0531-FEB5-66C7-6EF080CED3C1}"/>
              </a:ext>
            </a:extLst>
          </p:cNvPr>
          <p:cNvGrpSpPr/>
          <p:nvPr/>
        </p:nvGrpSpPr>
        <p:grpSpPr>
          <a:xfrm>
            <a:off x="10913982" y="8923257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F966B4A6-28F0-E319-76EE-F2397AFF816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77B29FC-403D-0B66-421E-2F84F42F835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77B29FC-403D-0B66-421E-2F84F42F8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B635FE5-1B28-5AA4-7E6D-3345EABC7C86}"/>
              </a:ext>
            </a:extLst>
          </p:cNvPr>
          <p:cNvGrpSpPr/>
          <p:nvPr/>
        </p:nvGrpSpPr>
        <p:grpSpPr>
          <a:xfrm>
            <a:off x="12987895" y="11970201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8401576C-5E0D-D08C-9FE3-BF6CFA6D942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4478BA2-87D0-B209-42D5-C63FACBC80F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4478BA2-87D0-B209-42D5-C63FACBC8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897CADA-A236-4DF1-B468-569113BAF2EC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B6E3CFF-C00C-1E62-B53C-78520AD8D171}"/>
              </a:ext>
            </a:extLst>
          </p:cNvPr>
          <p:cNvSpPr/>
          <p:nvPr/>
        </p:nvSpPr>
        <p:spPr>
          <a:xfrm>
            <a:off x="12659830" y="106690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7613DCC-D8DC-4D02-017C-BF11C2367C2F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93A3AE7-A0D9-DFD4-7B81-E7C84ABF8D25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AB9540D5-3874-CE79-5487-1B122F9DFEF3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C0BDB10-401E-6CCC-22F1-4E772B991A10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372B639F-59BE-0F91-A46F-CB638D702DAC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9959957-FBE1-F3F8-C094-4FF61217B4D2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384247A-192F-AACA-2866-606E8879D7C3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0386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5650F-A152-BF21-D418-0FD97EB6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769CF9-7A92-DC40-127B-2BEB8875B2C1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411DE5-05AE-86FD-6DA7-07C8B985265A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AE79B5E-6497-E201-F29F-40A95BB64A79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8AB060-B2DF-3FBE-73E4-7ADCED5866E8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62056C-F6F8-8719-0595-CE77817931D6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363948-DD94-CAE3-FB46-2A5D9CBFE668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AA8CAA8-C9BF-359B-BCB5-D2CAF3AE304E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79C4FE7-EEE0-97E3-E70E-0F93500FA86B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F6DF559-0ACA-35AE-27D1-74285C5CFC4D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8AFD92-60C1-BEC6-3B67-EBC800D1C1FE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E3C4BB6-5FF9-0D9A-E54F-68A339D5F662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B634AEB-4B2B-9918-2F50-0417C058EFB8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3F46A76-321F-F0E5-4D90-D9E0B374F2B0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326B07-005E-390D-B8B0-CD7EF36F88D4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28815ED-1DC8-0CB6-18C5-41114D149CF5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BA991B9-2554-9816-CB5B-BE9EA97A47C1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27D069F-0060-2E16-B430-1B38284824AD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33FDDB6-3040-F350-B9B8-0D3660293CDB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04A883D-5DD2-16C4-BE57-F7500079103F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DE7F365-3AA6-8E06-3695-6486A234B579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DBD6A34-E82B-AB89-1543-F65627A71C82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6C03BB7-321C-DF28-6450-D217495E52AA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D89E8D7-21A1-D3B1-980E-F8CD247D9D21}"/>
              </a:ext>
            </a:extLst>
          </p:cNvPr>
          <p:cNvGrpSpPr/>
          <p:nvPr/>
        </p:nvGrpSpPr>
        <p:grpSpPr>
          <a:xfrm>
            <a:off x="8889358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651C8C02-BFE9-00CF-7471-A8EE5B27A94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840BC53-05D6-1958-8D9B-7292133D7DA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840BC53-05D6-1958-8D9B-7292133D7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44CAC21-E502-5666-594A-3B47A80DD121}"/>
              </a:ext>
            </a:extLst>
          </p:cNvPr>
          <p:cNvGrpSpPr/>
          <p:nvPr/>
        </p:nvGrpSpPr>
        <p:grpSpPr>
          <a:xfrm>
            <a:off x="10913982" y="8923257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F71ECDCE-55E6-C4EE-92B6-F83711F30BF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777E960-2F39-9C93-AC62-D0D46BD3D1B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777E960-2F39-9C93-AC62-D0D46BD3D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C5B93D-2C64-8225-1DAD-91EE0E695E54}"/>
              </a:ext>
            </a:extLst>
          </p:cNvPr>
          <p:cNvGrpSpPr/>
          <p:nvPr/>
        </p:nvGrpSpPr>
        <p:grpSpPr>
          <a:xfrm>
            <a:off x="15027612" y="11970201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BC3942A2-1F23-6F7D-37EE-875F50847C4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5EF0A30-3CFC-C890-BD69-D44B0D6727F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5EF0A30-3CFC-C890-BD69-D44B0D6727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2835C87-E20A-B778-0365-BFFC947AA126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269E691-CAC5-EDBD-B4D1-01A11E2B080B}"/>
              </a:ext>
            </a:extLst>
          </p:cNvPr>
          <p:cNvSpPr/>
          <p:nvPr/>
        </p:nvSpPr>
        <p:spPr>
          <a:xfrm>
            <a:off x="12659830" y="106690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7DEAA346-E74A-1BD5-C000-08CA0E1AF71D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7758C1D-C6E1-C5E2-8980-2691B4833386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A2772575-84E5-F950-2FFE-CA60751AB453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EC9CB0B-05F5-6AFA-025F-941811564081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F2070B3-7764-332A-9578-DB7C891A6687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0BA6EDC-4599-A79A-1A9B-96D295BD8E59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41A4A9D-B0AE-25C3-A42F-063A75D03C03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38574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1282-798C-B85B-F605-DE846861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B0CE8C2-956F-CB2A-22C9-A28B202F5F30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39212D-1D32-C841-915C-E4E60C70CB4D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BCAEE6-CD03-1929-927B-746CD7C92DEB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9F417F-A4D1-495C-939A-CD5FF591EA42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E36E37-0A8C-D753-3819-F03818091690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4B3CEB-6CFE-8C75-A88B-DD6006C480FA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140932F-5B8B-65CD-C8E8-EED6D9C82F6D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D3DAF69-71BE-8679-5426-EEA1DBBB6940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4AD33A-DD10-871D-52B5-998BBD70E569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4D512A7-B94F-3137-B295-4BBA511F2F0A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162B502-09A1-899D-8BF6-0AD8075F55B7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5137069-7287-0645-0605-01E7DBE289ED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1FE819F-4892-F23A-4420-AFAC772E4595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9BFB9EB-9EA8-3C39-0D5E-30FB3CA75BA1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439D0EC-BD23-2204-0248-2E64E999446F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CC5A900-83AA-24CA-EEA6-2CB4B7693EE6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09EC6A5-5798-09EA-9342-4EE3E5A2804A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E385D0D-9CDE-2217-1EA1-E13DFFADF931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8BD483C-6BAC-ED97-E900-5D016046EE50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7800430-0ADD-4D5F-9ADD-2A695B01A1FD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20E0B62-35A2-BC99-D924-E00AE37B6813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9225F73-C682-9A2A-8CF0-A401F047EF1A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2FDDB97-B02D-768A-08F4-2CA83D4D8140}"/>
              </a:ext>
            </a:extLst>
          </p:cNvPr>
          <p:cNvGrpSpPr/>
          <p:nvPr/>
        </p:nvGrpSpPr>
        <p:grpSpPr>
          <a:xfrm>
            <a:off x="8889358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3CA4B181-EE0D-B3FA-169C-98525085804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E623CC3-C57B-EAE8-380F-3CD9E290A0F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E623CC3-C57B-EAE8-380F-3CD9E290A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147CB90-E6A2-606B-2AE4-1429A7ADBF5B}"/>
              </a:ext>
            </a:extLst>
          </p:cNvPr>
          <p:cNvGrpSpPr/>
          <p:nvPr/>
        </p:nvGrpSpPr>
        <p:grpSpPr>
          <a:xfrm>
            <a:off x="10913982" y="8923257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CB98E428-4DCA-87A9-9333-FE71B07BED7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59832C8-1AC6-2904-486B-6C2915DE19D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59832C8-1AC6-2904-486B-6C2915DE19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7715FCA-33F1-174F-BE58-13A992B30D99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DDF7017-C479-C6EB-F62C-83FD2156CBA1}"/>
              </a:ext>
            </a:extLst>
          </p:cNvPr>
          <p:cNvSpPr/>
          <p:nvPr/>
        </p:nvSpPr>
        <p:spPr>
          <a:xfrm>
            <a:off x="12659830" y="106690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E97ACC8-61AA-1E93-90C7-B6EA94448D68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03B4D3FB-6488-9324-857F-4F246B22D80C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9056720-FB7F-AE74-34EE-222BD714A713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D036136-DF9B-10A7-C11E-78BEA9075053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2700788-B2B5-9BF2-015E-FB577A453626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C4ACB78E-1E0F-AA40-C743-8C06D411318E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DAE485B-C378-6C46-6A4D-D6E12C10639A}"/>
              </a:ext>
            </a:extLst>
          </p:cNvPr>
          <p:cNvSpPr/>
          <p:nvPr/>
        </p:nvSpPr>
        <p:spPr>
          <a:xfrm>
            <a:off x="14704764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17E2BB-926F-C702-9F4E-8EA15CF8CF6D}"/>
              </a:ext>
            </a:extLst>
          </p:cNvPr>
          <p:cNvGrpSpPr/>
          <p:nvPr/>
        </p:nvGrpSpPr>
        <p:grpSpPr>
          <a:xfrm>
            <a:off x="15027612" y="11970201"/>
            <a:ext cx="631968" cy="1745799"/>
            <a:chOff x="4821200" y="5585063"/>
            <a:chExt cx="631968" cy="1745799"/>
          </a:xfrm>
        </p:grpSpPr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E8E4CCFB-D046-353A-5400-DB490D4B9B7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0E381CD-126D-9FA8-4A23-43FA7FEC819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0E381CD-126D-9FA8-4A23-43FA7FEC8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46507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33AC5-CC8F-46B3-271D-124E2CFC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B0E7AB8-D3FA-CCB4-C2C1-4AD41704C81C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A9BDED-2687-3C41-9B1F-D7A3FB445995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0E829A-ABDA-3EBC-07A7-2B2056799FCA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FAD8FC-1542-F8D7-6AD6-7D86CAF8E60A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3A3A76-EACF-BB6B-000A-E9F812F1C08F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112032-B629-6605-D533-DB07D3ADE500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36B33EB-7A34-A064-109F-5508BB1B6894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A0B423B-B30D-B22B-D933-2871FA4F0CEF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9B33F0-0142-D1D5-D871-88872BDCB84C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B14ABB6-AE1E-6DF3-F045-5D99E166E1BD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824DBAB-C942-0997-6A16-B24F84712771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61E52BE-C439-302B-D734-D56507B15A2F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A4B2BC5-AAC5-6A54-D224-83AFB0B7FB2B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9DA179B-03B9-7AE6-2EC2-AECD1755A599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7838FE0-7A08-2A84-6FAB-86B49EFCAE4B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C949D98-9501-727A-D259-EAE343D51591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8DB440A-5CC7-A642-6246-422D11B520DC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C46B63A-A3C1-1E46-DFE0-6171E462245B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1DBE883-9DAA-DF8E-3E00-14C1DC0049A4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C99BFB5-E7DA-8B24-13DA-A9ED0787CC76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7DB53D5-A320-29F0-6BB2-FC8518F5B45D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72217CA-69ED-BD65-99F5-747D1960C06A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8FAD5B3-F072-693C-0D65-B42F9C752AA2}"/>
              </a:ext>
            </a:extLst>
          </p:cNvPr>
          <p:cNvGrpSpPr/>
          <p:nvPr/>
        </p:nvGrpSpPr>
        <p:grpSpPr>
          <a:xfrm>
            <a:off x="8889358" y="5726065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0BA0FAD5-E346-FC72-7247-D22F2704BE2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0F97FEA-E830-E925-5205-7B24F59698C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0F97FEA-E830-E925-5205-7B24F5969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0EF2ED5-8CD5-7C0E-E964-03C9BB7DEF5F}"/>
              </a:ext>
            </a:extLst>
          </p:cNvPr>
          <p:cNvGrpSpPr/>
          <p:nvPr/>
        </p:nvGrpSpPr>
        <p:grpSpPr>
          <a:xfrm>
            <a:off x="12971288" y="8809621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AB422761-1B9B-8A2A-FF39-1DB4999336A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90900A1-BFC0-6437-27E1-A116A94F2F3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90900A1-BFC0-6437-27E1-A116A94F2F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6829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1FC478-44A8-8528-90E8-0F00564FDC3B}"/>
              </a:ext>
            </a:extLst>
          </p:cNvPr>
          <p:cNvGrpSpPr/>
          <p:nvPr/>
        </p:nvGrpSpPr>
        <p:grpSpPr>
          <a:xfrm>
            <a:off x="17149734" y="11983606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105176D8-1CD6-E6FB-2269-C92F9202B57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7D12B13-C795-BFC5-1831-5F624D668D2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7D12B13-C795-BFC5-1831-5F624D668D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7843" b="-49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DB325DB-6527-E274-DEB5-4FAF0328685C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8EB76E1-8D3F-0113-E28C-7E302B135E60}"/>
              </a:ext>
            </a:extLst>
          </p:cNvPr>
          <p:cNvSpPr/>
          <p:nvPr/>
        </p:nvSpPr>
        <p:spPr>
          <a:xfrm>
            <a:off x="12659830" y="106690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4172A22-CA68-E931-C6A2-D5545F9BCD77}"/>
              </a:ext>
            </a:extLst>
          </p:cNvPr>
          <p:cNvSpPr/>
          <p:nvPr/>
        </p:nvSpPr>
        <p:spPr>
          <a:xfrm>
            <a:off x="8547682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A0E6182-8103-CA1F-B456-70E6A2D2BDCD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E6E61AB-9AC8-738C-DE6E-6F21B04F3A27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2BE1031-3A8C-10DC-1DA4-506540CD0334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CA2B50C-4300-6B76-E05F-44E6D88E7465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65C5675-E08D-1617-4982-6DE034981652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E3ADB421-4C68-FCA9-560A-66CFFFB10C9C}"/>
              </a:ext>
            </a:extLst>
          </p:cNvPr>
          <p:cNvSpPr/>
          <p:nvPr/>
        </p:nvSpPr>
        <p:spPr>
          <a:xfrm>
            <a:off x="14704764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4849D03-B8BE-0117-DBC6-D20B6AE34B84}"/>
              </a:ext>
            </a:extLst>
          </p:cNvPr>
          <p:cNvSpPr/>
          <p:nvPr/>
        </p:nvSpPr>
        <p:spPr>
          <a:xfrm>
            <a:off x="15006409" y="7317462"/>
            <a:ext cx="8651047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But array B is finished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to do now?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Blindly copy all the elements of array A</a:t>
            </a:r>
          </a:p>
        </p:txBody>
      </p:sp>
    </p:spTree>
    <p:extLst>
      <p:ext uri="{BB962C8B-B14F-4D97-AF65-F5344CB8AC3E}">
        <p14:creationId xmlns:p14="http://schemas.microsoft.com/office/powerpoint/2010/main" val="995518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EE79-B326-425F-EA59-E6BCF5CA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73FFB2B-ECED-19AA-D2A7-7D4F0B858DF3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A0DC875-1CB1-0A88-7A93-6A0E0191C2D0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85F4096-25F6-FEB5-6B9A-08293BD6013C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1B9B9F-E143-712D-EB14-84C08A992887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8A313A-CF71-ECB0-A189-1467866E16F5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3FB4985-7D1B-6493-9AF5-4A28165CCB07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821F03A-EC86-DC41-EC33-09CE73C4AD29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42E7347-7C52-1A39-3151-0901EE7AE5BF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E640E96-3B81-A18E-6871-A2426F01B522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AB92DCB-3B7B-D3CE-E88A-94C36840BA9C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00F1B50-584F-932A-6858-566046B05FB0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1B757C4-3769-982E-4A47-69368C86F7EE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A56BF41-9662-C52D-91E5-2EB9D165D3C2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8EC18E7-8EF5-9859-D61D-4A3674FB4D77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556DBFD-C84A-7A26-A98C-1C087A406FF3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371CA98-3F54-AF2F-7AC3-920E038988C6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53D5F86-5C55-BAFF-EAE5-F00FC611F166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ACE1066-0064-CD92-7F2C-F4C8A7F5E9A7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2EA8A56-D552-E17D-79EB-EEAC8711374A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3D2839B-3E70-C2B9-0F5B-AD949958CCC4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51FEEA6-62B2-2304-C2A2-BAB22E81EEE6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CBE87B1-6214-DA5E-FFE2-393EF32828D6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38D32E4-5F0B-94E2-ED91-44A149925D9D}"/>
              </a:ext>
            </a:extLst>
          </p:cNvPr>
          <p:cNvGrpSpPr/>
          <p:nvPr/>
        </p:nvGrpSpPr>
        <p:grpSpPr>
          <a:xfrm>
            <a:off x="10822919" y="5735373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4BC6B030-3337-5F9F-7358-FCBBA83159A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F20A50C-1623-E03B-D25C-B046746A500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F20A50C-1623-E03B-D25C-B046746A50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5385" r="-10256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67C86A-F01E-7462-1DE9-91E71A1832C6}"/>
              </a:ext>
            </a:extLst>
          </p:cNvPr>
          <p:cNvGrpSpPr/>
          <p:nvPr/>
        </p:nvGrpSpPr>
        <p:grpSpPr>
          <a:xfrm>
            <a:off x="12971288" y="8809621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7DE76168-4E63-CB70-9B56-D15E1FF517E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C833564-6DEA-9853-97C5-D5E613FC96E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C833564-6DEA-9853-97C5-D5E613FC9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6829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E582DC5-4A60-146E-090D-3F74DE7FEB1E}"/>
              </a:ext>
            </a:extLst>
          </p:cNvPr>
          <p:cNvGrpSpPr/>
          <p:nvPr/>
        </p:nvGrpSpPr>
        <p:grpSpPr>
          <a:xfrm>
            <a:off x="19015948" y="1202541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214FD0AD-682C-AB28-AB51-DA2AB5E43875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9352A11-DD10-5990-006D-A7F0B9D8A23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9352A11-DD10-5990-006D-A7F0B9D8A2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9A437A9-3C89-4C0F-294E-ABF561C7DDFE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5681CFA-4121-8B2C-4F20-C29E44288C1D}"/>
              </a:ext>
            </a:extLst>
          </p:cNvPr>
          <p:cNvSpPr/>
          <p:nvPr/>
        </p:nvSpPr>
        <p:spPr>
          <a:xfrm>
            <a:off x="12659830" y="106690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17C9F61-1EF0-4687-7A3D-E6E3ADC013CB}"/>
              </a:ext>
            </a:extLst>
          </p:cNvPr>
          <p:cNvSpPr/>
          <p:nvPr/>
        </p:nvSpPr>
        <p:spPr>
          <a:xfrm>
            <a:off x="1673769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9BA56AA-6BF1-F7E0-C81B-1659BF2F8808}"/>
              </a:ext>
            </a:extLst>
          </p:cNvPr>
          <p:cNvSpPr/>
          <p:nvPr/>
        </p:nvSpPr>
        <p:spPr>
          <a:xfrm>
            <a:off x="10557463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03126F34-F5F5-0792-A89C-C38D4D7CC9D4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A93CFB8-2CDD-7D1E-3AF8-28420F49DE30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933CE21-E503-B5CA-5A29-2042A55C84D6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AFBF47C-E7B9-7AA4-1AEF-87FFD6B8DFC6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6459C7E-C3F6-C66E-02F4-B3B69167CB1F}"/>
              </a:ext>
            </a:extLst>
          </p:cNvPr>
          <p:cNvSpPr/>
          <p:nvPr/>
        </p:nvSpPr>
        <p:spPr>
          <a:xfrm>
            <a:off x="14704764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605165-2AC0-E89B-B187-99AF43AEC6B1}"/>
              </a:ext>
            </a:extLst>
          </p:cNvPr>
          <p:cNvSpPr/>
          <p:nvPr/>
        </p:nvSpPr>
        <p:spPr>
          <a:xfrm>
            <a:off x="15006409" y="7317462"/>
            <a:ext cx="8651047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But array B is finished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to do now?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Blindly copy all the elements of array A</a:t>
            </a:r>
          </a:p>
        </p:txBody>
      </p:sp>
    </p:spTree>
    <p:extLst>
      <p:ext uri="{BB962C8B-B14F-4D97-AF65-F5344CB8AC3E}">
        <p14:creationId xmlns:p14="http://schemas.microsoft.com/office/powerpoint/2010/main" val="1539728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A179-76A1-1D89-F061-AE6AE7C8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1088669-49D0-631E-C179-231993D42DFC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3220321-35E2-6E7D-8C2B-73440FC00796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1BD3EC-84F7-5DC7-995C-5E7C7798FF6B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33BC3D-742C-24D8-12E6-E01912F5E752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D6DC3C-46FC-1151-2698-818C9074F743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F2799B-5331-844F-1443-18598767D3D0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8AE458E-5FFD-107A-1377-36A103380070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F293D1C-58A4-266B-3A3A-76D610782558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AF87CFB-4050-5724-D443-80BF7FB1D9A4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F47284-C86C-9F9F-BAA7-77B6DA6F883E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C099BCD-28AF-8DEF-F577-DA3BC9B4B1E2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1CB5D6E-81B8-2819-F27C-D5D64593D690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E9B739F-DF4F-AC6C-14C5-45B32BF8B1D5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0230EA3-D4BC-87E7-B7C9-29A22157E74D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E86DEB2-7A80-7B45-36BB-22AF40424E26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02636C2-827E-04BA-4BB1-DCC00A9528BD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7C28163-67A4-DDA6-063D-F9F3FC78BA83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2EC0988-09EE-B0D1-B4C3-216399C7CE9A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9C4F4F8-6A1F-6B15-8493-B38316FC2D87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6719752-6DA5-F961-A259-63F2ED75337B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E5065D5-C1C1-28E8-EF86-49367E28FA97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FE1C8F-1AD2-0BD1-8774-E7A8B0BCB9B2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B822A9-C4FC-BD04-F9DC-76F3DF4D018F}"/>
              </a:ext>
            </a:extLst>
          </p:cNvPr>
          <p:cNvGrpSpPr/>
          <p:nvPr/>
        </p:nvGrpSpPr>
        <p:grpSpPr>
          <a:xfrm>
            <a:off x="12832700" y="5750410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7361CE10-72C5-B14E-6D30-E39368DD898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5D8C360-7A1E-860A-014E-ADC438A24AF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5D8C360-7A1E-860A-014E-ADC438A24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75C0CBC-7D70-D13E-ECDC-BB658EA88899}"/>
              </a:ext>
            </a:extLst>
          </p:cNvPr>
          <p:cNvGrpSpPr/>
          <p:nvPr/>
        </p:nvGrpSpPr>
        <p:grpSpPr>
          <a:xfrm>
            <a:off x="12971288" y="8809621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B4A61416-9757-59CC-CAC6-31569073880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1BB085F-B466-B25C-1360-FA27EB340D3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1BB085F-B466-B25C-1360-FA27EB340D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6829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35C3B8-B2FD-C7D7-5DEA-B6978205FAB0}"/>
              </a:ext>
            </a:extLst>
          </p:cNvPr>
          <p:cNvGrpSpPr/>
          <p:nvPr/>
        </p:nvGrpSpPr>
        <p:grpSpPr>
          <a:xfrm>
            <a:off x="21223846" y="12025416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81BF5B5B-AF3D-71FF-77C9-D4F66EE7E88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944D16E-3035-659C-9F8A-CACC569271E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944D16E-3035-659C-9F8A-CACC56927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4000" r="-10000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5E47368-2424-8ECF-35B7-6C6C1970278B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4AE5CF9-1E0A-8C5C-BBCD-3D952DF0C575}"/>
              </a:ext>
            </a:extLst>
          </p:cNvPr>
          <p:cNvSpPr/>
          <p:nvPr/>
        </p:nvSpPr>
        <p:spPr>
          <a:xfrm>
            <a:off x="12659830" y="106690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65086FC-EA58-EB39-2AEC-C097ED3D5423}"/>
              </a:ext>
            </a:extLst>
          </p:cNvPr>
          <p:cNvSpPr/>
          <p:nvPr/>
        </p:nvSpPr>
        <p:spPr>
          <a:xfrm>
            <a:off x="1673769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E28A38D-FD28-E9DA-2E2A-699A2229078F}"/>
              </a:ext>
            </a:extLst>
          </p:cNvPr>
          <p:cNvSpPr/>
          <p:nvPr/>
        </p:nvSpPr>
        <p:spPr>
          <a:xfrm>
            <a:off x="18770616" y="107305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C941565-6595-222D-736C-4B281A42CED8}"/>
              </a:ext>
            </a:extLst>
          </p:cNvPr>
          <p:cNvSpPr/>
          <p:nvPr/>
        </p:nvSpPr>
        <p:spPr>
          <a:xfrm>
            <a:off x="12567244" y="43474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B60991A-CF47-D16A-7112-580B7F8EA209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093F7FE0-AC39-92A5-FF9B-83449D1D2028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4F9396A-FA05-6BDE-B77C-F0F5294CC0FB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DF3E288-1158-428A-2AC0-E421680F3F81}"/>
              </a:ext>
            </a:extLst>
          </p:cNvPr>
          <p:cNvSpPr/>
          <p:nvPr/>
        </p:nvSpPr>
        <p:spPr>
          <a:xfrm>
            <a:off x="14704764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993F37-2183-35E1-268E-EB51A1CD292C}"/>
              </a:ext>
            </a:extLst>
          </p:cNvPr>
          <p:cNvSpPr/>
          <p:nvPr/>
        </p:nvSpPr>
        <p:spPr>
          <a:xfrm>
            <a:off x="15006409" y="7317462"/>
            <a:ext cx="8651047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But array B is finished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to do now?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Blindly copy all the elements of array A</a:t>
            </a:r>
          </a:p>
        </p:txBody>
      </p:sp>
    </p:spTree>
    <p:extLst>
      <p:ext uri="{BB962C8B-B14F-4D97-AF65-F5344CB8AC3E}">
        <p14:creationId xmlns:p14="http://schemas.microsoft.com/office/powerpoint/2010/main" val="1762585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F6992-F720-8F45-7A23-D14B9260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515ED4-B82C-7E05-D00C-608D17531122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9C9102-6CD4-4BB8-2A6A-358699E550D9}"/>
              </a:ext>
            </a:extLst>
          </p:cNvPr>
          <p:cNvSpPr/>
          <p:nvPr/>
        </p:nvSpPr>
        <p:spPr>
          <a:xfrm>
            <a:off x="4528120" y="437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C70735-AB2D-0D18-EE4D-3E5355673558}"/>
              </a:ext>
            </a:extLst>
          </p:cNvPr>
          <p:cNvSpPr/>
          <p:nvPr/>
        </p:nvSpPr>
        <p:spPr>
          <a:xfrm>
            <a:off x="6537901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E995BB-0B0A-76F7-4185-579483FE6763}"/>
              </a:ext>
            </a:extLst>
          </p:cNvPr>
          <p:cNvSpPr/>
          <p:nvPr/>
        </p:nvSpPr>
        <p:spPr>
          <a:xfrm>
            <a:off x="8547682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FCB0E9-CF79-6E99-B2D5-2E50396214A3}"/>
              </a:ext>
            </a:extLst>
          </p:cNvPr>
          <p:cNvSpPr/>
          <p:nvPr/>
        </p:nvSpPr>
        <p:spPr>
          <a:xfrm>
            <a:off x="10557463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A3D432-3CB2-C10F-B9A0-F09777FD8F00}"/>
              </a:ext>
            </a:extLst>
          </p:cNvPr>
          <p:cNvSpPr/>
          <p:nvPr/>
        </p:nvSpPr>
        <p:spPr>
          <a:xfrm>
            <a:off x="12567244" y="43474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45013D5-2E28-36FD-A8E9-A0E41790EF97}"/>
              </a:ext>
            </a:extLst>
          </p:cNvPr>
          <p:cNvSpPr/>
          <p:nvPr/>
        </p:nvSpPr>
        <p:spPr>
          <a:xfrm>
            <a:off x="452812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2987245-FB80-B9FB-5161-44DD4B22A1E1}"/>
              </a:ext>
            </a:extLst>
          </p:cNvPr>
          <p:cNvSpPr/>
          <p:nvPr/>
        </p:nvSpPr>
        <p:spPr>
          <a:xfrm>
            <a:off x="6537901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27F8141-A553-FDFC-679E-29074CC5FC54}"/>
              </a:ext>
            </a:extLst>
          </p:cNvPr>
          <p:cNvSpPr/>
          <p:nvPr/>
        </p:nvSpPr>
        <p:spPr>
          <a:xfrm>
            <a:off x="8547682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22C8F62-7B0B-7419-03AF-AA4AD7AA2B6F}"/>
              </a:ext>
            </a:extLst>
          </p:cNvPr>
          <p:cNvSpPr/>
          <p:nvPr/>
        </p:nvSpPr>
        <p:spPr>
          <a:xfrm>
            <a:off x="10557463" y="761818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302E2CD-D403-8974-D3D3-6906C0DF0AD8}"/>
              </a:ext>
            </a:extLst>
          </p:cNvPr>
          <p:cNvSpPr/>
          <p:nvPr/>
        </p:nvSpPr>
        <p:spPr>
          <a:xfrm>
            <a:off x="1894790" y="43827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0D6D80-BDB5-8490-3A31-341181B15B82}"/>
              </a:ext>
            </a:extLst>
          </p:cNvPr>
          <p:cNvSpPr/>
          <p:nvPr/>
        </p:nvSpPr>
        <p:spPr>
          <a:xfrm>
            <a:off x="1894790" y="76417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592C408-C6D4-39C4-6035-9E6FA0F57524}"/>
              </a:ext>
            </a:extLst>
          </p:cNvPr>
          <p:cNvSpPr/>
          <p:nvPr/>
        </p:nvSpPr>
        <p:spPr>
          <a:xfrm>
            <a:off x="1894790" y="1071002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5DE691D-C30E-07B5-238F-B8D53DBAB7FF}"/>
              </a:ext>
            </a:extLst>
          </p:cNvPr>
          <p:cNvSpPr/>
          <p:nvPr/>
        </p:nvSpPr>
        <p:spPr>
          <a:xfrm>
            <a:off x="452812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DFE4769-EE93-0E8A-D71B-E97C47EA6D16}"/>
              </a:ext>
            </a:extLst>
          </p:cNvPr>
          <p:cNvSpPr/>
          <p:nvPr/>
        </p:nvSpPr>
        <p:spPr>
          <a:xfrm>
            <a:off x="656104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EB60831-7801-AB52-E5DF-D0BF8EA415B3}"/>
              </a:ext>
            </a:extLst>
          </p:cNvPr>
          <p:cNvSpPr/>
          <p:nvPr/>
        </p:nvSpPr>
        <p:spPr>
          <a:xfrm>
            <a:off x="859397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1E3F8EC-478C-F62B-B1B6-2754CD64E4AC}"/>
              </a:ext>
            </a:extLst>
          </p:cNvPr>
          <p:cNvSpPr/>
          <p:nvPr/>
        </p:nvSpPr>
        <p:spPr>
          <a:xfrm>
            <a:off x="10626904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43C4950-069B-BC9D-67A5-962EFBD33D80}"/>
              </a:ext>
            </a:extLst>
          </p:cNvPr>
          <p:cNvSpPr/>
          <p:nvPr/>
        </p:nvSpPr>
        <p:spPr>
          <a:xfrm>
            <a:off x="12659832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E146ED8-E027-E6A6-D4E7-A49BBA01EF8A}"/>
              </a:ext>
            </a:extLst>
          </p:cNvPr>
          <p:cNvSpPr/>
          <p:nvPr/>
        </p:nvSpPr>
        <p:spPr>
          <a:xfrm>
            <a:off x="14692760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4ACF0AE-736F-8843-9D68-766B22DFC0E3}"/>
              </a:ext>
            </a:extLst>
          </p:cNvPr>
          <p:cNvSpPr/>
          <p:nvPr/>
        </p:nvSpPr>
        <p:spPr>
          <a:xfrm>
            <a:off x="16725688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117A295-C443-EEE9-9C25-718D35C4683E}"/>
              </a:ext>
            </a:extLst>
          </p:cNvPr>
          <p:cNvSpPr/>
          <p:nvPr/>
        </p:nvSpPr>
        <p:spPr>
          <a:xfrm>
            <a:off x="18758616" y="107100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8B0EE65-7111-9845-4704-43F1AEDAD74C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DE9671-7335-DFDC-56A3-CB49E75F0DB9}"/>
              </a:ext>
            </a:extLst>
          </p:cNvPr>
          <p:cNvGrpSpPr/>
          <p:nvPr/>
        </p:nvGrpSpPr>
        <p:grpSpPr>
          <a:xfrm>
            <a:off x="14692760" y="5581926"/>
            <a:ext cx="489236" cy="1745799"/>
            <a:chOff x="4821200" y="5585063"/>
            <a:chExt cx="489236" cy="1745799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03FFDF09-5375-28C4-CEF5-61E522CAF8A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857C2C7-AE87-24F1-7B38-D8993F910CF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857C2C7-AE87-24F1-7B38-D8993F910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9A2446D-1710-BE77-84D8-E90D5556243D}"/>
              </a:ext>
            </a:extLst>
          </p:cNvPr>
          <p:cNvGrpSpPr/>
          <p:nvPr/>
        </p:nvGrpSpPr>
        <p:grpSpPr>
          <a:xfrm>
            <a:off x="12971288" y="8809621"/>
            <a:ext cx="505843" cy="1745799"/>
            <a:chOff x="4821200" y="5585063"/>
            <a:chExt cx="505843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5D091C3B-AD39-47CF-4AC3-9F7472E5F0F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3314AC8-06DB-DC66-7CF5-AD08D68CCAB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3314AC8-06DB-DC66-7CF5-AD08D68CC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6829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4C0212-3833-D83D-BB4D-CE0456FDFFE7}"/>
              </a:ext>
            </a:extLst>
          </p:cNvPr>
          <p:cNvGrpSpPr/>
          <p:nvPr/>
        </p:nvGrpSpPr>
        <p:grpSpPr>
          <a:xfrm>
            <a:off x="22690696" y="11970201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F7D38115-20DF-B85C-8098-8C1EA31A9CE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D4E4D9-4A26-5E31-7377-DEFA3703250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D4E4D9-4A26-5E31-7377-DEFA370325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0DE278D-8FD9-D181-6DB0-8DA30396F6E3}"/>
              </a:ext>
            </a:extLst>
          </p:cNvPr>
          <p:cNvSpPr/>
          <p:nvPr/>
        </p:nvSpPr>
        <p:spPr>
          <a:xfrm>
            <a:off x="6555045" y="107305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9C6B576-FB6B-CBF7-E454-8226BDB44B7E}"/>
              </a:ext>
            </a:extLst>
          </p:cNvPr>
          <p:cNvSpPr/>
          <p:nvPr/>
        </p:nvSpPr>
        <p:spPr>
          <a:xfrm>
            <a:off x="12659830" y="1066905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C7B2D34-B50B-2FB0-ABC5-3D836FCC0159}"/>
              </a:ext>
            </a:extLst>
          </p:cNvPr>
          <p:cNvSpPr/>
          <p:nvPr/>
        </p:nvSpPr>
        <p:spPr>
          <a:xfrm>
            <a:off x="1673769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423810B-7519-266C-E0BC-1766A6BB3EC9}"/>
              </a:ext>
            </a:extLst>
          </p:cNvPr>
          <p:cNvSpPr/>
          <p:nvPr/>
        </p:nvSpPr>
        <p:spPr>
          <a:xfrm>
            <a:off x="18770616" y="107305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ADF18B4D-390B-E79E-BD78-DCD4F2A5D338}"/>
              </a:ext>
            </a:extLst>
          </p:cNvPr>
          <p:cNvSpPr/>
          <p:nvPr/>
        </p:nvSpPr>
        <p:spPr>
          <a:xfrm>
            <a:off x="20791546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A187EAD-6BB2-5C5F-B0DB-320A2B77C6B9}"/>
              </a:ext>
            </a:extLst>
          </p:cNvPr>
          <p:cNvSpPr/>
          <p:nvPr/>
        </p:nvSpPr>
        <p:spPr>
          <a:xfrm>
            <a:off x="4528119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079F5DE8-8B11-4B07-082F-6B7F71D133C6}"/>
              </a:ext>
            </a:extLst>
          </p:cNvPr>
          <p:cNvSpPr/>
          <p:nvPr/>
        </p:nvSpPr>
        <p:spPr>
          <a:xfrm>
            <a:off x="8581970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97A323C-50B3-E852-1373-705975528ABB}"/>
              </a:ext>
            </a:extLst>
          </p:cNvPr>
          <p:cNvSpPr/>
          <p:nvPr/>
        </p:nvSpPr>
        <p:spPr>
          <a:xfrm>
            <a:off x="10629631" y="1068953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98530EE-FEE3-DBFD-E888-661F8738EB50}"/>
              </a:ext>
            </a:extLst>
          </p:cNvPr>
          <p:cNvSpPr/>
          <p:nvPr/>
        </p:nvSpPr>
        <p:spPr>
          <a:xfrm>
            <a:off x="14704764" y="107100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0E39500-6F68-D567-41CA-63B1690D144E}"/>
              </a:ext>
            </a:extLst>
          </p:cNvPr>
          <p:cNvSpPr/>
          <p:nvPr/>
        </p:nvSpPr>
        <p:spPr>
          <a:xfrm>
            <a:off x="15006409" y="7317462"/>
            <a:ext cx="8651047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But array B is finished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to do now?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Blindly copy all the elements of array A</a:t>
            </a:r>
          </a:p>
        </p:txBody>
      </p:sp>
    </p:spTree>
    <p:extLst>
      <p:ext uri="{BB962C8B-B14F-4D97-AF65-F5344CB8AC3E}">
        <p14:creationId xmlns:p14="http://schemas.microsoft.com/office/powerpoint/2010/main" val="4186807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57CE4-8320-2E56-9136-5245E888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D795D38-8A66-A3BC-3AE4-55D1DEB3B5C2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FE47007-5E4E-B04A-201F-BAB148E6DD12}"/>
                  </a:ext>
                </a:extLst>
              </p:cNvPr>
              <p:cNvSpPr/>
              <p:nvPr/>
            </p:nvSpPr>
            <p:spPr>
              <a:xfrm>
                <a:off x="726543" y="5248280"/>
                <a:ext cx="22930913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the function </a:t>
                </a:r>
                <a:r>
                  <a:rPr lang="en-US" sz="5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FE47007-5E4E-B04A-201F-BAB148E6DD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43" y="5248280"/>
                <a:ext cx="22930913" cy="1952308"/>
              </a:xfrm>
              <a:prstGeom prst="roundRect">
                <a:avLst/>
              </a:prstGeom>
              <a:blipFill>
                <a:blip r:embed="rId2"/>
                <a:stretch>
                  <a:fillRect l="-993" t="-37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680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4A001A6-915A-2D80-0CF0-B78733842BD0}"/>
                  </a:ext>
                </a:extLst>
              </p:cNvPr>
              <p:cNvSpPr/>
              <p:nvPr/>
            </p:nvSpPr>
            <p:spPr>
              <a:xfrm>
                <a:off x="391861" y="1582938"/>
                <a:ext cx="10932794" cy="937561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32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32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32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32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3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32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3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32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4A001A6-915A-2D80-0CF0-B78733842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61" y="1582938"/>
                <a:ext cx="10932794" cy="937561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509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7F52-40E5-ABA1-3C0F-6FFCBC93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A9B2BBF2-16BC-E7EA-DF71-FA10B9EDCFC7}"/>
                  </a:ext>
                </a:extLst>
              </p:cNvPr>
              <p:cNvSpPr/>
              <p:nvPr/>
            </p:nvSpPr>
            <p:spPr>
              <a:xfrm>
                <a:off x="348318" y="619423"/>
                <a:ext cx="10932794" cy="1215588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A9B2BBF2-16BC-E7EA-DF71-FA10B9EDCF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10932794" cy="1215588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338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7652-25E6-5B8E-8F29-A7B77349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0A222DBD-AB74-8D1D-4947-0CA72ADECD41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0A222DBD-AB74-8D1D-4947-0CA72ADECD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292D1B4-52AF-0C6E-64F3-819FA1C603DD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212042B-F9B4-3585-A152-4918DF6A87A7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A9CE29-6269-B27A-48A7-F8780F79FF12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5603B6-BC85-D77D-7820-94EA9FB86413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F9A0B6-84DB-1C29-D28E-EB4365E5247B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7BA12F-291B-69AE-0D0D-45AE17A86B73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B43708-BE36-39C3-7260-293795FDE0D2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34503D-4664-C0BE-794B-A921C466E98A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48398D-2AA5-5B97-EA7C-6B069C618C30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3D0933-CAD7-63D9-FA08-32E4CC4D6122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0AC5B75-84A4-72E0-EE94-71CFA0BDCF78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5E00F7-C958-9FB8-9CDE-6494AFAE75AA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E3938A7-0F94-34EE-29A6-DBC92D6CA7E8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1BF0FA7-2721-3EA8-2228-0187BB3243D8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5613793-8F25-9DAC-5460-482D618CA12A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0ABEEF-0A65-7521-35D3-A3FAF5A2148B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F1ACB2D-C653-80B7-4BA3-20ABFEA67EAC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8217F09-EC55-CC72-C3BF-96DDF475E327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3C7B487-DFD6-C3F6-6F76-C9E299C00EC0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FA0D28-6DC5-0B60-C115-1424CD55DDDF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41E3819-E771-B2E6-A9CF-F33684EA2CFF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AAB5601-A4FC-DCDC-B558-C1F395986F5B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9A3145E8-F0A6-9E5E-5108-716FCAD2B12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92F683F-BCC8-9E51-EA1F-8DD5A701D20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92F683F-BCC8-9E51-EA1F-8DD5A701D2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DDCD458-7769-F740-1AE4-A648DF6B5F26}"/>
              </a:ext>
            </a:extLst>
          </p:cNvPr>
          <p:cNvGrpSpPr/>
          <p:nvPr/>
        </p:nvGrpSpPr>
        <p:grpSpPr>
          <a:xfrm>
            <a:off x="7493952" y="6115032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8465C091-1167-64CC-60A8-6D5EA8E063D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4C9C1DE-5AAD-B1BA-52B5-BDF3CF7B167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4C9C1DE-5AAD-B1BA-52B5-BDF3CF7B1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FCD0969-5E91-1230-5CCA-C0F5DF55F1DE}"/>
              </a:ext>
            </a:extLst>
          </p:cNvPr>
          <p:cNvSpPr/>
          <p:nvPr/>
        </p:nvSpPr>
        <p:spPr>
          <a:xfrm>
            <a:off x="7200872" y="16060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ED6BF8F-AAEE-6BAF-075B-8840DBAC97D5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7AA4A59-5FF4-7345-D911-7DA7F05321F8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DF36462-92DF-39BA-BAC1-BFDBFD2C904E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12A44FF-EA61-EE91-D408-C6215F7814CA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1FBBBDC-F837-A788-E3E6-8E2FD3772ACF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C629C4D-ED34-99D6-3CFE-1B9D7076839C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386CD2A-7A15-ACE1-21D5-76CFDEE68D51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BBB9AF0-1516-1852-3B31-4556982D532F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3B20D0E-8C7A-6198-B6DC-5B0401AA55D8}"/>
              </a:ext>
            </a:extLst>
          </p:cNvPr>
          <p:cNvGrpSpPr/>
          <p:nvPr/>
        </p:nvGrpSpPr>
        <p:grpSpPr>
          <a:xfrm>
            <a:off x="7493952" y="9455391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E3DBD74C-B970-55A9-1780-1FA7F1C7950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69881D5-F675-6BF0-BE25-07E5BE91839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69881D5-F675-6BF0-BE25-07E5BE9183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49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49726DC-6959-FC6B-8E52-544180D52E10}"/>
              </a:ext>
            </a:extLst>
          </p:cNvPr>
          <p:cNvSpPr/>
          <p:nvPr/>
        </p:nvSpPr>
        <p:spPr>
          <a:xfrm>
            <a:off x="348317" y="2404433"/>
            <a:ext cx="4896845" cy="41566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7863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44DD-F76F-A4D0-610C-F465AC01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131B6D8B-2377-3907-8976-5EA252F48639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131B6D8B-2377-3907-8976-5EA252F486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B6624A3-24B1-3897-88F1-D3AF55232148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FD2EEF-8F1B-B517-E5F3-F7D0025FF484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F4E728-63F8-0CD3-DF68-B4F8CF4DC67E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044FFE-2110-F90A-7323-BF44A7083D57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786A3F-64D0-EF37-E6F1-73DCF7E56221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9017DA-AF8B-C5AB-5A37-E0BE77DEB832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CC2BD6-DF96-016B-C300-E9B79DBF64B5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621D12-34CE-977A-D458-A3DD7E1B5749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6F810C0-1512-9A70-EBC2-064CF71571EA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B3F36E-AA9A-2A3C-110F-BA7A56F25950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4AEE503-39D2-86F0-C4E5-1BD2DAB4131B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5520515-080D-BE6E-3A1B-3705B217AAA5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55A78B6-C1F2-9565-F977-543012F869E9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A0FF9A8-B097-A94B-8BEA-E3226E5FC7CC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0BB5A76-73BE-5B75-EE98-384F0DE808A4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B9FB954-811C-7B48-E929-4168C0E1B2DD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045AC80-1D33-AF94-EA24-38A8CB036321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B02A5AD-41B6-D6E3-E0BD-84468F293315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8E9CB42-E645-E2DA-E1F8-DE6D2FAB0D29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41F0CB8-A498-B22D-5B85-7C5DD96E61DA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D573613-BA52-9309-1B54-3A4D5EE8BC2F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5DDA4A-37DC-1B56-2B4D-2FA11AC6376B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AFC6693A-FB24-AE53-47D0-1F2545EEE03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0B60740-2074-F203-2CCE-263267956F0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0B60740-2074-F203-2CCE-263267956F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845440-5379-999B-962F-C1C53A69D496}"/>
              </a:ext>
            </a:extLst>
          </p:cNvPr>
          <p:cNvGrpSpPr/>
          <p:nvPr/>
        </p:nvGrpSpPr>
        <p:grpSpPr>
          <a:xfrm>
            <a:off x="7493952" y="6115032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E8559CB7-B2C2-FD4A-B3AC-A15DF9D84A3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3FE700A-0C8D-C6DF-1C5A-BCEA787A088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3FE700A-0C8D-C6DF-1C5A-BCEA787A0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798172B-D9FB-0110-C2A9-4E3AC4C46C13}"/>
              </a:ext>
            </a:extLst>
          </p:cNvPr>
          <p:cNvSpPr/>
          <p:nvPr/>
        </p:nvSpPr>
        <p:spPr>
          <a:xfrm>
            <a:off x="7200872" y="16060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20E6F3D-E123-8C65-3FD7-19A4658DE9EA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F8EBF40-FDCD-E8FA-8FC3-E63454608A0C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EDA69F1-B018-C4D6-9800-AF46631F87F1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16A5FCF-32D0-4454-D5AD-9DFB175D4F12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1E316C5-E26D-E9EE-BAA8-12D7DA726752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0702132-3378-4639-6B03-35C6697AC5A6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88EC007-5BDC-3AE4-FC6F-AFF7B59A9460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6F6362F-4768-A476-56B2-7AB0F4364A76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A5A5E0-925D-2783-A1A1-AC8C5B0C0395}"/>
              </a:ext>
            </a:extLst>
          </p:cNvPr>
          <p:cNvGrpSpPr/>
          <p:nvPr/>
        </p:nvGrpSpPr>
        <p:grpSpPr>
          <a:xfrm>
            <a:off x="7493952" y="9455391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09626860-6B57-1EF9-80B3-A0B978DAC66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8DE5C30-9309-561D-5605-EB22B6734B7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8DE5C30-9309-561D-5605-EB22B6734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49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35F290E-DF6D-E807-0467-1B7BCBFBC06E}"/>
              </a:ext>
            </a:extLst>
          </p:cNvPr>
          <p:cNvSpPr/>
          <p:nvPr/>
        </p:nvSpPr>
        <p:spPr>
          <a:xfrm>
            <a:off x="348317" y="3063039"/>
            <a:ext cx="4896845" cy="55101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06365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D238-F360-C186-43B6-33D6C2FF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45D0AC81-511B-B8BE-B40A-52CD97BB5C2B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45D0AC81-511B-B8BE-B40A-52CD97BB5C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8AF734D-D22B-F916-2E51-0AFBD137621D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969F97-24F5-2B85-96F8-FDBEE2C549F5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E6E50B-8515-446A-DBA7-DEC26E37AA00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5D9866-90F4-0E52-E233-65D09439D095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4F0EF9-C774-6F94-FB85-31E7BF6D57E6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F76A9B-6C42-0E31-794E-D29A2F243954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E06053-9E38-E51C-E71A-F104E114C42E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BD3AA2-0FFD-5FF8-FC9C-991B1B577B8B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2EF7A7E-81A9-F86E-A15E-2884905D7808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4C2BF38-5C28-9721-7C4D-BD596174FEC4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DC4780B-F406-066C-4F73-D116300F403E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A90241-1D56-4882-3A9D-629CB6CD832F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E6A657-7646-2265-292E-48295CC5CB53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CA23875-8375-ADC8-B958-E4D4FC5180D8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1FED50A-B762-2745-BC9C-F3DA2658625D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85E2364-6A08-A06D-6338-7524AF01C1DC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C4852DA-2951-0849-4382-29D428F96B19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0E1171-F634-859F-C78B-6F83FD782B57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9F9243F-7827-CA12-B2A2-CAFBB2EF3AA8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72105AD-FE38-B588-FCC7-A02FF7B1CE2C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B5DD356-15E4-52EE-E29B-C77A695AE054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286551B-F6B9-D1FE-4659-0F69FB5A59B7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990E2B97-AB25-1E4B-2B5C-5DBF0C9E364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29AAD41-BA24-F3B2-76F5-00FEB493F54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29AAD41-BA24-F3B2-76F5-00FEB493F5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C91366-4D8A-E60A-1A98-596A108AFB35}"/>
              </a:ext>
            </a:extLst>
          </p:cNvPr>
          <p:cNvGrpSpPr/>
          <p:nvPr/>
        </p:nvGrpSpPr>
        <p:grpSpPr>
          <a:xfrm>
            <a:off x="7493952" y="6115032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19BE1BB9-2834-7531-B171-E95372E9CE0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3A3D225-5532-C70A-12E4-599C1FB447D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3A3D225-5532-C70A-12E4-599C1FB44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6A5E33F-EE66-DE98-5CA8-554D93B5B811}"/>
              </a:ext>
            </a:extLst>
          </p:cNvPr>
          <p:cNvSpPr/>
          <p:nvPr/>
        </p:nvSpPr>
        <p:spPr>
          <a:xfrm>
            <a:off x="7200872" y="16060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6E0E2A2-BEE1-EE41-BEB2-CB4284DF585D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EDDD97E-876D-A44B-1A00-A7A45AFFE75B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01127D0-2F7A-80BF-295A-12313E6834CD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88A0847-23F0-673E-16D3-8000021111E7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C951DB8-A817-1DDC-8756-7B076B974804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613AC68-7AD8-4973-5438-F211BEF40926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937F46F-0652-E00B-BED8-5AD01449E344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3A61770-CD9C-544D-B7F5-CC3B6C0ED8BA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3CD57D-C936-F058-F146-9A397E952EFC}"/>
              </a:ext>
            </a:extLst>
          </p:cNvPr>
          <p:cNvGrpSpPr/>
          <p:nvPr/>
        </p:nvGrpSpPr>
        <p:grpSpPr>
          <a:xfrm>
            <a:off x="7493952" y="9455391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B512433E-08F6-075A-157D-02E380F11ED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113BF39-F799-7401-6335-E6C378BBC96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113BF39-F799-7401-6335-E6C378BBC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49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ED74774-3F1B-0B16-0F1C-2C8F0C803F0D}"/>
              </a:ext>
            </a:extLst>
          </p:cNvPr>
          <p:cNvSpPr/>
          <p:nvPr/>
        </p:nvSpPr>
        <p:spPr>
          <a:xfrm>
            <a:off x="348317" y="5622514"/>
            <a:ext cx="4896845" cy="49251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8110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1F61-8110-6619-3531-046B383D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CF52D327-0D58-2979-67A1-B65D56C9B99C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CF52D327-0D58-2979-67A1-B65D56C9B9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D47EFF6-171D-D6FC-C8AC-344936F3A2DB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DC8BAE-1818-F75D-87F9-1BD6ACACA682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D8E88F-897D-7AC1-3091-A7B9982889B0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44D450-732D-3C9A-ECED-27CBA0D63DC9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1DD1C68-C93F-0065-EEEE-6D7EF723A365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3101A0-8ED4-0B75-3838-C93085342F5E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9185B6-3F7D-FF68-A13E-C220FD972A39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AD6F82-A6F4-1E78-F8A1-E120D64C14B2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3ECEC8-E8EE-6AEF-55F6-F3E8FE24FFA0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C3C3110-4DB2-EE5E-8E2A-57B2D72606E1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C8B50E2-6A27-A148-FF22-84E2FFD69240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2317D41-2CFF-9CA4-18BD-99DE3CE0998C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E78B11-1B9C-E911-6042-1AB6E34733CA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B09EC97-1266-0D39-2E1E-AC5A22472789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5FC5252-E926-B463-03AC-64410D452A49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0DC6366-C385-6E1E-BB07-7252785E0F23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CC598EC-3452-8E9A-C3DC-FF2815474F61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3731645-FCEF-1B15-2345-F40FB83A1F55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9F52E67-1B11-C137-C875-076D04F2538D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CD515EF-7472-0872-8C51-51FCEA176BF0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00F1A03-34EE-0571-656C-8D1258AA1794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717E7BF-E91A-A8A0-1F00-780B410AB30F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89FE4CA6-9303-1A14-BEF4-AF7DF08259F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CBB2541-BD41-C88E-17DD-16198836229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CBB2541-BD41-C88E-17DD-161988362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260663-A53C-8799-4AE1-D49AD6EE864F}"/>
              </a:ext>
            </a:extLst>
          </p:cNvPr>
          <p:cNvGrpSpPr/>
          <p:nvPr/>
        </p:nvGrpSpPr>
        <p:grpSpPr>
          <a:xfrm>
            <a:off x="7493952" y="6115032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2892DD42-5C95-5B51-0D0E-9748D79A5CA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0DD453F-5482-6AED-54BF-718355F3023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0DD453F-5482-6AED-54BF-718355F30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95298FD-28EF-7802-42A1-F99E4967F4F5}"/>
              </a:ext>
            </a:extLst>
          </p:cNvPr>
          <p:cNvSpPr/>
          <p:nvPr/>
        </p:nvSpPr>
        <p:spPr>
          <a:xfrm>
            <a:off x="7200872" y="16060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2578354-1478-2C75-073C-E19B7649F127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415EA03-F33A-E2D3-8A30-796FDC2EDA31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155BF14-5B53-C6CB-7957-A88408D98F55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D232524-05CD-93B3-FF07-A8C9F238F991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3CE5593-80CA-D7F2-28D9-0DD9376D876A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67071CB-8D8F-F1BE-BB6A-EB96356F387C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BCF14D9-2396-120E-D9C8-58601921A4EC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7AC8982-146C-0013-4FCB-E71E4DF8EF66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AA5A3CC-399B-2B89-FCAD-003436F31B05}"/>
              </a:ext>
            </a:extLst>
          </p:cNvPr>
          <p:cNvGrpSpPr/>
          <p:nvPr/>
        </p:nvGrpSpPr>
        <p:grpSpPr>
          <a:xfrm>
            <a:off x="7493952" y="9455391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0FDDF5EC-8295-74CC-DED1-1FC923C24EC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16C516B-950C-8AB9-9D2D-BF12C0508B5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16C516B-950C-8AB9-9D2D-BF12C0508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49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A3E232A-CCEB-D557-4290-E572C30F8F09}"/>
              </a:ext>
            </a:extLst>
          </p:cNvPr>
          <p:cNvSpPr/>
          <p:nvPr/>
        </p:nvSpPr>
        <p:spPr>
          <a:xfrm>
            <a:off x="331711" y="6030197"/>
            <a:ext cx="4896846" cy="50123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64745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634B-22D4-AD9B-F032-7DEC56B0D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1DA0C173-C30E-3D77-F0EA-4C57D7291D05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1DA0C173-C30E-3D77-F0EA-4C57D7291D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7BA0B24-9847-44F0-4A6A-019EA4B94E71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C4B909-1C38-1DF1-C0D3-1D5A2E04EDFA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E0ED1A-C081-052A-AFD8-D1F4FF3D12BA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1A5E55-86DC-C17F-476D-5BAFBE77CE44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1D69E1-DDED-C829-3408-3A9BF618E02E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F2682A-5399-465A-D1AB-BE8DC2BC83B0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CB4D62-B832-1F4A-75E4-ED18694AC643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C3E63E-3FCE-7904-5AC4-919B822BB558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8C7DFA-F737-D32A-D430-890327B23DFC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C2954-196F-649B-8CAB-BDC747BCB7FF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2792DEA-3616-629D-9C1F-E3B1B88F1537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0D3A4F-009F-2A03-3A9B-473906EA52AC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14610DD-3918-E154-7116-5C291954DC49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6D5AFDA-9363-E588-8B40-924DFAA49E69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7B3B91-E589-134A-975D-89012E0948D4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C1B33FC-5B3C-8807-24ED-2F40A9ED9F48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5EA13B6-13F7-5221-E50E-48CEA8663D9C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1949E57-C5DC-2BAC-C1EB-1FC89F6CA571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CE4E037-3FD9-C77A-ECAA-400F3E8C4058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B4FA038-551F-115F-D243-1B8F98631222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DA20EC0-848C-F1CA-CB28-07DB4FDC7503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64C9AA-E741-9940-97C9-65DA8FC01B81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F1B25FCF-3D8A-A14F-6A88-B5AE7C4F353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EB5D842-6476-785E-79D5-930E93E0231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EB5D842-6476-785E-79D5-930E93E02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7368B4F-677B-8C26-CF67-289C58BD2EBB}"/>
              </a:ext>
            </a:extLst>
          </p:cNvPr>
          <p:cNvGrpSpPr/>
          <p:nvPr/>
        </p:nvGrpSpPr>
        <p:grpSpPr>
          <a:xfrm>
            <a:off x="9497731" y="612762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CA242EEC-087E-6DB9-68AB-F71BFAD4BF5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D531528-6C78-5794-DBDD-697F3249548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D531528-6C78-5794-DBDD-697F32495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69C5A01-1C4C-221F-CB2F-FFF6A7D76460}"/>
              </a:ext>
            </a:extLst>
          </p:cNvPr>
          <p:cNvSpPr/>
          <p:nvPr/>
        </p:nvSpPr>
        <p:spPr>
          <a:xfrm>
            <a:off x="7200872" y="16060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CAC2ABC-9498-C9D3-741D-03AFB49C4263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ED9B0BD-E7E7-EA2D-CF89-3D86368F674A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B7E89DF-DE9C-38BF-3306-37A1053D89B0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559453A-3CA3-57C3-F9F1-CB73B52336A4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9C5031D-CCE7-FFAC-A184-3D43B2D30137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AA566CF-C094-6580-0DDA-F2CB2D1B5B59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48AD39E-258E-5FF9-55C8-B828005241E0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2C58825-994F-82DF-69B2-5A32ABA1F992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DA8A170-E12C-9656-9C16-C7FA356858A5}"/>
              </a:ext>
            </a:extLst>
          </p:cNvPr>
          <p:cNvGrpSpPr/>
          <p:nvPr/>
        </p:nvGrpSpPr>
        <p:grpSpPr>
          <a:xfrm>
            <a:off x="7493952" y="9455391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9BE368C4-DD5D-8340-2108-369A869B3DB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D7A6D9C-D553-47FA-CC91-52CB9AA5A9E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D7A6D9C-D553-47FA-CC91-52CB9AA5A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49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296C5AF-21D3-7F89-66CE-317889E7220B}"/>
              </a:ext>
            </a:extLst>
          </p:cNvPr>
          <p:cNvSpPr/>
          <p:nvPr/>
        </p:nvSpPr>
        <p:spPr>
          <a:xfrm>
            <a:off x="348317" y="6357976"/>
            <a:ext cx="4896845" cy="50002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26193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6A32-BAFB-72CC-8460-33C7F92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C6A71B93-F2D9-D1E3-A660-0A22EC44E618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C6A71B93-F2D9-D1E3-A660-0A22EC44E6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C3E3A9C-0B05-642D-6653-C6D6568CC950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2CB494-BAD6-C1FA-0DD8-553421B6A380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490672-1B37-65A6-89A3-F61EF76113F6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DBCDF3-4E02-C239-91DB-048BF1218BB2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4DC545-1DC9-2884-936C-000795213371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1731BB-8781-3C81-9F8A-FC3C4C72D50C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E301B2B-C261-A05F-51CA-FB72F2FF1090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39DBB56-DA58-F5ED-9058-185B64999833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C8E553-B31E-09AE-A5E0-29BC0CBCB627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2CDD9E1-FC33-5EC1-D1B6-A16F1CE9FE6D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988B57-0EA5-2A54-7390-EF23047F71A4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1214785-65B7-D83D-33A2-2F83BA44A186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1FDE912-11B4-B737-2997-14267BED4105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9CDADE2-794E-B85E-1DAF-EB90ACF9556D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D828B08-FDC2-A9F5-F624-71D7C2A665A1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3CB323-A33D-A019-AD68-08DC7F1E9D31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97CC347-8EED-C9E3-400C-6B5C8CC9B984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2F9AC4E-BE19-8D74-3DCD-C825A40E7840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B6B837F-C311-9357-2A5A-55401AB2F0A4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EEDE82-113B-6C23-4C23-75E0DEFD1726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41E3B7D-64EE-E62B-9207-D0FA4C0FE18D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7F6E87-98FB-3C17-7B4E-9172B6DC3D5C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FCE5E4C0-56F4-DBF8-4627-2390EB28887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91E0E42-59C7-63C8-C19B-988E7DD1DE2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91E0E42-59C7-63C8-C19B-988E7DD1D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EA9AD7A-8E17-7A14-4F85-C96D1D770AD2}"/>
              </a:ext>
            </a:extLst>
          </p:cNvPr>
          <p:cNvGrpSpPr/>
          <p:nvPr/>
        </p:nvGrpSpPr>
        <p:grpSpPr>
          <a:xfrm>
            <a:off x="9497731" y="612762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F1AFE8E4-50D0-1DE7-F337-F03AA3FBED0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57B4C2E-9FFF-6EE3-A850-C34D81A4109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57B4C2E-9FFF-6EE3-A850-C34D81A41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99B1FF9-A8EA-31CF-F6F0-29E9A6BAA1AD}"/>
              </a:ext>
            </a:extLst>
          </p:cNvPr>
          <p:cNvSpPr/>
          <p:nvPr/>
        </p:nvSpPr>
        <p:spPr>
          <a:xfrm>
            <a:off x="7200872" y="16060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3DD464E-E46A-9B4D-FC52-4A60E2722F66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154D44C-8F87-5AA6-3AFB-D35420067D8B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599CF33-E944-905A-FD14-49C7C5BD29C1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FA45CDE-1C41-4848-9924-A2055B65AC60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3983F05-93E6-281C-149E-F3423C465478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43DD851-0114-D7E6-2E1E-043FF93E6D43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D1C5BFB-1B42-2E6D-F9E1-22D59578CF2F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D497828-0C8C-8358-CBC2-10BF23D23EDA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CE6A794-B2AC-9987-638A-99692D6742D5}"/>
              </a:ext>
            </a:extLst>
          </p:cNvPr>
          <p:cNvSpPr/>
          <p:nvPr/>
        </p:nvSpPr>
        <p:spPr>
          <a:xfrm>
            <a:off x="374568" y="2349666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8371A1-A57F-9629-88C0-702A7B992F6C}"/>
              </a:ext>
            </a:extLst>
          </p:cNvPr>
          <p:cNvGrpSpPr/>
          <p:nvPr/>
        </p:nvGrpSpPr>
        <p:grpSpPr>
          <a:xfrm>
            <a:off x="9567260" y="9291088"/>
            <a:ext cx="631968" cy="1745799"/>
            <a:chOff x="4821200" y="5585063"/>
            <a:chExt cx="631968" cy="174579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490C606F-FD26-41FA-0122-2A3EF1EE704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5883B30-2B72-62C6-EE67-01ADA1ECB5D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5883B30-2B72-62C6-EE67-01ADA1ECB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62660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93B0-CBA7-2078-6070-719B4413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AD93F492-2C9B-216E-9FCB-EA6D85DD5C51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AD93F492-2C9B-216E-9FCB-EA6D85DD5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66BA1C-3009-A56E-7778-F7DA71CCAEFC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AA47A8-65ED-6A18-D2A5-11FF7A70AE53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A275E26-3356-8D5A-C945-7960AD262070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6AD7EC-7C62-AAE9-624F-6D30EE08D014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0CBA5B-008E-FC22-F2D5-D1E7899157B9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AD1723-9783-39F3-A2A6-54A1EF9D94E1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9504A7-0512-B857-3B08-E04E47F08F6A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C879D8E-F812-AD2A-47DA-1A7645464032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C90E34-E3A8-13D1-B6C4-E4C2A813C094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4FD377-6593-A860-2A22-561D38F5D0D4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51BD6C9-9B6F-442A-4ABD-943BDD6ACC14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B54A77F-01B2-6CE7-103B-59682AAAEEF2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20503A2-488F-672E-7A6F-DADA943E44E4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A4889D-C328-18AB-84A3-2C8D4DCB6485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42AD45D-5EF3-9B82-A6BF-800A0EBC062F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6CEF5FC-AA19-7B1E-AA39-8C9504D182C5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C81BFDC-9B81-056E-D89B-DFC9653F20F1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A1BE07E-B0EE-FE19-C1A7-3C4A88B530C1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F52F29C-492A-B774-DFC3-E9A6A3F2C148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5B2F5F3-FB0A-1974-3DB8-19CF562420A1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933AD97-479E-D063-8DD8-762419EC88D5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D083F74-9CBE-2C88-69FC-F9297DB5FB91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EC769918-CE41-795D-A20C-FB4291E4A63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79C3050-5F2D-73E8-C23C-2E1A50257E9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79C3050-5F2D-73E8-C23C-2E1A50257E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C2B662F-892B-B05A-2C85-119F99C33750}"/>
              </a:ext>
            </a:extLst>
          </p:cNvPr>
          <p:cNvGrpSpPr/>
          <p:nvPr/>
        </p:nvGrpSpPr>
        <p:grpSpPr>
          <a:xfrm>
            <a:off x="9497731" y="612762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668CEF03-493E-F873-79D6-3D27B4C493D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0B43676-7080-F275-6DDD-EB30D3FB513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0B43676-7080-F275-6DDD-EB30D3FB51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CCB4137-A626-5DDA-C0D1-3AA8D34B4726}"/>
              </a:ext>
            </a:extLst>
          </p:cNvPr>
          <p:cNvSpPr/>
          <p:nvPr/>
        </p:nvSpPr>
        <p:spPr>
          <a:xfrm>
            <a:off x="7200872" y="16060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30185B4-31DA-7D87-EC6E-1F18D29F4532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1DFF143-7920-9877-9FA7-47E08DEBFB81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D0A3A0-DDD1-F7A1-0E1D-2CF9E37A49DE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0DF964E-DA29-A8C4-DBE4-5487227DD3E1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6A85517-30C9-1FE9-B52E-568907CE6CB3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396E699-6207-4ED8-19A8-FE7AB00ECFE2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3F3845C-8BFB-60BC-9FBF-CC27D78B0B5C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3C6A9B4-D430-5608-B65F-1863FE975889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5CF8F43-0036-5433-FC5A-89DFC9A89AE9}"/>
              </a:ext>
            </a:extLst>
          </p:cNvPr>
          <p:cNvSpPr/>
          <p:nvPr/>
        </p:nvSpPr>
        <p:spPr>
          <a:xfrm>
            <a:off x="348319" y="3074084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A6FC7D-EE9A-5F14-8CA1-9FAE1AE9C819}"/>
              </a:ext>
            </a:extLst>
          </p:cNvPr>
          <p:cNvGrpSpPr/>
          <p:nvPr/>
        </p:nvGrpSpPr>
        <p:grpSpPr>
          <a:xfrm>
            <a:off x="9567260" y="9291088"/>
            <a:ext cx="631968" cy="1745799"/>
            <a:chOff x="4821200" y="5585063"/>
            <a:chExt cx="631968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A3186F52-7995-D86B-2011-C9D1EA4F4E1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7685D49-F49C-1216-FAE0-8C273A97F4B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7685D49-F49C-1216-FAE0-8C273A97F4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2394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872BA-1BD8-34E6-979D-413A6076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347F5DE9-B837-8F7E-A6BA-F13365268E73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347F5DE9-B837-8F7E-A6BA-F13365268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F42F20A-2880-8F01-06DD-BD6FD0F7A740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A80EA9-F868-42EC-8B0D-037B94178595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8403EA-4E98-73B0-2100-FD8315802270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7A918E-05B1-66D8-FEF7-3CECB18686AE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F71B1F-2914-2652-904A-F49480D8FE1E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2A5629-07BB-15FE-B73A-608BF644CD17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78B2E2-E57D-018F-803B-C067A96F5CA0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AD30B5-9D73-D93E-DB85-6C29750E487C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9B7FAD-89B9-AE23-BF54-941AEAEE46A8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B6FABE1-F0A4-7C28-B1A0-0CCE93D9D3FC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B1F24AD-355A-024A-09D3-F1F0ECE85494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EDB7DD-761B-A968-436C-8ECB88A730C3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313B02C-C9C0-C7CF-2478-0C8759387314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8957DC3-33DA-841B-6D48-B80128285376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BE857F5-D208-A9CA-B565-9E4E800DB68B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7D791BF-DFBA-E6B6-97CF-CA03A03B0CBC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48785E2-C1FD-2E5F-0BB7-DE910A1C5F0A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D82D5EB-8F8B-6216-0CCE-3E349008EA3D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4F6D051-0E15-806E-C43A-5459E96FE161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25A3325-ABE9-3414-D001-53A46B4BC497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662DA9A-4741-548D-FDFC-EDD55438E805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8E909F-74D6-8384-D9E5-DC4F65706AF6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148E409C-51BC-717B-D12A-F2800D0EDEB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A785CD1-0889-EE1C-9079-35114536B54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A785CD1-0889-EE1C-9079-35114536B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42F0FC-BA6E-CDBC-6501-D1CE398DFCD6}"/>
              </a:ext>
            </a:extLst>
          </p:cNvPr>
          <p:cNvGrpSpPr/>
          <p:nvPr/>
        </p:nvGrpSpPr>
        <p:grpSpPr>
          <a:xfrm>
            <a:off x="9497731" y="612762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28635BC9-8090-94CD-7521-BBF8082E756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C3D9151-170E-77F1-A280-FC6CEBF8390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C3D9151-170E-77F1-A280-FC6CEBF83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B13BB59-B800-5EBA-3E75-675C681F7D83}"/>
              </a:ext>
            </a:extLst>
          </p:cNvPr>
          <p:cNvSpPr/>
          <p:nvPr/>
        </p:nvSpPr>
        <p:spPr>
          <a:xfrm>
            <a:off x="7200872" y="16060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A8548D6-A92F-3F55-7B24-11C870D2988F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54FDB06-18BF-EE6F-90D1-10397343AB62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9798B2B-EB6E-1C8D-96FC-DF3279AC4FD8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5F4704C-A9EF-AF89-BBD5-C507DBB407C3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D41A728-BBA6-86DF-DEBF-8C7CEB32FD41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E5FE77F-C845-FBA9-8CEF-B7A3F464CA78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5870CFA-4091-A6F8-8905-827EECD15DB1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696E850-AF7E-74CA-5356-D0F4D2B5C956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79F7903-AF75-34F7-B669-6D3EF409124C}"/>
              </a:ext>
            </a:extLst>
          </p:cNvPr>
          <p:cNvSpPr/>
          <p:nvPr/>
        </p:nvSpPr>
        <p:spPr>
          <a:xfrm>
            <a:off x="348318" y="3798502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97AB63-E812-6901-FB18-375163446339}"/>
              </a:ext>
            </a:extLst>
          </p:cNvPr>
          <p:cNvGrpSpPr/>
          <p:nvPr/>
        </p:nvGrpSpPr>
        <p:grpSpPr>
          <a:xfrm>
            <a:off x="9567260" y="9291088"/>
            <a:ext cx="631968" cy="1745799"/>
            <a:chOff x="4821200" y="5585063"/>
            <a:chExt cx="631968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62329F4F-FA32-5D15-0706-54E567ACA755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828CE9-9E02-446C-D350-0AA0F197744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828CE9-9E02-446C-D350-0AA0F1977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9721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A6937-297D-E1EC-35B0-950FC868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590F484A-2904-D226-58CC-9AA12C673F0A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590F484A-2904-D226-58CC-9AA12C673F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DACC59A-299D-13DE-6C03-9555523993BA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21F32D-2EDE-80BF-9466-A249692BD8E2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2FF0AB-F8ED-F6AF-F08F-27AEF55598A1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6C9B18-EBF0-EC63-4EC2-20F86E88CA9D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8E3B9A-BBA7-854E-C38B-BF7915B550DB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DBD52A-CF10-9034-2506-E409FD8A2C1A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556110-6139-0996-D8EC-489592ADCF45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75EC80C-62D2-5EB7-1223-193A2EEED671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1BE6791-9683-EA9A-763B-9D202F713D29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0A821FA-ED43-882D-633B-91994573483B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B077993-39D0-82CE-E167-8EF1CC1C04B4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11DF81-6539-C8F1-B684-4560599616A8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903FCB1-B73F-A01C-4D7D-AC6742AFB2E9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2BD7A4-62BD-7B7F-4ED5-C86E927E5D6D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C4D1ECB-1ADD-FFF6-5FBA-10B8B2C00098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1A23E7-064F-3EFB-48EB-C72659A33EA0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A19FAB-4ECC-2C02-2424-236855A7B700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F14F200-8880-E426-67BC-6ACD87871E1E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FC8C7A7-901F-F628-1C14-281AB17EA602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1BC0B2B-BDDC-0A3D-D797-4BD40B3A749D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403C2DF-B02A-D5A3-BAF8-5276AE7ECDBB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B4B3B4B-804E-4B1A-2DAA-41F48449A339}"/>
              </a:ext>
            </a:extLst>
          </p:cNvPr>
          <p:cNvGrpSpPr/>
          <p:nvPr/>
        </p:nvGrpSpPr>
        <p:grpSpPr>
          <a:xfrm>
            <a:off x="7493952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12C78CB4-9A06-F1EA-EF88-950506B591D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76814BB-92A3-E75B-F21E-322BC3D002B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76814BB-92A3-E75B-F21E-322BC3D002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FA7653-FCCF-46AA-224D-D0F8C3F64D84}"/>
              </a:ext>
            </a:extLst>
          </p:cNvPr>
          <p:cNvGrpSpPr/>
          <p:nvPr/>
        </p:nvGrpSpPr>
        <p:grpSpPr>
          <a:xfrm>
            <a:off x="9497731" y="612762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2B2C78F8-AAA5-D635-5E36-A1499400DC7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64DB434-951A-C755-9C91-77CC0B07B4A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64DB434-951A-C755-9C91-77CC0B07B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4E4194F-90DD-09CF-7558-A384538E720E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C5DC7A7-9A2C-F4DA-60AD-ABB001E8464B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BA06083-369C-5820-D204-62DC87F8B238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B159C04-F9E5-7A3B-59C8-162DB6DC27D0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888BD9D-895C-381A-DEB5-89ECB55790E5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1C30896-201C-56EE-F394-B1CD2EA0BA7A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42957AF-4A66-5571-C5AE-323EFBBFAB35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FC7410B-87A2-D294-8939-12C4731CC0BA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17A060C-C5AF-4A28-4CEE-19F00F7A3003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21CDB6B-1ECD-141E-9978-C3B92C94C125}"/>
              </a:ext>
            </a:extLst>
          </p:cNvPr>
          <p:cNvSpPr/>
          <p:nvPr/>
        </p:nvSpPr>
        <p:spPr>
          <a:xfrm>
            <a:off x="348318" y="4166428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53D2DD-90C1-9200-2205-E2FFC0241269}"/>
              </a:ext>
            </a:extLst>
          </p:cNvPr>
          <p:cNvGrpSpPr/>
          <p:nvPr/>
        </p:nvGrpSpPr>
        <p:grpSpPr>
          <a:xfrm>
            <a:off x="9567260" y="9291088"/>
            <a:ext cx="631968" cy="1745799"/>
            <a:chOff x="4821200" y="5585063"/>
            <a:chExt cx="631968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712F10EB-A03F-BE85-8E07-FA10D2AACCEC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7AC5857-975B-7ADE-2199-50903745D16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7AC5857-975B-7ADE-2199-50903745D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52198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1101-48E2-2A23-F17F-A42373FF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E2E9A26-BB07-8078-D340-4740724B3AFE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E2E9A26-BB07-8078-D340-4740724B3A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38505E6-956B-DB0D-371A-5B7BE010EFA1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226E51-9148-00F9-7DC4-D8D769C9335A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58388E-EAE0-B59F-662C-8D11FC06B3EA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A48BC4-9A18-E817-D221-6325C1604E57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DA662A-E45A-771F-064D-ACAF2D3EFFCD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A330CC-D17F-5371-C3A7-CC5990D25D90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33CA48-5140-D5B4-4A53-B0BD9CB7D7F4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702C94-BD67-D36F-3085-A1087EADA9FF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4863D3A-35FC-0282-2F9F-780B70E6FBAA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52EE4B8-F2B1-7B2B-8BDE-BE4E97B23E74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D68BE8-BEF4-07BE-4F8F-20C0F95CC439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C1F9BD-3CC5-E272-204B-B9E95E6C8AF5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E288045-3444-5E59-3D33-5C037C987EC8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2E80503-ED37-202D-3B90-B94E961CB7E5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B4C5500-35DB-3D55-10A6-3C47A5874158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A23BD18-FEE8-20A1-E640-7C2B32EAE42A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978F4AA-9C92-FD20-60A0-BCD72955A9B4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4399F0C-852F-1E0F-4221-E17E0A87B9B2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31EE0DF-FC89-E301-BD69-D12346868521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8B7FBD-B021-234F-805C-B8DE83A88817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108D223-828A-F0DE-5BF1-4D0A4AB845BE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610247E-2F83-4B93-0413-B4EF649AFB7A}"/>
              </a:ext>
            </a:extLst>
          </p:cNvPr>
          <p:cNvGrpSpPr/>
          <p:nvPr/>
        </p:nvGrpSpPr>
        <p:grpSpPr>
          <a:xfrm>
            <a:off x="9508726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F9BAA4D3-A9A2-6E97-5851-EB7EA81D850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D9FFE56-92AE-3211-FED3-20A1BDD1E84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D9FFE56-92AE-3211-FED3-20A1BDD1E8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64A9D1-44BC-ACB9-BE9E-1A4E82CFBA8C}"/>
              </a:ext>
            </a:extLst>
          </p:cNvPr>
          <p:cNvGrpSpPr/>
          <p:nvPr/>
        </p:nvGrpSpPr>
        <p:grpSpPr>
          <a:xfrm>
            <a:off x="9497731" y="612762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0AF89F6D-15DD-9F97-ECF1-317F78D9B20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294FEBF-CCF1-83B0-4873-91F2948D7D8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294FEBF-CCF1-83B0-4873-91F2948D7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A3EE017-92A0-BE4C-9241-7BA4A7BFD647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195C7AD-211B-E2F0-F550-E58FFC24DD40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CE39DC3-DA52-CBFD-1AF8-B22FBCA3B374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10C18BF-5768-E7B3-05BF-14F4B4C8C665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CE9092F-E762-ABC6-C5E2-EA5522E84FD7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09746D5-8802-9DE6-6DB5-BAB295B441D7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3138535-3673-45BF-6476-74A22593C8AC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85AA9E6-21C1-C0A0-D677-81B5AD4B9A31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64E6FF0-C9F2-756A-A109-E2D568E23ED9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0A8B310-3AF8-C6BD-9A51-DCE10842EB0F}"/>
              </a:ext>
            </a:extLst>
          </p:cNvPr>
          <p:cNvGrpSpPr/>
          <p:nvPr/>
        </p:nvGrpSpPr>
        <p:grpSpPr>
          <a:xfrm>
            <a:off x="9567260" y="9291088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1F296697-91DA-7C41-81FE-D78892E6AB0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377DCDE-DE60-A0BB-54E2-D8F500E6F35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377DCDE-DE60-A0BB-54E2-D8F500E6F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34FD0BA-C5D5-7942-DB06-4A2C95BFA80F}"/>
              </a:ext>
            </a:extLst>
          </p:cNvPr>
          <p:cNvSpPr/>
          <p:nvPr/>
        </p:nvSpPr>
        <p:spPr>
          <a:xfrm>
            <a:off x="374568" y="4565893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50569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7B3E-5000-CA89-F04B-AA2989A30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D39AB0B1-604E-8C5A-370C-6462C20150E5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D39AB0B1-604E-8C5A-370C-6462C2015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BFE3DA-78D1-0031-79BB-E4B2799215CB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6AD498-898D-77C8-75C7-CC2C42CB87FC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264282-DB71-8ACC-F6EE-FE0DB549C96D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02B1935-A7EB-F362-676B-A7C77B037A1A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897749-0EC5-A92E-76CF-EC93670362EE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B62000-2109-4767-359A-76F4DD573B9F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03330E-4C4C-124F-E452-71505C84A2C2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06F995F-A71B-9858-AA22-C3265C445AE0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6125326-5DA3-1427-874E-B69707D6E08D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D794697-A6D4-81F5-A209-8F50A057AB6E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1BA837A-2988-EBB6-ED72-FA077EB4B227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1D7A735-6E90-E65A-65BD-C24C011809B2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4AD06F-044B-A3DA-45DD-2A50BFE0D105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E6A6732-7C64-B5B1-6EF9-47BFFD1A86BC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1A6C4AA-89EB-D99F-5498-6E0E68824B2A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595A49-F900-4950-23F7-13894273804B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0EF575C-EF85-FC1F-B69A-A5171179F05A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1388C03-1F92-C034-E801-E23A60799C48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DDDA390-C290-36B4-5392-0550DB55A421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A54ED80-04F6-1659-258E-7323E814922A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7BF632-E5EE-6365-BEA0-9EAF5D3B2B6F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36207D6-67D9-91C3-C94A-7C513E1D9390}"/>
              </a:ext>
            </a:extLst>
          </p:cNvPr>
          <p:cNvGrpSpPr/>
          <p:nvPr/>
        </p:nvGrpSpPr>
        <p:grpSpPr>
          <a:xfrm>
            <a:off x="9508726" y="2820094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CC7D0EC4-2454-1391-4FE9-17C66B1D48B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2DCB155-9442-6663-FF63-01466215FBF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2DCB155-9442-6663-FF63-01466215F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00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EF4B17-456F-D020-BA67-548E3A0D3CF9}"/>
              </a:ext>
            </a:extLst>
          </p:cNvPr>
          <p:cNvGrpSpPr/>
          <p:nvPr/>
        </p:nvGrpSpPr>
        <p:grpSpPr>
          <a:xfrm>
            <a:off x="9497731" y="612762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8C5B5477-A230-58C2-0D1B-48D9CF82FC8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9585D5B-B39A-A736-87AB-9EF6BD94F37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9585D5B-B39A-A736-87AB-9EF6BD94F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41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A6C0EB6-230E-206D-DEC1-3F90442D1933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A2546DF-BAEB-F8D2-1704-6F1082D7CCB3}"/>
              </a:ext>
            </a:extLst>
          </p:cNvPr>
          <p:cNvSpPr/>
          <p:nvPr/>
        </p:nvSpPr>
        <p:spPr>
          <a:xfrm>
            <a:off x="9210653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72C4262-B66F-91D6-1BA4-72CA124EA0AA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1215F14-60EE-AE24-3FE4-12D13B5DEA50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4765D15-297D-8DEF-BA08-74CE759FC0E5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7D0A0F4-07FC-3DAB-6E59-A1278822D67D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B9AE3FF-A81D-E2D9-A9BF-8BC6546188CD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E1A0D21-DECD-739F-A855-A8657E390EE2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351197F-D31E-9C58-31F3-433E4FE4BDA1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47C5DD-F19D-94D6-6CAE-AF973E475816}"/>
              </a:ext>
            </a:extLst>
          </p:cNvPr>
          <p:cNvGrpSpPr/>
          <p:nvPr/>
        </p:nvGrpSpPr>
        <p:grpSpPr>
          <a:xfrm>
            <a:off x="11444450" y="9291089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85D426FF-3E21-9304-75A4-38363B6EB59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B9F82CE-724B-A8C7-E52B-38410C8081E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B9F82CE-724B-A8C7-E52B-38410C808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CC9B529-2BFB-CF30-86BF-7A9CBD4CC123}"/>
              </a:ext>
            </a:extLst>
          </p:cNvPr>
          <p:cNvSpPr/>
          <p:nvPr/>
        </p:nvSpPr>
        <p:spPr>
          <a:xfrm>
            <a:off x="374568" y="2349665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89187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39A4-454E-C58B-C2EB-C344DB08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FA14E3A-2AB6-B745-5D8E-10B353D00EBF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FA14E3A-2AB6-B745-5D8E-10B353D00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8A761B9-D57D-254E-25DF-B1FAA44C581D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1E997C-D079-5309-F078-5D84C292D042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1639F6-FFC3-3128-A402-0B6D9D2272E8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241814-F3A9-E92C-19C1-852C6218112B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6E8E09-700F-83F5-BCA0-68CC2311C14A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2AFD85-31AA-D93B-84C0-2F60D935EC22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7E15683-C476-87D4-09EB-DB18437F2725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647F238-ADEA-358F-D574-9F2AE9556367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80A1BA3-84D0-08E5-F7AD-861DC8DBCE49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0A3E0F9-8ADF-6FB7-5DE8-8C8CE65BFA33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1CB1F4C-A7B2-4540-F3B0-369EF765C55E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5479ACB-E4EF-7E12-FB80-A8BFD5F9A56D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BB37E41-DDE2-CD0B-902D-A9BE4BE08666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6A9D5E-2975-AF4E-4C0D-FBAA0250941E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AC5703-F37C-51C2-123F-96182EF2ABAA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B970DE8-145B-E311-2418-7BC3E5E5A6E5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D5915E-AC04-DD1A-2F0C-6E3796FF695F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7E469AD-1378-F522-F85C-B3E66C194014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465D23E-A246-C907-E63C-775EE692904A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5AEC95C-3A91-1612-3A89-2C9C4A885CA3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91ABF7F-4C2F-1BBD-51C6-05FE6E689000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9E1A47-1D5D-5809-C2A4-DA5C031137FC}"/>
              </a:ext>
            </a:extLst>
          </p:cNvPr>
          <p:cNvGrpSpPr/>
          <p:nvPr/>
        </p:nvGrpSpPr>
        <p:grpSpPr>
          <a:xfrm>
            <a:off x="11562464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CC0F5368-5B04-EEEB-618B-B4216CC9E4C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2E251A8-7CEE-768B-4B31-2F8E419308F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2E251A8-7CEE-768B-4B31-2F8E419308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B05211-FA8A-F179-5EB8-978CBE3539D7}"/>
              </a:ext>
            </a:extLst>
          </p:cNvPr>
          <p:cNvGrpSpPr/>
          <p:nvPr/>
        </p:nvGrpSpPr>
        <p:grpSpPr>
          <a:xfrm>
            <a:off x="13565084" y="619925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3F85CBDA-DB85-F919-70A2-3F4828389D4C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99C7F19-DC69-6F51-F7D5-D565825098F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99C7F19-DC69-6F51-F7D5-D56582509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7500" r="-2500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3BD51CF-22AA-B1C6-60BF-0ACB909B6CE1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1F09351-9A2F-A3BB-5B5F-1AA9A114E34A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47C1020-4680-8CB7-6AB8-277BB7CFA0DF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169C734-1660-D95E-DCCA-D92A7903C9AF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2EBD096-7D9E-BC32-9FAA-EAF85F835D1C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0A42987-01A8-F9C7-F7DE-0F9BEC1C886A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AFF0579-4865-595A-B1CF-2F542AF3D779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14DB61B-FB1E-88E2-190A-400BDAAB5C7C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BB071BE-7526-FA0A-8D9C-23C776176B5E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90D418B-4AA3-1B2B-B07E-ECBBEF3C7D92}"/>
              </a:ext>
            </a:extLst>
          </p:cNvPr>
          <p:cNvSpPr/>
          <p:nvPr/>
        </p:nvSpPr>
        <p:spPr>
          <a:xfrm>
            <a:off x="374568" y="2349665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4D9DDD-00FE-A361-E8EA-5E9A4162FB20}"/>
              </a:ext>
            </a:extLst>
          </p:cNvPr>
          <p:cNvGrpSpPr/>
          <p:nvPr/>
        </p:nvGrpSpPr>
        <p:grpSpPr>
          <a:xfrm>
            <a:off x="17523600" y="9322693"/>
            <a:ext cx="631968" cy="1745799"/>
            <a:chOff x="4821200" y="5585063"/>
            <a:chExt cx="631968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14AFF8EE-331C-6381-67A0-608C5E386E6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495685A-5C78-2DB0-DA1D-13067A57C68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495685A-5C78-2DB0-DA1D-13067A57C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4000" r="-10000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77269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788AE-81DB-C120-2FB6-E3A55170E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E2B4BDFD-236B-F19D-8828-C6CF518E0154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E2B4BDFD-236B-F19D-8828-C6CF518E0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E86080B-CAC4-95DC-B609-26CAD331E71D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D008DB-4DB9-CDB3-CD28-BB9D82C2DB99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2EB49D-C188-F8D0-8D65-1EA5B4EFF3E3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46B66F-3DE2-AA62-360F-F74ABCD34CBA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ECC7990-4054-8F5B-1E6D-B16F829C8FC9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AA532C-16FC-C76C-DBED-A10D45DA0591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5D7083-0463-1EAA-9DFD-90559D3DCE1D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13796D-9C72-F46F-68EC-CE5F78915639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D645E9-FD09-19B0-452E-F586EE7D740A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086A3A4-E11D-AB36-CF3C-1DEE5FF7CB38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B38B067-5B9D-B32B-D333-B6F6B62832BB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54C132E-FDBF-8D51-883D-FAA76634CEB9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F10DD1C-B4A3-3B11-B545-94FFC7FB694A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901903B-819F-CE22-51E7-7F6249FF4C41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6003E53-0F92-DC2E-F24C-00DF66173132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3951A96-F60D-BFE6-9EB6-20757FC92E9F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22EECDF-8273-8D56-6006-2722BF5F88EC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90C1ED4-3033-44BF-ADB3-D0B73029A068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12B61BC-9645-9FAF-9CA7-78835DEE3495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442A13E-5C3F-AD3D-E8A1-2D9A9E9B53AC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5F9533F-2A20-9E4F-06C2-00966BC8CE13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38BD89D-38A0-0CE1-877C-2B5EBFAF29BF}"/>
              </a:ext>
            </a:extLst>
          </p:cNvPr>
          <p:cNvGrpSpPr/>
          <p:nvPr/>
        </p:nvGrpSpPr>
        <p:grpSpPr>
          <a:xfrm>
            <a:off x="11562464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0A1B06F1-7BBB-5DC7-82F6-8AB3071CB2D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643C6F8-335F-8435-44EB-48636259129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643C6F8-335F-8435-44EB-486362591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4C9110E-6E71-960B-400D-07982122E593}"/>
              </a:ext>
            </a:extLst>
          </p:cNvPr>
          <p:cNvGrpSpPr/>
          <p:nvPr/>
        </p:nvGrpSpPr>
        <p:grpSpPr>
          <a:xfrm>
            <a:off x="13565084" y="619925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7B6DDB9C-51E6-587C-904B-387754E1D91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B1EF63C-0400-E246-1FFB-E6CD0A77CFD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B1EF63C-0400-E246-1FFB-E6CD0A77C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7500" r="-2500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E435D4A-CD9B-EDE3-BCAF-73AFB7B4C20A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C9ACABE-6B80-849C-22F7-151FFF02E55C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A0DB6AB-EEAB-5F96-D90D-DF6C263C50DA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EF8D621-A25A-A7F2-DDB6-6FD2D892D1DF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874245C-36A3-8695-9185-2AFC4260597F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9DD3FE9-5574-41ED-BD06-1D6668ECA970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4832E51-8530-15E9-E643-6E05368FA884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752A472-F5CA-D7C9-CDD6-F031E02FBDFA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4163D8E-C276-AF3B-44AA-B924BA28BB64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AD9DA9F-26E5-3280-BD30-42554E1862D8}"/>
              </a:ext>
            </a:extLst>
          </p:cNvPr>
          <p:cNvSpPr/>
          <p:nvPr/>
        </p:nvSpPr>
        <p:spPr>
          <a:xfrm>
            <a:off x="348319" y="3115385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EB11C9D-83B1-D060-E2EC-806FA1FCBFA0}"/>
              </a:ext>
            </a:extLst>
          </p:cNvPr>
          <p:cNvGrpSpPr/>
          <p:nvPr/>
        </p:nvGrpSpPr>
        <p:grpSpPr>
          <a:xfrm>
            <a:off x="17523600" y="9322693"/>
            <a:ext cx="631968" cy="1745799"/>
            <a:chOff x="4821200" y="5585063"/>
            <a:chExt cx="631968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B0ACECD4-7EC4-F8CB-3A9E-48F324231475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6CA7354-8BDF-6D33-AA63-77C9EAF5A72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6CA7354-8BDF-6D33-AA63-77C9EAF5A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4000" r="-10000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31586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EF3A-D64A-9151-2B19-3F2E6F374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D9829660-FA95-A0FE-9AFA-38CA2B74E761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D9829660-FA95-A0FE-9AFA-38CA2B74E7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C56270F-89AA-EF90-A8BE-486BBAE2CF7F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7A2B1B-6712-2BEA-76D3-4BB5AAA26DA8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C677DD2-D1FA-F71C-4C1C-2CFEA57326BB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157E92-1C48-2523-9256-EA5897FC1651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77508A-719E-7632-9440-830B6D4F46E4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8DF2C5-C703-A167-694B-DB8A3FA58F7E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FB2AA3-3C09-1F73-7110-71D8976A4726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02FE45-155D-1022-794E-80ADDC6C37BA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6C33465-90DD-01B2-08C6-C95B773449FE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7C17CD6-667F-FF39-929C-A5E97C036819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C50218A-B2A5-66E9-D746-B12DBBDF4540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2D5495-A4AE-DFD6-829A-8B79B96E0EE8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6C52DC-8D0F-BD18-F7DC-8E0CD238C879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A60E72-DCA6-881D-DC3A-F2B2B8D19B4D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F3D7FC-28C8-5A7C-8EE4-AA57DD348EBE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34ED1E-57B7-A086-2CFD-02C40B6257B7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F8E287C-DE60-F67A-AD3E-F3C756804E21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81969B4-6E1C-844C-786F-DE8B230B36AB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F378B2E-FA0A-50FB-43B6-A1D6DD9978A1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6C56D0E-175C-F8B5-5A3C-BFC8A41E742D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C1FB7F2-FED0-FAB0-A58F-EEBBAFFF9522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C895C7-04C4-49DB-B8BD-FD4319AEDB65}"/>
              </a:ext>
            </a:extLst>
          </p:cNvPr>
          <p:cNvGrpSpPr/>
          <p:nvPr/>
        </p:nvGrpSpPr>
        <p:grpSpPr>
          <a:xfrm>
            <a:off x="11562464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E27CFBE9-0DF1-BE46-7370-54F226C574E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9B0EF0-F066-618F-39A7-13DB28E8FBE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9B0EF0-F066-618F-39A7-13DB28E8FB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73288-89C5-8771-68E9-780AB3527293}"/>
              </a:ext>
            </a:extLst>
          </p:cNvPr>
          <p:cNvGrpSpPr/>
          <p:nvPr/>
        </p:nvGrpSpPr>
        <p:grpSpPr>
          <a:xfrm>
            <a:off x="13565084" y="619925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0ECFC473-D81A-3E36-E8FB-CD77AB87F96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25D71FE-06A0-140D-337B-EA679584464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25D71FE-06A0-140D-337B-EA6795844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7500" r="-2500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471501B-C947-539B-B241-756100E5E72F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1EF7ADA-A6A4-B4E4-57EA-DF52B86A5D51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63F9C9C-0013-0A3E-60B6-53E7DFC74A71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72D3594-E1B2-2378-E3DB-06EB2804EC26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3FEF2D9-9C2E-2F84-2EA5-09DD5D3F1A0B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908AECC-9EF8-2D6D-33AC-F3F41C8EF9B3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D3E8E4F-22EB-2B4E-42B2-1549CEDC88C3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218D42C-ABBE-F69C-8D16-1BEC26A8E29B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B0E01E8-40AC-93D8-A463-A0103161D8F5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196EF86-11ED-F5C4-EEED-99A3894F58FB}"/>
              </a:ext>
            </a:extLst>
          </p:cNvPr>
          <p:cNvSpPr/>
          <p:nvPr/>
        </p:nvSpPr>
        <p:spPr>
          <a:xfrm>
            <a:off x="295033" y="5650911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7525C8-2F96-1433-7F3C-C1E63878C799}"/>
              </a:ext>
            </a:extLst>
          </p:cNvPr>
          <p:cNvGrpSpPr/>
          <p:nvPr/>
        </p:nvGrpSpPr>
        <p:grpSpPr>
          <a:xfrm>
            <a:off x="17523600" y="9322693"/>
            <a:ext cx="631968" cy="1745799"/>
            <a:chOff x="4821200" y="5585063"/>
            <a:chExt cx="631968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95E6160C-A483-99A0-EAB2-79494D1B602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864E7C0-F710-9DEB-68BE-4D441663376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864E7C0-F710-9DEB-68BE-4D4416633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4000" r="-10000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57779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8A793-B31D-6956-DE71-35165E1F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B4E6DAEF-E2E9-7301-7E66-AE5D78764F2A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B4E6DAEF-E2E9-7301-7E66-AE5D78764F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E3BA289-B528-D6B1-6029-B515550FC734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15E9BD-A658-B7BC-DFED-B22C226B5529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4ED47B-161E-6965-9FED-0E88B2D815B0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09CDE6-068B-8C62-48B5-864FAADFC642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964FEC-1337-5A32-7F70-66BB949D7F75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668D6B-0F03-F8A6-941B-E92AD8AE6A33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3C4A0C-BA2D-FDCB-2538-23C7BAAF381F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4D8F95-79A4-38D6-514B-00E5EC3CB57E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6E2D53-075A-9B29-B4A8-32C2A88C6F2A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D4AA2D4-DB67-E70E-5CDA-7E948F7028C0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DD5416D-A1FD-16D0-B5EC-B281620925AA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ACB5C3A-49CD-E5BD-61DB-49CE20654ED0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E65BE6-5612-A76D-3C4E-A5297A674731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A18AD4-5AD0-0352-1AEA-241453B77ECF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3CB4F06-AEF6-26D9-C85B-88C56908F626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F5196E6-7269-DB66-5363-9D3E7621E856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1CA7EFE-0152-6D27-B7E5-4BE67F11AA6F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B9C7417-8ADC-3192-B743-2658D4F47FB4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7B57396-553F-B028-7F63-ECD0B1EF8BA0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CE2265E-D5DA-6888-84A2-5502B418D995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F1D9633-B57D-7D1D-8419-12ACCE1330FD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B5D22D-E4E0-464C-7B18-C81E277605ED}"/>
              </a:ext>
            </a:extLst>
          </p:cNvPr>
          <p:cNvGrpSpPr/>
          <p:nvPr/>
        </p:nvGrpSpPr>
        <p:grpSpPr>
          <a:xfrm>
            <a:off x="11562464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63D29922-0CE5-5269-F48E-93D1830D8E0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A71FD89-BAE6-4D42-51BE-1104E8B2A98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A71FD89-BAE6-4D42-51BE-1104E8B2A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67C173-5CAB-2F70-C99A-5F56748D4E1F}"/>
              </a:ext>
            </a:extLst>
          </p:cNvPr>
          <p:cNvGrpSpPr/>
          <p:nvPr/>
        </p:nvGrpSpPr>
        <p:grpSpPr>
          <a:xfrm>
            <a:off x="13565084" y="6199250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73E3022B-BDBE-5482-D11A-A7EC240FB7C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B01C9AA-F873-141E-CC70-FC4556D3684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B01C9AA-F873-141E-CC70-FC4556D368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7500" r="-2500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8FB7490-669D-4D01-D4EC-4B06CCEA1D57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EF6ECD9-2E90-00CE-F73D-BFDE6D93459F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9DB39CF-E2E9-DC11-60F3-7C053117D171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5FA27E8-17B6-4260-3644-3D72E4C6E550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753D98E-58ED-F121-3A7C-D165B14186AF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F575547-AB0D-1C96-DC4E-9E53B4136FFA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3241065-2AE0-8487-E6A3-2B4CBA522F70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91E4F15-7F79-ADE0-FF15-07A8DA0EC578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FADC3B8-5A83-1BF4-D7EE-5A60167ECB3A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5A74717-2C0F-D17E-B4E6-EA76C75A94F0}"/>
              </a:ext>
            </a:extLst>
          </p:cNvPr>
          <p:cNvSpPr/>
          <p:nvPr/>
        </p:nvSpPr>
        <p:spPr>
          <a:xfrm>
            <a:off x="331711" y="5964036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E006F3-FCD0-A761-944F-3CE78327FD07}"/>
              </a:ext>
            </a:extLst>
          </p:cNvPr>
          <p:cNvGrpSpPr/>
          <p:nvPr/>
        </p:nvGrpSpPr>
        <p:grpSpPr>
          <a:xfrm>
            <a:off x="17523600" y="9322693"/>
            <a:ext cx="631968" cy="1745799"/>
            <a:chOff x="4821200" y="5585063"/>
            <a:chExt cx="631968" cy="174579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28A72700-C587-8866-BFBE-2CC730A26ED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379D0C3-1988-CAAA-61DA-3CFF410650C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379D0C3-1988-CAAA-61DA-3CFF41065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4000" r="-10000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5055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4A99-AFB4-4997-0EB5-4C0E1410A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C665EB17-F0C2-175B-35A1-C9A076B5C652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C665EB17-F0C2-175B-35A1-C9A076B5C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77D85E8-8ED6-5752-3480-470C0621DE5C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144CAE-C0FA-FE6D-5894-AFE58B28BE36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801522-C71F-30D9-2C7D-B75997812F98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87E6EA6-0C76-C1F6-6B8C-F74BC5DCBB65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CA5DAB-0C25-F5E6-871D-4A0369FFCFC2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A5A614C-ADAC-889D-B0F5-53B09B297105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CF9038-64B1-FD34-7998-79492D10D2B7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DE8ED8-6E71-71F0-F92D-08406F353CC0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7F27919-B085-1904-62E2-7C1EEEC8CE57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5D78D0-BC99-5F0B-F28B-F198C79622E9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F30BEC-F8C8-51C2-3FFD-219843CC8677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857F4DD-0752-36DC-D105-8913D92E754B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426257A-A57B-F880-4192-1490D71EE2B1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B60BBA5-7EAE-7B46-06FB-94E8FA39C794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601838F-F1DC-E067-FF43-1F9DDB1926E3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33560A-A917-B2C9-4B86-8C0A12B0143F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263AEE7-CF36-1099-9FB0-1EF21DBD86FF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3FAC7EE-0C7B-62EB-D892-6CFBBA042B98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96FB489-FC64-CF1D-9579-FC83AF46AE08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AFCD8A-2A08-1CC1-DA95-E7ABE91682ED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120255D-24C1-8D88-42B1-FB0C961E7567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2F8B558-C892-55EF-1A51-8DB5EB0910F3}"/>
              </a:ext>
            </a:extLst>
          </p:cNvPr>
          <p:cNvGrpSpPr/>
          <p:nvPr/>
        </p:nvGrpSpPr>
        <p:grpSpPr>
          <a:xfrm>
            <a:off x="11562464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9DA4CF5C-0CBA-515F-E0B1-47189B002B4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F4C7593-8739-2E77-9991-B085F94D545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F4C7593-8739-2E77-9991-B085F94D5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0AA479-E76E-87B8-1CB4-09126D6D8C18}"/>
              </a:ext>
            </a:extLst>
          </p:cNvPr>
          <p:cNvGrpSpPr/>
          <p:nvPr/>
        </p:nvGrpSpPr>
        <p:grpSpPr>
          <a:xfrm>
            <a:off x="15208799" y="6199249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425D4EA6-A747-368F-5EA7-122D62DB937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360E33D-55F2-F386-F3EE-D300CE5EE0B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360E33D-55F2-F386-F3EE-D300CE5EE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FD121A1-891C-64AC-9D8B-424943C80A64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43A486A-9F2C-492B-3D8D-E473BBB896ED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BB26B95-8886-CD3F-49C9-79C3967D4694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8221516-3DE1-5C4A-CA11-EDED01D7F564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30428DF-398B-6E2A-C367-BB1426293027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461F115-CBC5-9C60-0593-8D99186EC7BB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0807C4C-8E6C-F76D-D122-D061A722FB90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1CC7364-E64D-18A8-C24E-5C035A146EFC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17B5DEC-C8A2-629A-C62A-329CAF0B51E9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C15EEB2-B943-D2BF-AC99-928736AE4D40}"/>
              </a:ext>
            </a:extLst>
          </p:cNvPr>
          <p:cNvSpPr/>
          <p:nvPr/>
        </p:nvSpPr>
        <p:spPr>
          <a:xfrm>
            <a:off x="331711" y="6377326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293CE6-351E-6455-66B3-C40099A417DA}"/>
              </a:ext>
            </a:extLst>
          </p:cNvPr>
          <p:cNvGrpSpPr/>
          <p:nvPr/>
        </p:nvGrpSpPr>
        <p:grpSpPr>
          <a:xfrm>
            <a:off x="17523600" y="9322693"/>
            <a:ext cx="631968" cy="1745799"/>
            <a:chOff x="4821200" y="5585063"/>
            <a:chExt cx="631968" cy="1745799"/>
          </a:xfrm>
        </p:grpSpPr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A424E9D4-A24D-F9DD-142B-5B697D66F06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EA2AC74-1128-E681-850C-6BC1F9DE114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EA2AC74-1128-E681-850C-6BC1F9DE1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4000" r="-10000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84222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7DD6-DDAD-3EF7-B1EA-3D5CC3D8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647F6F5-49C4-BFF2-2A26-CFF3768213CE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647F6F5-49C4-BFF2-2A26-CFF3768213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98FCBC0-18EA-DC61-5A19-269EAE086D33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224FBA-85A2-B48A-5876-92F784B870AA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14DA8C0-6477-39B7-DF83-D41E0B5E44E0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E6D4F7-97DF-C410-2190-A34DEE5A85CF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667F35-3ADC-09B1-6A9F-45B2DB4C77F0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6C2E16-4600-5BE0-451E-484453051B4D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F5F929-35D7-4F39-41D3-083BC3020681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BE27DE-1283-86EA-BC40-8A8BD7661DED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75BCD1-EC36-7DB1-1AB4-3731665D25FF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CA9CFE-8DEF-762F-8C2E-DC41140738EC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45EB5F7-6643-961E-539B-2BA816771718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06F65EC-748C-DB73-ED28-C7CDBA560FC0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7B8134-703A-9A7E-B037-E3AC74370691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5174589-BA6B-676B-337E-36D5F6A3899E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7CC69FC-9CBB-A004-5549-41F7BF0D2921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37A3480-38EC-726E-9BDF-9ED2BA015581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07C8ADE-B0D8-31F4-A969-2BE695095350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345C7D5-723F-D032-06D9-ADF481C164F7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291FC8E-2A21-6CBD-2CF3-4287AFF8F71A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6AFFFD5-78CC-E4AF-9891-95BA892E2B46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9666CC2-94FB-581C-B530-1F8EB6DEC159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BE470C-9EF9-7B91-CEF5-4608A875C0D7}"/>
              </a:ext>
            </a:extLst>
          </p:cNvPr>
          <p:cNvGrpSpPr/>
          <p:nvPr/>
        </p:nvGrpSpPr>
        <p:grpSpPr>
          <a:xfrm>
            <a:off x="11562464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1145512B-BA99-4D6E-EA3A-C064CE5CD0F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ADC167B-784E-75DC-4DD3-9F079A60119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ADC167B-784E-75DC-4DD3-9F079A601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8AC389-8137-533E-E409-90029340CEAC}"/>
              </a:ext>
            </a:extLst>
          </p:cNvPr>
          <p:cNvGrpSpPr/>
          <p:nvPr/>
        </p:nvGrpSpPr>
        <p:grpSpPr>
          <a:xfrm>
            <a:off x="15208799" y="6199249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56178192-373C-490D-1BFD-91FC1A419B8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6B8B292-2AC3-38B4-D2E9-DB0C7E5561C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6B8B292-2AC3-38B4-D2E9-DB0C7E556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2A051E0-B386-3507-B698-A69DB46B8E26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000339F-C386-0887-F00E-AF29D8162914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3588E2B-83C3-32A8-AAC5-1E1ED9B2CE40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9334F07-FEFE-FE59-233C-8B61CAA4A0B4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FF9264A-DC4F-02F9-9378-E7C6316F7C2E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44FF68B-7F77-4678-90F3-C3934240BB44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B834CC1-1631-C6C6-D7C9-06BCD91F14B2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A4C44A4-6ADF-035D-7E32-4134A3342A3E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7AFAF50-1ED6-DD6F-66AB-F72377FF9359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74BDCA1-3C98-88C9-3419-D1D513622E2B}"/>
              </a:ext>
            </a:extLst>
          </p:cNvPr>
          <p:cNvGrpSpPr/>
          <p:nvPr/>
        </p:nvGrpSpPr>
        <p:grpSpPr>
          <a:xfrm>
            <a:off x="19448741" y="9334632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55C70513-47A5-4500-EE29-EF66FE2419B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00AD3D5-CD61-5541-7FA1-6CB872F7BD8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00AD3D5-CD61-5541-7FA1-6CB872F7B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24A8BBD-5163-5E2B-7AE8-F8869E229960}"/>
              </a:ext>
            </a:extLst>
          </p:cNvPr>
          <p:cNvSpPr/>
          <p:nvPr/>
        </p:nvSpPr>
        <p:spPr>
          <a:xfrm>
            <a:off x="374568" y="2380160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42013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C9E3-FF70-F131-410E-26FBF3949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9402ABE5-7ED5-F754-1046-F0581DD72AB9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9402ABE5-7ED5-F754-1046-F0581DD72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C59625-573F-9B12-6CBB-AB04B13AAC71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ABEC33-95C4-1EDD-CBCD-4372EE62655A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024FEE-7E34-F845-A5DD-D946B4AD19DB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1B0FA1-EBA7-5990-5229-A4D473555083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B5123C-A6B3-EB93-5795-CDEE047AF745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55ED16C-A294-FF3F-C681-B12150205C85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EF4F92-1439-7191-EE43-C01335D026BB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88C17CB-E284-DD0D-A910-8021C854C046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7718EB1-838F-AD17-5F89-B4882011C487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ED3D1E-606C-C9C1-4D91-02DAE858FCE8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2279B22-04A0-0DCF-9DC5-5B51A963430F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B291AF2-7D68-767E-5D54-F0C756240889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01CADFE-0179-C311-148D-2AE948171ACF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1706B3-CFF3-09C8-FDC0-3E744CB00E75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FB7E623-CACC-BB7D-D3BC-01BAD0EB3A5A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555AC21-B4B1-2876-CF84-5A15BCEA58FC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BD22F43-6C90-26A6-46B9-3C7CAF1FB089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C6C7D7B-209F-5559-E942-5C86A687A81C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2067121-5612-A450-FA92-2BE12F9E7C64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3C16A5F-8697-5553-6E63-429B99395F65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8A8153-C8C7-148D-FD6C-CCD2151A57DB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BA086-3ADB-69F2-B368-FCF904C3298C}"/>
              </a:ext>
            </a:extLst>
          </p:cNvPr>
          <p:cNvGrpSpPr/>
          <p:nvPr/>
        </p:nvGrpSpPr>
        <p:grpSpPr>
          <a:xfrm>
            <a:off x="11562464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306C6A6D-452B-B7B1-09E8-22220028AD9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F0157E1-6ED3-C270-FBFC-150980FED17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F0157E1-6ED3-C270-FBFC-150980FED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C30B8C-ECEA-B4BF-3CC7-7636D682E3D1}"/>
              </a:ext>
            </a:extLst>
          </p:cNvPr>
          <p:cNvGrpSpPr/>
          <p:nvPr/>
        </p:nvGrpSpPr>
        <p:grpSpPr>
          <a:xfrm>
            <a:off x="15208799" y="6199249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995754C2-6B4F-EBC2-BE43-595E098F974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13300D8-A88B-A533-99C5-B1432CAD088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13300D8-A88B-A533-99C5-B1432CAD08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0CAB54F-68AB-D3FB-B07D-10E345CF386C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D4439AF-51CC-AF47-D6ED-845950095E97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CDB749B-4B05-3795-E6D6-394AD3762549}"/>
              </a:ext>
            </a:extLst>
          </p:cNvPr>
          <p:cNvSpPr/>
          <p:nvPr/>
        </p:nvSpPr>
        <p:spPr>
          <a:xfrm>
            <a:off x="11220434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32A7287-877D-2FC6-9CD0-7D8AAA951C2C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B6B3D02-F210-7DCB-543E-976596A04A32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E52B38C-B400-460D-8EDB-8CDD28557DEA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FFB10DF-40A0-748F-0647-86CC657B1952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D2FEB83-B2F6-9FFB-C13B-3AD5D1E3EECF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4086EC5-D844-D514-9309-F495502449AF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EC3D6F-39AE-C356-F8FA-4A064B68A2B3}"/>
              </a:ext>
            </a:extLst>
          </p:cNvPr>
          <p:cNvGrpSpPr/>
          <p:nvPr/>
        </p:nvGrpSpPr>
        <p:grpSpPr>
          <a:xfrm>
            <a:off x="19448741" y="9334632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648D8FA9-D4D6-F61A-6BF3-A9D0373804F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75A0274-8D0E-03D2-014F-A66F7DEDF27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75A0274-8D0E-03D2-014F-A66F7DEDF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85C1DBA-56E3-AB2F-468E-A1627F01805E}"/>
              </a:ext>
            </a:extLst>
          </p:cNvPr>
          <p:cNvSpPr/>
          <p:nvPr/>
        </p:nvSpPr>
        <p:spPr>
          <a:xfrm>
            <a:off x="324703" y="7525865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30740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1C3E-7D2A-47AC-3F70-B1C01B1F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A1B31290-AEF5-0C7E-C537-564BC2E0467B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A1B31290-AEF5-0C7E-C537-564BC2E046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E5F4A5F-1F2C-9379-5E0F-3F774C81E0A9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55A3071-A32A-7BC0-BB55-45E1BAD45941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2ADCCC-4CB7-214B-C65B-9561AA7F80C4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FEA6F8-9F97-B5BD-0B4F-874963325908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038F64-8897-4FBE-28B8-27C5F11B61CD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3F008D-4DC8-C0B9-4AFE-4531B8F3935D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9793CA-AE6A-49EC-A66A-EA774A6D6F25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3AA6FB8-E95D-AF56-DB34-8116992EB4A2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7B6733-8E91-D3C9-C167-54D949BF41EC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E0E259B-53B4-336E-7932-8BB79B4A0748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8B5DFD8-8119-29C0-459D-9D25887947E0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E179F7-6DDA-7B81-E98D-9C59B9BD78BF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F0DC6F5-1D25-1E74-3FE4-3D8F931FAFF8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632058C-00E1-0BA0-9D39-CEBEEC08F344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E15ED4F-C864-B258-4079-B3779F2229D9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E36335-6D75-2AE3-CAAE-0F550FCE7853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6226383-283E-1DB4-B53B-7BD2F1398C96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4CC82AE-5B66-6921-A29D-D2AF9D903320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42E5F8-3DA6-AEEE-1BBF-EDF51DADBE5B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57E7954-7608-7809-B3F8-BC096554E5EC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2304041-A4F5-3EAD-BE80-AF04C7428C8D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A137446-9D57-C3C1-6277-49C9A24A255D}"/>
              </a:ext>
            </a:extLst>
          </p:cNvPr>
          <p:cNvGrpSpPr/>
          <p:nvPr/>
        </p:nvGrpSpPr>
        <p:grpSpPr>
          <a:xfrm>
            <a:off x="11562464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80CF4082-1CAE-98FC-169F-6500C3A8257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860C2CF-7540-9F6B-FCBF-D48E23BC6BB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860C2CF-7540-9F6B-FCBF-D48E23BC6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821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7CBF9D-33C1-56E7-EA7C-C962CA6DEE7C}"/>
              </a:ext>
            </a:extLst>
          </p:cNvPr>
          <p:cNvGrpSpPr/>
          <p:nvPr/>
        </p:nvGrpSpPr>
        <p:grpSpPr>
          <a:xfrm>
            <a:off x="15208799" y="6199249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892CF69F-4EDF-C1F6-96AA-1551715B49D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6A6E5EE-66A7-C34A-5DFA-F22CFC7A66F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6A6E5EE-66A7-C34A-5DFA-F22CFC7A66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B2B55A8-A830-ADB1-0529-890735961A48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CE4DABA-6307-1487-1381-039F78928CFD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1342493-19E0-9EC7-188B-6E5A01B33AD4}"/>
              </a:ext>
            </a:extLst>
          </p:cNvPr>
          <p:cNvSpPr/>
          <p:nvPr/>
        </p:nvSpPr>
        <p:spPr>
          <a:xfrm>
            <a:off x="19138751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C6E6E40-80FD-914D-F0C1-F62D4FAAE4DD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B73E1C1-9183-3941-A7D9-1E10DE663D9A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067E629-4083-72B6-A8C1-DCC8B7421B96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C82391B-9EA6-D826-330F-8B33C059DCB2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56EC929-B24F-9207-BB22-7CF484449865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D7E807E-151F-D87F-9E6F-19816B709A14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932CE83-6ACB-D24A-B03A-AEC4B7C00112}"/>
              </a:ext>
            </a:extLst>
          </p:cNvPr>
          <p:cNvGrpSpPr/>
          <p:nvPr/>
        </p:nvGrpSpPr>
        <p:grpSpPr>
          <a:xfrm>
            <a:off x="19448741" y="9334632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A2A31A95-7D64-8B61-4623-893345D3CF0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E7ADC1A-2CB5-DA9C-8E1A-1B5D180297E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E7ADC1A-2CB5-DA9C-8E1A-1B5D18029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8F74184-A451-9359-9AB1-21CEC9706E69}"/>
              </a:ext>
            </a:extLst>
          </p:cNvPr>
          <p:cNvSpPr/>
          <p:nvPr/>
        </p:nvSpPr>
        <p:spPr>
          <a:xfrm>
            <a:off x="324703" y="8226289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19790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1A37-E04C-4112-8570-A6BCD20C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C82EA1E1-0D9D-6184-4935-18F8793FA6C5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C82EA1E1-0D9D-6184-4935-18F8793FA6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EF125CB-5844-C04E-D518-3D088E0FFF06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899694-C9DD-2A3B-6424-662E12CE5234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E91354-2289-9D05-AE3F-4CD1D1F32D9F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50CC4E-73AE-8628-E850-F16A6AEEAC38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62368-168B-C82C-0C58-24E9CA82B0FF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5E36CC-B4E4-EB80-1315-A5842D473F9D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0ED271-3081-4CB4-5EA8-E4DCB5753B9D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7492FC-E836-C963-9243-12963E1B01C0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B116ED7-1FD1-E9E0-5AED-DECF1F227EC8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13E451-B1BF-BEF6-C6B9-0A7C8E55A44F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94F3E8F-636D-792B-D4D8-9B6D8F4A53EF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30B51C6-4DDD-4820-8C12-C0B6B0B53FE9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5704BED-7DD2-97D0-797D-C0CA0B01A91C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2A7C10B-515A-D4CC-1C30-962F119DE739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3961E79-9152-3198-8FBD-3F02C323EBE3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17519B-F26B-6ED8-0CCA-25F273B5E9DF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2F996DA-F912-C56A-BA10-D77CB91C0E6B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4F0288C-E913-138E-EAB0-136BCC414084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1E6FCC2-93DC-7AA5-5D4C-0072539EF851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5353010-7233-C433-1BF1-0AB269149B12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1FE5B20-F1F3-E676-CF9F-A1E113DE32E9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791E15-96EC-B1B4-35B9-06DC653E0E96}"/>
              </a:ext>
            </a:extLst>
          </p:cNvPr>
          <p:cNvGrpSpPr/>
          <p:nvPr/>
        </p:nvGrpSpPr>
        <p:grpSpPr>
          <a:xfrm>
            <a:off x="13525597" y="28613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F14B1310-681A-7DFD-BDA2-81498EC3D71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8C21E7A-AA86-95E6-64B2-56D3888FC2B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8C21E7A-AA86-95E6-64B2-56D3888FC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5385" r="-10256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28DCAF3-CD2B-D5AC-F1EA-6CA5BFDD1019}"/>
              </a:ext>
            </a:extLst>
          </p:cNvPr>
          <p:cNvGrpSpPr/>
          <p:nvPr/>
        </p:nvGrpSpPr>
        <p:grpSpPr>
          <a:xfrm>
            <a:off x="15208799" y="6199249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80053E19-BAB6-6329-3B7E-64123DC16CA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B3E7771-13B6-B68B-DBC3-F26C9F78D51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B3E7771-13B6-B68B-DBC3-F26C9F78D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D597FAD-FC07-6A60-5914-4A10990D66CF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2495A1A-78CD-0A82-71C5-E743A72561A4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B119FC0-C6FA-B2B3-A16C-A68B073CFF5A}"/>
              </a:ext>
            </a:extLst>
          </p:cNvPr>
          <p:cNvSpPr/>
          <p:nvPr/>
        </p:nvSpPr>
        <p:spPr>
          <a:xfrm>
            <a:off x="19138751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AFD051E-F058-38BC-D509-8D0DE2037C5F}"/>
              </a:ext>
            </a:extLst>
          </p:cNvPr>
          <p:cNvSpPr/>
          <p:nvPr/>
        </p:nvSpPr>
        <p:spPr>
          <a:xfrm>
            <a:off x="13230215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91988B0-B3E2-1784-06BB-C2E58554CE8C}"/>
              </a:ext>
            </a:extLst>
          </p:cNvPr>
          <p:cNvSpPr/>
          <p:nvPr/>
        </p:nvSpPr>
        <p:spPr>
          <a:xfrm>
            <a:off x="15239996" y="158246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FDA9E54-2E25-8B70-0E07-B9C08D18E22A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258AAF3-6B68-946C-923A-D1DB1DCBEE1C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6A054FC-A787-2692-B00E-9E281416C814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BAB8413-0D63-70A8-69C4-41DF40530B66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9D01E4C-7DC0-8A4D-9899-174B81A05B03}"/>
              </a:ext>
            </a:extLst>
          </p:cNvPr>
          <p:cNvGrpSpPr/>
          <p:nvPr/>
        </p:nvGrpSpPr>
        <p:grpSpPr>
          <a:xfrm>
            <a:off x="21430523" y="9347332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E079DF73-1794-195E-0A11-112718DF0B3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B3D86EB-76A2-3095-9312-08D0802D247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B3D86EB-76A2-3095-9312-08D0802D24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B67AC66-DE61-B3D9-2A10-DA13CCB1701B}"/>
              </a:ext>
            </a:extLst>
          </p:cNvPr>
          <p:cNvSpPr/>
          <p:nvPr/>
        </p:nvSpPr>
        <p:spPr>
          <a:xfrm>
            <a:off x="372536" y="7474620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86624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2DDE-4A8E-C5E7-B377-119B1DD6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EA7A565A-C4EB-5978-9A2A-880391A4D063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EA7A565A-C4EB-5978-9A2A-880391A4D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39DDA2-C053-2123-5B6D-0B9BD9A4B277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2D0E27B-43C6-45B9-B2DC-6816B71D894E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BE3D44-64C2-8455-A158-DD7907D75F4E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3AE9E98-B9A3-EDC1-155E-645078B8A30A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4DD69B-C887-37FF-6AE2-DCA6C2174E7B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1C2D9EC-4BFE-2B29-177A-2E1A76C0FA66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70E6842-BA6D-7A0B-B822-B4A9524D944E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C9A5776-91E1-33B2-E03A-7C1281EF82EC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B035EB-1691-3272-C4C7-084DF22264FA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5933F9F-359E-A8E5-6249-CE5B29A19596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A3A4977-525B-6965-343D-6B32025FA1DE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742F942-464C-AE18-490B-BA8D7C7327B6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A63A6E-4565-109D-59A6-A77434BC218D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DD13B3D-1600-3775-D78E-9F75655A048B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ABC82C0-B15E-6E96-F7DE-6ED77F8BE697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9D6C2B7-396B-3667-AD61-5D32FCA6B91A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AB72DCF-5B34-D375-F153-414D34216CF3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A81C5E0-A586-1A5F-DFB0-A75701E78C07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85A8D1C-3D11-49E4-808B-BC555458C779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CD5167F-FA36-757D-22B4-AA838D7329C0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EF8F3EE-2F50-33CD-DE4B-5512EC2A5709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A0DAFF6-47E3-39AE-00E3-810F42D4389C}"/>
              </a:ext>
            </a:extLst>
          </p:cNvPr>
          <p:cNvGrpSpPr/>
          <p:nvPr/>
        </p:nvGrpSpPr>
        <p:grpSpPr>
          <a:xfrm>
            <a:off x="17141397" y="29121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868DD4DA-C731-6FB7-2429-7EDC4C56EBC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D87134-E400-A3D3-4999-989DC64D5A1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D87134-E400-A3D3-4999-989DC64D5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84B321-5B84-1CFC-885B-C65689DB79B5}"/>
              </a:ext>
            </a:extLst>
          </p:cNvPr>
          <p:cNvGrpSpPr/>
          <p:nvPr/>
        </p:nvGrpSpPr>
        <p:grpSpPr>
          <a:xfrm>
            <a:off x="15208799" y="6199249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20F585BA-5A38-66DF-7ED5-6E562AD327F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303DAB4-E5EB-B548-EA1B-44366049E7B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303DAB4-E5EB-B548-EA1B-44366049E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60D826F-83A8-4242-7451-457A3AB1007C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A87B36C-F7BF-F19A-9CE9-F9BBADF0FD32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95743D0-A3AF-F16C-A825-E4EFF13170F9}"/>
              </a:ext>
            </a:extLst>
          </p:cNvPr>
          <p:cNvSpPr/>
          <p:nvPr/>
        </p:nvSpPr>
        <p:spPr>
          <a:xfrm>
            <a:off x="19138751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1C4E2E8-ED26-E250-D37D-58828A84B411}"/>
              </a:ext>
            </a:extLst>
          </p:cNvPr>
          <p:cNvSpPr/>
          <p:nvPr/>
        </p:nvSpPr>
        <p:spPr>
          <a:xfrm>
            <a:off x="21130105" y="79508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6DDF8CA-7BDF-09C0-72CA-ED2FC19608DE}"/>
              </a:ext>
            </a:extLst>
          </p:cNvPr>
          <p:cNvSpPr/>
          <p:nvPr/>
        </p:nvSpPr>
        <p:spPr>
          <a:xfrm>
            <a:off x="23067600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E361B1B-0BF1-9249-C9B1-1F24657D9BE1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663CBE2-CCB0-6936-878C-A729FBC1B45D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404C6B9-685A-CF35-9A59-7B6704A391FD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9A47480-9A0F-64D5-ABA3-C784A5100326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5F9708-A942-98D0-82C0-A7E9282FAB80}"/>
              </a:ext>
            </a:extLst>
          </p:cNvPr>
          <p:cNvGrpSpPr/>
          <p:nvPr/>
        </p:nvGrpSpPr>
        <p:grpSpPr>
          <a:xfrm>
            <a:off x="24757923" y="9169532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6F20F1B0-C0A5-AA06-3160-E42EBCECB17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90A6D9-3A13-AC1E-D8E2-82D774EBCFE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90A6D9-3A13-AC1E-D8E2-82D774EBC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09D9D7F-8703-7102-62E9-02B5D44C98E6}"/>
              </a:ext>
            </a:extLst>
          </p:cNvPr>
          <p:cNvSpPr/>
          <p:nvPr/>
        </p:nvSpPr>
        <p:spPr>
          <a:xfrm>
            <a:off x="372536" y="7474620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28137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D6B8A-ACF1-CF51-A9AF-D8C9D4F8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E6F708D1-4524-45FB-7439-1A7B7735872E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E6F708D1-4524-45FB-7439-1A7B773587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E08AAEB-C2C2-3C1C-AFEA-86B169DD1360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01D06FB-977F-DB4F-6A2B-0E1AF4057F77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79ABE7-FB4F-BD47-9C1F-3FEAE2121604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783026-45D6-7293-F738-D0742C6B3E39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D5D425-8A14-EB42-B17C-43045472C0C5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47FBDD-701D-3FC1-C87C-D86403ECD3BE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B2C7C9-1774-9169-CE3D-7CF4672F3EAC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22DFD1-BF09-8DFE-A8AA-5D167DB2D5BB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20782B-BD46-2477-9036-8B1CCA8031CC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3DFA363-434E-8F5A-3B7A-1772A262F378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5C67C69-6B48-8073-AEA3-AADD412DA865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963E7D-F24E-371E-201B-8FD7B373E3E3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18BFC3-B5E7-9A65-4F7F-C4EBE1C8221D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4DBE31-9F0A-1D60-BD9A-7B14899FB3DD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3214A7C-825F-D394-8DC5-8D47A13D6B8C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6E219CE-4692-52DF-7238-6EFC6BFEF607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5A0B7C6-EADA-06FC-3E6F-6F757BD76387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9EF1B62-8139-DA54-EE39-3D38EBFA53E8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8FF689C-BD91-4F3D-3109-2C404EEB228F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14A3977-D02A-1023-48EE-E1DD8E64F58E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0293C8F-7FB8-5710-4CBB-7B10C29AB6E2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58BB4C5-3867-1840-7852-2FE4D7A65928}"/>
              </a:ext>
            </a:extLst>
          </p:cNvPr>
          <p:cNvGrpSpPr/>
          <p:nvPr/>
        </p:nvGrpSpPr>
        <p:grpSpPr>
          <a:xfrm>
            <a:off x="17141397" y="29121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6606F630-3AC4-7267-F038-BFE0A984512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2B8DCB2-A61A-D024-5C42-110DBC8BAB8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2B8DCB2-A61A-D024-5C42-110DBC8BAB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2A00B56-DC91-1E41-F39E-C7BA70422BEB}"/>
              </a:ext>
            </a:extLst>
          </p:cNvPr>
          <p:cNvGrpSpPr/>
          <p:nvPr/>
        </p:nvGrpSpPr>
        <p:grpSpPr>
          <a:xfrm>
            <a:off x="15208799" y="6199249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9120C3CB-4AAC-1849-A730-CECDFE2A23A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07D0F1D-3083-1884-F0F5-6B705B3D8AF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07D0F1D-3083-1884-F0F5-6B705B3D8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39CFA76-D5DA-FC96-5BEF-6E242BF4BBDA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D3163DB-8C19-6B8D-4F89-30E768BA6123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8EE4889-B821-5697-D273-1EF3FEF1393F}"/>
              </a:ext>
            </a:extLst>
          </p:cNvPr>
          <p:cNvSpPr/>
          <p:nvPr/>
        </p:nvSpPr>
        <p:spPr>
          <a:xfrm>
            <a:off x="19138751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530349E-F727-1D8D-AB07-BF07F3C7345E}"/>
              </a:ext>
            </a:extLst>
          </p:cNvPr>
          <p:cNvSpPr/>
          <p:nvPr/>
        </p:nvSpPr>
        <p:spPr>
          <a:xfrm>
            <a:off x="21130105" y="79508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2119D70-96FB-3979-D22C-37293018B952}"/>
              </a:ext>
            </a:extLst>
          </p:cNvPr>
          <p:cNvSpPr/>
          <p:nvPr/>
        </p:nvSpPr>
        <p:spPr>
          <a:xfrm>
            <a:off x="23067600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64A6F2A-F66D-AC5D-20BA-43B743B5BE94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1898ACB-6E0A-EEDC-1274-D3ABFAC7CC08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6A58A09-21CD-D34E-0D21-08DB69CEB708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D6CF4B9-896A-C23D-553B-5FF2F662D3A5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1960495-7EF1-BB8C-D3D4-27660D69C8D0}"/>
              </a:ext>
            </a:extLst>
          </p:cNvPr>
          <p:cNvGrpSpPr/>
          <p:nvPr/>
        </p:nvGrpSpPr>
        <p:grpSpPr>
          <a:xfrm>
            <a:off x="24757923" y="9169532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0EEC0E64-125A-B7E2-B5DE-F412951DC94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B8CF820-F472-4730-0ACB-51B09F36DB2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B8CF820-F472-4730-0ACB-51B09F36DB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3A146EA-C95A-4C04-634C-6DF4AAE67467}"/>
              </a:ext>
            </a:extLst>
          </p:cNvPr>
          <p:cNvSpPr/>
          <p:nvPr/>
        </p:nvSpPr>
        <p:spPr>
          <a:xfrm>
            <a:off x="348318" y="9647626"/>
            <a:ext cx="4896845" cy="4704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6527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5B69-637F-88A9-A6D8-C514F15BD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9267F8D9-11AE-FD81-9DC2-5A82965166D8}"/>
                  </a:ext>
                </a:extLst>
              </p:cNvPr>
              <p:cNvSpPr/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9267F8D9-11AE-FD81-9DC2-5A82965166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8" y="619423"/>
                <a:ext cx="4896846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AB911D-0109-A4E0-3DC8-BB7E7E6385A3}"/>
              </a:ext>
            </a:extLst>
          </p:cNvPr>
          <p:cNvSpPr/>
          <p:nvPr/>
        </p:nvSpPr>
        <p:spPr>
          <a:xfrm>
            <a:off x="7200872" y="16060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01114D-FE3A-78DB-E76B-E14EFF0F61E0}"/>
              </a:ext>
            </a:extLst>
          </p:cNvPr>
          <p:cNvSpPr/>
          <p:nvPr/>
        </p:nvSpPr>
        <p:spPr>
          <a:xfrm>
            <a:off x="9210653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2E3C99-8FCD-7379-CB20-47F4EFBE7377}"/>
              </a:ext>
            </a:extLst>
          </p:cNvPr>
          <p:cNvSpPr/>
          <p:nvPr/>
        </p:nvSpPr>
        <p:spPr>
          <a:xfrm>
            <a:off x="11220434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817F2A-E225-C676-F26C-0657532D1BB8}"/>
              </a:ext>
            </a:extLst>
          </p:cNvPr>
          <p:cNvSpPr/>
          <p:nvPr/>
        </p:nvSpPr>
        <p:spPr>
          <a:xfrm>
            <a:off x="13230215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BDE750-D05C-6A82-27E4-239377E5D99F}"/>
              </a:ext>
            </a:extLst>
          </p:cNvPr>
          <p:cNvSpPr/>
          <p:nvPr/>
        </p:nvSpPr>
        <p:spPr>
          <a:xfrm>
            <a:off x="15239996" y="15824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6843C32-58EB-FE08-1237-DA83F89A1405}"/>
              </a:ext>
            </a:extLst>
          </p:cNvPr>
          <p:cNvSpPr/>
          <p:nvPr/>
        </p:nvSpPr>
        <p:spPr>
          <a:xfrm>
            <a:off x="7200872" y="4876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489E705-3AF3-C26E-3ADC-B50228F53F1F}"/>
              </a:ext>
            </a:extLst>
          </p:cNvPr>
          <p:cNvSpPr/>
          <p:nvPr/>
        </p:nvSpPr>
        <p:spPr>
          <a:xfrm>
            <a:off x="9210653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671C42-0290-0E0E-D1A6-5B14E207C994}"/>
              </a:ext>
            </a:extLst>
          </p:cNvPr>
          <p:cNvSpPr/>
          <p:nvPr/>
        </p:nvSpPr>
        <p:spPr>
          <a:xfrm>
            <a:off x="11220434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9C27E7-E5A3-7B18-2C52-3419314354B7}"/>
              </a:ext>
            </a:extLst>
          </p:cNvPr>
          <p:cNvSpPr/>
          <p:nvPr/>
        </p:nvSpPr>
        <p:spPr>
          <a:xfrm>
            <a:off x="13230215" y="48532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09377E-C6F3-C47F-8F08-CBFC8B57911E}"/>
              </a:ext>
            </a:extLst>
          </p:cNvPr>
          <p:cNvSpPr/>
          <p:nvPr/>
        </p:nvSpPr>
        <p:spPr>
          <a:xfrm>
            <a:off x="5683018" y="16177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4644B4D-AFF2-FAD2-1181-4AA088246FDC}"/>
              </a:ext>
            </a:extLst>
          </p:cNvPr>
          <p:cNvSpPr/>
          <p:nvPr/>
        </p:nvSpPr>
        <p:spPr>
          <a:xfrm>
            <a:off x="5683018" y="487676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9D825A-4C5C-0865-B630-C404D4282808}"/>
              </a:ext>
            </a:extLst>
          </p:cNvPr>
          <p:cNvSpPr/>
          <p:nvPr/>
        </p:nvSpPr>
        <p:spPr>
          <a:xfrm>
            <a:off x="5683018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A972E0-9AE0-81ED-CEB9-EE43D039166B}"/>
              </a:ext>
            </a:extLst>
          </p:cNvPr>
          <p:cNvSpPr/>
          <p:nvPr/>
        </p:nvSpPr>
        <p:spPr>
          <a:xfrm>
            <a:off x="720087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6DC93D0-593B-5933-CC12-4D838FFFF08A}"/>
              </a:ext>
            </a:extLst>
          </p:cNvPr>
          <p:cNvSpPr/>
          <p:nvPr/>
        </p:nvSpPr>
        <p:spPr>
          <a:xfrm>
            <a:off x="918897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4009198-29F0-2999-E306-08B288E60E78}"/>
              </a:ext>
            </a:extLst>
          </p:cNvPr>
          <p:cNvSpPr/>
          <p:nvPr/>
        </p:nvSpPr>
        <p:spPr>
          <a:xfrm>
            <a:off x="1117708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C880E11-15F8-2C42-EDDE-249FBDCE039E}"/>
              </a:ext>
            </a:extLst>
          </p:cNvPr>
          <p:cNvSpPr/>
          <p:nvPr/>
        </p:nvSpPr>
        <p:spPr>
          <a:xfrm>
            <a:off x="1316518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D468E26-61A7-EE64-539B-FDE7DAF62E70}"/>
              </a:ext>
            </a:extLst>
          </p:cNvPr>
          <p:cNvSpPr/>
          <p:nvPr/>
        </p:nvSpPr>
        <p:spPr>
          <a:xfrm>
            <a:off x="1515329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FE11B55-3EC9-FCCE-6E3C-17CFCE16FD6E}"/>
              </a:ext>
            </a:extLst>
          </p:cNvPr>
          <p:cNvSpPr/>
          <p:nvPr/>
        </p:nvSpPr>
        <p:spPr>
          <a:xfrm>
            <a:off x="1714139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193F82-6DC5-5B12-97A3-1BE50322C3C1}"/>
              </a:ext>
            </a:extLst>
          </p:cNvPr>
          <p:cNvSpPr/>
          <p:nvPr/>
        </p:nvSpPr>
        <p:spPr>
          <a:xfrm>
            <a:off x="19129502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A1DDEC1-27E2-20E1-1FC2-83AB80D19187}"/>
              </a:ext>
            </a:extLst>
          </p:cNvPr>
          <p:cNvSpPr/>
          <p:nvPr/>
        </p:nvSpPr>
        <p:spPr>
          <a:xfrm>
            <a:off x="21117607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E1C0850-264A-0442-F1F7-E4A56C587E63}"/>
              </a:ext>
            </a:extLst>
          </p:cNvPr>
          <p:cNvSpPr/>
          <p:nvPr/>
        </p:nvSpPr>
        <p:spPr>
          <a:xfrm>
            <a:off x="23105710" y="794505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0961FB-650C-C82D-28A5-7B104ABB7766}"/>
              </a:ext>
            </a:extLst>
          </p:cNvPr>
          <p:cNvGrpSpPr/>
          <p:nvPr/>
        </p:nvGrpSpPr>
        <p:grpSpPr>
          <a:xfrm>
            <a:off x="17141397" y="2912196"/>
            <a:ext cx="489236" cy="1745799"/>
            <a:chOff x="4821200" y="5585063"/>
            <a:chExt cx="489236" cy="1745799"/>
          </a:xfrm>
        </p:grpSpPr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E27E8F13-3FE7-106D-87A0-E9C4CA0B6FA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9CAF1B1-3266-59B5-62FE-E02D10C5C04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9CAF1B1-3266-59B5-62FE-E02D10C5C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3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A318A53-056C-E533-AC57-5C0F16E04A3D}"/>
              </a:ext>
            </a:extLst>
          </p:cNvPr>
          <p:cNvGrpSpPr/>
          <p:nvPr/>
        </p:nvGrpSpPr>
        <p:grpSpPr>
          <a:xfrm>
            <a:off x="15208799" y="6199249"/>
            <a:ext cx="505843" cy="1745799"/>
            <a:chOff x="4821200" y="5585063"/>
            <a:chExt cx="505843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9952D2CF-3775-2C1A-81AC-30DCD580989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79D5744-854A-398C-866C-8621913359B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79D5744-854A-398C-866C-862191335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47CA267-3CBC-32F8-4090-D2CB2D5ED96D}"/>
              </a:ext>
            </a:extLst>
          </p:cNvPr>
          <p:cNvSpPr/>
          <p:nvPr/>
        </p:nvSpPr>
        <p:spPr>
          <a:xfrm>
            <a:off x="9186673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D33E61-5AD2-2525-E120-99EEA766C5FB}"/>
              </a:ext>
            </a:extLst>
          </p:cNvPr>
          <p:cNvSpPr/>
          <p:nvPr/>
        </p:nvSpPr>
        <p:spPr>
          <a:xfrm>
            <a:off x="15171794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732EA95-02D7-87FE-5171-8F15627F44BF}"/>
              </a:ext>
            </a:extLst>
          </p:cNvPr>
          <p:cNvSpPr/>
          <p:nvPr/>
        </p:nvSpPr>
        <p:spPr>
          <a:xfrm>
            <a:off x="19138751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B4934A1-F3BA-DC1D-D041-352DC562B45D}"/>
              </a:ext>
            </a:extLst>
          </p:cNvPr>
          <p:cNvSpPr/>
          <p:nvPr/>
        </p:nvSpPr>
        <p:spPr>
          <a:xfrm>
            <a:off x="21130105" y="79508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318CF84-03D3-D017-74BF-19EDADABBEEE}"/>
              </a:ext>
            </a:extLst>
          </p:cNvPr>
          <p:cNvSpPr/>
          <p:nvPr/>
        </p:nvSpPr>
        <p:spPr>
          <a:xfrm>
            <a:off x="23067600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FAFC933-2F4D-FC3E-3208-54B27FEA7610}"/>
              </a:ext>
            </a:extLst>
          </p:cNvPr>
          <p:cNvSpPr/>
          <p:nvPr/>
        </p:nvSpPr>
        <p:spPr>
          <a:xfrm>
            <a:off x="7198570" y="79491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87F07A6-B8C8-8F44-683A-804E0D124C54}"/>
              </a:ext>
            </a:extLst>
          </p:cNvPr>
          <p:cNvSpPr/>
          <p:nvPr/>
        </p:nvSpPr>
        <p:spPr>
          <a:xfrm>
            <a:off x="11181767" y="794505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CF54FFD-88B0-4A19-FF78-FA1E699BFF02}"/>
              </a:ext>
            </a:extLst>
          </p:cNvPr>
          <p:cNvSpPr/>
          <p:nvPr/>
        </p:nvSpPr>
        <p:spPr>
          <a:xfrm>
            <a:off x="13128182" y="794505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3DAD666-E4D8-9607-1114-FD1946511EAD}"/>
              </a:ext>
            </a:extLst>
          </p:cNvPr>
          <p:cNvSpPr/>
          <p:nvPr/>
        </p:nvSpPr>
        <p:spPr>
          <a:xfrm>
            <a:off x="17150648" y="794505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CD9CF2C-CFE8-7E5B-32F7-62A0D0C53FD8}"/>
              </a:ext>
            </a:extLst>
          </p:cNvPr>
          <p:cNvGrpSpPr/>
          <p:nvPr/>
        </p:nvGrpSpPr>
        <p:grpSpPr>
          <a:xfrm>
            <a:off x="24757923" y="9169532"/>
            <a:ext cx="631968" cy="1745799"/>
            <a:chOff x="4821200" y="5585063"/>
            <a:chExt cx="631968" cy="1745799"/>
          </a:xfrm>
        </p:grpSpPr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09BC1218-B440-A422-89AF-869CF4AC1CC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70ED1A7-B6BB-1D79-5BC9-38849A35D87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70ED1A7-B6BB-1D79-5BC9-38849A35D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5656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7F182-7652-00FE-05C9-AC6A0560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C55E082-4801-D73A-949F-E9AA09ABA4E6}"/>
                  </a:ext>
                </a:extLst>
              </p:cNvPr>
              <p:cNvSpPr/>
              <p:nvPr/>
            </p:nvSpPr>
            <p:spPr>
              <a:xfrm>
                <a:off x="348317" y="619423"/>
                <a:ext cx="9128191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C55E082-4801-D73A-949F-E9AA09ABA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7" y="619423"/>
                <a:ext cx="9128191" cy="1198623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17DFBD-087A-7FF7-8619-4C1B521DC321}"/>
              </a:ext>
            </a:extLst>
          </p:cNvPr>
          <p:cNvSpPr/>
          <p:nvPr/>
        </p:nvSpPr>
        <p:spPr>
          <a:xfrm>
            <a:off x="10306818" y="619423"/>
            <a:ext cx="13339991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merge?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D7724836-3CD9-D7CA-F3F4-B21568D8EFDE}"/>
                  </a:ext>
                </a:extLst>
              </p:cNvPr>
              <p:cNvSpPr/>
              <p:nvPr/>
            </p:nvSpPr>
            <p:spPr>
              <a:xfrm>
                <a:off x="10306817" y="2073259"/>
                <a:ext cx="13339991" cy="311007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Whenever this block of code is executed, </a:t>
                </a:r>
                <a:r>
                  <a:rPr lang="en-US" sz="4400" dirty="0" err="1">
                    <a:solidFill>
                      <a:schemeClr val="bg1"/>
                    </a:solidFill>
                    <a:latin typeface="Bradley Hand" pitchFamily="2" charset="77"/>
                  </a:rPr>
                  <a:t>i</a:t>
                </a: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increments by 1</a:t>
                </a: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How many times can </a:t>
                </a:r>
                <a:r>
                  <a:rPr lang="en-US" sz="4400" dirty="0" err="1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i</a:t>
                </a:r>
                <a:r>
                  <a:rPr lang="en-US" sz="4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increment?</a:t>
                </a: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times</a:t>
                </a: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D7724836-3CD9-D7CA-F3F4-B21568D8EF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817" y="2073259"/>
                <a:ext cx="13339991" cy="3110071"/>
              </a:xfrm>
              <a:prstGeom prst="roundRect">
                <a:avLst/>
              </a:prstGeom>
              <a:blipFill>
                <a:blip r:embed="rId3"/>
                <a:stretch>
                  <a:fillRect l="-663" b="-3984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7B0E434-7207-1087-29E6-FC2201AAC48D}"/>
              </a:ext>
            </a:extLst>
          </p:cNvPr>
          <p:cNvSpPr/>
          <p:nvPr/>
        </p:nvSpPr>
        <p:spPr>
          <a:xfrm>
            <a:off x="348315" y="3628295"/>
            <a:ext cx="9128191" cy="116958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F356201-CEE8-BBC8-B8CC-29917D49020C}"/>
              </a:ext>
            </a:extLst>
          </p:cNvPr>
          <p:cNvSpPr/>
          <p:nvPr/>
        </p:nvSpPr>
        <p:spPr>
          <a:xfrm>
            <a:off x="348317" y="8035478"/>
            <a:ext cx="9128189" cy="116958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81974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877CC-78A5-CE20-79FB-859938CD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1EACC69-A543-8648-9AA9-B3980032D13D}"/>
                  </a:ext>
                </a:extLst>
              </p:cNvPr>
              <p:cNvSpPr/>
              <p:nvPr/>
            </p:nvSpPr>
            <p:spPr>
              <a:xfrm>
                <a:off x="10306815" y="10318243"/>
                <a:ext cx="13339991" cy="161178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Total running time is c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4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+ c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4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1EACC69-A543-8648-9AA9-B3980032D1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815" y="10318243"/>
                <a:ext cx="13339991" cy="1611789"/>
              </a:xfrm>
              <a:prstGeom prst="roundRect">
                <a:avLst/>
              </a:prstGeom>
              <a:blipFill>
                <a:blip r:embed="rId2"/>
                <a:stretch>
                  <a:fillRect l="-1231" t="-1515" b="-11364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0B23D9AF-99C5-C3C0-F0C5-FC46ADC9F4B9}"/>
                  </a:ext>
                </a:extLst>
              </p:cNvPr>
              <p:cNvSpPr/>
              <p:nvPr/>
            </p:nvSpPr>
            <p:spPr>
              <a:xfrm>
                <a:off x="348317" y="619423"/>
                <a:ext cx="9128191" cy="1198623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0B23D9AF-99C5-C3C0-F0C5-FC46ADC9F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7" y="619423"/>
                <a:ext cx="9128191" cy="1198623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5A5CC6-2CD8-0232-0EE0-0DF4F1BA664B}"/>
              </a:ext>
            </a:extLst>
          </p:cNvPr>
          <p:cNvSpPr/>
          <p:nvPr/>
        </p:nvSpPr>
        <p:spPr>
          <a:xfrm>
            <a:off x="10306818" y="619423"/>
            <a:ext cx="13339991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merge?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423ADACF-2AEC-8AE2-507C-1A6650AA54C5}"/>
                  </a:ext>
                </a:extLst>
              </p:cNvPr>
              <p:cNvSpPr/>
              <p:nvPr/>
            </p:nvSpPr>
            <p:spPr>
              <a:xfrm>
                <a:off x="10306817" y="2073259"/>
                <a:ext cx="13339991" cy="311007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Whenever this block of code is executed, </a:t>
                </a:r>
                <a:r>
                  <a:rPr lang="en-US" sz="4400" dirty="0" err="1">
                    <a:solidFill>
                      <a:schemeClr val="bg1"/>
                    </a:solidFill>
                    <a:latin typeface="Bradley Hand" pitchFamily="2" charset="77"/>
                  </a:rPr>
                  <a:t>i</a:t>
                </a: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increments by 1</a:t>
                </a: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How many times can </a:t>
                </a:r>
                <a:r>
                  <a:rPr lang="en-US" sz="4400" dirty="0" err="1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i</a:t>
                </a:r>
                <a:r>
                  <a:rPr lang="en-US" sz="4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increment?</a:t>
                </a: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times</a:t>
                </a: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423ADACF-2AEC-8AE2-507C-1A6650AA54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817" y="2073259"/>
                <a:ext cx="13339991" cy="3110071"/>
              </a:xfrm>
              <a:prstGeom prst="roundRect">
                <a:avLst/>
              </a:prstGeom>
              <a:blipFill>
                <a:blip r:embed="rId4"/>
                <a:stretch>
                  <a:fillRect l="-663" b="-3984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280A2AB-9822-6735-65C5-F73E4ECE583C}"/>
              </a:ext>
            </a:extLst>
          </p:cNvPr>
          <p:cNvSpPr/>
          <p:nvPr/>
        </p:nvSpPr>
        <p:spPr>
          <a:xfrm>
            <a:off x="348315" y="5442957"/>
            <a:ext cx="9128191" cy="116958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5A28DE8-C3C4-0516-C102-E396C2507771}"/>
              </a:ext>
            </a:extLst>
          </p:cNvPr>
          <p:cNvSpPr/>
          <p:nvPr/>
        </p:nvSpPr>
        <p:spPr>
          <a:xfrm>
            <a:off x="348315" y="10266491"/>
            <a:ext cx="9128189" cy="116958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E43D264-A49D-6204-9A84-219354E63515}"/>
                  </a:ext>
                </a:extLst>
              </p:cNvPr>
              <p:cNvSpPr/>
              <p:nvPr/>
            </p:nvSpPr>
            <p:spPr>
              <a:xfrm>
                <a:off x="10306816" y="5774518"/>
                <a:ext cx="13339991" cy="311007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Whenever this block of code is executed, j increments by 1</a:t>
                </a: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How many times can j increment?</a:t>
                </a: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4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times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E43D264-A49D-6204-9A84-219354E635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816" y="5774518"/>
                <a:ext cx="13339991" cy="3110071"/>
              </a:xfrm>
              <a:prstGeom prst="roundRect">
                <a:avLst/>
              </a:prstGeom>
              <a:blipFill>
                <a:blip r:embed="rId5"/>
                <a:stretch>
                  <a:fillRect l="-663" b="-400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001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69322-D219-07A6-92DA-4D1771C9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92CC157-B91E-95DE-BD26-A6E754E41B41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C1FC37-344A-B23E-6051-5447C9EAFFB4}"/>
              </a:ext>
            </a:extLst>
          </p:cNvPr>
          <p:cNvSpPr/>
          <p:nvPr/>
        </p:nvSpPr>
        <p:spPr>
          <a:xfrm>
            <a:off x="726542" y="3843522"/>
            <a:ext cx="22930913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Implement the function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1D17A4-EFE0-D6DE-93D1-DF093DC44FA1}"/>
              </a:ext>
            </a:extLst>
          </p:cNvPr>
          <p:cNvSpPr/>
          <p:nvPr/>
        </p:nvSpPr>
        <p:spPr>
          <a:xfrm>
            <a:off x="726542" y="6205162"/>
            <a:ext cx="22930913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Imagine A itself contains two sorted arrays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The first one starts from low and ends at mid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The second one starts at mid+1 and ends at high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Merge these two arrays and store the output back in A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C7FC996-DCBB-E5DA-84B8-F7BE9845E049}"/>
              </a:ext>
            </a:extLst>
          </p:cNvPr>
          <p:cNvSpPr/>
          <p:nvPr/>
        </p:nvSpPr>
        <p:spPr>
          <a:xfrm>
            <a:off x="1424815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A0D7407-96C2-9300-C3FD-08655459EA42}"/>
              </a:ext>
            </a:extLst>
          </p:cNvPr>
          <p:cNvSpPr/>
          <p:nvPr/>
        </p:nvSpPr>
        <p:spPr>
          <a:xfrm>
            <a:off x="5474447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3BF2C85-1BBF-17B9-F877-117EBBAA7962}"/>
              </a:ext>
            </a:extLst>
          </p:cNvPr>
          <p:cNvSpPr/>
          <p:nvPr/>
        </p:nvSpPr>
        <p:spPr>
          <a:xfrm>
            <a:off x="9524079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3EAD796-1BAC-88EA-0F97-8A3BBE20E674}"/>
              </a:ext>
            </a:extLst>
          </p:cNvPr>
          <p:cNvSpPr/>
          <p:nvPr/>
        </p:nvSpPr>
        <p:spPr>
          <a:xfrm>
            <a:off x="17623343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44B5E83-08C0-A434-B56C-E1AA8C5C1CB6}"/>
              </a:ext>
            </a:extLst>
          </p:cNvPr>
          <p:cNvSpPr/>
          <p:nvPr/>
        </p:nvSpPr>
        <p:spPr>
          <a:xfrm>
            <a:off x="19648156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5E888EA-E49C-7A72-7FA7-809A731EEC16}"/>
              </a:ext>
            </a:extLst>
          </p:cNvPr>
          <p:cNvSpPr/>
          <p:nvPr/>
        </p:nvSpPr>
        <p:spPr>
          <a:xfrm>
            <a:off x="13573711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F96EF5C-FA7B-99B2-79F0-F546DBB4EC87}"/>
              </a:ext>
            </a:extLst>
          </p:cNvPr>
          <p:cNvSpPr/>
          <p:nvPr/>
        </p:nvSpPr>
        <p:spPr>
          <a:xfrm>
            <a:off x="3449631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9590F71-A120-96B3-7E1F-0DCEE84F1191}"/>
              </a:ext>
            </a:extLst>
          </p:cNvPr>
          <p:cNvSpPr/>
          <p:nvPr/>
        </p:nvSpPr>
        <p:spPr>
          <a:xfrm>
            <a:off x="7499263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1D51B9E-21BD-EEF8-7102-F49913C400BC}"/>
              </a:ext>
            </a:extLst>
          </p:cNvPr>
          <p:cNvSpPr/>
          <p:nvPr/>
        </p:nvSpPr>
        <p:spPr>
          <a:xfrm>
            <a:off x="15598527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9890C57-5183-93F5-3D54-ED782B9782FA}"/>
              </a:ext>
            </a:extLst>
          </p:cNvPr>
          <p:cNvSpPr/>
          <p:nvPr/>
        </p:nvSpPr>
        <p:spPr>
          <a:xfrm>
            <a:off x="11548895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A71332-2793-C64F-EABD-F562454139A5}"/>
              </a:ext>
            </a:extLst>
          </p:cNvPr>
          <p:cNvSpPr txBox="1"/>
          <p:nvPr/>
        </p:nvSpPr>
        <p:spPr>
          <a:xfrm>
            <a:off x="9383830" y="11836168"/>
            <a:ext cx="1194238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30A47-8F12-5131-6AAE-55B35EB5C85C}"/>
              </a:ext>
            </a:extLst>
          </p:cNvPr>
          <p:cNvSpPr txBox="1"/>
          <p:nvPr/>
        </p:nvSpPr>
        <p:spPr>
          <a:xfrm>
            <a:off x="13420762" y="11836168"/>
            <a:ext cx="1255152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F9326D-9305-2F74-9384-85A654D651E8}"/>
              </a:ext>
            </a:extLst>
          </p:cNvPr>
          <p:cNvSpPr txBox="1"/>
          <p:nvPr/>
        </p:nvSpPr>
        <p:spPr>
          <a:xfrm>
            <a:off x="19476165" y="11815176"/>
            <a:ext cx="1399422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45813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6" grpId="0"/>
      <p:bldP spid="27" grpId="0"/>
      <p:bldP spid="2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1F145-D27F-AC0E-4197-1E59CF76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4DDDFF8-3CB7-55CE-27B5-8E2F7FBC79F4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CB2310-0E95-1838-7EF7-92F18D1F7DD5}"/>
              </a:ext>
            </a:extLst>
          </p:cNvPr>
          <p:cNvSpPr/>
          <p:nvPr/>
        </p:nvSpPr>
        <p:spPr>
          <a:xfrm>
            <a:off x="726542" y="3843522"/>
            <a:ext cx="22930913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Implement the function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969A66-177A-70CA-3C10-E498F9F94427}"/>
              </a:ext>
            </a:extLst>
          </p:cNvPr>
          <p:cNvSpPr/>
          <p:nvPr/>
        </p:nvSpPr>
        <p:spPr>
          <a:xfrm>
            <a:off x="726542" y="6205162"/>
            <a:ext cx="22930913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Imagine A itself contains two sorted arrays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The first one starts from low and ends at mid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The second one starts at mid+1 and ends at high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Merge these two arrays and store the output back in A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083E9E-989E-0F67-91D1-4453AB984149}"/>
              </a:ext>
            </a:extLst>
          </p:cNvPr>
          <p:cNvSpPr/>
          <p:nvPr/>
        </p:nvSpPr>
        <p:spPr>
          <a:xfrm>
            <a:off x="1424815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DACBDFD-3823-4429-3461-8FCC85DC2F27}"/>
              </a:ext>
            </a:extLst>
          </p:cNvPr>
          <p:cNvSpPr/>
          <p:nvPr/>
        </p:nvSpPr>
        <p:spPr>
          <a:xfrm>
            <a:off x="5474447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A18350E-840E-9D19-CA8C-4FFEF62191AB}"/>
              </a:ext>
            </a:extLst>
          </p:cNvPr>
          <p:cNvSpPr/>
          <p:nvPr/>
        </p:nvSpPr>
        <p:spPr>
          <a:xfrm>
            <a:off x="9524079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2E30B0A-2515-64A1-72C3-3F9AA7B81405}"/>
              </a:ext>
            </a:extLst>
          </p:cNvPr>
          <p:cNvSpPr/>
          <p:nvPr/>
        </p:nvSpPr>
        <p:spPr>
          <a:xfrm>
            <a:off x="17623343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80BF1FA-C6D2-C717-A9A8-E59A86BF362F}"/>
              </a:ext>
            </a:extLst>
          </p:cNvPr>
          <p:cNvSpPr/>
          <p:nvPr/>
        </p:nvSpPr>
        <p:spPr>
          <a:xfrm>
            <a:off x="19648156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8B2E22B-75B2-C00C-64BD-AFC5E25E632E}"/>
              </a:ext>
            </a:extLst>
          </p:cNvPr>
          <p:cNvSpPr/>
          <p:nvPr/>
        </p:nvSpPr>
        <p:spPr>
          <a:xfrm>
            <a:off x="13573711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3A4AE7E-E227-54E9-E91F-CC76AC76F7F2}"/>
              </a:ext>
            </a:extLst>
          </p:cNvPr>
          <p:cNvSpPr/>
          <p:nvPr/>
        </p:nvSpPr>
        <p:spPr>
          <a:xfrm>
            <a:off x="3449631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19C7D93-2A5D-4F8A-37FB-233D4F032FEF}"/>
              </a:ext>
            </a:extLst>
          </p:cNvPr>
          <p:cNvSpPr/>
          <p:nvPr/>
        </p:nvSpPr>
        <p:spPr>
          <a:xfrm>
            <a:off x="7499263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800A931-7AFF-A23B-B428-EA8934942F12}"/>
              </a:ext>
            </a:extLst>
          </p:cNvPr>
          <p:cNvSpPr/>
          <p:nvPr/>
        </p:nvSpPr>
        <p:spPr>
          <a:xfrm>
            <a:off x="15598527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79E6FC1-F483-9661-6E99-3C28CD1736EA}"/>
              </a:ext>
            </a:extLst>
          </p:cNvPr>
          <p:cNvSpPr/>
          <p:nvPr/>
        </p:nvSpPr>
        <p:spPr>
          <a:xfrm>
            <a:off x="11548895" y="111226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66DC39-1C63-A060-8D0F-AC2CBD073580}"/>
              </a:ext>
            </a:extLst>
          </p:cNvPr>
          <p:cNvSpPr txBox="1"/>
          <p:nvPr/>
        </p:nvSpPr>
        <p:spPr>
          <a:xfrm>
            <a:off x="9383830" y="11836168"/>
            <a:ext cx="1194238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93C3E3-6B25-D3CB-3699-645BA6D525AC}"/>
              </a:ext>
            </a:extLst>
          </p:cNvPr>
          <p:cNvSpPr txBox="1"/>
          <p:nvPr/>
        </p:nvSpPr>
        <p:spPr>
          <a:xfrm>
            <a:off x="13420762" y="11836168"/>
            <a:ext cx="1255152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EC81C4-6ACA-2981-478A-ED9E78D9CD24}"/>
              </a:ext>
            </a:extLst>
          </p:cNvPr>
          <p:cNvSpPr txBox="1"/>
          <p:nvPr/>
        </p:nvSpPr>
        <p:spPr>
          <a:xfrm>
            <a:off x="19476165" y="11815176"/>
            <a:ext cx="1399422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BE288D-9CC7-DF1D-F85B-63D31A756548}"/>
              </a:ext>
            </a:extLst>
          </p:cNvPr>
          <p:cNvSpPr/>
          <p:nvPr/>
        </p:nvSpPr>
        <p:spPr>
          <a:xfrm>
            <a:off x="9347381" y="10901583"/>
            <a:ext cx="5478324" cy="14750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DB9DD5-5AB3-2B8C-071B-E590678EC1FC}"/>
              </a:ext>
            </a:extLst>
          </p:cNvPr>
          <p:cNvSpPr/>
          <p:nvPr/>
        </p:nvSpPr>
        <p:spPr>
          <a:xfrm>
            <a:off x="15532848" y="10838767"/>
            <a:ext cx="5478324" cy="14750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40495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6AB8C-D882-4180-6F67-F156304B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B285B54-7849-0CF5-BF16-5EA838873008}"/>
              </a:ext>
            </a:extLst>
          </p:cNvPr>
          <p:cNvSpPr/>
          <p:nvPr/>
        </p:nvSpPr>
        <p:spPr>
          <a:xfrm>
            <a:off x="726543" y="473254"/>
            <a:ext cx="2293091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Write a function merge that takes two sorted arrays A and B, and an output array C. The function should merge the elements of A and B into C so that C is also sorted in non-decreasing order.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97B354E-9FE1-66D8-A0EF-6D855C8B70F3}"/>
              </a:ext>
            </a:extLst>
          </p:cNvPr>
          <p:cNvSpPr/>
          <p:nvPr/>
        </p:nvSpPr>
        <p:spPr>
          <a:xfrm>
            <a:off x="726542" y="3843522"/>
            <a:ext cx="22930913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Implement the function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5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64BCBF0-11DF-2A48-6BB8-A144F9BDB563}"/>
              </a:ext>
            </a:extLst>
          </p:cNvPr>
          <p:cNvSpPr/>
          <p:nvPr/>
        </p:nvSpPr>
        <p:spPr>
          <a:xfrm>
            <a:off x="726542" y="6205162"/>
            <a:ext cx="22930913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Imagine A itself contains two sorted arrays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The first one starts from low and ends at mid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The second one starts at mid+1 and ends at high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Merge these two arrays and store the output back in A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484C13-FD45-C90E-0344-75AECB39D313}"/>
              </a:ext>
            </a:extLst>
          </p:cNvPr>
          <p:cNvSpPr/>
          <p:nvPr/>
        </p:nvSpPr>
        <p:spPr>
          <a:xfrm>
            <a:off x="1424815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466A7E-AFCF-27CC-18AF-6EEFD06FCEF7}"/>
              </a:ext>
            </a:extLst>
          </p:cNvPr>
          <p:cNvSpPr/>
          <p:nvPr/>
        </p:nvSpPr>
        <p:spPr>
          <a:xfrm>
            <a:off x="5471717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16D59B-A6A3-EC5D-D898-91DAE55FF132}"/>
              </a:ext>
            </a:extLst>
          </p:cNvPr>
          <p:cNvSpPr/>
          <p:nvPr/>
        </p:nvSpPr>
        <p:spPr>
          <a:xfrm>
            <a:off x="11542070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74245D8-FA5F-7FB9-C3D0-085D5D40ED55}"/>
              </a:ext>
            </a:extLst>
          </p:cNvPr>
          <p:cNvSpPr/>
          <p:nvPr/>
        </p:nvSpPr>
        <p:spPr>
          <a:xfrm>
            <a:off x="15588972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BE6C8A4-8230-A452-F584-2062CA6461FB}"/>
              </a:ext>
            </a:extLst>
          </p:cNvPr>
          <p:cNvSpPr/>
          <p:nvPr/>
        </p:nvSpPr>
        <p:spPr>
          <a:xfrm>
            <a:off x="17612423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8FA0A38-60F9-00EA-9253-878755E6F18B}"/>
              </a:ext>
            </a:extLst>
          </p:cNvPr>
          <p:cNvSpPr/>
          <p:nvPr/>
        </p:nvSpPr>
        <p:spPr>
          <a:xfrm>
            <a:off x="19635876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8D4ACC2-C74A-AD72-BE52-29FAD129D8C0}"/>
              </a:ext>
            </a:extLst>
          </p:cNvPr>
          <p:cNvSpPr/>
          <p:nvPr/>
        </p:nvSpPr>
        <p:spPr>
          <a:xfrm>
            <a:off x="3448266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6AE5ED4-360E-0FE5-7FCD-7CFCBFE71019}"/>
              </a:ext>
            </a:extLst>
          </p:cNvPr>
          <p:cNvSpPr/>
          <p:nvPr/>
        </p:nvSpPr>
        <p:spPr>
          <a:xfrm>
            <a:off x="7495168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2415B48-4B9B-CF69-F81A-3574B9DF35FC}"/>
              </a:ext>
            </a:extLst>
          </p:cNvPr>
          <p:cNvSpPr/>
          <p:nvPr/>
        </p:nvSpPr>
        <p:spPr>
          <a:xfrm>
            <a:off x="9518619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634D35B-6E2A-39BB-3AA1-6E10BDAAE020}"/>
              </a:ext>
            </a:extLst>
          </p:cNvPr>
          <p:cNvSpPr/>
          <p:nvPr/>
        </p:nvSpPr>
        <p:spPr>
          <a:xfrm>
            <a:off x="13565521" y="1112616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9AC87F-DCF5-DE47-22F0-86E2E6181E41}"/>
              </a:ext>
            </a:extLst>
          </p:cNvPr>
          <p:cNvSpPr txBox="1"/>
          <p:nvPr/>
        </p:nvSpPr>
        <p:spPr>
          <a:xfrm>
            <a:off x="9383830" y="11836168"/>
            <a:ext cx="1194238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3CBD9D-5A19-1649-F947-8B5066C11A85}"/>
              </a:ext>
            </a:extLst>
          </p:cNvPr>
          <p:cNvSpPr txBox="1"/>
          <p:nvPr/>
        </p:nvSpPr>
        <p:spPr>
          <a:xfrm>
            <a:off x="13420762" y="11836168"/>
            <a:ext cx="1255152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1A7A1-17C1-4619-C944-9D9FC60D470B}"/>
              </a:ext>
            </a:extLst>
          </p:cNvPr>
          <p:cNvSpPr txBox="1"/>
          <p:nvPr/>
        </p:nvSpPr>
        <p:spPr>
          <a:xfrm>
            <a:off x="19476165" y="11815176"/>
            <a:ext cx="1399422" cy="142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2239929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6053E71-408D-2861-9EB4-E04A25A8C064}"/>
                  </a:ext>
                </a:extLst>
              </p:cNvPr>
              <p:cNvSpPr/>
              <p:nvPr/>
            </p:nvSpPr>
            <p:spPr>
              <a:xfrm>
                <a:off x="348317" y="588675"/>
                <a:ext cx="9128191" cy="120477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US" sz="20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merge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mid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    int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𝑙𝑜𝑤</m:t>
                    </m:r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𝑚𝑖𝑑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int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+1];</a:t>
                </a:r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while 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mid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	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mid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 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6053E71-408D-2861-9EB4-E04A25A8C0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7" y="588675"/>
                <a:ext cx="9128191" cy="1204773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081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2F81E-8160-BCA3-44E4-FCD6A0212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094AEAD5-260F-C765-16C5-B2738C35F0CA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Merge Sort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20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620D8D-F3E2-7439-DB3B-1C565C5C8840}"/>
              </a:ext>
            </a:extLst>
          </p:cNvPr>
          <p:cNvSpPr/>
          <p:nvPr/>
        </p:nvSpPr>
        <p:spPr>
          <a:xfrm>
            <a:off x="1294186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830CF1-BE63-DCA3-6485-B876E77B6930}"/>
              </a:ext>
            </a:extLst>
          </p:cNvPr>
          <p:cNvSpPr/>
          <p:nvPr/>
        </p:nvSpPr>
        <p:spPr>
          <a:xfrm>
            <a:off x="18906363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499CAC7-2743-DEBA-4461-25B661A0EEAA}"/>
              </a:ext>
            </a:extLst>
          </p:cNvPr>
          <p:cNvSpPr/>
          <p:nvPr/>
        </p:nvSpPr>
        <p:spPr>
          <a:xfrm>
            <a:off x="13060592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76F87C-84D8-1B7D-0F47-EA1A5A8C9632}"/>
              </a:ext>
            </a:extLst>
          </p:cNvPr>
          <p:cNvSpPr/>
          <p:nvPr/>
        </p:nvSpPr>
        <p:spPr>
          <a:xfrm>
            <a:off x="11112001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BAB457-8908-FAD7-6719-2A0EA4609411}"/>
              </a:ext>
            </a:extLst>
          </p:cNvPr>
          <p:cNvSpPr/>
          <p:nvPr/>
        </p:nvSpPr>
        <p:spPr>
          <a:xfrm>
            <a:off x="5266228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7B74F4D-0CD2-DBA4-689A-9ED170D7817E}"/>
              </a:ext>
            </a:extLst>
          </p:cNvPr>
          <p:cNvSpPr/>
          <p:nvPr/>
        </p:nvSpPr>
        <p:spPr>
          <a:xfrm>
            <a:off x="9163410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03D18A-BA8E-389E-FBCD-1FBB516B4BB0}"/>
              </a:ext>
            </a:extLst>
          </p:cNvPr>
          <p:cNvSpPr/>
          <p:nvPr/>
        </p:nvSpPr>
        <p:spPr>
          <a:xfrm>
            <a:off x="3317637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088014-053C-6381-4EC6-390ED7CA2ACB}"/>
              </a:ext>
            </a:extLst>
          </p:cNvPr>
          <p:cNvSpPr/>
          <p:nvPr/>
        </p:nvSpPr>
        <p:spPr>
          <a:xfrm>
            <a:off x="7214819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9427A0-6E23-7CBF-2BF5-8795F4503BFD}"/>
              </a:ext>
            </a:extLst>
          </p:cNvPr>
          <p:cNvSpPr/>
          <p:nvPr/>
        </p:nvSpPr>
        <p:spPr>
          <a:xfrm>
            <a:off x="16957774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DA15CE2-7C72-9AEB-5202-B0E542E7C989}"/>
              </a:ext>
            </a:extLst>
          </p:cNvPr>
          <p:cNvSpPr/>
          <p:nvPr/>
        </p:nvSpPr>
        <p:spPr>
          <a:xfrm>
            <a:off x="15009183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380F95F-8F81-1AC7-FF1B-9EE18DD44E74}"/>
              </a:ext>
            </a:extLst>
          </p:cNvPr>
          <p:cNvSpPr/>
          <p:nvPr/>
        </p:nvSpPr>
        <p:spPr>
          <a:xfrm>
            <a:off x="1084823" y="6330709"/>
            <a:ext cx="21849822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If somehow, we could sort the left and the right half of the array.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90393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75122-0114-40E6-008D-831FC1BA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96818EC-96AB-4F31-12B8-F4C87C494149}"/>
              </a:ext>
            </a:extLst>
          </p:cNvPr>
          <p:cNvSpPr/>
          <p:nvPr/>
        </p:nvSpPr>
        <p:spPr>
          <a:xfrm>
            <a:off x="1294186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3886DD-97F3-19A0-E07E-8D12B39859D1}"/>
              </a:ext>
            </a:extLst>
          </p:cNvPr>
          <p:cNvSpPr/>
          <p:nvPr/>
        </p:nvSpPr>
        <p:spPr>
          <a:xfrm>
            <a:off x="18906363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FD7-366E-851C-4F38-1412292882AD}"/>
              </a:ext>
            </a:extLst>
          </p:cNvPr>
          <p:cNvSpPr/>
          <p:nvPr/>
        </p:nvSpPr>
        <p:spPr>
          <a:xfrm>
            <a:off x="13060592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BE6272-C1D3-4B01-DAC3-47A30368FD12}"/>
              </a:ext>
            </a:extLst>
          </p:cNvPr>
          <p:cNvSpPr/>
          <p:nvPr/>
        </p:nvSpPr>
        <p:spPr>
          <a:xfrm>
            <a:off x="11112001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874FA4-D65E-B19F-0EAA-A9B6ED90FDDA}"/>
              </a:ext>
            </a:extLst>
          </p:cNvPr>
          <p:cNvSpPr/>
          <p:nvPr/>
        </p:nvSpPr>
        <p:spPr>
          <a:xfrm>
            <a:off x="5266228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F0DA037-9E34-AEB0-F3BE-42712110E2CC}"/>
              </a:ext>
            </a:extLst>
          </p:cNvPr>
          <p:cNvSpPr/>
          <p:nvPr/>
        </p:nvSpPr>
        <p:spPr>
          <a:xfrm>
            <a:off x="9163410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6C932E-FF03-4FDC-B4BA-81A34E4D3F3D}"/>
              </a:ext>
            </a:extLst>
          </p:cNvPr>
          <p:cNvSpPr/>
          <p:nvPr/>
        </p:nvSpPr>
        <p:spPr>
          <a:xfrm>
            <a:off x="3317637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F95AB3-5140-F727-EBA1-A67D62842B31}"/>
              </a:ext>
            </a:extLst>
          </p:cNvPr>
          <p:cNvSpPr/>
          <p:nvPr/>
        </p:nvSpPr>
        <p:spPr>
          <a:xfrm>
            <a:off x="7214819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30515B-C385-EDB4-E4A4-E8FB51EF9238}"/>
              </a:ext>
            </a:extLst>
          </p:cNvPr>
          <p:cNvSpPr/>
          <p:nvPr/>
        </p:nvSpPr>
        <p:spPr>
          <a:xfrm>
            <a:off x="16957774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2FB7F2-7E50-F98B-8C81-E64F18774457}"/>
              </a:ext>
            </a:extLst>
          </p:cNvPr>
          <p:cNvSpPr/>
          <p:nvPr/>
        </p:nvSpPr>
        <p:spPr>
          <a:xfrm>
            <a:off x="15009183" y="6385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FC60D7-8098-3CB3-6894-CBA45B8C3906}"/>
              </a:ext>
            </a:extLst>
          </p:cNvPr>
          <p:cNvSpPr/>
          <p:nvPr/>
        </p:nvSpPr>
        <p:spPr>
          <a:xfrm>
            <a:off x="1084823" y="6330709"/>
            <a:ext cx="21849822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If somehow, we could sort the left and the right half of the array.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5BE97F5-BA1E-E3E7-8D32-B5D86568AC15}"/>
              </a:ext>
            </a:extLst>
          </p:cNvPr>
          <p:cNvSpPr/>
          <p:nvPr/>
        </p:nvSpPr>
        <p:spPr>
          <a:xfrm>
            <a:off x="3063809" y="570220"/>
            <a:ext cx="9551179" cy="116958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64A3E8-043C-5FF6-970E-5F0D6B4572D6}"/>
              </a:ext>
            </a:extLst>
          </p:cNvPr>
          <p:cNvSpPr/>
          <p:nvPr/>
        </p:nvSpPr>
        <p:spPr>
          <a:xfrm>
            <a:off x="12722185" y="570220"/>
            <a:ext cx="7674534" cy="1169583"/>
          </a:xfrm>
          <a:prstGeom prst="roundRect">
            <a:avLst/>
          </a:prstGeom>
          <a:solidFill>
            <a:schemeClr val="accent5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45535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4914-BD21-E20C-20ED-8DC41AC3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3A6C4A-AD57-67C4-1A8F-747E5369525E}"/>
              </a:ext>
            </a:extLst>
          </p:cNvPr>
          <p:cNvSpPr/>
          <p:nvPr/>
        </p:nvSpPr>
        <p:spPr>
          <a:xfrm>
            <a:off x="1294186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8B8731-36A9-8995-A927-D9A6FC188C1B}"/>
              </a:ext>
            </a:extLst>
          </p:cNvPr>
          <p:cNvSpPr/>
          <p:nvPr/>
        </p:nvSpPr>
        <p:spPr>
          <a:xfrm>
            <a:off x="13084736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7D1CBAE-3FFE-EC6B-A01C-3941A3CDF82D}"/>
              </a:ext>
            </a:extLst>
          </p:cNvPr>
          <p:cNvSpPr/>
          <p:nvPr/>
        </p:nvSpPr>
        <p:spPr>
          <a:xfrm>
            <a:off x="16870768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C726EE-D426-D65F-CB0B-E9C31CADE870}"/>
              </a:ext>
            </a:extLst>
          </p:cNvPr>
          <p:cNvSpPr/>
          <p:nvPr/>
        </p:nvSpPr>
        <p:spPr>
          <a:xfrm>
            <a:off x="6973234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AB2E3E-A852-E576-A16A-617B41931A8F}"/>
              </a:ext>
            </a:extLst>
          </p:cNvPr>
          <p:cNvSpPr/>
          <p:nvPr/>
        </p:nvSpPr>
        <p:spPr>
          <a:xfrm>
            <a:off x="8866250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A37870-4F33-4676-A109-C4BEC03340DD}"/>
              </a:ext>
            </a:extLst>
          </p:cNvPr>
          <p:cNvSpPr/>
          <p:nvPr/>
        </p:nvSpPr>
        <p:spPr>
          <a:xfrm>
            <a:off x="10759266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3BE559-C2F8-68B6-E474-1815F0BD1717}"/>
              </a:ext>
            </a:extLst>
          </p:cNvPr>
          <p:cNvSpPr/>
          <p:nvPr/>
        </p:nvSpPr>
        <p:spPr>
          <a:xfrm>
            <a:off x="3187202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55D683-E96B-5805-922B-C24FA5FAE6CF}"/>
              </a:ext>
            </a:extLst>
          </p:cNvPr>
          <p:cNvSpPr/>
          <p:nvPr/>
        </p:nvSpPr>
        <p:spPr>
          <a:xfrm>
            <a:off x="5080218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E8BF338-9A2A-8F8A-F70D-0474A6D98B8B}"/>
              </a:ext>
            </a:extLst>
          </p:cNvPr>
          <p:cNvSpPr/>
          <p:nvPr/>
        </p:nvSpPr>
        <p:spPr>
          <a:xfrm>
            <a:off x="14977752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AEA1D10-1FD3-F04A-BF2C-369975BB0BAA}"/>
              </a:ext>
            </a:extLst>
          </p:cNvPr>
          <p:cNvSpPr/>
          <p:nvPr/>
        </p:nvSpPr>
        <p:spPr>
          <a:xfrm>
            <a:off x="18763782" y="6093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A97573-31CB-2EF6-B2CA-274ACD20BDBB}"/>
              </a:ext>
            </a:extLst>
          </p:cNvPr>
          <p:cNvSpPr/>
          <p:nvPr/>
        </p:nvSpPr>
        <p:spPr>
          <a:xfrm>
            <a:off x="1084823" y="6330709"/>
            <a:ext cx="21849822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If somehow, we could sort the left and the right half of the array.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Then, we can use </a:t>
            </a: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merge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to get the sorted array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D964D1-C1ED-D7B0-1883-497C7C2197C8}"/>
              </a:ext>
            </a:extLst>
          </p:cNvPr>
          <p:cNvSpPr/>
          <p:nvPr/>
        </p:nvSpPr>
        <p:spPr>
          <a:xfrm>
            <a:off x="3063809" y="570220"/>
            <a:ext cx="9551179" cy="116958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7C5EF3A-FCFF-D83D-D937-515E5393D27D}"/>
              </a:ext>
            </a:extLst>
          </p:cNvPr>
          <p:cNvSpPr/>
          <p:nvPr/>
        </p:nvSpPr>
        <p:spPr>
          <a:xfrm>
            <a:off x="12652282" y="570219"/>
            <a:ext cx="7674534" cy="1169583"/>
          </a:xfrm>
          <a:prstGeom prst="roundRect">
            <a:avLst/>
          </a:prstGeom>
          <a:solidFill>
            <a:schemeClr val="accent5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6616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646600-2E6F-C2DF-3326-EF46AE8B40B4}"/>
              </a:ext>
            </a:extLst>
          </p:cNvPr>
          <p:cNvSpPr/>
          <p:nvPr/>
        </p:nvSpPr>
        <p:spPr>
          <a:xfrm>
            <a:off x="348317" y="4648886"/>
            <a:ext cx="9128191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    int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//sort the array from low to mid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//sort the array from mid+1 to high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6509E9-09F0-8C03-F93F-FF9A0C3E0CC0}"/>
              </a:ext>
            </a:extLst>
          </p:cNvPr>
          <p:cNvSpPr/>
          <p:nvPr/>
        </p:nvSpPr>
        <p:spPr>
          <a:xfrm>
            <a:off x="10674219" y="6330709"/>
            <a:ext cx="12260425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do we sort these two arrays?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Use </a:t>
            </a:r>
            <a:r>
              <a:rPr lang="en-US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MergeSort</a:t>
            </a: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 recursively</a:t>
            </a:r>
          </a:p>
        </p:txBody>
      </p:sp>
    </p:spTree>
    <p:extLst>
      <p:ext uri="{BB962C8B-B14F-4D97-AF65-F5344CB8AC3E}">
        <p14:creationId xmlns:p14="http://schemas.microsoft.com/office/powerpoint/2010/main" val="4095125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E4A6F-718C-953C-815C-EE5F1AE5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DB411DE-36FE-D05C-B393-B56E156BDF24}"/>
              </a:ext>
            </a:extLst>
          </p:cNvPr>
          <p:cNvSpPr/>
          <p:nvPr/>
        </p:nvSpPr>
        <p:spPr>
          <a:xfrm>
            <a:off x="348317" y="4648886"/>
            <a:ext cx="9128191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    int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mid+1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E8D215-6659-EAA6-4E5F-82F0DD6F4B9B}"/>
              </a:ext>
            </a:extLst>
          </p:cNvPr>
          <p:cNvSpPr/>
          <p:nvPr/>
        </p:nvSpPr>
        <p:spPr>
          <a:xfrm>
            <a:off x="10674219" y="6330709"/>
            <a:ext cx="12260425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something is wrong with this program?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The base case</a:t>
            </a:r>
          </a:p>
        </p:txBody>
      </p:sp>
    </p:spTree>
    <p:extLst>
      <p:ext uri="{BB962C8B-B14F-4D97-AF65-F5344CB8AC3E}">
        <p14:creationId xmlns:p14="http://schemas.microsoft.com/office/powerpoint/2010/main" val="164530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424B-A01E-58BA-E5FC-E6ED5A58D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620A10-FE84-7D8E-9D7D-607A13A85674}"/>
              </a:ext>
            </a:extLst>
          </p:cNvPr>
          <p:cNvSpPr/>
          <p:nvPr/>
        </p:nvSpPr>
        <p:spPr>
          <a:xfrm>
            <a:off x="348317" y="4104056"/>
            <a:ext cx="9128191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if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return</a:t>
            </a:r>
            <a:r>
              <a:rPr lang="en-US" sz="3200" dirty="0">
                <a:solidFill>
                  <a:schemeClr val="bg1"/>
                </a:solidFill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    int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mid+1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15C3EF-4332-DFF5-03E9-B9E18560BAEB}"/>
              </a:ext>
            </a:extLst>
          </p:cNvPr>
          <p:cNvSpPr/>
          <p:nvPr/>
        </p:nvSpPr>
        <p:spPr>
          <a:xfrm>
            <a:off x="10674219" y="6330709"/>
            <a:ext cx="12260425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something is wrong with this program?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The base case</a:t>
            </a:r>
          </a:p>
        </p:txBody>
      </p:sp>
    </p:spTree>
    <p:extLst>
      <p:ext uri="{BB962C8B-B14F-4D97-AF65-F5344CB8AC3E}">
        <p14:creationId xmlns:p14="http://schemas.microsoft.com/office/powerpoint/2010/main" val="2989120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B6CA-C92C-5EF1-3868-44CCEE1F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C896D43-B3AE-C9B2-265F-F41B47A95552}"/>
              </a:ext>
            </a:extLst>
          </p:cNvPr>
          <p:cNvSpPr/>
          <p:nvPr/>
        </p:nvSpPr>
        <p:spPr>
          <a:xfrm>
            <a:off x="10674219" y="6705280"/>
            <a:ext cx="12260425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this algorithm?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4135C7-17CE-72F2-DB64-B57A94509BC4}"/>
              </a:ext>
            </a:extLst>
          </p:cNvPr>
          <p:cNvSpPr/>
          <p:nvPr/>
        </p:nvSpPr>
        <p:spPr>
          <a:xfrm>
            <a:off x="348317" y="4104056"/>
            <a:ext cx="9128191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if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return</a:t>
            </a:r>
            <a:r>
              <a:rPr lang="en-US" sz="3200" dirty="0">
                <a:solidFill>
                  <a:schemeClr val="bg1"/>
                </a:solidFill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    int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mid+1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67F98F-5EF9-23FC-E0E3-928585ABA151}"/>
              </a:ext>
            </a:extLst>
          </p:cNvPr>
          <p:cNvCxnSpPr>
            <a:cxnSpLocks/>
          </p:cNvCxnSpPr>
          <p:nvPr/>
        </p:nvCxnSpPr>
        <p:spPr>
          <a:xfrm>
            <a:off x="5859625" y="3340360"/>
            <a:ext cx="0" cy="10263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BAF8D2-823A-21A4-01A4-35534D65669C}"/>
              </a:ext>
            </a:extLst>
          </p:cNvPr>
          <p:cNvCxnSpPr>
            <a:cxnSpLocks/>
          </p:cNvCxnSpPr>
          <p:nvPr/>
        </p:nvCxnSpPr>
        <p:spPr>
          <a:xfrm>
            <a:off x="7206344" y="3340360"/>
            <a:ext cx="0" cy="10263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61FF40A-3D9C-AF62-E123-5D0140FBBD11}"/>
              </a:ext>
            </a:extLst>
          </p:cNvPr>
          <p:cNvSpPr/>
          <p:nvPr/>
        </p:nvSpPr>
        <p:spPr>
          <a:xfrm>
            <a:off x="5424205" y="2411211"/>
            <a:ext cx="870840" cy="794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C5034181-071E-A010-C052-B335D9A5545E}"/>
                  </a:ext>
                </a:extLst>
              </p:cNvPr>
              <p:cNvSpPr/>
              <p:nvPr/>
            </p:nvSpPr>
            <p:spPr>
              <a:xfrm>
                <a:off x="6798912" y="2411211"/>
                <a:ext cx="1768617" cy="79454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−1</m:t>
                      </m:r>
                    </m:oMath>
                  </m:oMathPara>
                </a14:m>
                <a:endParaRPr kumimoji="0" lang="en-US" sz="4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C5034181-071E-A010-C052-B335D9A554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912" y="2411211"/>
                <a:ext cx="1768617" cy="7945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9DF1058-2EF9-628B-EF15-18B0AB9337E4}"/>
                  </a:ext>
                </a:extLst>
              </p:cNvPr>
              <p:cNvSpPr/>
              <p:nvPr/>
            </p:nvSpPr>
            <p:spPr>
              <a:xfrm>
                <a:off x="7908655" y="4471509"/>
                <a:ext cx="1363313" cy="4540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(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)</m:t>
                      </m:r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9DF1058-2EF9-628B-EF15-18B0AB9337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655" y="4471509"/>
                <a:ext cx="1363313" cy="454025"/>
              </a:xfrm>
              <a:prstGeom prst="roundRect">
                <a:avLst/>
              </a:prstGeom>
              <a:blipFill>
                <a:blip r:embed="rId3"/>
                <a:stretch>
                  <a:fillRect b="-2381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A188468-6AAA-B07B-CA7A-B410AEC3D92D}"/>
                  </a:ext>
                </a:extLst>
              </p:cNvPr>
              <p:cNvSpPr/>
              <p:nvPr/>
            </p:nvSpPr>
            <p:spPr>
              <a:xfrm>
                <a:off x="8030394" y="6510777"/>
                <a:ext cx="1363313" cy="69444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d>
                        <m:dPr>
                          <m:ctrlP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fPr>
                            <m:num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A188468-6AAA-B07B-CA7A-B410AEC3D9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394" y="6510777"/>
                <a:ext cx="1363313" cy="69444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0C8EC720-B6FB-3E43-EDD0-17B21009CC88}"/>
                  </a:ext>
                </a:extLst>
              </p:cNvPr>
              <p:cNvSpPr/>
              <p:nvPr/>
            </p:nvSpPr>
            <p:spPr>
              <a:xfrm>
                <a:off x="6068225" y="7045288"/>
                <a:ext cx="1363313" cy="81064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d>
                        <m:d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fPr>
                            <m:num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0C8EC720-B6FB-3E43-EDD0-17B21009C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225" y="7045288"/>
                <a:ext cx="1363313" cy="8106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BC60D9B-F77C-E15E-6F98-886E7492F5E4}"/>
                  </a:ext>
                </a:extLst>
              </p:cNvPr>
              <p:cNvSpPr/>
              <p:nvPr/>
            </p:nvSpPr>
            <p:spPr>
              <a:xfrm>
                <a:off x="6068224" y="7855936"/>
                <a:ext cx="1363313" cy="52212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BC60D9B-F77C-E15E-6F98-886E7492F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224" y="7855936"/>
                <a:ext cx="1363313" cy="52212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2413773A-0D78-3063-7826-ED422D4C0C13}"/>
              </a:ext>
            </a:extLst>
          </p:cNvPr>
          <p:cNvSpPr/>
          <p:nvPr/>
        </p:nvSpPr>
        <p:spPr>
          <a:xfrm>
            <a:off x="5386572" y="5484410"/>
            <a:ext cx="473053" cy="1026367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23794B20-D339-C6D0-60A1-1746FE32AFBF}"/>
                  </a:ext>
                </a:extLst>
              </p:cNvPr>
              <p:cNvSpPr/>
              <p:nvPr/>
            </p:nvSpPr>
            <p:spPr>
              <a:xfrm>
                <a:off x="6117255" y="5698870"/>
                <a:ext cx="1363313" cy="52212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𝑐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23794B20-D339-C6D0-60A1-1746FE32A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255" y="5698870"/>
                <a:ext cx="1363313" cy="52212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648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7" dur="500" fill="hold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8" dur="500" fill="hold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500" fill="hold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1" dur="500" fill="hold"/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2" dur="500" fill="hold"/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3" dur="50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4" dur="50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</p:bldLst>
      </p:timing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7C67-3CB8-A29F-4130-373EA0D8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DCB2DB-701E-3C3B-69A5-DCEE46C9CA46}"/>
              </a:ext>
            </a:extLst>
          </p:cNvPr>
          <p:cNvSpPr/>
          <p:nvPr/>
        </p:nvSpPr>
        <p:spPr>
          <a:xfrm>
            <a:off x="10674219" y="6705280"/>
            <a:ext cx="12260425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this algorithm?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C5D744-1039-936A-547F-272F4CE426E9}"/>
              </a:ext>
            </a:extLst>
          </p:cNvPr>
          <p:cNvSpPr/>
          <p:nvPr/>
        </p:nvSpPr>
        <p:spPr>
          <a:xfrm>
            <a:off x="348317" y="4104056"/>
            <a:ext cx="9128191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if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return</a:t>
            </a:r>
            <a:r>
              <a:rPr lang="en-US" sz="3200" dirty="0">
                <a:solidFill>
                  <a:schemeClr val="bg1"/>
                </a:solidFill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    int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mid+1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B99A32-0F58-EA42-8540-EE9A42C5CF8A}"/>
              </a:ext>
            </a:extLst>
          </p:cNvPr>
          <p:cNvCxnSpPr>
            <a:cxnSpLocks/>
          </p:cNvCxnSpPr>
          <p:nvPr/>
        </p:nvCxnSpPr>
        <p:spPr>
          <a:xfrm>
            <a:off x="5859625" y="3340360"/>
            <a:ext cx="0" cy="10263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65827F-1A7B-6F45-1E63-6EFB33E563BB}"/>
              </a:ext>
            </a:extLst>
          </p:cNvPr>
          <p:cNvCxnSpPr>
            <a:cxnSpLocks/>
          </p:cNvCxnSpPr>
          <p:nvPr/>
        </p:nvCxnSpPr>
        <p:spPr>
          <a:xfrm>
            <a:off x="7206344" y="3340360"/>
            <a:ext cx="0" cy="10263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2374ED-29A4-5B07-F389-FE0CB3F2EC2B}"/>
              </a:ext>
            </a:extLst>
          </p:cNvPr>
          <p:cNvSpPr/>
          <p:nvPr/>
        </p:nvSpPr>
        <p:spPr>
          <a:xfrm>
            <a:off x="5424205" y="2411211"/>
            <a:ext cx="870840" cy="794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02A8E848-DE13-ADAE-96F8-EEB3C38AB173}"/>
                  </a:ext>
                </a:extLst>
              </p:cNvPr>
              <p:cNvSpPr/>
              <p:nvPr/>
            </p:nvSpPr>
            <p:spPr>
              <a:xfrm>
                <a:off x="1907905" y="9906898"/>
                <a:ext cx="1363313" cy="4540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(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)</m:t>
                      </m:r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02A8E848-DE13-ADAE-96F8-EEB3C38AB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905" y="9906898"/>
                <a:ext cx="1363313" cy="454025"/>
              </a:xfrm>
              <a:prstGeom prst="roundRect">
                <a:avLst/>
              </a:prstGeom>
              <a:blipFill>
                <a:blip r:embed="rId3"/>
                <a:stretch>
                  <a:fillRect b="-2381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0CF2333-E33C-5594-7E94-385242242EDE}"/>
                  </a:ext>
                </a:extLst>
              </p:cNvPr>
              <p:cNvSpPr/>
              <p:nvPr/>
            </p:nvSpPr>
            <p:spPr>
              <a:xfrm>
                <a:off x="4143182" y="9786687"/>
                <a:ext cx="1363313" cy="69444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d>
                        <m:dPr>
                          <m:ctrlP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fPr>
                            <m:num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0CF2333-E33C-5594-7E94-385242242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182" y="9786687"/>
                <a:ext cx="1363313" cy="69444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1BA2FFD-B1CD-18FC-A5D3-D85B92FF3789}"/>
                  </a:ext>
                </a:extLst>
              </p:cNvPr>
              <p:cNvSpPr/>
              <p:nvPr/>
            </p:nvSpPr>
            <p:spPr>
              <a:xfrm>
                <a:off x="6841142" y="9728586"/>
                <a:ext cx="1363313" cy="81064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d>
                        <m:d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fPr>
                            <m:num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1BA2FFD-B1CD-18FC-A5D3-D85B92FF3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142" y="9728586"/>
                <a:ext cx="1363313" cy="8106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5302E5F-4D02-A49A-D1F7-11EF3AAFCCD7}"/>
                  </a:ext>
                </a:extLst>
              </p:cNvPr>
              <p:cNvSpPr/>
              <p:nvPr/>
            </p:nvSpPr>
            <p:spPr>
              <a:xfrm>
                <a:off x="9539102" y="9872846"/>
                <a:ext cx="1363313" cy="52212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5302E5F-4D02-A49A-D1F7-11EF3AAFC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102" y="9872846"/>
                <a:ext cx="1363313" cy="52212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C3353D44-D51D-8F3D-1C42-15C2A10BA72B}"/>
              </a:ext>
            </a:extLst>
          </p:cNvPr>
          <p:cNvSpPr/>
          <p:nvPr/>
        </p:nvSpPr>
        <p:spPr>
          <a:xfrm>
            <a:off x="5386572" y="5484410"/>
            <a:ext cx="473053" cy="1026367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9EE1774F-2F85-A44A-B983-2DDC6AFEC995}"/>
                  </a:ext>
                </a:extLst>
              </p:cNvPr>
              <p:cNvSpPr/>
              <p:nvPr/>
            </p:nvSpPr>
            <p:spPr>
              <a:xfrm>
                <a:off x="6117255" y="5698870"/>
                <a:ext cx="1363313" cy="52212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𝑐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9EE1774F-2F85-A44A-B983-2DDC6AFEC9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255" y="5698870"/>
                <a:ext cx="1363313" cy="52212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quals 1">
            <a:extLst>
              <a:ext uri="{FF2B5EF4-FFF2-40B4-BE49-F238E27FC236}">
                <a16:creationId xmlns:a16="http://schemas.microsoft.com/office/drawing/2014/main" id="{34C41642-61BE-6E60-7ABE-3842DCD550A2}"/>
              </a:ext>
            </a:extLst>
          </p:cNvPr>
          <p:cNvSpPr/>
          <p:nvPr/>
        </p:nvSpPr>
        <p:spPr>
          <a:xfrm>
            <a:off x="3478600" y="9827039"/>
            <a:ext cx="457200" cy="613742"/>
          </a:xfrm>
          <a:prstGeom prst="mathEqual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2000" i="1">
              <a:solidFill>
                <a:schemeClr val="tx1"/>
              </a:solidFill>
              <a:latin typeface="Cambria Math" panose="02040503050406030204" pitchFamily="18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Plus 3">
            <a:extLst>
              <a:ext uri="{FF2B5EF4-FFF2-40B4-BE49-F238E27FC236}">
                <a16:creationId xmlns:a16="http://schemas.microsoft.com/office/drawing/2014/main" id="{6A05B415-253D-DAF4-5C5B-9E7DEE11DFEE}"/>
              </a:ext>
            </a:extLst>
          </p:cNvPr>
          <p:cNvSpPr/>
          <p:nvPr/>
        </p:nvSpPr>
        <p:spPr>
          <a:xfrm>
            <a:off x="5713877" y="9706028"/>
            <a:ext cx="919883" cy="855764"/>
          </a:xfrm>
          <a:prstGeom prst="mathPlus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2000" i="1">
              <a:solidFill>
                <a:schemeClr val="tx1"/>
              </a:solidFill>
              <a:latin typeface="Cambria Math" panose="02040503050406030204" pitchFamily="18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Plus 5">
            <a:extLst>
              <a:ext uri="{FF2B5EF4-FFF2-40B4-BE49-F238E27FC236}">
                <a16:creationId xmlns:a16="http://schemas.microsoft.com/office/drawing/2014/main" id="{8AFE7D59-2685-B06F-1431-4CFA6A0BCFFE}"/>
              </a:ext>
            </a:extLst>
          </p:cNvPr>
          <p:cNvSpPr/>
          <p:nvPr/>
        </p:nvSpPr>
        <p:spPr>
          <a:xfrm>
            <a:off x="8411837" y="9706028"/>
            <a:ext cx="919883" cy="855764"/>
          </a:xfrm>
          <a:prstGeom prst="mathPlus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2000" i="1">
              <a:solidFill>
                <a:schemeClr val="tx1"/>
              </a:solidFill>
              <a:latin typeface="Cambria Math" panose="02040503050406030204" pitchFamily="18" charset="0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4AF106C-0133-8C8F-3502-C2F774F40446}"/>
                  </a:ext>
                </a:extLst>
              </p:cNvPr>
              <p:cNvSpPr/>
              <p:nvPr/>
            </p:nvSpPr>
            <p:spPr>
              <a:xfrm>
                <a:off x="6798912" y="2411211"/>
                <a:ext cx="1768617" cy="79454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−1</m:t>
                      </m:r>
                    </m:oMath>
                  </m:oMathPara>
                </a14:m>
                <a:endParaRPr kumimoji="0" lang="en-US" sz="4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4AF106C-0133-8C8F-3502-C2F774F40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912" y="2411211"/>
                <a:ext cx="1768617" cy="794544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68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E39D-CB5B-2056-1C6B-6BB5435B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FE6F027-9541-57BA-C129-BEA625CDAEE2}"/>
              </a:ext>
            </a:extLst>
          </p:cNvPr>
          <p:cNvSpPr/>
          <p:nvPr/>
        </p:nvSpPr>
        <p:spPr>
          <a:xfrm>
            <a:off x="10674219" y="6705280"/>
            <a:ext cx="12260425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this algorithm?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DDF424-0C86-8175-3128-A84010A260F0}"/>
              </a:ext>
            </a:extLst>
          </p:cNvPr>
          <p:cNvSpPr/>
          <p:nvPr/>
        </p:nvSpPr>
        <p:spPr>
          <a:xfrm>
            <a:off x="348317" y="4104056"/>
            <a:ext cx="9128191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if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return</a:t>
            </a:r>
            <a:r>
              <a:rPr lang="en-US" sz="3200" dirty="0">
                <a:solidFill>
                  <a:schemeClr val="bg1"/>
                </a:solidFill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    int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mid+1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9EEEE6-B7EE-F78B-7F90-DD52727EA346}"/>
              </a:ext>
            </a:extLst>
          </p:cNvPr>
          <p:cNvCxnSpPr>
            <a:cxnSpLocks/>
          </p:cNvCxnSpPr>
          <p:nvPr/>
        </p:nvCxnSpPr>
        <p:spPr>
          <a:xfrm>
            <a:off x="5859625" y="3340360"/>
            <a:ext cx="0" cy="10263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281D93-0F71-F413-3AEA-52C17111A1B0}"/>
              </a:ext>
            </a:extLst>
          </p:cNvPr>
          <p:cNvCxnSpPr>
            <a:cxnSpLocks/>
          </p:cNvCxnSpPr>
          <p:nvPr/>
        </p:nvCxnSpPr>
        <p:spPr>
          <a:xfrm>
            <a:off x="7206344" y="3340360"/>
            <a:ext cx="0" cy="10263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163C9F-4828-E9DA-D2A1-51987B35EE22}"/>
              </a:ext>
            </a:extLst>
          </p:cNvPr>
          <p:cNvSpPr/>
          <p:nvPr/>
        </p:nvSpPr>
        <p:spPr>
          <a:xfrm>
            <a:off x="5424205" y="2411211"/>
            <a:ext cx="870840" cy="794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41B7B52-6455-505E-1A18-EC44D8BAAB15}"/>
                  </a:ext>
                </a:extLst>
              </p:cNvPr>
              <p:cNvSpPr/>
              <p:nvPr/>
            </p:nvSpPr>
            <p:spPr>
              <a:xfrm>
                <a:off x="1907905" y="9906898"/>
                <a:ext cx="1363313" cy="4540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(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)</m:t>
                      </m:r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41B7B52-6455-505E-1A18-EC44D8BAAB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905" y="9906898"/>
                <a:ext cx="1363313" cy="454025"/>
              </a:xfrm>
              <a:prstGeom prst="roundRect">
                <a:avLst/>
              </a:prstGeom>
              <a:blipFill>
                <a:blip r:embed="rId3"/>
                <a:stretch>
                  <a:fillRect b="-2381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EDD5180-A7C2-C66B-B9EB-8AF08852D1AA}"/>
                  </a:ext>
                </a:extLst>
              </p:cNvPr>
              <p:cNvSpPr/>
              <p:nvPr/>
            </p:nvSpPr>
            <p:spPr>
              <a:xfrm>
                <a:off x="4143182" y="9786687"/>
                <a:ext cx="1363313" cy="69444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d>
                        <m:dPr>
                          <m:ctrlP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fPr>
                            <m:num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EDD5180-A7C2-C66B-B9EB-8AF08852D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182" y="9786687"/>
                <a:ext cx="1363313" cy="69444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139DF07-75AB-CEEB-2DFE-D036DD4CC418}"/>
                  </a:ext>
                </a:extLst>
              </p:cNvPr>
              <p:cNvSpPr/>
              <p:nvPr/>
            </p:nvSpPr>
            <p:spPr>
              <a:xfrm>
                <a:off x="6841142" y="9728586"/>
                <a:ext cx="1363313" cy="81064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d>
                        <m:d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fPr>
                            <m:num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139DF07-75AB-CEEB-2DFE-D036DD4CC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142" y="9728586"/>
                <a:ext cx="1363313" cy="8106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4ED1BB8-C632-0E4A-B7FE-D1F11BAF709F}"/>
                  </a:ext>
                </a:extLst>
              </p:cNvPr>
              <p:cNvSpPr/>
              <p:nvPr/>
            </p:nvSpPr>
            <p:spPr>
              <a:xfrm>
                <a:off x="9539102" y="9872846"/>
                <a:ext cx="1363313" cy="52212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4ED1BB8-C632-0E4A-B7FE-D1F11BAF7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102" y="9872846"/>
                <a:ext cx="1363313" cy="52212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81ED7406-0031-4B58-FB5E-3EF9E8A73AAA}"/>
              </a:ext>
            </a:extLst>
          </p:cNvPr>
          <p:cNvSpPr/>
          <p:nvPr/>
        </p:nvSpPr>
        <p:spPr>
          <a:xfrm>
            <a:off x="5386572" y="5484410"/>
            <a:ext cx="473053" cy="1026367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8182C6E2-9B6B-7A62-8F35-46798F2BBF0E}"/>
                  </a:ext>
                </a:extLst>
              </p:cNvPr>
              <p:cNvSpPr/>
              <p:nvPr/>
            </p:nvSpPr>
            <p:spPr>
              <a:xfrm>
                <a:off x="4241708" y="11339077"/>
                <a:ext cx="1363313" cy="52212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𝑐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8182C6E2-9B6B-7A62-8F35-46798F2BBF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708" y="11339077"/>
                <a:ext cx="1363313" cy="52212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quals 1">
            <a:extLst>
              <a:ext uri="{FF2B5EF4-FFF2-40B4-BE49-F238E27FC236}">
                <a16:creationId xmlns:a16="http://schemas.microsoft.com/office/drawing/2014/main" id="{AFF220F5-A1E4-6770-CA02-C449B6384CEF}"/>
              </a:ext>
            </a:extLst>
          </p:cNvPr>
          <p:cNvSpPr/>
          <p:nvPr/>
        </p:nvSpPr>
        <p:spPr>
          <a:xfrm>
            <a:off x="3478600" y="9827039"/>
            <a:ext cx="457200" cy="613742"/>
          </a:xfrm>
          <a:prstGeom prst="mathEqual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2000" i="1">
              <a:solidFill>
                <a:schemeClr val="tx1"/>
              </a:solidFill>
              <a:latin typeface="Cambria Math" panose="02040503050406030204" pitchFamily="18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Plus 3">
            <a:extLst>
              <a:ext uri="{FF2B5EF4-FFF2-40B4-BE49-F238E27FC236}">
                <a16:creationId xmlns:a16="http://schemas.microsoft.com/office/drawing/2014/main" id="{0BF138AB-F8AD-3A50-29DE-C82E6ADB7A43}"/>
              </a:ext>
            </a:extLst>
          </p:cNvPr>
          <p:cNvSpPr/>
          <p:nvPr/>
        </p:nvSpPr>
        <p:spPr>
          <a:xfrm>
            <a:off x="5713877" y="9706028"/>
            <a:ext cx="919883" cy="855764"/>
          </a:xfrm>
          <a:prstGeom prst="mathPlus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2000" i="1">
              <a:solidFill>
                <a:schemeClr val="tx1"/>
              </a:solidFill>
              <a:latin typeface="Cambria Math" panose="02040503050406030204" pitchFamily="18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Plus 5">
            <a:extLst>
              <a:ext uri="{FF2B5EF4-FFF2-40B4-BE49-F238E27FC236}">
                <a16:creationId xmlns:a16="http://schemas.microsoft.com/office/drawing/2014/main" id="{EBA4C0E8-359F-2CB4-C1E0-7A9F0E05F471}"/>
              </a:ext>
            </a:extLst>
          </p:cNvPr>
          <p:cNvSpPr/>
          <p:nvPr/>
        </p:nvSpPr>
        <p:spPr>
          <a:xfrm>
            <a:off x="8411837" y="9706028"/>
            <a:ext cx="919883" cy="855764"/>
          </a:xfrm>
          <a:prstGeom prst="mathPlus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2000" i="1">
              <a:solidFill>
                <a:schemeClr val="tx1"/>
              </a:solidFill>
              <a:latin typeface="Cambria Math" panose="02040503050406030204" pitchFamily="18" charset="0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C3F771A-FF27-CF40-1135-D72D6DF06CAB}"/>
                  </a:ext>
                </a:extLst>
              </p:cNvPr>
              <p:cNvSpPr/>
              <p:nvPr/>
            </p:nvSpPr>
            <p:spPr>
              <a:xfrm>
                <a:off x="1907904" y="11373129"/>
                <a:ext cx="1363313" cy="4540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𝑇</m:t>
                      </m:r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(1)</m:t>
                      </m:r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C3F771A-FF27-CF40-1135-D72D6DF06C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904" y="11373129"/>
                <a:ext cx="1363313" cy="454025"/>
              </a:xfrm>
              <a:prstGeom prst="roundRect">
                <a:avLst/>
              </a:prstGeom>
              <a:blipFill>
                <a:blip r:embed="rId8"/>
                <a:stretch>
                  <a:fillRect b="-2439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Equals 17">
            <a:extLst>
              <a:ext uri="{FF2B5EF4-FFF2-40B4-BE49-F238E27FC236}">
                <a16:creationId xmlns:a16="http://schemas.microsoft.com/office/drawing/2014/main" id="{0B569123-CF7B-EEE0-9105-E6049CA05387}"/>
              </a:ext>
            </a:extLst>
          </p:cNvPr>
          <p:cNvSpPr/>
          <p:nvPr/>
        </p:nvSpPr>
        <p:spPr>
          <a:xfrm>
            <a:off x="3527862" y="11293270"/>
            <a:ext cx="457200" cy="613742"/>
          </a:xfrm>
          <a:prstGeom prst="mathEqual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2000" i="1">
              <a:solidFill>
                <a:schemeClr val="tx1"/>
              </a:solidFill>
              <a:latin typeface="Cambria Math" panose="02040503050406030204" pitchFamily="18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07CC22-3B75-C754-CB40-381C9A98DA40}"/>
              </a:ext>
            </a:extLst>
          </p:cNvPr>
          <p:cNvSpPr/>
          <p:nvPr/>
        </p:nvSpPr>
        <p:spPr>
          <a:xfrm>
            <a:off x="10674219" y="10216541"/>
            <a:ext cx="1226042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This is a recurrence relation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We need </a:t>
            </a:r>
            <a:r>
              <a:rPr lang="en-US" sz="4400">
                <a:solidFill>
                  <a:schemeClr val="bg1"/>
                </a:solidFill>
                <a:latin typeface="Bradley Hand" pitchFamily="2" charset="77"/>
              </a:rPr>
              <a:t>to solve 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it to find the running time of </a:t>
            </a:r>
            <a:r>
              <a:rPr lang="en-US" sz="4400" dirty="0" err="1">
                <a:solidFill>
                  <a:schemeClr val="bg1"/>
                </a:solidFill>
                <a:latin typeface="Bradley Hand" pitchFamily="2" charset="77"/>
              </a:rPr>
              <a:t>mergerSort</a:t>
            </a:r>
            <a:endParaRPr lang="en-US" sz="4400" dirty="0">
              <a:solidFill>
                <a:schemeClr val="bg1"/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8702782-3B94-9A93-5A3B-1B752415A17D}"/>
                  </a:ext>
                </a:extLst>
              </p:cNvPr>
              <p:cNvSpPr/>
              <p:nvPr/>
            </p:nvSpPr>
            <p:spPr>
              <a:xfrm>
                <a:off x="6798912" y="2411211"/>
                <a:ext cx="1768617" cy="79454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𝑛</m:t>
                      </m:r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−1</m:t>
                      </m:r>
                    </m:oMath>
                  </m:oMathPara>
                </a14:m>
                <a:endParaRPr kumimoji="0" lang="en-US" sz="4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8702782-3B94-9A93-5A3B-1B752415A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912" y="2411211"/>
                <a:ext cx="1768617" cy="794544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04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94BF6-ED58-21EB-0E48-83AE28D43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1E32C6C3-A140-7B1F-0ABF-F0D616F74218}"/>
                  </a:ext>
                </a:extLst>
              </p:cNvPr>
              <p:cNvSpPr/>
              <p:nvPr/>
            </p:nvSpPr>
            <p:spPr>
              <a:xfrm>
                <a:off x="698434" y="1033595"/>
                <a:ext cx="22987131" cy="79769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b="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1E32C6C3-A140-7B1F-0ABF-F0D616F742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1033595"/>
                <a:ext cx="22987131" cy="79769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721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C38E9-E624-A8E1-3858-2651C4B4D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AE4C0236-98A9-18E1-F861-62629BAC5D60}"/>
                  </a:ext>
                </a:extLst>
              </p:cNvPr>
              <p:cNvSpPr/>
              <p:nvPr/>
            </p:nvSpPr>
            <p:spPr>
              <a:xfrm>
                <a:off x="698434" y="847586"/>
                <a:ext cx="22987131" cy="834895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	</a:t>
                </a: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AE4C0236-98A9-18E1-F861-62629BAC5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847586"/>
                <a:ext cx="22987131" cy="834895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377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D105-8E10-D817-E37D-4B81517D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86BDCB71-B5AE-3D85-6241-89677FDBC42B}"/>
                  </a:ext>
                </a:extLst>
              </p:cNvPr>
              <p:cNvSpPr/>
              <p:nvPr/>
            </p:nvSpPr>
            <p:spPr>
              <a:xfrm>
                <a:off x="698434" y="661577"/>
                <a:ext cx="22987131" cy="872096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</a:t>
                </a: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86BDCB71-B5AE-3D85-6241-89677FDBC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661577"/>
                <a:ext cx="22987131" cy="872096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4706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DAAD-C20D-5275-46F1-CA0D3D03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1FCC433C-FAF4-C56E-CBE3-BA4AF88664CE}"/>
                  </a:ext>
                </a:extLst>
              </p:cNvPr>
              <p:cNvSpPr/>
              <p:nvPr/>
            </p:nvSpPr>
            <p:spPr>
              <a:xfrm>
                <a:off x="698434" y="475568"/>
                <a:ext cx="22987131" cy="909298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b="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</a:t>
                </a: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1FCC433C-FAF4-C56E-CBE3-BA4AF88664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475568"/>
                <a:ext cx="22987131" cy="909298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313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A12E2-5EB9-1A28-975A-DD5DEA32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BA9321C2-6C89-C61E-6DAB-9408FB39A3E4}"/>
                  </a:ext>
                </a:extLst>
              </p:cNvPr>
              <p:cNvSpPr/>
              <p:nvPr/>
            </p:nvSpPr>
            <p:spPr>
              <a:xfrm>
                <a:off x="698434" y="289560"/>
                <a:ext cx="22987131" cy="946500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b="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</a:t>
                </a: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BA9321C2-6C89-C61E-6DAB-9408FB39A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289560"/>
                <a:ext cx="22987131" cy="94650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8F13814-3693-3A3E-BEF5-5BCC21858167}"/>
              </a:ext>
            </a:extLst>
          </p:cNvPr>
          <p:cNvSpPr/>
          <p:nvPr/>
        </p:nvSpPr>
        <p:spPr>
          <a:xfrm>
            <a:off x="5835519" y="11124880"/>
            <a:ext cx="12260425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Do you see the pattern?</a:t>
            </a:r>
          </a:p>
        </p:txBody>
      </p:sp>
    </p:spTree>
    <p:extLst>
      <p:ext uri="{BB962C8B-B14F-4D97-AF65-F5344CB8AC3E}">
        <p14:creationId xmlns:p14="http://schemas.microsoft.com/office/powerpoint/2010/main" val="4121054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BDFE-1217-036B-CD3F-0F038B9D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970E6C67-4D5B-43E9-EE60-91ED06443009}"/>
                  </a:ext>
                </a:extLst>
              </p:cNvPr>
              <p:cNvSpPr/>
              <p:nvPr/>
            </p:nvSpPr>
            <p:spPr>
              <a:xfrm>
                <a:off x="698434" y="103551"/>
                <a:ext cx="22987131" cy="983701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b="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𝑘𝑛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970E6C67-4D5B-43E9-EE60-91ED064430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103551"/>
                <a:ext cx="22987131" cy="983701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9257BD0-97B8-31A7-5CB5-CFB123F17130}"/>
                  </a:ext>
                </a:extLst>
              </p:cNvPr>
              <p:cNvSpPr/>
              <p:nvPr/>
            </p:nvSpPr>
            <p:spPr>
              <a:xfrm>
                <a:off x="698435" y="10501023"/>
                <a:ext cx="22987130" cy="211036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But this cannot continue forever. We must stop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as that is our base case.</a:t>
                </a: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9257BD0-97B8-31A7-5CB5-CFB123F17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5" y="10501023"/>
                <a:ext cx="22987130" cy="2110365"/>
              </a:xfrm>
              <a:prstGeom prst="roundRect">
                <a:avLst/>
              </a:prstGeom>
              <a:blipFill>
                <a:blip r:embed="rId3"/>
                <a:stretch>
                  <a:fillRect l="-55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002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A78D1-9792-D4C2-2F42-5474662E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9964CD0C-7493-9ABC-C1D1-47765C088207}"/>
                  </a:ext>
                </a:extLst>
              </p:cNvPr>
              <p:cNvSpPr/>
              <p:nvPr/>
            </p:nvSpPr>
            <p:spPr>
              <a:xfrm>
                <a:off x="698434" y="364397"/>
                <a:ext cx="22987131" cy="1136871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b="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𝑘𝑛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sz="4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400" b="0" i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9964CD0C-7493-9ABC-C1D1-47765C0882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364397"/>
                <a:ext cx="22987131" cy="1136871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298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9D2B-A85C-C3A6-C46F-5C41B53B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2C70ADBE-8AEC-5F70-D365-91D31593296F}"/>
                  </a:ext>
                </a:extLst>
              </p:cNvPr>
              <p:cNvSpPr/>
              <p:nvPr/>
            </p:nvSpPr>
            <p:spPr>
              <a:xfrm>
                <a:off x="698434" y="364397"/>
                <a:ext cx="22987131" cy="1136871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b="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𝑘𝑛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sz="4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400" b="0" i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2C70ADBE-8AEC-5F70-D365-91D3159329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364397"/>
                <a:ext cx="22987131" cy="1136871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114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CC99-B985-F656-4AB1-F6B46D97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box">
                <a:extLst>
                  <a:ext uri="{FF2B5EF4-FFF2-40B4-BE49-F238E27FC236}">
                    <a16:creationId xmlns:a16="http://schemas.microsoft.com/office/drawing/2014/main" id="{1CCD97F5-8316-7894-D69E-E3CEDEF9603A}"/>
                  </a:ext>
                </a:extLst>
              </p:cNvPr>
              <p:cNvSpPr/>
              <p:nvPr/>
            </p:nvSpPr>
            <p:spPr>
              <a:xfrm>
                <a:off x="698434" y="364397"/>
                <a:ext cx="22987131" cy="1136871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4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b="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𝑘𝑛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sz="4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400" b="0" i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4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lvl="1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1CCD97F5-8316-7894-D69E-E3CEDEF960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4" y="364397"/>
                <a:ext cx="22987131" cy="1136871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3497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FFD2046-3971-1AD4-7740-5778F495E000}"/>
              </a:ext>
            </a:extLst>
          </p:cNvPr>
          <p:cNvSpPr/>
          <p:nvPr/>
        </p:nvSpPr>
        <p:spPr>
          <a:xfrm>
            <a:off x="348317" y="4104056"/>
            <a:ext cx="9128191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int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if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return</a:t>
            </a:r>
            <a:r>
              <a:rPr lang="en-US" sz="3200" dirty="0">
                <a:solidFill>
                  <a:schemeClr val="bg1"/>
                </a:solidFill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ea typeface="Cambria Math" panose="02040503050406030204" pitchFamily="18" charset="0"/>
              </a:rPr>
              <a:t>    int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mergeSort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mid+1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63AE31-7C4E-5653-FC24-4D9FB58FB898}"/>
              </a:ext>
            </a:extLst>
          </p:cNvPr>
          <p:cNvSpPr/>
          <p:nvPr/>
        </p:nvSpPr>
        <p:spPr>
          <a:xfrm>
            <a:off x="10080661" y="3729486"/>
            <a:ext cx="12260425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best case and worst running time of </a:t>
            </a:r>
            <a:r>
              <a:rPr lang="en-US" sz="440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Merge Sort</a:t>
            </a:r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8FE0381-33A3-1039-F881-670E5F1EFB05}"/>
              </a:ext>
            </a:extLst>
          </p:cNvPr>
          <p:cNvSpPr/>
          <p:nvPr/>
        </p:nvSpPr>
        <p:spPr>
          <a:xfrm>
            <a:off x="10080660" y="5876709"/>
            <a:ext cx="12260425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Both are O(n log 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68A312-423B-CC2F-1CF9-550C3A92AA4D}"/>
              </a:ext>
            </a:extLst>
          </p:cNvPr>
          <p:cNvSpPr/>
          <p:nvPr/>
        </p:nvSpPr>
        <p:spPr>
          <a:xfrm>
            <a:off x="10080660" y="7462493"/>
            <a:ext cx="12260425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Average case is also O(n log n)</a:t>
            </a:r>
          </a:p>
        </p:txBody>
      </p:sp>
    </p:spTree>
    <p:extLst>
      <p:ext uri="{BB962C8B-B14F-4D97-AF65-F5344CB8AC3E}">
        <p14:creationId xmlns:p14="http://schemas.microsoft.com/office/powerpoint/2010/main" val="4218562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8781</TotalTime>
  <Words>7975</Words>
  <Application>Microsoft Macintosh PowerPoint</Application>
  <PresentationFormat>Custom</PresentationFormat>
  <Paragraphs>2101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1179</cp:revision>
  <dcterms:modified xsi:type="dcterms:W3CDTF">2026-08-17T17:41:58Z</dcterms:modified>
</cp:coreProperties>
</file>