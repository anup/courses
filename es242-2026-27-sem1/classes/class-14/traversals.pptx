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7"/>
  </p:notesMasterIdLst>
  <p:sldIdLst>
    <p:sldId id="558" r:id="rId2"/>
    <p:sldId id="559" r:id="rId3"/>
    <p:sldId id="564" r:id="rId4"/>
    <p:sldId id="565" r:id="rId5"/>
    <p:sldId id="566" r:id="rId6"/>
    <p:sldId id="567" r:id="rId7"/>
    <p:sldId id="568" r:id="rId8"/>
    <p:sldId id="569" r:id="rId9"/>
    <p:sldId id="570" r:id="rId10"/>
    <p:sldId id="572" r:id="rId11"/>
    <p:sldId id="573" r:id="rId12"/>
    <p:sldId id="580" r:id="rId13"/>
    <p:sldId id="582" r:id="rId14"/>
    <p:sldId id="571" r:id="rId15"/>
    <p:sldId id="574" r:id="rId16"/>
    <p:sldId id="575" r:id="rId17"/>
    <p:sldId id="576" r:id="rId18"/>
    <p:sldId id="577" r:id="rId19"/>
    <p:sldId id="578" r:id="rId20"/>
    <p:sldId id="579" r:id="rId21"/>
    <p:sldId id="584" r:id="rId22"/>
    <p:sldId id="585" r:id="rId23"/>
    <p:sldId id="586" r:id="rId24"/>
    <p:sldId id="587" r:id="rId25"/>
    <p:sldId id="588" r:id="rId26"/>
    <p:sldId id="589" r:id="rId27"/>
    <p:sldId id="590" r:id="rId28"/>
    <p:sldId id="591" r:id="rId29"/>
    <p:sldId id="592" r:id="rId30"/>
    <p:sldId id="593" r:id="rId31"/>
    <p:sldId id="594" r:id="rId32"/>
    <p:sldId id="595" r:id="rId33"/>
    <p:sldId id="596" r:id="rId34"/>
    <p:sldId id="597" r:id="rId35"/>
    <p:sldId id="598" r:id="rId36"/>
    <p:sldId id="599" r:id="rId37"/>
    <p:sldId id="600" r:id="rId38"/>
    <p:sldId id="601" r:id="rId39"/>
    <p:sldId id="602" r:id="rId40"/>
    <p:sldId id="603" r:id="rId41"/>
    <p:sldId id="604" r:id="rId42"/>
    <p:sldId id="606" r:id="rId43"/>
    <p:sldId id="607" r:id="rId44"/>
    <p:sldId id="608" r:id="rId45"/>
    <p:sldId id="609" r:id="rId46"/>
    <p:sldId id="610" r:id="rId47"/>
    <p:sldId id="611" r:id="rId48"/>
    <p:sldId id="612" r:id="rId49"/>
    <p:sldId id="613" r:id="rId50"/>
    <p:sldId id="614" r:id="rId51"/>
    <p:sldId id="615" r:id="rId52"/>
    <p:sldId id="616" r:id="rId53"/>
    <p:sldId id="617" r:id="rId54"/>
    <p:sldId id="605" r:id="rId55"/>
    <p:sldId id="619" r:id="rId56"/>
    <p:sldId id="620" r:id="rId57"/>
    <p:sldId id="618" r:id="rId58"/>
    <p:sldId id="621" r:id="rId59"/>
    <p:sldId id="622" r:id="rId60"/>
    <p:sldId id="623" r:id="rId61"/>
    <p:sldId id="624" r:id="rId62"/>
    <p:sldId id="631" r:id="rId63"/>
    <p:sldId id="625" r:id="rId64"/>
    <p:sldId id="626" r:id="rId65"/>
    <p:sldId id="627" r:id="rId66"/>
    <p:sldId id="628" r:id="rId67"/>
    <p:sldId id="629" r:id="rId68"/>
    <p:sldId id="630" r:id="rId69"/>
    <p:sldId id="656" r:id="rId70"/>
    <p:sldId id="657" r:id="rId71"/>
    <p:sldId id="658" r:id="rId72"/>
    <p:sldId id="659" r:id="rId73"/>
    <p:sldId id="660" r:id="rId74"/>
    <p:sldId id="661" r:id="rId75"/>
    <p:sldId id="663" r:id="rId76"/>
    <p:sldId id="662" r:id="rId77"/>
    <p:sldId id="633" r:id="rId78"/>
    <p:sldId id="634" r:id="rId79"/>
    <p:sldId id="635" r:id="rId80"/>
    <p:sldId id="636" r:id="rId81"/>
    <p:sldId id="637" r:id="rId82"/>
    <p:sldId id="638" r:id="rId83"/>
    <p:sldId id="639" r:id="rId84"/>
    <p:sldId id="640" r:id="rId85"/>
    <p:sldId id="641" r:id="rId86"/>
    <p:sldId id="642" r:id="rId87"/>
    <p:sldId id="643" r:id="rId88"/>
    <p:sldId id="644" r:id="rId89"/>
    <p:sldId id="690" r:id="rId90"/>
    <p:sldId id="691" r:id="rId91"/>
    <p:sldId id="646" r:id="rId92"/>
    <p:sldId id="647" r:id="rId93"/>
    <p:sldId id="648" r:id="rId94"/>
    <p:sldId id="649" r:id="rId95"/>
    <p:sldId id="650" r:id="rId96"/>
    <p:sldId id="651" r:id="rId97"/>
    <p:sldId id="653" r:id="rId98"/>
    <p:sldId id="654" r:id="rId99"/>
    <p:sldId id="655" r:id="rId100"/>
    <p:sldId id="664" r:id="rId101"/>
    <p:sldId id="665" r:id="rId102"/>
    <p:sldId id="666" r:id="rId103"/>
    <p:sldId id="667" r:id="rId104"/>
    <p:sldId id="668" r:id="rId105"/>
    <p:sldId id="669" r:id="rId106"/>
    <p:sldId id="670" r:id="rId107"/>
    <p:sldId id="256" r:id="rId108"/>
    <p:sldId id="671" r:id="rId109"/>
    <p:sldId id="672" r:id="rId110"/>
    <p:sldId id="673" r:id="rId111"/>
    <p:sldId id="674" r:id="rId112"/>
    <p:sldId id="675" r:id="rId113"/>
    <p:sldId id="676" r:id="rId114"/>
    <p:sldId id="677" r:id="rId115"/>
    <p:sldId id="678" r:id="rId116"/>
    <p:sldId id="689" r:id="rId117"/>
    <p:sldId id="684" r:id="rId118"/>
    <p:sldId id="679" r:id="rId119"/>
    <p:sldId id="680" r:id="rId120"/>
    <p:sldId id="682" r:id="rId121"/>
    <p:sldId id="683" r:id="rId122"/>
    <p:sldId id="685" r:id="rId123"/>
    <p:sldId id="686" r:id="rId124"/>
    <p:sldId id="687" r:id="rId125"/>
    <p:sldId id="688" r:id="rId12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CEF2"/>
    <a:srgbClr val="941651"/>
    <a:srgbClr val="424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62"/>
    <p:restoredTop sz="93610"/>
  </p:normalViewPr>
  <p:slideViewPr>
    <p:cSldViewPr snapToGrid="0">
      <p:cViewPr varScale="1">
        <p:scale>
          <a:sx n="63" d="100"/>
          <a:sy n="63" d="100"/>
        </p:scale>
        <p:origin x="208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4099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CCD45-FE67-BE89-062A-0147B3AAA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DF7F0D-CCA7-7513-7C04-7DE71FA6F2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030E00-7EC3-F9E7-AE23-BA40A86064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3496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FD438-31AF-F557-B1B8-BE027FABB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6CF24E-C8A1-2ECF-BDEE-43A99D30BC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5C15E2-4B0D-73CE-6EB1-7477C581CF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8680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CE25D-9A48-F2A7-9EA1-E25E8C867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4A4637-3D2F-DF0A-33B8-FA1BE29C6A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E7229F-37D4-A5DC-F0DB-4CEB156C63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3781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4D350-1732-D358-F930-D160BB0FD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BD848B-8862-05E2-9B6F-4D8406ADE0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FC0366-5FFA-E580-22D4-BC262A543F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4888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1087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B2C42-1A22-ABA9-269F-63581B141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7F73BF-4854-BFEA-EEE9-3F8B179747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D68307-C304-BF48-332E-21B7299BFD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3502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C03F7-DA6B-0C2E-6667-13DE92F96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AD9A3B-7F03-2B0E-023C-917CBC8355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660DE8-54E6-1FD4-E5C2-B4CF9F04F2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95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>
            <a:spLocks noGrp="1"/>
          </p:cNvSpPr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23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Bowl of pappardelle pasta with parsley butter, roasted hazelnuts and shaved parmesan cheese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7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8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0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1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10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Agenda Subtitle</a:t>
            </a:r>
          </a:p>
        </p:txBody>
      </p:sp>
      <p:sp>
        <p:nvSpPr>
          <p:cNvPr id="11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Fact information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Attribution</a:t>
            </a:r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 and chopsticks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" name="Bowl with salmon cakes, salad and houmous 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Bowl of pappardelle pasta with parsley butter, roasted hazelnuts and shaved parmesan cheese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61595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9.png"/><Relationship Id="rId7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ndy: A problem on leetcode">
            <a:extLst>
              <a:ext uri="{FF2B5EF4-FFF2-40B4-BE49-F238E27FC236}">
                <a16:creationId xmlns:a16="http://schemas.microsoft.com/office/drawing/2014/main" id="{0D4094CE-C2B7-1651-6871-F9F2FE298CB9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r>
              <a:rPr lang="en-US" sz="17300" dirty="0">
                <a:latin typeface="Chalkduster" panose="03050602040202020205" pitchFamily="66" charset="77"/>
                <a:cs typeface="Fave Script Bold Pro" panose="020F0502020204030204" pitchFamily="34" charset="0"/>
              </a:rPr>
              <a:t>Tree Traversals</a:t>
            </a:r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22100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88D5B51-2BC6-1531-1415-0CB0B682C6B4}"/>
              </a:ext>
            </a:extLst>
          </p:cNvPr>
          <p:cNvSpPr/>
          <p:nvPr/>
        </p:nvSpPr>
        <p:spPr>
          <a:xfrm>
            <a:off x="12573367" y="34435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802A300-5F55-A4E7-8AF8-9E941F83BA42}"/>
              </a:ext>
            </a:extLst>
          </p:cNvPr>
          <p:cNvSpPr/>
          <p:nvPr/>
        </p:nvSpPr>
        <p:spPr>
          <a:xfrm>
            <a:off x="15549305" y="148766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5194215-543D-6EF7-90E7-64932496389E}"/>
              </a:ext>
            </a:extLst>
          </p:cNvPr>
          <p:cNvSpPr/>
          <p:nvPr/>
        </p:nvSpPr>
        <p:spPr>
          <a:xfrm>
            <a:off x="18760037" y="34435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DED876-FF34-51E9-A9D1-A98E3D60CDA0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 flipH="1">
            <a:off x="13293367" y="2800466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2693BA5-602A-7649-5AAE-E6230CBF88EF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>
            <a:off x="16269305" y="2800466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945D7DE7-4086-432D-65CE-1728B34C8D85}"/>
              </a:ext>
            </a:extLst>
          </p:cNvPr>
          <p:cNvSpPr/>
          <p:nvPr/>
        </p:nvSpPr>
        <p:spPr>
          <a:xfrm>
            <a:off x="17369903" y="548555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4F042A2-D4BB-FE06-8BC3-9799DC9B7B5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 flipH="1">
            <a:off x="18089903" y="4756316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1F9CD36F-0B8B-E4DF-C2DB-277E180E6F59}"/>
              </a:ext>
            </a:extLst>
          </p:cNvPr>
          <p:cNvSpPr/>
          <p:nvPr/>
        </p:nvSpPr>
        <p:spPr>
          <a:xfrm>
            <a:off x="10824406" y="548555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80506AC-0DA3-A8E8-EE14-44714BD4DD75}"/>
              </a:ext>
            </a:extLst>
          </p:cNvPr>
          <p:cNvCxnSpPr>
            <a:cxnSpLocks/>
            <a:stCxn id="2" idx="4"/>
            <a:endCxn id="9" idx="0"/>
          </p:cNvCxnSpPr>
          <p:nvPr/>
        </p:nvCxnSpPr>
        <p:spPr>
          <a:xfrm flipH="1">
            <a:off x="11544406" y="4756316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2656BF20-4DCF-9C74-A4CE-CC477E57A069}"/>
              </a:ext>
            </a:extLst>
          </p:cNvPr>
          <p:cNvSpPr/>
          <p:nvPr/>
        </p:nvSpPr>
        <p:spPr>
          <a:xfrm>
            <a:off x="15549305" y="78401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199800-F078-F59F-0776-BEAF4B0D8D32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16269305" y="6798355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8366507E-6AD4-CF0E-B2C6-7D53EA0E6EA1}"/>
              </a:ext>
            </a:extLst>
          </p:cNvPr>
          <p:cNvSpPr/>
          <p:nvPr/>
        </p:nvSpPr>
        <p:spPr>
          <a:xfrm>
            <a:off x="12573367" y="344351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FB3BF44-B720-4057-F4D0-7342C02A19B4}"/>
              </a:ext>
            </a:extLst>
          </p:cNvPr>
          <p:cNvSpPr/>
          <p:nvPr/>
        </p:nvSpPr>
        <p:spPr>
          <a:xfrm>
            <a:off x="15549305" y="148766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49C664A-1A08-5EB4-B254-3C69C0F738EB}"/>
              </a:ext>
            </a:extLst>
          </p:cNvPr>
          <p:cNvSpPr/>
          <p:nvPr/>
        </p:nvSpPr>
        <p:spPr>
          <a:xfrm>
            <a:off x="18760037" y="34435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1884D2E-DC9C-D4B2-99BE-F36018F00DD5}"/>
              </a:ext>
            </a:extLst>
          </p:cNvPr>
          <p:cNvSpPr/>
          <p:nvPr/>
        </p:nvSpPr>
        <p:spPr>
          <a:xfrm>
            <a:off x="17369903" y="548555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0B6210B-04D7-772E-E819-DC06D341C4A4}"/>
              </a:ext>
            </a:extLst>
          </p:cNvPr>
          <p:cNvSpPr/>
          <p:nvPr/>
        </p:nvSpPr>
        <p:spPr>
          <a:xfrm>
            <a:off x="10824406" y="548555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0D4EB7D-CA9A-6F8D-861C-0BF198BC4B45}"/>
              </a:ext>
            </a:extLst>
          </p:cNvPr>
          <p:cNvSpPr/>
          <p:nvPr/>
        </p:nvSpPr>
        <p:spPr>
          <a:xfrm>
            <a:off x="15549305" y="78401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FC97BC8-8AF4-9688-D4DC-A7C884871463}"/>
              </a:ext>
            </a:extLst>
          </p:cNvPr>
          <p:cNvSpPr/>
          <p:nvPr/>
        </p:nvSpPr>
        <p:spPr>
          <a:xfrm>
            <a:off x="13942674" y="548555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8245E41-E325-0FB0-3436-1486CFDC454C}"/>
              </a:ext>
            </a:extLst>
          </p:cNvPr>
          <p:cNvCxnSpPr>
            <a:cxnSpLocks/>
            <a:stCxn id="32" idx="0"/>
            <a:endCxn id="2" idx="4"/>
          </p:cNvCxnSpPr>
          <p:nvPr/>
        </p:nvCxnSpPr>
        <p:spPr>
          <a:xfrm flipH="1" flipV="1">
            <a:off x="13293367" y="4756316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71F4A762-2BA9-BB62-D56A-C8BABB12FB7D}"/>
              </a:ext>
            </a:extLst>
          </p:cNvPr>
          <p:cNvSpPr/>
          <p:nvPr/>
        </p:nvSpPr>
        <p:spPr>
          <a:xfrm>
            <a:off x="13942674" y="548555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37" name="Triangle 36">
            <a:extLst>
              <a:ext uri="{FF2B5EF4-FFF2-40B4-BE49-F238E27FC236}">
                <a16:creationId xmlns:a16="http://schemas.microsoft.com/office/drawing/2014/main" id="{6725E4E7-075E-8DE4-DAA7-CA0A39581FAA}"/>
              </a:ext>
            </a:extLst>
          </p:cNvPr>
          <p:cNvSpPr/>
          <p:nvPr/>
        </p:nvSpPr>
        <p:spPr>
          <a:xfrm>
            <a:off x="7881518" y="-317665"/>
            <a:ext cx="16502482" cy="10147960"/>
          </a:xfrm>
          <a:prstGeom prst="triangle">
            <a:avLst/>
          </a:prstGeom>
          <a:solidFill>
            <a:schemeClr val="accent4">
              <a:lumMod val="20000"/>
              <a:lumOff val="80000"/>
              <a:alpha val="57813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!!box">
            <a:extLst>
              <a:ext uri="{FF2B5EF4-FFF2-40B4-BE49-F238E27FC236}">
                <a16:creationId xmlns:a16="http://schemas.microsoft.com/office/drawing/2014/main" id="{4108B698-31BB-1B69-5157-4820B77CC200}"/>
              </a:ext>
            </a:extLst>
          </p:cNvPr>
          <p:cNvSpPr/>
          <p:nvPr/>
        </p:nvSpPr>
        <p:spPr>
          <a:xfrm>
            <a:off x="665432" y="850189"/>
            <a:ext cx="8169265" cy="556861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“%d”,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167623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9" grpId="0" animBg="1"/>
      <p:bldP spid="11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2" grpId="0" animBg="1"/>
      <p:bldP spid="36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4FAE3-0BC5-5197-C339-F3D7D623B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F355F7AE-FC7F-9EBF-5917-714052992E55}"/>
              </a:ext>
            </a:extLst>
          </p:cNvPr>
          <p:cNvSpPr/>
          <p:nvPr/>
        </p:nvSpPr>
        <p:spPr>
          <a:xfrm>
            <a:off x="12573367" y="34435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0155D29-9127-84BF-EBAF-FA6BE2C74517}"/>
              </a:ext>
            </a:extLst>
          </p:cNvPr>
          <p:cNvSpPr/>
          <p:nvPr/>
        </p:nvSpPr>
        <p:spPr>
          <a:xfrm>
            <a:off x="15549305" y="148766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FC31542-6B1D-38CA-F305-23CBF4A34ADB}"/>
              </a:ext>
            </a:extLst>
          </p:cNvPr>
          <p:cNvSpPr/>
          <p:nvPr/>
        </p:nvSpPr>
        <p:spPr>
          <a:xfrm>
            <a:off x="18760037" y="34435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8991BFD-D1C6-6FD8-B6E8-CEC0809036BF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 flipH="1">
            <a:off x="13293367" y="2800466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3AD979D-D6A7-C16F-DEF8-5331A423E22F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>
            <a:off x="16269305" y="2800466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67D6E30B-CF18-E940-550C-23A6A8B31695}"/>
              </a:ext>
            </a:extLst>
          </p:cNvPr>
          <p:cNvSpPr/>
          <p:nvPr/>
        </p:nvSpPr>
        <p:spPr>
          <a:xfrm>
            <a:off x="17369903" y="548555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2326DB-912E-325D-B678-031DB2DC0DBF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 flipH="1">
            <a:off x="18089903" y="4756316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959F6383-1F75-2E3C-F045-7DB02FCFC0BB}"/>
              </a:ext>
            </a:extLst>
          </p:cNvPr>
          <p:cNvSpPr/>
          <p:nvPr/>
        </p:nvSpPr>
        <p:spPr>
          <a:xfrm>
            <a:off x="10824406" y="548555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D3EB16-9D0E-CB2F-3788-5B014C90182E}"/>
              </a:ext>
            </a:extLst>
          </p:cNvPr>
          <p:cNvCxnSpPr>
            <a:cxnSpLocks/>
            <a:stCxn id="2" idx="4"/>
            <a:endCxn id="9" idx="0"/>
          </p:cNvCxnSpPr>
          <p:nvPr/>
        </p:nvCxnSpPr>
        <p:spPr>
          <a:xfrm flipH="1">
            <a:off x="11544406" y="4756316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FA9A102A-8C42-D684-6377-8820422DA474}"/>
              </a:ext>
            </a:extLst>
          </p:cNvPr>
          <p:cNvSpPr/>
          <p:nvPr/>
        </p:nvSpPr>
        <p:spPr>
          <a:xfrm>
            <a:off x="15549305" y="78401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0060620-5E12-6521-1FB1-A44EF33F3E52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16269305" y="6798355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!!box">
            <a:extLst>
              <a:ext uri="{FF2B5EF4-FFF2-40B4-BE49-F238E27FC236}">
                <a16:creationId xmlns:a16="http://schemas.microsoft.com/office/drawing/2014/main" id="{253B0FA5-3D8B-4A77-1B62-9A1B7FDB919B}"/>
              </a:ext>
            </a:extLst>
          </p:cNvPr>
          <p:cNvSpPr/>
          <p:nvPr/>
        </p:nvSpPr>
        <p:spPr>
          <a:xfrm>
            <a:off x="665432" y="850189"/>
            <a:ext cx="8169265" cy="556861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“%d”,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54857F4-B649-48E9-BC95-6AA6BA1AB0D9}"/>
              </a:ext>
            </a:extLst>
          </p:cNvPr>
          <p:cNvSpPr/>
          <p:nvPr/>
        </p:nvSpPr>
        <p:spPr>
          <a:xfrm>
            <a:off x="12573367" y="344351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4ACBB15-75EA-C4C6-302C-9E6A8BCF102B}"/>
              </a:ext>
            </a:extLst>
          </p:cNvPr>
          <p:cNvSpPr/>
          <p:nvPr/>
        </p:nvSpPr>
        <p:spPr>
          <a:xfrm>
            <a:off x="15549305" y="148766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CCBCDA6-5E01-DD29-38D5-5DF657B44C1E}"/>
              </a:ext>
            </a:extLst>
          </p:cNvPr>
          <p:cNvSpPr/>
          <p:nvPr/>
        </p:nvSpPr>
        <p:spPr>
          <a:xfrm>
            <a:off x="18760037" y="34435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3B00ED9-2F80-BD80-D5AE-41B0FDACF666}"/>
              </a:ext>
            </a:extLst>
          </p:cNvPr>
          <p:cNvSpPr/>
          <p:nvPr/>
        </p:nvSpPr>
        <p:spPr>
          <a:xfrm>
            <a:off x="17369903" y="548555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B7B31DC-CC11-7EE8-9676-CA06207DFFF3}"/>
              </a:ext>
            </a:extLst>
          </p:cNvPr>
          <p:cNvSpPr/>
          <p:nvPr/>
        </p:nvSpPr>
        <p:spPr>
          <a:xfrm>
            <a:off x="10824406" y="548555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0154030-D543-3E77-0AB8-09ABF24A0766}"/>
              </a:ext>
            </a:extLst>
          </p:cNvPr>
          <p:cNvSpPr/>
          <p:nvPr/>
        </p:nvSpPr>
        <p:spPr>
          <a:xfrm>
            <a:off x="15549305" y="78401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CA1E5E8-591A-E40D-C8CF-9A0419DE8732}"/>
              </a:ext>
            </a:extLst>
          </p:cNvPr>
          <p:cNvSpPr/>
          <p:nvPr/>
        </p:nvSpPr>
        <p:spPr>
          <a:xfrm>
            <a:off x="13942674" y="548555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8E71D90-DCB9-A77C-1E4E-2B4926BB5F82}"/>
              </a:ext>
            </a:extLst>
          </p:cNvPr>
          <p:cNvCxnSpPr>
            <a:cxnSpLocks/>
            <a:stCxn id="32" idx="0"/>
            <a:endCxn id="2" idx="4"/>
          </p:cNvCxnSpPr>
          <p:nvPr/>
        </p:nvCxnSpPr>
        <p:spPr>
          <a:xfrm flipH="1" flipV="1">
            <a:off x="13293367" y="4756316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0B96DDD1-F874-4841-84F3-6B8D38354385}"/>
              </a:ext>
            </a:extLst>
          </p:cNvPr>
          <p:cNvSpPr/>
          <p:nvPr/>
        </p:nvSpPr>
        <p:spPr>
          <a:xfrm>
            <a:off x="13942674" y="548555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4" name="Triangle 13">
            <a:extLst>
              <a:ext uri="{FF2B5EF4-FFF2-40B4-BE49-F238E27FC236}">
                <a16:creationId xmlns:a16="http://schemas.microsoft.com/office/drawing/2014/main" id="{16B27B22-FDEB-29AD-0BC8-DFBD284E842F}"/>
              </a:ext>
            </a:extLst>
          </p:cNvPr>
          <p:cNvSpPr/>
          <p:nvPr/>
        </p:nvSpPr>
        <p:spPr>
          <a:xfrm>
            <a:off x="9935295" y="2863639"/>
            <a:ext cx="6374227" cy="3994362"/>
          </a:xfrm>
          <a:prstGeom prst="triangle">
            <a:avLst/>
          </a:prstGeom>
          <a:solidFill>
            <a:schemeClr val="accent4">
              <a:lumMod val="20000"/>
              <a:lumOff val="80000"/>
              <a:alpha val="57813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Triangle 14">
            <a:extLst>
              <a:ext uri="{FF2B5EF4-FFF2-40B4-BE49-F238E27FC236}">
                <a16:creationId xmlns:a16="http://schemas.microsoft.com/office/drawing/2014/main" id="{20B3CBD4-2CBB-81D2-99CD-AADDDF8A9D05}"/>
              </a:ext>
            </a:extLst>
          </p:cNvPr>
          <p:cNvSpPr/>
          <p:nvPr/>
        </p:nvSpPr>
        <p:spPr>
          <a:xfrm>
            <a:off x="14290474" y="2378867"/>
            <a:ext cx="10379126" cy="7083130"/>
          </a:xfrm>
          <a:prstGeom prst="triangle">
            <a:avLst/>
          </a:prstGeom>
          <a:solidFill>
            <a:schemeClr val="accent4">
              <a:lumMod val="20000"/>
              <a:lumOff val="80000"/>
              <a:alpha val="57813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3805493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62AFD-DC2B-B63E-2880-4CCD84FED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F83037CD-34B9-7710-D2E0-10EC0F711A14}"/>
              </a:ext>
            </a:extLst>
          </p:cNvPr>
          <p:cNvSpPr/>
          <p:nvPr/>
        </p:nvSpPr>
        <p:spPr>
          <a:xfrm>
            <a:off x="12573367" y="34435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91667B4-CD82-1977-A5D2-86100B0AC459}"/>
              </a:ext>
            </a:extLst>
          </p:cNvPr>
          <p:cNvSpPr/>
          <p:nvPr/>
        </p:nvSpPr>
        <p:spPr>
          <a:xfrm>
            <a:off x="15549305" y="148766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4F8B457-218B-7802-6E08-8471CC389193}"/>
              </a:ext>
            </a:extLst>
          </p:cNvPr>
          <p:cNvSpPr/>
          <p:nvPr/>
        </p:nvSpPr>
        <p:spPr>
          <a:xfrm>
            <a:off x="18760037" y="34435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D1B56AA-5FEB-8E89-A82A-ED5E367643C2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 flipH="1">
            <a:off x="13293367" y="2800466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FFBF3B-7DD2-617A-1956-F2DC88A5F9F5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>
            <a:off x="16269305" y="2800466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81EDA951-74C1-F60E-DE67-631D186F6959}"/>
              </a:ext>
            </a:extLst>
          </p:cNvPr>
          <p:cNvSpPr/>
          <p:nvPr/>
        </p:nvSpPr>
        <p:spPr>
          <a:xfrm>
            <a:off x="17369903" y="548555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F4CE7E8-164E-CAF3-4235-0EE3796E5A35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 flipH="1">
            <a:off x="18089903" y="4756316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B1FB485C-4F81-14B8-6006-4A95EEB2D36C}"/>
              </a:ext>
            </a:extLst>
          </p:cNvPr>
          <p:cNvSpPr/>
          <p:nvPr/>
        </p:nvSpPr>
        <p:spPr>
          <a:xfrm>
            <a:off x="10824406" y="548555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125A9AF-40CE-2489-D0D5-9E52C759830A}"/>
              </a:ext>
            </a:extLst>
          </p:cNvPr>
          <p:cNvCxnSpPr>
            <a:cxnSpLocks/>
            <a:stCxn id="2" idx="4"/>
            <a:endCxn id="9" idx="0"/>
          </p:cNvCxnSpPr>
          <p:nvPr/>
        </p:nvCxnSpPr>
        <p:spPr>
          <a:xfrm flipH="1">
            <a:off x="11544406" y="4756316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02B0CCC7-FFF6-CDBC-BE67-7FEF3189A91B}"/>
              </a:ext>
            </a:extLst>
          </p:cNvPr>
          <p:cNvSpPr/>
          <p:nvPr/>
        </p:nvSpPr>
        <p:spPr>
          <a:xfrm>
            <a:off x="15549305" y="78401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2644648-75AF-01BC-3B0C-DAA9FCAE7EAD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16269305" y="6798355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!!box">
            <a:extLst>
              <a:ext uri="{FF2B5EF4-FFF2-40B4-BE49-F238E27FC236}">
                <a16:creationId xmlns:a16="http://schemas.microsoft.com/office/drawing/2014/main" id="{767F3F93-FA4E-5F23-7261-B5ECFCE60381}"/>
              </a:ext>
            </a:extLst>
          </p:cNvPr>
          <p:cNvSpPr/>
          <p:nvPr/>
        </p:nvSpPr>
        <p:spPr>
          <a:xfrm>
            <a:off x="665432" y="850189"/>
            <a:ext cx="8169265" cy="556861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“%d”,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E242ECF-A203-C0F7-E28F-9BD0ADCD7495}"/>
              </a:ext>
            </a:extLst>
          </p:cNvPr>
          <p:cNvSpPr/>
          <p:nvPr/>
        </p:nvSpPr>
        <p:spPr>
          <a:xfrm>
            <a:off x="12573367" y="344351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A7A0DB8-8D43-E62B-78D8-2C4C1AC0A1B7}"/>
              </a:ext>
            </a:extLst>
          </p:cNvPr>
          <p:cNvSpPr/>
          <p:nvPr/>
        </p:nvSpPr>
        <p:spPr>
          <a:xfrm>
            <a:off x="15549305" y="148766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0426468-5DBA-B7BD-77C0-9F0AC4321D49}"/>
              </a:ext>
            </a:extLst>
          </p:cNvPr>
          <p:cNvSpPr/>
          <p:nvPr/>
        </p:nvSpPr>
        <p:spPr>
          <a:xfrm>
            <a:off x="18760037" y="34435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B76B4DE-D782-BC3D-3B1B-F75DECCEEDD8}"/>
              </a:ext>
            </a:extLst>
          </p:cNvPr>
          <p:cNvSpPr/>
          <p:nvPr/>
        </p:nvSpPr>
        <p:spPr>
          <a:xfrm>
            <a:off x="17369903" y="548555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6A4EFF3-4DC1-5375-7B62-D46F9D12FD3A}"/>
              </a:ext>
            </a:extLst>
          </p:cNvPr>
          <p:cNvSpPr/>
          <p:nvPr/>
        </p:nvSpPr>
        <p:spPr>
          <a:xfrm>
            <a:off x="10824406" y="548555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7FBEC62-2B7E-83C6-11C5-4E5946D6F7E7}"/>
              </a:ext>
            </a:extLst>
          </p:cNvPr>
          <p:cNvSpPr/>
          <p:nvPr/>
        </p:nvSpPr>
        <p:spPr>
          <a:xfrm>
            <a:off x="15549305" y="78401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4DAA674-0CD1-6F55-93AB-59B7D41916E2}"/>
              </a:ext>
            </a:extLst>
          </p:cNvPr>
          <p:cNvSpPr/>
          <p:nvPr/>
        </p:nvSpPr>
        <p:spPr>
          <a:xfrm>
            <a:off x="13942674" y="548555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79E564B-683E-F3C8-A436-E5C5AEB2354B}"/>
              </a:ext>
            </a:extLst>
          </p:cNvPr>
          <p:cNvCxnSpPr>
            <a:cxnSpLocks/>
            <a:stCxn id="32" idx="0"/>
            <a:endCxn id="2" idx="4"/>
          </p:cNvCxnSpPr>
          <p:nvPr/>
        </p:nvCxnSpPr>
        <p:spPr>
          <a:xfrm flipH="1" flipV="1">
            <a:off x="13293367" y="4756316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329FD3DC-5E6E-24E5-769F-C6D36EC59DA4}"/>
              </a:ext>
            </a:extLst>
          </p:cNvPr>
          <p:cNvSpPr/>
          <p:nvPr/>
        </p:nvSpPr>
        <p:spPr>
          <a:xfrm>
            <a:off x="13942674" y="548555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5" name="Triangle 14">
            <a:extLst>
              <a:ext uri="{FF2B5EF4-FFF2-40B4-BE49-F238E27FC236}">
                <a16:creationId xmlns:a16="http://schemas.microsoft.com/office/drawing/2014/main" id="{519CFE5B-C963-8320-B674-BFB9953F6655}"/>
              </a:ext>
            </a:extLst>
          </p:cNvPr>
          <p:cNvSpPr/>
          <p:nvPr/>
        </p:nvSpPr>
        <p:spPr>
          <a:xfrm>
            <a:off x="14290474" y="2378867"/>
            <a:ext cx="10379126" cy="7083130"/>
          </a:xfrm>
          <a:prstGeom prst="triangle">
            <a:avLst/>
          </a:prstGeom>
          <a:solidFill>
            <a:schemeClr val="accent4">
              <a:lumMod val="20000"/>
              <a:lumOff val="80000"/>
              <a:alpha val="57813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Triangle 15">
            <a:extLst>
              <a:ext uri="{FF2B5EF4-FFF2-40B4-BE49-F238E27FC236}">
                <a16:creationId xmlns:a16="http://schemas.microsoft.com/office/drawing/2014/main" id="{42C996EB-04D0-7218-2B5F-D950CCF6864D}"/>
              </a:ext>
            </a:extLst>
          </p:cNvPr>
          <p:cNvSpPr/>
          <p:nvPr/>
        </p:nvSpPr>
        <p:spPr>
          <a:xfrm>
            <a:off x="9975078" y="4692179"/>
            <a:ext cx="3080965" cy="2456506"/>
          </a:xfrm>
          <a:prstGeom prst="triangle">
            <a:avLst/>
          </a:prstGeom>
          <a:solidFill>
            <a:schemeClr val="accent4">
              <a:lumMod val="20000"/>
              <a:lumOff val="80000"/>
              <a:alpha val="57813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Triangle 16">
            <a:extLst>
              <a:ext uri="{FF2B5EF4-FFF2-40B4-BE49-F238E27FC236}">
                <a16:creationId xmlns:a16="http://schemas.microsoft.com/office/drawing/2014/main" id="{4752621D-06F6-86CE-2FEB-17FACBB57877}"/>
              </a:ext>
            </a:extLst>
          </p:cNvPr>
          <p:cNvSpPr/>
          <p:nvPr/>
        </p:nvSpPr>
        <p:spPr>
          <a:xfrm>
            <a:off x="13122191" y="4647626"/>
            <a:ext cx="3080965" cy="2456506"/>
          </a:xfrm>
          <a:prstGeom prst="triangle">
            <a:avLst/>
          </a:prstGeom>
          <a:solidFill>
            <a:schemeClr val="accent4">
              <a:lumMod val="20000"/>
              <a:lumOff val="80000"/>
              <a:alpha val="57813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2562435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E9DBD-B2E8-9AEB-948D-C8A6B9CFE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B928E54-9005-0561-E073-926F2578893F}"/>
              </a:ext>
            </a:extLst>
          </p:cNvPr>
          <p:cNvSpPr/>
          <p:nvPr/>
        </p:nvSpPr>
        <p:spPr>
          <a:xfrm>
            <a:off x="12573367" y="34435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8492FF9-8407-FAD0-5B95-E5A294822A4B}"/>
              </a:ext>
            </a:extLst>
          </p:cNvPr>
          <p:cNvSpPr/>
          <p:nvPr/>
        </p:nvSpPr>
        <p:spPr>
          <a:xfrm>
            <a:off x="15549305" y="148766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66C3B6E-3FD5-35FE-27D4-075008B72936}"/>
              </a:ext>
            </a:extLst>
          </p:cNvPr>
          <p:cNvSpPr/>
          <p:nvPr/>
        </p:nvSpPr>
        <p:spPr>
          <a:xfrm>
            <a:off x="18760037" y="34435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DEEDA4-CC8B-BD51-B219-E0381F1E24E1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 flipH="1">
            <a:off x="13293367" y="2800466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78B5459-CCBC-B5F1-08EF-E57A0A6C732E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>
            <a:off x="16269305" y="2800466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DF256F3B-32C5-202B-F4F6-84CEDC27D01B}"/>
              </a:ext>
            </a:extLst>
          </p:cNvPr>
          <p:cNvSpPr/>
          <p:nvPr/>
        </p:nvSpPr>
        <p:spPr>
          <a:xfrm>
            <a:off x="17369903" y="548555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E53EED4-8B5D-541D-A7A6-063ACE59FF0E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 flipH="1">
            <a:off x="18089903" y="4756316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32DD681A-67AE-FD2F-E828-7FDF1A5082D2}"/>
              </a:ext>
            </a:extLst>
          </p:cNvPr>
          <p:cNvSpPr/>
          <p:nvPr/>
        </p:nvSpPr>
        <p:spPr>
          <a:xfrm>
            <a:off x="10824406" y="548555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D282BB-8E19-C4F5-CA2F-8D58E35A18BE}"/>
              </a:ext>
            </a:extLst>
          </p:cNvPr>
          <p:cNvCxnSpPr>
            <a:cxnSpLocks/>
            <a:stCxn id="2" idx="4"/>
            <a:endCxn id="9" idx="0"/>
          </p:cNvCxnSpPr>
          <p:nvPr/>
        </p:nvCxnSpPr>
        <p:spPr>
          <a:xfrm flipH="1">
            <a:off x="11544406" y="4756316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879B9770-3717-89AA-1421-395CBD101614}"/>
              </a:ext>
            </a:extLst>
          </p:cNvPr>
          <p:cNvSpPr/>
          <p:nvPr/>
        </p:nvSpPr>
        <p:spPr>
          <a:xfrm>
            <a:off x="15549305" y="78401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A76FD15-3D8F-C2CD-3E40-5367BB788D9E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16269305" y="6798355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!!box">
            <a:extLst>
              <a:ext uri="{FF2B5EF4-FFF2-40B4-BE49-F238E27FC236}">
                <a16:creationId xmlns:a16="http://schemas.microsoft.com/office/drawing/2014/main" id="{3C96E37D-F64C-43ED-32EC-3E53505D1C9F}"/>
              </a:ext>
            </a:extLst>
          </p:cNvPr>
          <p:cNvSpPr/>
          <p:nvPr/>
        </p:nvSpPr>
        <p:spPr>
          <a:xfrm>
            <a:off x="665432" y="850189"/>
            <a:ext cx="8169265" cy="556861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“%d”,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0536766-6817-A8E4-2DBF-65DFA98BC9FF}"/>
              </a:ext>
            </a:extLst>
          </p:cNvPr>
          <p:cNvSpPr/>
          <p:nvPr/>
        </p:nvSpPr>
        <p:spPr>
          <a:xfrm>
            <a:off x="12573367" y="344351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2FFC0BA-CC16-D1C2-0DCA-FC4F1A7CF940}"/>
              </a:ext>
            </a:extLst>
          </p:cNvPr>
          <p:cNvSpPr/>
          <p:nvPr/>
        </p:nvSpPr>
        <p:spPr>
          <a:xfrm>
            <a:off x="15549305" y="148766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EBF63E0-E362-686F-1C4C-90284173E8A9}"/>
              </a:ext>
            </a:extLst>
          </p:cNvPr>
          <p:cNvSpPr/>
          <p:nvPr/>
        </p:nvSpPr>
        <p:spPr>
          <a:xfrm>
            <a:off x="18760037" y="34435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A32F376-B17B-8433-8DF9-551E35C031FA}"/>
              </a:ext>
            </a:extLst>
          </p:cNvPr>
          <p:cNvSpPr/>
          <p:nvPr/>
        </p:nvSpPr>
        <p:spPr>
          <a:xfrm>
            <a:off x="17369903" y="548555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0F2EDB7-38DE-80F6-15FF-8E2A38D1597A}"/>
              </a:ext>
            </a:extLst>
          </p:cNvPr>
          <p:cNvSpPr/>
          <p:nvPr/>
        </p:nvSpPr>
        <p:spPr>
          <a:xfrm>
            <a:off x="15549305" y="78401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017D3BB-88FF-B279-0F9A-DD55108A3427}"/>
              </a:ext>
            </a:extLst>
          </p:cNvPr>
          <p:cNvSpPr/>
          <p:nvPr/>
        </p:nvSpPr>
        <p:spPr>
          <a:xfrm>
            <a:off x="13942674" y="548555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617ABFA-61BE-4D1C-BCA8-571D07EEC5AB}"/>
              </a:ext>
            </a:extLst>
          </p:cNvPr>
          <p:cNvCxnSpPr>
            <a:cxnSpLocks/>
            <a:stCxn id="32" idx="0"/>
            <a:endCxn id="2" idx="4"/>
          </p:cNvCxnSpPr>
          <p:nvPr/>
        </p:nvCxnSpPr>
        <p:spPr>
          <a:xfrm flipH="1" flipV="1">
            <a:off x="13293367" y="4756316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19FA7195-047C-DEE2-A516-03F9FB50C4C7}"/>
              </a:ext>
            </a:extLst>
          </p:cNvPr>
          <p:cNvSpPr/>
          <p:nvPr/>
        </p:nvSpPr>
        <p:spPr>
          <a:xfrm>
            <a:off x="13942674" y="548555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5" name="Triangle 14">
            <a:extLst>
              <a:ext uri="{FF2B5EF4-FFF2-40B4-BE49-F238E27FC236}">
                <a16:creationId xmlns:a16="http://schemas.microsoft.com/office/drawing/2014/main" id="{C47F43CA-4748-9A4B-B212-4809B56ECBC8}"/>
              </a:ext>
            </a:extLst>
          </p:cNvPr>
          <p:cNvSpPr/>
          <p:nvPr/>
        </p:nvSpPr>
        <p:spPr>
          <a:xfrm>
            <a:off x="14290474" y="2378867"/>
            <a:ext cx="10379126" cy="7083130"/>
          </a:xfrm>
          <a:prstGeom prst="triangle">
            <a:avLst/>
          </a:prstGeom>
          <a:solidFill>
            <a:schemeClr val="accent4">
              <a:lumMod val="20000"/>
              <a:lumOff val="80000"/>
              <a:alpha val="57813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Triangle 16">
            <a:extLst>
              <a:ext uri="{FF2B5EF4-FFF2-40B4-BE49-F238E27FC236}">
                <a16:creationId xmlns:a16="http://schemas.microsoft.com/office/drawing/2014/main" id="{A320C77E-4153-E7E6-8695-494610F13265}"/>
              </a:ext>
            </a:extLst>
          </p:cNvPr>
          <p:cNvSpPr/>
          <p:nvPr/>
        </p:nvSpPr>
        <p:spPr>
          <a:xfrm>
            <a:off x="13122191" y="4647626"/>
            <a:ext cx="3080965" cy="2456506"/>
          </a:xfrm>
          <a:prstGeom prst="triangle">
            <a:avLst/>
          </a:prstGeom>
          <a:solidFill>
            <a:schemeClr val="accent4">
              <a:lumMod val="20000"/>
              <a:lumOff val="80000"/>
              <a:alpha val="57813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B051E26-D425-FF34-7DB8-DABFC2A2E5F0}"/>
              </a:ext>
            </a:extLst>
          </p:cNvPr>
          <p:cNvSpPr/>
          <p:nvPr/>
        </p:nvSpPr>
        <p:spPr>
          <a:xfrm>
            <a:off x="10824406" y="1068100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4107254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5B49C-9C5E-C0F7-C4DF-753A6AE91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29DE5D2-EE18-CFEE-6F5A-5F1BDAC30800}"/>
              </a:ext>
            </a:extLst>
          </p:cNvPr>
          <p:cNvSpPr/>
          <p:nvPr/>
        </p:nvSpPr>
        <p:spPr>
          <a:xfrm>
            <a:off x="12573367" y="34435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B47506D-0863-EA72-3581-FDC5087AFEFD}"/>
              </a:ext>
            </a:extLst>
          </p:cNvPr>
          <p:cNvSpPr/>
          <p:nvPr/>
        </p:nvSpPr>
        <p:spPr>
          <a:xfrm>
            <a:off x="15549305" y="148766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D220B8D-5F53-B889-7D2E-E5DFFB44751C}"/>
              </a:ext>
            </a:extLst>
          </p:cNvPr>
          <p:cNvSpPr/>
          <p:nvPr/>
        </p:nvSpPr>
        <p:spPr>
          <a:xfrm>
            <a:off x="18760037" y="34435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672CEF4-9D0E-A99A-F781-5E37F4C03442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 flipH="1">
            <a:off x="13293367" y="2800466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72973B8-7B76-E0C4-D249-7F560D2D90D4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>
            <a:off x="16269305" y="2800466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403B4267-E6F2-B802-FC8D-918177A45C7D}"/>
              </a:ext>
            </a:extLst>
          </p:cNvPr>
          <p:cNvSpPr/>
          <p:nvPr/>
        </p:nvSpPr>
        <p:spPr>
          <a:xfrm>
            <a:off x="17369903" y="548555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5F38444-A91B-44C9-F344-97DE810783F8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 flipH="1">
            <a:off x="18089903" y="4756316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DC9D8874-F4C3-7E2C-32B6-D01B949CB2F6}"/>
              </a:ext>
            </a:extLst>
          </p:cNvPr>
          <p:cNvSpPr/>
          <p:nvPr/>
        </p:nvSpPr>
        <p:spPr>
          <a:xfrm>
            <a:off x="10824406" y="548555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3E08E5-9DE1-0CC9-B85C-BD7F3B082EE0}"/>
              </a:ext>
            </a:extLst>
          </p:cNvPr>
          <p:cNvCxnSpPr>
            <a:cxnSpLocks/>
            <a:stCxn id="2" idx="4"/>
            <a:endCxn id="9" idx="0"/>
          </p:cNvCxnSpPr>
          <p:nvPr/>
        </p:nvCxnSpPr>
        <p:spPr>
          <a:xfrm flipH="1">
            <a:off x="11544406" y="4756316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ED19DB0C-7FF4-7C36-2882-8A105C1F1518}"/>
              </a:ext>
            </a:extLst>
          </p:cNvPr>
          <p:cNvSpPr/>
          <p:nvPr/>
        </p:nvSpPr>
        <p:spPr>
          <a:xfrm>
            <a:off x="15549305" y="78401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8F39464-22FD-9A1B-EF0E-B16DD4ACDEDE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16269305" y="6798355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!!box">
            <a:extLst>
              <a:ext uri="{FF2B5EF4-FFF2-40B4-BE49-F238E27FC236}">
                <a16:creationId xmlns:a16="http://schemas.microsoft.com/office/drawing/2014/main" id="{88287769-4DC4-D0AA-8631-5123DE77BD65}"/>
              </a:ext>
            </a:extLst>
          </p:cNvPr>
          <p:cNvSpPr/>
          <p:nvPr/>
        </p:nvSpPr>
        <p:spPr>
          <a:xfrm>
            <a:off x="665432" y="850189"/>
            <a:ext cx="8169265" cy="556861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“%d”,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DDFF9C6-57BD-678C-6CB3-6E483EA0C684}"/>
              </a:ext>
            </a:extLst>
          </p:cNvPr>
          <p:cNvSpPr/>
          <p:nvPr/>
        </p:nvSpPr>
        <p:spPr>
          <a:xfrm>
            <a:off x="12502674" y="1068100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DD3BC3C-924A-FB47-4B06-70C59F3B9B31}"/>
              </a:ext>
            </a:extLst>
          </p:cNvPr>
          <p:cNvSpPr/>
          <p:nvPr/>
        </p:nvSpPr>
        <p:spPr>
          <a:xfrm>
            <a:off x="15549305" y="148766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F4781A8-02F4-1D38-DE31-12496F1C23BA}"/>
              </a:ext>
            </a:extLst>
          </p:cNvPr>
          <p:cNvSpPr/>
          <p:nvPr/>
        </p:nvSpPr>
        <p:spPr>
          <a:xfrm>
            <a:off x="18760037" y="34435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F8EEFB9-B90A-C50E-0341-B987D1C8F0D9}"/>
              </a:ext>
            </a:extLst>
          </p:cNvPr>
          <p:cNvSpPr/>
          <p:nvPr/>
        </p:nvSpPr>
        <p:spPr>
          <a:xfrm>
            <a:off x="17369903" y="548555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753AC0C-B367-926F-944A-D207D15B45E5}"/>
              </a:ext>
            </a:extLst>
          </p:cNvPr>
          <p:cNvSpPr/>
          <p:nvPr/>
        </p:nvSpPr>
        <p:spPr>
          <a:xfrm>
            <a:off x="10824406" y="548555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235A4F8-5F5E-8EB4-C6DF-7F568BD7DD08}"/>
              </a:ext>
            </a:extLst>
          </p:cNvPr>
          <p:cNvSpPr/>
          <p:nvPr/>
        </p:nvSpPr>
        <p:spPr>
          <a:xfrm>
            <a:off x="15549305" y="78401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0D23839-E56F-A2E5-8F54-80845942C518}"/>
              </a:ext>
            </a:extLst>
          </p:cNvPr>
          <p:cNvSpPr/>
          <p:nvPr/>
        </p:nvSpPr>
        <p:spPr>
          <a:xfrm>
            <a:off x="13942674" y="548555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5F19513-BE47-806C-2D51-1C7CE07559A4}"/>
              </a:ext>
            </a:extLst>
          </p:cNvPr>
          <p:cNvCxnSpPr>
            <a:cxnSpLocks/>
            <a:stCxn id="32" idx="0"/>
            <a:endCxn id="2" idx="4"/>
          </p:cNvCxnSpPr>
          <p:nvPr/>
        </p:nvCxnSpPr>
        <p:spPr>
          <a:xfrm flipH="1" flipV="1">
            <a:off x="13293367" y="4756316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ACEC260F-B028-E383-7F36-B413998175B9}"/>
              </a:ext>
            </a:extLst>
          </p:cNvPr>
          <p:cNvSpPr/>
          <p:nvPr/>
        </p:nvSpPr>
        <p:spPr>
          <a:xfrm>
            <a:off x="13942674" y="548555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5" name="Triangle 14">
            <a:extLst>
              <a:ext uri="{FF2B5EF4-FFF2-40B4-BE49-F238E27FC236}">
                <a16:creationId xmlns:a16="http://schemas.microsoft.com/office/drawing/2014/main" id="{D7350CEA-FBE7-7B76-22A1-3EAB12E6688C}"/>
              </a:ext>
            </a:extLst>
          </p:cNvPr>
          <p:cNvSpPr/>
          <p:nvPr/>
        </p:nvSpPr>
        <p:spPr>
          <a:xfrm>
            <a:off x="14290474" y="2378867"/>
            <a:ext cx="10379126" cy="7083130"/>
          </a:xfrm>
          <a:prstGeom prst="triangle">
            <a:avLst/>
          </a:prstGeom>
          <a:solidFill>
            <a:schemeClr val="accent4">
              <a:lumMod val="20000"/>
              <a:lumOff val="80000"/>
              <a:alpha val="57813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Triangle 16">
            <a:extLst>
              <a:ext uri="{FF2B5EF4-FFF2-40B4-BE49-F238E27FC236}">
                <a16:creationId xmlns:a16="http://schemas.microsoft.com/office/drawing/2014/main" id="{04CA6B5D-E9D3-88CC-2927-BE5FA22A307D}"/>
              </a:ext>
            </a:extLst>
          </p:cNvPr>
          <p:cNvSpPr/>
          <p:nvPr/>
        </p:nvSpPr>
        <p:spPr>
          <a:xfrm>
            <a:off x="13122191" y="4647626"/>
            <a:ext cx="3080965" cy="2456506"/>
          </a:xfrm>
          <a:prstGeom prst="triangle">
            <a:avLst/>
          </a:prstGeom>
          <a:solidFill>
            <a:schemeClr val="accent4">
              <a:lumMod val="20000"/>
              <a:lumOff val="80000"/>
              <a:alpha val="57813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1B8E1FF-7187-6798-0450-51BA28A859D2}"/>
              </a:ext>
            </a:extLst>
          </p:cNvPr>
          <p:cNvSpPr/>
          <p:nvPr/>
        </p:nvSpPr>
        <p:spPr>
          <a:xfrm>
            <a:off x="10824406" y="1068100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1372619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01829-4DC6-7662-7A05-C7C8B6DC0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45BA9CB3-BF29-29F8-7D68-DCFD44299C88}"/>
              </a:ext>
            </a:extLst>
          </p:cNvPr>
          <p:cNvSpPr/>
          <p:nvPr/>
        </p:nvSpPr>
        <p:spPr>
          <a:xfrm>
            <a:off x="12573367" y="34435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C6DB337-A53B-3EB0-3654-46BFF8E10827}"/>
              </a:ext>
            </a:extLst>
          </p:cNvPr>
          <p:cNvSpPr/>
          <p:nvPr/>
        </p:nvSpPr>
        <p:spPr>
          <a:xfrm>
            <a:off x="15549305" y="148766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C22F60E-F7FD-1001-F35A-94A68D1A2AA9}"/>
              </a:ext>
            </a:extLst>
          </p:cNvPr>
          <p:cNvSpPr/>
          <p:nvPr/>
        </p:nvSpPr>
        <p:spPr>
          <a:xfrm>
            <a:off x="18760037" y="34435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308295-C01B-0DD1-3138-1412740F7905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 flipH="1">
            <a:off x="13293367" y="2800466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AB76CEA-6C24-005F-5BC1-8ED44F803FA2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>
            <a:off x="16269305" y="2800466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97657756-26FF-51AD-AC31-F07DDDD5095B}"/>
              </a:ext>
            </a:extLst>
          </p:cNvPr>
          <p:cNvSpPr/>
          <p:nvPr/>
        </p:nvSpPr>
        <p:spPr>
          <a:xfrm>
            <a:off x="17369903" y="548555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CA9132E-E8A6-0B17-F4FA-D0F520CCDFE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 flipH="1">
            <a:off x="18089903" y="4756316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9E5541F9-E0AC-0E43-2BED-B6E477767CE5}"/>
              </a:ext>
            </a:extLst>
          </p:cNvPr>
          <p:cNvSpPr/>
          <p:nvPr/>
        </p:nvSpPr>
        <p:spPr>
          <a:xfrm>
            <a:off x="10824406" y="548555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0845D41-7E86-CD08-FA7F-FD9A41952D41}"/>
              </a:ext>
            </a:extLst>
          </p:cNvPr>
          <p:cNvCxnSpPr>
            <a:cxnSpLocks/>
            <a:stCxn id="2" idx="4"/>
            <a:endCxn id="9" idx="0"/>
          </p:cNvCxnSpPr>
          <p:nvPr/>
        </p:nvCxnSpPr>
        <p:spPr>
          <a:xfrm flipH="1">
            <a:off x="11544406" y="4756316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820A4552-2E83-05ED-2DC3-45D6F7C789D2}"/>
              </a:ext>
            </a:extLst>
          </p:cNvPr>
          <p:cNvSpPr/>
          <p:nvPr/>
        </p:nvSpPr>
        <p:spPr>
          <a:xfrm>
            <a:off x="15549305" y="78401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5CDD80-BBEE-2829-2731-9DF5727C1357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16269305" y="6798355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!!box">
            <a:extLst>
              <a:ext uri="{FF2B5EF4-FFF2-40B4-BE49-F238E27FC236}">
                <a16:creationId xmlns:a16="http://schemas.microsoft.com/office/drawing/2014/main" id="{75685F92-BE1E-B9B8-FD0B-1AC0CD140165}"/>
              </a:ext>
            </a:extLst>
          </p:cNvPr>
          <p:cNvSpPr/>
          <p:nvPr/>
        </p:nvSpPr>
        <p:spPr>
          <a:xfrm>
            <a:off x="665432" y="850189"/>
            <a:ext cx="8169265" cy="556861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“%d”,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4BC09A8-721A-9ADD-C15F-B22011BB77DB}"/>
              </a:ext>
            </a:extLst>
          </p:cNvPr>
          <p:cNvSpPr/>
          <p:nvPr/>
        </p:nvSpPr>
        <p:spPr>
          <a:xfrm>
            <a:off x="12502674" y="1068100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A22672C-A152-7F57-B3C9-10CB5936822F}"/>
              </a:ext>
            </a:extLst>
          </p:cNvPr>
          <p:cNvSpPr/>
          <p:nvPr/>
        </p:nvSpPr>
        <p:spPr>
          <a:xfrm>
            <a:off x="15549305" y="148766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1DBE03E-D9C5-7E36-0372-7ED78DC6A71D}"/>
              </a:ext>
            </a:extLst>
          </p:cNvPr>
          <p:cNvSpPr/>
          <p:nvPr/>
        </p:nvSpPr>
        <p:spPr>
          <a:xfrm>
            <a:off x="18760037" y="34435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E74BDCD-25CB-55A1-F6CA-86929CD045EE}"/>
              </a:ext>
            </a:extLst>
          </p:cNvPr>
          <p:cNvSpPr/>
          <p:nvPr/>
        </p:nvSpPr>
        <p:spPr>
          <a:xfrm>
            <a:off x="17369903" y="548555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8A1D1DF-3B04-7B38-CD51-9A9AA6AA9853}"/>
              </a:ext>
            </a:extLst>
          </p:cNvPr>
          <p:cNvSpPr/>
          <p:nvPr/>
        </p:nvSpPr>
        <p:spPr>
          <a:xfrm>
            <a:off x="10824406" y="548555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60FE084-D478-EC60-269D-4CE1B0C8FCDB}"/>
              </a:ext>
            </a:extLst>
          </p:cNvPr>
          <p:cNvSpPr/>
          <p:nvPr/>
        </p:nvSpPr>
        <p:spPr>
          <a:xfrm>
            <a:off x="15549305" y="78401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D6E15AE-80EB-1A92-669B-88102555CC64}"/>
              </a:ext>
            </a:extLst>
          </p:cNvPr>
          <p:cNvSpPr/>
          <p:nvPr/>
        </p:nvSpPr>
        <p:spPr>
          <a:xfrm>
            <a:off x="13942674" y="548555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1DBAEB2-1B68-DA94-C0B8-65AFEA5C343A}"/>
              </a:ext>
            </a:extLst>
          </p:cNvPr>
          <p:cNvCxnSpPr>
            <a:cxnSpLocks/>
            <a:stCxn id="32" idx="0"/>
            <a:endCxn id="2" idx="4"/>
          </p:cNvCxnSpPr>
          <p:nvPr/>
        </p:nvCxnSpPr>
        <p:spPr>
          <a:xfrm flipH="1" flipV="1">
            <a:off x="13293367" y="4756316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7ACF2390-0006-6E78-91BE-40DFDC5218E5}"/>
              </a:ext>
            </a:extLst>
          </p:cNvPr>
          <p:cNvSpPr/>
          <p:nvPr/>
        </p:nvSpPr>
        <p:spPr>
          <a:xfrm>
            <a:off x="14061336" y="1068073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5" name="Triangle 14">
            <a:extLst>
              <a:ext uri="{FF2B5EF4-FFF2-40B4-BE49-F238E27FC236}">
                <a16:creationId xmlns:a16="http://schemas.microsoft.com/office/drawing/2014/main" id="{C01BD41E-3709-F8D4-7416-2B169C4097D0}"/>
              </a:ext>
            </a:extLst>
          </p:cNvPr>
          <p:cNvSpPr/>
          <p:nvPr/>
        </p:nvSpPr>
        <p:spPr>
          <a:xfrm>
            <a:off x="14290474" y="2378867"/>
            <a:ext cx="10379126" cy="7083130"/>
          </a:xfrm>
          <a:prstGeom prst="triangle">
            <a:avLst/>
          </a:prstGeom>
          <a:solidFill>
            <a:schemeClr val="accent4">
              <a:lumMod val="20000"/>
              <a:lumOff val="80000"/>
              <a:alpha val="57813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FA18EB9-6D52-D47A-ABE1-A48BDB6F4B44}"/>
              </a:ext>
            </a:extLst>
          </p:cNvPr>
          <p:cNvSpPr/>
          <p:nvPr/>
        </p:nvSpPr>
        <p:spPr>
          <a:xfrm>
            <a:off x="10824406" y="1068100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2150829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B89E4-21C7-7404-46B2-3683DBEBE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AD7B685B-BCDA-FDD4-C57C-6254C9F2310B}"/>
              </a:ext>
            </a:extLst>
          </p:cNvPr>
          <p:cNvSpPr/>
          <p:nvPr/>
        </p:nvSpPr>
        <p:spPr>
          <a:xfrm>
            <a:off x="12573367" y="34435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7772821-E40F-E4B3-5ACE-6F65B9371866}"/>
              </a:ext>
            </a:extLst>
          </p:cNvPr>
          <p:cNvSpPr/>
          <p:nvPr/>
        </p:nvSpPr>
        <p:spPr>
          <a:xfrm>
            <a:off x="15549305" y="148766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1859A10-FE09-B197-64F3-0A9E55994DE9}"/>
              </a:ext>
            </a:extLst>
          </p:cNvPr>
          <p:cNvSpPr/>
          <p:nvPr/>
        </p:nvSpPr>
        <p:spPr>
          <a:xfrm>
            <a:off x="18760037" y="34435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1A32190-ACDD-F2BE-D0E2-36DAD3CA6D72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 flipH="1">
            <a:off x="13293367" y="2800466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CADD6B2-36C2-F649-BEA7-851A5758F9B9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>
            <a:off x="16269305" y="2800466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A4995558-1C75-F38E-B4E0-B6F5380CB2C3}"/>
              </a:ext>
            </a:extLst>
          </p:cNvPr>
          <p:cNvSpPr/>
          <p:nvPr/>
        </p:nvSpPr>
        <p:spPr>
          <a:xfrm>
            <a:off x="17369903" y="548555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D7F1B2-9DAE-491F-5231-32A21B3AF298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 flipH="1">
            <a:off x="18089903" y="4756316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A78C419-1019-6A19-3712-9444D2AFEACC}"/>
              </a:ext>
            </a:extLst>
          </p:cNvPr>
          <p:cNvSpPr/>
          <p:nvPr/>
        </p:nvSpPr>
        <p:spPr>
          <a:xfrm>
            <a:off x="10824406" y="548555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4802540-E970-BDEB-6C0B-02A9F244480F}"/>
              </a:ext>
            </a:extLst>
          </p:cNvPr>
          <p:cNvCxnSpPr>
            <a:cxnSpLocks/>
            <a:stCxn id="2" idx="4"/>
            <a:endCxn id="9" idx="0"/>
          </p:cNvCxnSpPr>
          <p:nvPr/>
        </p:nvCxnSpPr>
        <p:spPr>
          <a:xfrm flipH="1">
            <a:off x="11544406" y="4756316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E7EF1DE7-E96D-A37D-9C51-7A6DE2330FF6}"/>
              </a:ext>
            </a:extLst>
          </p:cNvPr>
          <p:cNvSpPr/>
          <p:nvPr/>
        </p:nvSpPr>
        <p:spPr>
          <a:xfrm>
            <a:off x="15549305" y="78401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7D79F1D-454D-6FF5-4239-BCE9B3AF3C83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16269305" y="6798355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!!box">
            <a:extLst>
              <a:ext uri="{FF2B5EF4-FFF2-40B4-BE49-F238E27FC236}">
                <a16:creationId xmlns:a16="http://schemas.microsoft.com/office/drawing/2014/main" id="{B83F74ED-5982-9D60-2423-DD27D560F7C1}"/>
              </a:ext>
            </a:extLst>
          </p:cNvPr>
          <p:cNvSpPr/>
          <p:nvPr/>
        </p:nvSpPr>
        <p:spPr>
          <a:xfrm>
            <a:off x="665432" y="850189"/>
            <a:ext cx="8169265" cy="556861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“%d”,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612D070-4089-4C2C-2D88-EB2248D3DAF9}"/>
              </a:ext>
            </a:extLst>
          </p:cNvPr>
          <p:cNvSpPr/>
          <p:nvPr/>
        </p:nvSpPr>
        <p:spPr>
          <a:xfrm>
            <a:off x="12502674" y="1068100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8523F2A-3B9A-2496-26DD-4842C13AB4A0}"/>
              </a:ext>
            </a:extLst>
          </p:cNvPr>
          <p:cNvSpPr/>
          <p:nvPr/>
        </p:nvSpPr>
        <p:spPr>
          <a:xfrm>
            <a:off x="15619998" y="1068073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295D427-8AAE-164D-7B46-E08031B29672}"/>
              </a:ext>
            </a:extLst>
          </p:cNvPr>
          <p:cNvSpPr/>
          <p:nvPr/>
        </p:nvSpPr>
        <p:spPr>
          <a:xfrm>
            <a:off x="18760037" y="34435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D1FF6F3-D99C-95E0-FE35-B83366CC8331}"/>
              </a:ext>
            </a:extLst>
          </p:cNvPr>
          <p:cNvSpPr/>
          <p:nvPr/>
        </p:nvSpPr>
        <p:spPr>
          <a:xfrm>
            <a:off x="17369903" y="548555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56388E6-F717-D182-474F-824AB2EC1E5B}"/>
              </a:ext>
            </a:extLst>
          </p:cNvPr>
          <p:cNvSpPr/>
          <p:nvPr/>
        </p:nvSpPr>
        <p:spPr>
          <a:xfrm>
            <a:off x="10824406" y="548555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7DB5E1C-9B0C-8777-2747-F1900EF22741}"/>
              </a:ext>
            </a:extLst>
          </p:cNvPr>
          <p:cNvSpPr/>
          <p:nvPr/>
        </p:nvSpPr>
        <p:spPr>
          <a:xfrm>
            <a:off x="15549305" y="78401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BD1BDD6-B094-FABD-091F-4D5815195570}"/>
              </a:ext>
            </a:extLst>
          </p:cNvPr>
          <p:cNvSpPr/>
          <p:nvPr/>
        </p:nvSpPr>
        <p:spPr>
          <a:xfrm>
            <a:off x="13942674" y="548555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721C631-8299-E47A-DA77-0456298AD7A0}"/>
              </a:ext>
            </a:extLst>
          </p:cNvPr>
          <p:cNvCxnSpPr>
            <a:cxnSpLocks/>
            <a:stCxn id="32" idx="0"/>
            <a:endCxn id="2" idx="4"/>
          </p:cNvCxnSpPr>
          <p:nvPr/>
        </p:nvCxnSpPr>
        <p:spPr>
          <a:xfrm flipH="1" flipV="1">
            <a:off x="13293367" y="4756316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FB7A3131-E998-F411-AE67-965272045852}"/>
              </a:ext>
            </a:extLst>
          </p:cNvPr>
          <p:cNvSpPr/>
          <p:nvPr/>
        </p:nvSpPr>
        <p:spPr>
          <a:xfrm>
            <a:off x="14061336" y="1068073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5" name="Triangle 14">
            <a:extLst>
              <a:ext uri="{FF2B5EF4-FFF2-40B4-BE49-F238E27FC236}">
                <a16:creationId xmlns:a16="http://schemas.microsoft.com/office/drawing/2014/main" id="{35F7685E-EA91-464F-E4DD-A59427490A9D}"/>
              </a:ext>
            </a:extLst>
          </p:cNvPr>
          <p:cNvSpPr/>
          <p:nvPr/>
        </p:nvSpPr>
        <p:spPr>
          <a:xfrm>
            <a:off x="14290474" y="2378867"/>
            <a:ext cx="10379126" cy="7083130"/>
          </a:xfrm>
          <a:prstGeom prst="triangle">
            <a:avLst/>
          </a:prstGeom>
          <a:solidFill>
            <a:schemeClr val="accent4">
              <a:lumMod val="20000"/>
              <a:lumOff val="80000"/>
              <a:alpha val="57813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55BCDCD-8826-FC74-0CB4-F24F7441A578}"/>
              </a:ext>
            </a:extLst>
          </p:cNvPr>
          <p:cNvSpPr/>
          <p:nvPr/>
        </p:nvSpPr>
        <p:spPr>
          <a:xfrm>
            <a:off x="10824406" y="1068100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537165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089F4-FCEB-9BD0-A06D-5F49070DA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5C07EBEF-BC35-C61E-54B5-519A5374053F}"/>
              </a:ext>
            </a:extLst>
          </p:cNvPr>
          <p:cNvSpPr/>
          <p:nvPr/>
        </p:nvSpPr>
        <p:spPr>
          <a:xfrm>
            <a:off x="12573367" y="34435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5513D8A-1D65-E04A-0D38-DCA7B16BF777}"/>
              </a:ext>
            </a:extLst>
          </p:cNvPr>
          <p:cNvSpPr/>
          <p:nvPr/>
        </p:nvSpPr>
        <p:spPr>
          <a:xfrm>
            <a:off x="15549305" y="148766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4B8FFCE-B755-7463-7CCB-C2AD0BF242EF}"/>
              </a:ext>
            </a:extLst>
          </p:cNvPr>
          <p:cNvSpPr/>
          <p:nvPr/>
        </p:nvSpPr>
        <p:spPr>
          <a:xfrm>
            <a:off x="18760037" y="34435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935E2A-A389-A918-15B5-0E5460C9DADC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 flipH="1">
            <a:off x="13293367" y="2800466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B123907-5F74-C9A0-69A8-80237B125B87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>
            <a:off x="16269305" y="2800466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2E482E10-BFD4-55D6-9686-3794BF8192D7}"/>
              </a:ext>
            </a:extLst>
          </p:cNvPr>
          <p:cNvSpPr/>
          <p:nvPr/>
        </p:nvSpPr>
        <p:spPr>
          <a:xfrm>
            <a:off x="17369903" y="548555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653CB1-9EBD-A192-7547-2B8F52D10023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 flipH="1">
            <a:off x="18089903" y="4756316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BEDA6B21-6838-7E74-2CA5-30B01100FB10}"/>
              </a:ext>
            </a:extLst>
          </p:cNvPr>
          <p:cNvSpPr/>
          <p:nvPr/>
        </p:nvSpPr>
        <p:spPr>
          <a:xfrm>
            <a:off x="10824406" y="548555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E95E048-0AF4-CBF6-CBFA-B4409D03D56D}"/>
              </a:ext>
            </a:extLst>
          </p:cNvPr>
          <p:cNvCxnSpPr>
            <a:cxnSpLocks/>
            <a:stCxn id="2" idx="4"/>
            <a:endCxn id="9" idx="0"/>
          </p:cNvCxnSpPr>
          <p:nvPr/>
        </p:nvCxnSpPr>
        <p:spPr>
          <a:xfrm flipH="1">
            <a:off x="11544406" y="4756316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FBD4F3EE-0260-A08B-0579-5132A330D2ED}"/>
              </a:ext>
            </a:extLst>
          </p:cNvPr>
          <p:cNvSpPr/>
          <p:nvPr/>
        </p:nvSpPr>
        <p:spPr>
          <a:xfrm>
            <a:off x="15549305" y="78401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12D0B0A-91E0-9CDC-B438-E26F8D899153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16269305" y="6798355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!!box">
            <a:extLst>
              <a:ext uri="{FF2B5EF4-FFF2-40B4-BE49-F238E27FC236}">
                <a16:creationId xmlns:a16="http://schemas.microsoft.com/office/drawing/2014/main" id="{8CF4400E-B626-424E-46E4-A9AD1A77DC73}"/>
              </a:ext>
            </a:extLst>
          </p:cNvPr>
          <p:cNvSpPr/>
          <p:nvPr/>
        </p:nvSpPr>
        <p:spPr>
          <a:xfrm>
            <a:off x="665432" y="850189"/>
            <a:ext cx="8169265" cy="556861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“%d”,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1374409-0A38-FE53-0A2E-DEF8E315B512}"/>
              </a:ext>
            </a:extLst>
          </p:cNvPr>
          <p:cNvSpPr/>
          <p:nvPr/>
        </p:nvSpPr>
        <p:spPr>
          <a:xfrm>
            <a:off x="12502674" y="1068100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9E71285-A2D5-4F25-FB2F-5B4F60B1E4D4}"/>
              </a:ext>
            </a:extLst>
          </p:cNvPr>
          <p:cNvSpPr/>
          <p:nvPr/>
        </p:nvSpPr>
        <p:spPr>
          <a:xfrm>
            <a:off x="15619998" y="1068073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655B104-95DB-B0C6-4EFE-FF9E7D5FBD36}"/>
              </a:ext>
            </a:extLst>
          </p:cNvPr>
          <p:cNvSpPr/>
          <p:nvPr/>
        </p:nvSpPr>
        <p:spPr>
          <a:xfrm>
            <a:off x="20295984" y="1068072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ADAB3B9-54BA-F50C-8552-B04C8B910942}"/>
              </a:ext>
            </a:extLst>
          </p:cNvPr>
          <p:cNvSpPr/>
          <p:nvPr/>
        </p:nvSpPr>
        <p:spPr>
          <a:xfrm>
            <a:off x="18737322" y="1068072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CDE12DE-3590-F7C5-6E20-CC8D350CB140}"/>
              </a:ext>
            </a:extLst>
          </p:cNvPr>
          <p:cNvSpPr/>
          <p:nvPr/>
        </p:nvSpPr>
        <p:spPr>
          <a:xfrm>
            <a:off x="10824406" y="548555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A207873-B41D-EB89-DD39-F8249D37639D}"/>
              </a:ext>
            </a:extLst>
          </p:cNvPr>
          <p:cNvSpPr/>
          <p:nvPr/>
        </p:nvSpPr>
        <p:spPr>
          <a:xfrm>
            <a:off x="17178660" y="1068072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2B7E13E-BDA1-0CD4-D8C2-022C6536F51D}"/>
              </a:ext>
            </a:extLst>
          </p:cNvPr>
          <p:cNvSpPr/>
          <p:nvPr/>
        </p:nvSpPr>
        <p:spPr>
          <a:xfrm>
            <a:off x="13942674" y="548555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98C236A-7235-2356-F04B-AA38354E76A3}"/>
              </a:ext>
            </a:extLst>
          </p:cNvPr>
          <p:cNvCxnSpPr>
            <a:cxnSpLocks/>
            <a:stCxn id="32" idx="0"/>
            <a:endCxn id="2" idx="4"/>
          </p:cNvCxnSpPr>
          <p:nvPr/>
        </p:nvCxnSpPr>
        <p:spPr>
          <a:xfrm flipH="1" flipV="1">
            <a:off x="13293367" y="4756316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0CC2B4DF-8E51-19AA-30FB-8E06E6EE6CD1}"/>
              </a:ext>
            </a:extLst>
          </p:cNvPr>
          <p:cNvSpPr/>
          <p:nvPr/>
        </p:nvSpPr>
        <p:spPr>
          <a:xfrm>
            <a:off x="14061336" y="1068073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A0527F4-0531-EDF6-6A34-83947AE4B09A}"/>
              </a:ext>
            </a:extLst>
          </p:cNvPr>
          <p:cNvSpPr/>
          <p:nvPr/>
        </p:nvSpPr>
        <p:spPr>
          <a:xfrm>
            <a:off x="10824406" y="1068100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657240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4CE1C-24A2-8234-6A37-8027A98F5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box">
            <a:extLst>
              <a:ext uri="{FF2B5EF4-FFF2-40B4-BE49-F238E27FC236}">
                <a16:creationId xmlns:a16="http://schemas.microsoft.com/office/drawing/2014/main" id="{4ADA69CC-0693-3C48-13AF-BC8FFEABAF58}"/>
              </a:ext>
            </a:extLst>
          </p:cNvPr>
          <p:cNvSpPr/>
          <p:nvPr/>
        </p:nvSpPr>
        <p:spPr>
          <a:xfrm>
            <a:off x="7689687" y="434553"/>
            <a:ext cx="8169265" cy="556861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“%d”,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834ACFC-17E9-7208-21AC-D05D06FBACFC}"/>
              </a:ext>
            </a:extLst>
          </p:cNvPr>
          <p:cNvSpPr/>
          <p:nvPr/>
        </p:nvSpPr>
        <p:spPr>
          <a:xfrm>
            <a:off x="639258" y="7605902"/>
            <a:ext cx="23105484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Inorder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traversal of the BST prints the tree in the sorted order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The running time of 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inorder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traversal is </a:t>
            </a:r>
          </a:p>
        </p:txBody>
      </p:sp>
    </p:spTree>
    <p:extLst>
      <p:ext uri="{BB962C8B-B14F-4D97-AF65-F5344CB8AC3E}">
        <p14:creationId xmlns:p14="http://schemas.microsoft.com/office/powerpoint/2010/main" val="42397496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CCEF6-E0C1-7F27-48EF-14E6D1124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box">
            <a:extLst>
              <a:ext uri="{FF2B5EF4-FFF2-40B4-BE49-F238E27FC236}">
                <a16:creationId xmlns:a16="http://schemas.microsoft.com/office/drawing/2014/main" id="{F0609699-5CB6-4000-B882-F14622D9B900}"/>
              </a:ext>
            </a:extLst>
          </p:cNvPr>
          <p:cNvSpPr/>
          <p:nvPr/>
        </p:nvSpPr>
        <p:spPr>
          <a:xfrm>
            <a:off x="7689687" y="434553"/>
            <a:ext cx="8169265" cy="556861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“%d”,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96A3C5A-3D97-205D-BC5E-B87A3D50102A}"/>
              </a:ext>
            </a:extLst>
          </p:cNvPr>
          <p:cNvSpPr/>
          <p:nvPr/>
        </p:nvSpPr>
        <p:spPr>
          <a:xfrm>
            <a:off x="639258" y="7605902"/>
            <a:ext cx="23105484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Inorder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traversal of the BST prints the tree in the sorted order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The running time of 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inorder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traversal is O(n) </a:t>
            </a:r>
          </a:p>
        </p:txBody>
      </p:sp>
    </p:spTree>
    <p:extLst>
      <p:ext uri="{BB962C8B-B14F-4D97-AF65-F5344CB8AC3E}">
        <p14:creationId xmlns:p14="http://schemas.microsoft.com/office/powerpoint/2010/main" val="23238157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7008BD1-B8EF-79A4-63F4-BAEA302DC199}"/>
              </a:ext>
            </a:extLst>
          </p:cNvPr>
          <p:cNvSpPr/>
          <p:nvPr/>
        </p:nvSpPr>
        <p:spPr>
          <a:xfrm>
            <a:off x="639258" y="1061384"/>
            <a:ext cx="23105484" cy="215661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6600" dirty="0">
                <a:solidFill>
                  <a:schemeClr val="bg1"/>
                </a:solidFill>
                <a:latin typeface="Bradley Hand" pitchFamily="2" charset="77"/>
              </a:rPr>
              <a:t>Check if the binary tree is a BST</a:t>
            </a:r>
          </a:p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You are given the root of a tree. You need to check if the tree is a BST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36D1FD9-539D-5A6E-EEF1-6615A5A7E275}"/>
              </a:ext>
            </a:extLst>
          </p:cNvPr>
          <p:cNvSpPr/>
          <p:nvPr/>
        </p:nvSpPr>
        <p:spPr>
          <a:xfrm>
            <a:off x="639258" y="4451494"/>
            <a:ext cx="23105484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Using 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inorder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traversal, add all the elements of the tree in an array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If the array is sorted, then the tree is a BST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Else no</a:t>
            </a:r>
          </a:p>
        </p:txBody>
      </p:sp>
    </p:spTree>
    <p:extLst>
      <p:ext uri="{BB962C8B-B14F-4D97-AF65-F5344CB8AC3E}">
        <p14:creationId xmlns:p14="http://schemas.microsoft.com/office/powerpoint/2010/main" val="22412134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24E7D-10B8-C9AB-A570-D89303515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9A5D9A9-4599-4DCB-DAEC-3FD5DDE47554}"/>
              </a:ext>
            </a:extLst>
          </p:cNvPr>
          <p:cNvSpPr/>
          <p:nvPr/>
        </p:nvSpPr>
        <p:spPr>
          <a:xfrm>
            <a:off x="14319040" y="358898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EC17D8A-9136-3D24-64D2-5E0465A85974}"/>
              </a:ext>
            </a:extLst>
          </p:cNvPr>
          <p:cNvSpPr/>
          <p:nvPr/>
        </p:nvSpPr>
        <p:spPr>
          <a:xfrm>
            <a:off x="17294978" y="163313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BE0ECB7-A197-E4BC-7A4B-F53C69F70C0A}"/>
              </a:ext>
            </a:extLst>
          </p:cNvPr>
          <p:cNvSpPr/>
          <p:nvPr/>
        </p:nvSpPr>
        <p:spPr>
          <a:xfrm>
            <a:off x="20505710" y="358898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6654EB2-7105-66EB-D3B1-03AD9BA16C00}"/>
              </a:ext>
            </a:extLst>
          </p:cNvPr>
          <p:cNvCxnSpPr>
            <a:cxnSpLocks/>
            <a:stCxn id="5" idx="4"/>
            <a:endCxn id="4" idx="0"/>
          </p:cNvCxnSpPr>
          <p:nvPr/>
        </p:nvCxnSpPr>
        <p:spPr>
          <a:xfrm flipH="1">
            <a:off x="15039040" y="2945938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45B7C0-95EF-FED6-4C25-89E0B590AEDF}"/>
              </a:ext>
            </a:extLst>
          </p:cNvPr>
          <p:cNvCxnSpPr>
            <a:cxnSpLocks/>
            <a:stCxn id="5" idx="4"/>
            <a:endCxn id="6" idx="0"/>
          </p:cNvCxnSpPr>
          <p:nvPr/>
        </p:nvCxnSpPr>
        <p:spPr>
          <a:xfrm>
            <a:off x="18014978" y="2945938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F5A37476-1368-C350-B45F-175A3DE1B0E3}"/>
              </a:ext>
            </a:extLst>
          </p:cNvPr>
          <p:cNvSpPr/>
          <p:nvPr/>
        </p:nvSpPr>
        <p:spPr>
          <a:xfrm>
            <a:off x="19115576" y="563102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FFE1E7D-EAEB-402C-0942-F439D3A63B6C}"/>
              </a:ext>
            </a:extLst>
          </p:cNvPr>
          <p:cNvCxnSpPr>
            <a:cxnSpLocks/>
            <a:stCxn id="6" idx="4"/>
            <a:endCxn id="9" idx="0"/>
          </p:cNvCxnSpPr>
          <p:nvPr/>
        </p:nvCxnSpPr>
        <p:spPr>
          <a:xfrm flipH="1">
            <a:off x="19835576" y="4901788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82BEC15F-4781-26AF-57CC-40FD4E524124}"/>
              </a:ext>
            </a:extLst>
          </p:cNvPr>
          <p:cNvSpPr/>
          <p:nvPr/>
        </p:nvSpPr>
        <p:spPr>
          <a:xfrm>
            <a:off x="12570079" y="563102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11C66DE-C74F-02E9-2CF4-10F0433DE970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 flipH="1">
            <a:off x="13290079" y="4901788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738800B5-FFC4-5ECA-FAE5-8689E811FE0B}"/>
              </a:ext>
            </a:extLst>
          </p:cNvPr>
          <p:cNvSpPr/>
          <p:nvPr/>
        </p:nvSpPr>
        <p:spPr>
          <a:xfrm>
            <a:off x="17294978" y="79855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648C233-17A4-3797-E013-93FC6C9E8D12}"/>
              </a:ext>
            </a:extLst>
          </p:cNvPr>
          <p:cNvCxnSpPr>
            <a:cxnSpLocks/>
            <a:stCxn id="9" idx="4"/>
            <a:endCxn id="13" idx="0"/>
          </p:cNvCxnSpPr>
          <p:nvPr/>
        </p:nvCxnSpPr>
        <p:spPr>
          <a:xfrm flipH="1">
            <a:off x="18014978" y="6943827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2D882906-6883-0AF2-15E6-6DE72A95804B}"/>
              </a:ext>
            </a:extLst>
          </p:cNvPr>
          <p:cNvSpPr/>
          <p:nvPr/>
        </p:nvSpPr>
        <p:spPr>
          <a:xfrm>
            <a:off x="12570079" y="563102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E21E7B-7F32-3DE6-3975-155CB0E484B0}"/>
              </a:ext>
            </a:extLst>
          </p:cNvPr>
          <p:cNvSpPr/>
          <p:nvPr/>
        </p:nvSpPr>
        <p:spPr>
          <a:xfrm>
            <a:off x="15688347" y="563102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F29EA15-5223-12C0-1AAB-662791A0388B}"/>
              </a:ext>
            </a:extLst>
          </p:cNvPr>
          <p:cNvCxnSpPr>
            <a:cxnSpLocks/>
            <a:stCxn id="16" idx="0"/>
            <a:endCxn id="4" idx="4"/>
          </p:cNvCxnSpPr>
          <p:nvPr/>
        </p:nvCxnSpPr>
        <p:spPr>
          <a:xfrm flipH="1" flipV="1">
            <a:off x="15039040" y="4901788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8CB4C00C-7FF7-86C6-A037-7398532186AA}"/>
              </a:ext>
            </a:extLst>
          </p:cNvPr>
          <p:cNvSpPr/>
          <p:nvPr/>
        </p:nvSpPr>
        <p:spPr>
          <a:xfrm>
            <a:off x="13687237" y="1068431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3D075F4-BCC5-AA86-78BF-F1C3533F9096}"/>
              </a:ext>
            </a:extLst>
          </p:cNvPr>
          <p:cNvSpPr/>
          <p:nvPr/>
        </p:nvSpPr>
        <p:spPr>
          <a:xfrm>
            <a:off x="16804561" y="1068403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0FA98E8-75CF-1EF3-B652-D3E195EDD06D}"/>
              </a:ext>
            </a:extLst>
          </p:cNvPr>
          <p:cNvSpPr/>
          <p:nvPr/>
        </p:nvSpPr>
        <p:spPr>
          <a:xfrm>
            <a:off x="21480547" y="106840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0686D16-A827-0383-9048-0D20485489DD}"/>
              </a:ext>
            </a:extLst>
          </p:cNvPr>
          <p:cNvSpPr/>
          <p:nvPr/>
        </p:nvSpPr>
        <p:spPr>
          <a:xfrm>
            <a:off x="19921885" y="1068403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7FE4A59-2FE0-CFD2-9C37-5DFE5F27DFA2}"/>
              </a:ext>
            </a:extLst>
          </p:cNvPr>
          <p:cNvSpPr/>
          <p:nvPr/>
        </p:nvSpPr>
        <p:spPr>
          <a:xfrm>
            <a:off x="18363223" y="1068403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24E715D-98D1-BE83-3C37-8667B24A8E8E}"/>
              </a:ext>
            </a:extLst>
          </p:cNvPr>
          <p:cNvSpPr/>
          <p:nvPr/>
        </p:nvSpPr>
        <p:spPr>
          <a:xfrm>
            <a:off x="15245899" y="106840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FC2D755-CF42-A5CE-4360-D5109901BB4C}"/>
              </a:ext>
            </a:extLst>
          </p:cNvPr>
          <p:cNvSpPr/>
          <p:nvPr/>
        </p:nvSpPr>
        <p:spPr>
          <a:xfrm>
            <a:off x="12008969" y="1068431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5F0ACA2-69EC-074C-CCC0-48442792733F}"/>
              </a:ext>
            </a:extLst>
          </p:cNvPr>
          <p:cNvSpPr/>
          <p:nvPr/>
        </p:nvSpPr>
        <p:spPr>
          <a:xfrm>
            <a:off x="9256764" y="106840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25" name="!!box">
            <a:extLst>
              <a:ext uri="{FF2B5EF4-FFF2-40B4-BE49-F238E27FC236}">
                <a16:creationId xmlns:a16="http://schemas.microsoft.com/office/drawing/2014/main" id="{242C54E4-D517-DE13-E4E0-5B3CAC90D553}"/>
              </a:ext>
            </a:extLst>
          </p:cNvPr>
          <p:cNvSpPr/>
          <p:nvPr/>
        </p:nvSpPr>
        <p:spPr>
          <a:xfrm>
            <a:off x="769342" y="1855753"/>
            <a:ext cx="10369713" cy="61815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[],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count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A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count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count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=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(*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count)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++;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A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count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701000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E390382-C469-CEDF-288E-561A357C331A}"/>
              </a:ext>
            </a:extLst>
          </p:cNvPr>
          <p:cNvSpPr/>
          <p:nvPr/>
        </p:nvSpPr>
        <p:spPr>
          <a:xfrm>
            <a:off x="639258" y="141984"/>
            <a:ext cx="23105484" cy="399542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6600" dirty="0">
                <a:solidFill>
                  <a:schemeClr val="bg1"/>
                </a:solidFill>
                <a:latin typeface="Bradley Hand" pitchFamily="2" charset="77"/>
              </a:rPr>
              <a:t>Find the k-</a:t>
            </a:r>
            <a:r>
              <a:rPr lang="en-US" sz="6600" dirty="0" err="1">
                <a:solidFill>
                  <a:schemeClr val="bg1"/>
                </a:solidFill>
                <a:latin typeface="Bradley Hand" pitchFamily="2" charset="77"/>
              </a:rPr>
              <a:t>th</a:t>
            </a:r>
            <a:r>
              <a:rPr lang="en-US" sz="6600" dirty="0">
                <a:solidFill>
                  <a:schemeClr val="bg1"/>
                </a:solidFill>
                <a:latin typeface="Bradley Hand" pitchFamily="2" charset="77"/>
              </a:rPr>
              <a:t> smallest element in the BST</a:t>
            </a:r>
          </a:p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You are given the root of a BST. Write the function </a:t>
            </a:r>
          </a:p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void</a:t>
            </a:r>
            <a:r>
              <a:rPr lang="en-US" sz="5400" dirty="0">
                <a:solidFill>
                  <a:schemeClr val="accent2">
                    <a:lumMod val="40000"/>
                    <a:lumOff val="60000"/>
                  </a:schemeClr>
                </a:solidFill>
                <a:latin typeface="Bradley Hand" pitchFamily="2" charset="77"/>
              </a:rPr>
              <a:t> </a:t>
            </a:r>
            <a:r>
              <a:rPr lang="en-US" sz="54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Bradley Hand" pitchFamily="2" charset="77"/>
              </a:rPr>
              <a:t>findk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( </a:t>
            </a: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struct node 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*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v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, </a:t>
            </a: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int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k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) </a:t>
            </a:r>
          </a:p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to print the k-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th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smallest element in the BST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4E10914-A576-3F00-752E-6781F6976C76}"/>
              </a:ext>
            </a:extLst>
          </p:cNvPr>
          <p:cNvSpPr/>
          <p:nvPr/>
        </p:nvSpPr>
        <p:spPr>
          <a:xfrm>
            <a:off x="639258" y="5685713"/>
            <a:ext cx="2310548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Initially, we call </a:t>
            </a:r>
            <a:r>
              <a:rPr lang="en-US" sz="54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Bradley Hand" pitchFamily="2" charset="77"/>
              </a:rPr>
              <a:t>findk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(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root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,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k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4383938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035A0D3B-28C9-D491-A4AD-EB512D64A8BA}"/>
              </a:ext>
            </a:extLst>
          </p:cNvPr>
          <p:cNvSpPr/>
          <p:nvPr/>
        </p:nvSpPr>
        <p:spPr>
          <a:xfrm>
            <a:off x="0" y="1442602"/>
            <a:ext cx="9081240" cy="679448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findk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v,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k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findk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k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count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++;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count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“%d”,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findk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,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k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025CE08-8B6E-A1E2-35EA-16C6832F5C58}"/>
              </a:ext>
            </a:extLst>
          </p:cNvPr>
          <p:cNvSpPr/>
          <p:nvPr/>
        </p:nvSpPr>
        <p:spPr>
          <a:xfrm>
            <a:off x="12573367" y="34435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BC20789-8825-1BA2-C6B1-9CD796659083}"/>
              </a:ext>
            </a:extLst>
          </p:cNvPr>
          <p:cNvSpPr/>
          <p:nvPr/>
        </p:nvSpPr>
        <p:spPr>
          <a:xfrm>
            <a:off x="15549305" y="148766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974A18A-890C-86D2-3584-48071F9674A8}"/>
              </a:ext>
            </a:extLst>
          </p:cNvPr>
          <p:cNvSpPr/>
          <p:nvPr/>
        </p:nvSpPr>
        <p:spPr>
          <a:xfrm>
            <a:off x="18760037" y="34435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25A7D2-13B7-F256-DB79-60EF9ABEA8E7}"/>
              </a:ext>
            </a:extLst>
          </p:cNvPr>
          <p:cNvCxnSpPr>
            <a:cxnSpLocks/>
            <a:stCxn id="4" idx="4"/>
            <a:endCxn id="3" idx="0"/>
          </p:cNvCxnSpPr>
          <p:nvPr/>
        </p:nvCxnSpPr>
        <p:spPr>
          <a:xfrm flipH="1">
            <a:off x="13293367" y="2800466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4A8326A-66EF-FDCD-0710-5F108B9B79B4}"/>
              </a:ext>
            </a:extLst>
          </p:cNvPr>
          <p:cNvCxnSpPr>
            <a:cxnSpLocks/>
            <a:stCxn id="4" idx="4"/>
            <a:endCxn id="5" idx="0"/>
          </p:cNvCxnSpPr>
          <p:nvPr/>
        </p:nvCxnSpPr>
        <p:spPr>
          <a:xfrm>
            <a:off x="16269305" y="2800466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35782F7-3E79-AEFF-1D0B-42B15D0DE24D}"/>
              </a:ext>
            </a:extLst>
          </p:cNvPr>
          <p:cNvSpPr/>
          <p:nvPr/>
        </p:nvSpPr>
        <p:spPr>
          <a:xfrm>
            <a:off x="17369903" y="548555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9AEF323-0E44-8789-FF55-91D23D3AF24A}"/>
              </a:ext>
            </a:extLst>
          </p:cNvPr>
          <p:cNvCxnSpPr>
            <a:cxnSpLocks/>
            <a:stCxn id="5" idx="4"/>
            <a:endCxn id="8" idx="0"/>
          </p:cNvCxnSpPr>
          <p:nvPr/>
        </p:nvCxnSpPr>
        <p:spPr>
          <a:xfrm flipH="1">
            <a:off x="18089903" y="4756316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32D09273-901B-3AFD-528E-28FA63D7A3FC}"/>
              </a:ext>
            </a:extLst>
          </p:cNvPr>
          <p:cNvSpPr/>
          <p:nvPr/>
        </p:nvSpPr>
        <p:spPr>
          <a:xfrm>
            <a:off x="10824406" y="548555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A16B46B-AA96-569A-5ECF-6FDF7FFDEEC1}"/>
              </a:ext>
            </a:extLst>
          </p:cNvPr>
          <p:cNvCxnSpPr>
            <a:cxnSpLocks/>
            <a:stCxn id="3" idx="4"/>
            <a:endCxn id="10" idx="0"/>
          </p:cNvCxnSpPr>
          <p:nvPr/>
        </p:nvCxnSpPr>
        <p:spPr>
          <a:xfrm flipH="1">
            <a:off x="11544406" y="4756316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913DE61F-19D3-A609-B68A-DD06B178D3A9}"/>
              </a:ext>
            </a:extLst>
          </p:cNvPr>
          <p:cNvSpPr/>
          <p:nvPr/>
        </p:nvSpPr>
        <p:spPr>
          <a:xfrm>
            <a:off x="15549305" y="78401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E25F45-3284-40E7-E5DB-BDE7C8B60E0B}"/>
              </a:ext>
            </a:extLst>
          </p:cNvPr>
          <p:cNvCxnSpPr>
            <a:cxnSpLocks/>
            <a:stCxn id="8" idx="4"/>
            <a:endCxn id="12" idx="0"/>
          </p:cNvCxnSpPr>
          <p:nvPr/>
        </p:nvCxnSpPr>
        <p:spPr>
          <a:xfrm flipH="1">
            <a:off x="16269305" y="6798355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AA2C2C6B-8B63-D12F-1BF3-AE572CF5FD5C}"/>
              </a:ext>
            </a:extLst>
          </p:cNvPr>
          <p:cNvSpPr/>
          <p:nvPr/>
        </p:nvSpPr>
        <p:spPr>
          <a:xfrm>
            <a:off x="12573367" y="344351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CFE161A-0249-16BA-182F-8934B1062EA2}"/>
              </a:ext>
            </a:extLst>
          </p:cNvPr>
          <p:cNvSpPr/>
          <p:nvPr/>
        </p:nvSpPr>
        <p:spPr>
          <a:xfrm>
            <a:off x="15549305" y="148766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9F4335D-859D-973A-7E5D-38614B1E14C6}"/>
              </a:ext>
            </a:extLst>
          </p:cNvPr>
          <p:cNvSpPr/>
          <p:nvPr/>
        </p:nvSpPr>
        <p:spPr>
          <a:xfrm>
            <a:off x="18760037" y="34435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E54E66F-95F4-2C15-5CB6-985320081FFF}"/>
              </a:ext>
            </a:extLst>
          </p:cNvPr>
          <p:cNvSpPr/>
          <p:nvPr/>
        </p:nvSpPr>
        <p:spPr>
          <a:xfrm>
            <a:off x="17369903" y="548555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80255AB-DF86-209C-0C28-911762187875}"/>
              </a:ext>
            </a:extLst>
          </p:cNvPr>
          <p:cNvSpPr/>
          <p:nvPr/>
        </p:nvSpPr>
        <p:spPr>
          <a:xfrm>
            <a:off x="10824406" y="548555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DA28DA9-1FC3-C340-E0BC-E1DE10694F6A}"/>
              </a:ext>
            </a:extLst>
          </p:cNvPr>
          <p:cNvSpPr/>
          <p:nvPr/>
        </p:nvSpPr>
        <p:spPr>
          <a:xfrm>
            <a:off x="15549305" y="78401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A6FED57-2008-7114-1D82-8063CBEE7B82}"/>
              </a:ext>
            </a:extLst>
          </p:cNvPr>
          <p:cNvSpPr/>
          <p:nvPr/>
        </p:nvSpPr>
        <p:spPr>
          <a:xfrm>
            <a:off x="13942674" y="548555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8181AE0-2F05-B667-9EA6-4B5EEADA7CF3}"/>
              </a:ext>
            </a:extLst>
          </p:cNvPr>
          <p:cNvCxnSpPr>
            <a:cxnSpLocks/>
            <a:stCxn id="20" idx="0"/>
            <a:endCxn id="3" idx="4"/>
          </p:cNvCxnSpPr>
          <p:nvPr/>
        </p:nvCxnSpPr>
        <p:spPr>
          <a:xfrm flipH="1" flipV="1">
            <a:off x="13293367" y="4756316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8C8252DE-BB00-501A-7280-CF919E3BFE45}"/>
              </a:ext>
            </a:extLst>
          </p:cNvPr>
          <p:cNvSpPr/>
          <p:nvPr/>
        </p:nvSpPr>
        <p:spPr>
          <a:xfrm>
            <a:off x="13942674" y="548555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24" name="!!box1">
            <a:extLst>
              <a:ext uri="{FF2B5EF4-FFF2-40B4-BE49-F238E27FC236}">
                <a16:creationId xmlns:a16="http://schemas.microsoft.com/office/drawing/2014/main" id="{8CAB9525-2E7D-DF00-AB73-2384203A6E6B}"/>
              </a:ext>
            </a:extLst>
          </p:cNvPr>
          <p:cNvSpPr/>
          <p:nvPr/>
        </p:nvSpPr>
        <p:spPr>
          <a:xfrm>
            <a:off x="13615957" y="603560"/>
            <a:ext cx="5306695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Bradley Hand" pitchFamily="2" charset="77"/>
              </a:rPr>
              <a:t>findk</a:t>
            </a: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r>
              <a:rPr lang="en-US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 v</a:t>
            </a: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 -&gt; 4, </a:t>
            </a:r>
            <a:r>
              <a:rPr lang="en-US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k</a:t>
            </a: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=2)</a:t>
            </a:r>
          </a:p>
        </p:txBody>
      </p:sp>
      <p:sp>
        <p:nvSpPr>
          <p:cNvPr id="25" name="!!box2">
            <a:extLst>
              <a:ext uri="{FF2B5EF4-FFF2-40B4-BE49-F238E27FC236}">
                <a16:creationId xmlns:a16="http://schemas.microsoft.com/office/drawing/2014/main" id="{EBB18FBB-34EF-1637-6F54-7E399E806EBA}"/>
              </a:ext>
            </a:extLst>
          </p:cNvPr>
          <p:cNvSpPr/>
          <p:nvPr/>
        </p:nvSpPr>
        <p:spPr>
          <a:xfrm>
            <a:off x="13942674" y="10729585"/>
            <a:ext cx="5306695" cy="93075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count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Bradley Hand" pitchFamily="2" charset="77"/>
              </a:rPr>
              <a:t> </a:t>
            </a: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= 0</a:t>
            </a:r>
          </a:p>
        </p:txBody>
      </p:sp>
    </p:spTree>
    <p:extLst>
      <p:ext uri="{BB962C8B-B14F-4D97-AF65-F5344CB8AC3E}">
        <p14:creationId xmlns:p14="http://schemas.microsoft.com/office/powerpoint/2010/main" val="15559176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8E4C9-F566-98ED-7205-F34B54259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D93BB011-39E8-4F25-DB68-8C585815BCD5}"/>
              </a:ext>
            </a:extLst>
          </p:cNvPr>
          <p:cNvSpPr/>
          <p:nvPr/>
        </p:nvSpPr>
        <p:spPr>
          <a:xfrm>
            <a:off x="12573367" y="34435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5D0A450-D0E7-FD39-4649-5ECD9D48BC8A}"/>
              </a:ext>
            </a:extLst>
          </p:cNvPr>
          <p:cNvSpPr/>
          <p:nvPr/>
        </p:nvSpPr>
        <p:spPr>
          <a:xfrm>
            <a:off x="15549305" y="148766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3DD1B3F-232F-F8A2-2FD7-1E2BA578E2E5}"/>
              </a:ext>
            </a:extLst>
          </p:cNvPr>
          <p:cNvSpPr/>
          <p:nvPr/>
        </p:nvSpPr>
        <p:spPr>
          <a:xfrm>
            <a:off x="18760037" y="34435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F8CBE34-9B02-5B5C-61F9-E05BD7154556}"/>
              </a:ext>
            </a:extLst>
          </p:cNvPr>
          <p:cNvCxnSpPr>
            <a:cxnSpLocks/>
            <a:stCxn id="4" idx="4"/>
            <a:endCxn id="3" idx="0"/>
          </p:cNvCxnSpPr>
          <p:nvPr/>
        </p:nvCxnSpPr>
        <p:spPr>
          <a:xfrm flipH="1">
            <a:off x="13293367" y="2800466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232013F-C547-285B-8FE7-73FF9FF714CB}"/>
              </a:ext>
            </a:extLst>
          </p:cNvPr>
          <p:cNvCxnSpPr>
            <a:cxnSpLocks/>
            <a:stCxn id="4" idx="4"/>
            <a:endCxn id="5" idx="0"/>
          </p:cNvCxnSpPr>
          <p:nvPr/>
        </p:nvCxnSpPr>
        <p:spPr>
          <a:xfrm>
            <a:off x="16269305" y="2800466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F0D2BAB-A6D8-0D95-7A8E-367AE09D083A}"/>
              </a:ext>
            </a:extLst>
          </p:cNvPr>
          <p:cNvSpPr/>
          <p:nvPr/>
        </p:nvSpPr>
        <p:spPr>
          <a:xfrm>
            <a:off x="17369903" y="548555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44383BB-4B44-BE4A-9ABC-11B3A754EAAC}"/>
              </a:ext>
            </a:extLst>
          </p:cNvPr>
          <p:cNvCxnSpPr>
            <a:cxnSpLocks/>
            <a:stCxn id="5" idx="4"/>
            <a:endCxn id="8" idx="0"/>
          </p:cNvCxnSpPr>
          <p:nvPr/>
        </p:nvCxnSpPr>
        <p:spPr>
          <a:xfrm flipH="1">
            <a:off x="18089903" y="4756316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3C7C29C5-216B-C164-D944-D2F7372DF743}"/>
              </a:ext>
            </a:extLst>
          </p:cNvPr>
          <p:cNvSpPr/>
          <p:nvPr/>
        </p:nvSpPr>
        <p:spPr>
          <a:xfrm>
            <a:off x="10824406" y="548555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E6F2CF8-CCB1-31FC-3E33-7D16DEA426BE}"/>
              </a:ext>
            </a:extLst>
          </p:cNvPr>
          <p:cNvCxnSpPr>
            <a:cxnSpLocks/>
            <a:stCxn id="3" idx="4"/>
            <a:endCxn id="10" idx="0"/>
          </p:cNvCxnSpPr>
          <p:nvPr/>
        </p:nvCxnSpPr>
        <p:spPr>
          <a:xfrm flipH="1">
            <a:off x="11544406" y="4756316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DCEE0D6E-31C4-8035-5B53-34409EDCCF68}"/>
              </a:ext>
            </a:extLst>
          </p:cNvPr>
          <p:cNvSpPr/>
          <p:nvPr/>
        </p:nvSpPr>
        <p:spPr>
          <a:xfrm>
            <a:off x="15549305" y="78401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F552AC6-6E0A-E6B4-EA76-E6BB45AFEB66}"/>
              </a:ext>
            </a:extLst>
          </p:cNvPr>
          <p:cNvCxnSpPr>
            <a:cxnSpLocks/>
            <a:stCxn id="8" idx="4"/>
            <a:endCxn id="12" idx="0"/>
          </p:cNvCxnSpPr>
          <p:nvPr/>
        </p:nvCxnSpPr>
        <p:spPr>
          <a:xfrm flipH="1">
            <a:off x="16269305" y="6798355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53C8D453-245F-A5CF-8BE1-46B2F0BEC3A0}"/>
              </a:ext>
            </a:extLst>
          </p:cNvPr>
          <p:cNvSpPr/>
          <p:nvPr/>
        </p:nvSpPr>
        <p:spPr>
          <a:xfrm>
            <a:off x="12573367" y="344351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284EDEE-8458-1F9D-5C44-78EF775D9FFF}"/>
              </a:ext>
            </a:extLst>
          </p:cNvPr>
          <p:cNvSpPr/>
          <p:nvPr/>
        </p:nvSpPr>
        <p:spPr>
          <a:xfrm>
            <a:off x="15549305" y="148766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D8FD8BB-F59F-854A-0E2D-D032C72932E7}"/>
              </a:ext>
            </a:extLst>
          </p:cNvPr>
          <p:cNvSpPr/>
          <p:nvPr/>
        </p:nvSpPr>
        <p:spPr>
          <a:xfrm>
            <a:off x="18760037" y="34435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64123A1-8E21-0446-89CF-C31165BE7F88}"/>
              </a:ext>
            </a:extLst>
          </p:cNvPr>
          <p:cNvSpPr/>
          <p:nvPr/>
        </p:nvSpPr>
        <p:spPr>
          <a:xfrm>
            <a:off x="17369903" y="548555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81A7A91-E810-5B03-08E6-C9D1A57B7E5F}"/>
              </a:ext>
            </a:extLst>
          </p:cNvPr>
          <p:cNvSpPr/>
          <p:nvPr/>
        </p:nvSpPr>
        <p:spPr>
          <a:xfrm>
            <a:off x="10824406" y="548555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1470480-1844-1CE2-BA71-904463DD90E4}"/>
              </a:ext>
            </a:extLst>
          </p:cNvPr>
          <p:cNvSpPr/>
          <p:nvPr/>
        </p:nvSpPr>
        <p:spPr>
          <a:xfrm>
            <a:off x="15549305" y="78401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023B6D0-B1A6-E698-1717-0DBA07E80A60}"/>
              </a:ext>
            </a:extLst>
          </p:cNvPr>
          <p:cNvSpPr/>
          <p:nvPr/>
        </p:nvSpPr>
        <p:spPr>
          <a:xfrm>
            <a:off x="13942674" y="548555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2B1CC20-5A12-15E0-616B-B14B8AE35D95}"/>
              </a:ext>
            </a:extLst>
          </p:cNvPr>
          <p:cNvCxnSpPr>
            <a:cxnSpLocks/>
            <a:stCxn id="20" idx="0"/>
            <a:endCxn id="3" idx="4"/>
          </p:cNvCxnSpPr>
          <p:nvPr/>
        </p:nvCxnSpPr>
        <p:spPr>
          <a:xfrm flipH="1" flipV="1">
            <a:off x="13293367" y="4756316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E8242132-74CB-2429-70FC-4D411CCFC073}"/>
              </a:ext>
            </a:extLst>
          </p:cNvPr>
          <p:cNvSpPr/>
          <p:nvPr/>
        </p:nvSpPr>
        <p:spPr>
          <a:xfrm>
            <a:off x="13942674" y="548555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24" name="!!box1">
            <a:extLst>
              <a:ext uri="{FF2B5EF4-FFF2-40B4-BE49-F238E27FC236}">
                <a16:creationId xmlns:a16="http://schemas.microsoft.com/office/drawing/2014/main" id="{E525F135-7B88-3DBD-6CE9-58BDE7F38E58}"/>
              </a:ext>
            </a:extLst>
          </p:cNvPr>
          <p:cNvSpPr/>
          <p:nvPr/>
        </p:nvSpPr>
        <p:spPr>
          <a:xfrm>
            <a:off x="10572224" y="2560806"/>
            <a:ext cx="5306695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Bradley Hand" pitchFamily="2" charset="77"/>
              </a:rPr>
              <a:t>findk</a:t>
            </a: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r>
              <a:rPr lang="en-US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 v</a:t>
            </a: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 -&gt; 2, </a:t>
            </a:r>
            <a:r>
              <a:rPr lang="en-US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k</a:t>
            </a: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=2)</a:t>
            </a:r>
          </a:p>
        </p:txBody>
      </p:sp>
      <p:sp>
        <p:nvSpPr>
          <p:cNvPr id="23" name="!!box2">
            <a:extLst>
              <a:ext uri="{FF2B5EF4-FFF2-40B4-BE49-F238E27FC236}">
                <a16:creationId xmlns:a16="http://schemas.microsoft.com/office/drawing/2014/main" id="{9DBE9A84-78B0-E6EA-9DA9-68DCDAE63142}"/>
              </a:ext>
            </a:extLst>
          </p:cNvPr>
          <p:cNvSpPr/>
          <p:nvPr/>
        </p:nvSpPr>
        <p:spPr>
          <a:xfrm>
            <a:off x="13942674" y="10729585"/>
            <a:ext cx="5306695" cy="93075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count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Bradley Hand" pitchFamily="2" charset="77"/>
              </a:rPr>
              <a:t> </a:t>
            </a: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= 0</a:t>
            </a:r>
          </a:p>
        </p:txBody>
      </p:sp>
      <p:sp>
        <p:nvSpPr>
          <p:cNvPr id="26" name="!!box">
            <a:extLst>
              <a:ext uri="{FF2B5EF4-FFF2-40B4-BE49-F238E27FC236}">
                <a16:creationId xmlns:a16="http://schemas.microsoft.com/office/drawing/2014/main" id="{A4DB5224-8E6D-3571-649F-645323743AED}"/>
              </a:ext>
            </a:extLst>
          </p:cNvPr>
          <p:cNvSpPr/>
          <p:nvPr/>
        </p:nvSpPr>
        <p:spPr>
          <a:xfrm>
            <a:off x="0" y="1442602"/>
            <a:ext cx="9081240" cy="679448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findk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v,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k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findk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k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count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++;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count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“%d”,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findk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,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k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644636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4961C-0EA5-0977-4887-6F3793CDB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C6BF4857-30EB-E3B3-B5BE-9F1FA202EFF4}"/>
              </a:ext>
            </a:extLst>
          </p:cNvPr>
          <p:cNvSpPr/>
          <p:nvPr/>
        </p:nvSpPr>
        <p:spPr>
          <a:xfrm>
            <a:off x="12573367" y="34435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6C7FE7C-586C-B71A-EEE3-532352429BFA}"/>
              </a:ext>
            </a:extLst>
          </p:cNvPr>
          <p:cNvSpPr/>
          <p:nvPr/>
        </p:nvSpPr>
        <p:spPr>
          <a:xfrm>
            <a:off x="15549305" y="148766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CA6B337-29FB-8814-2AAB-10C5574BCA60}"/>
              </a:ext>
            </a:extLst>
          </p:cNvPr>
          <p:cNvSpPr/>
          <p:nvPr/>
        </p:nvSpPr>
        <p:spPr>
          <a:xfrm>
            <a:off x="18760037" y="34435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22CA388-588B-B48A-FBAA-AA92DBE49C5C}"/>
              </a:ext>
            </a:extLst>
          </p:cNvPr>
          <p:cNvCxnSpPr>
            <a:cxnSpLocks/>
            <a:stCxn id="4" idx="4"/>
            <a:endCxn id="3" idx="0"/>
          </p:cNvCxnSpPr>
          <p:nvPr/>
        </p:nvCxnSpPr>
        <p:spPr>
          <a:xfrm flipH="1">
            <a:off x="13293367" y="2800466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54F38F9-BECF-6B8A-8566-3F0621E8BF2C}"/>
              </a:ext>
            </a:extLst>
          </p:cNvPr>
          <p:cNvCxnSpPr>
            <a:cxnSpLocks/>
            <a:stCxn id="4" idx="4"/>
            <a:endCxn id="5" idx="0"/>
          </p:cNvCxnSpPr>
          <p:nvPr/>
        </p:nvCxnSpPr>
        <p:spPr>
          <a:xfrm>
            <a:off x="16269305" y="2800466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2DA0F9B-5752-7D9D-E2E6-4124D5858A1D}"/>
              </a:ext>
            </a:extLst>
          </p:cNvPr>
          <p:cNvSpPr/>
          <p:nvPr/>
        </p:nvSpPr>
        <p:spPr>
          <a:xfrm>
            <a:off x="17369903" y="548555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221283-2ACC-6785-6DED-AA01D1EB17D5}"/>
              </a:ext>
            </a:extLst>
          </p:cNvPr>
          <p:cNvCxnSpPr>
            <a:cxnSpLocks/>
            <a:stCxn id="5" idx="4"/>
            <a:endCxn id="8" idx="0"/>
          </p:cNvCxnSpPr>
          <p:nvPr/>
        </p:nvCxnSpPr>
        <p:spPr>
          <a:xfrm flipH="1">
            <a:off x="18089903" y="4756316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9257998D-3C7F-02DE-0BA7-CF3E06A0D9C3}"/>
              </a:ext>
            </a:extLst>
          </p:cNvPr>
          <p:cNvSpPr/>
          <p:nvPr/>
        </p:nvSpPr>
        <p:spPr>
          <a:xfrm>
            <a:off x="10824406" y="548555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6676710-D036-185D-5930-ADFBC2F46524}"/>
              </a:ext>
            </a:extLst>
          </p:cNvPr>
          <p:cNvCxnSpPr>
            <a:cxnSpLocks/>
            <a:stCxn id="3" idx="4"/>
            <a:endCxn id="10" idx="0"/>
          </p:cNvCxnSpPr>
          <p:nvPr/>
        </p:nvCxnSpPr>
        <p:spPr>
          <a:xfrm flipH="1">
            <a:off x="11544406" y="4756316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C7609CC3-E5C7-EB15-5FA6-ECA73A6DC9D5}"/>
              </a:ext>
            </a:extLst>
          </p:cNvPr>
          <p:cNvSpPr/>
          <p:nvPr/>
        </p:nvSpPr>
        <p:spPr>
          <a:xfrm>
            <a:off x="15549305" y="78401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6045D04-869B-CB11-30AB-A282BC942A76}"/>
              </a:ext>
            </a:extLst>
          </p:cNvPr>
          <p:cNvCxnSpPr>
            <a:cxnSpLocks/>
            <a:stCxn id="8" idx="4"/>
            <a:endCxn id="12" idx="0"/>
          </p:cNvCxnSpPr>
          <p:nvPr/>
        </p:nvCxnSpPr>
        <p:spPr>
          <a:xfrm flipH="1">
            <a:off x="16269305" y="6798355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399A9DAB-3F0E-6D74-A0EC-BFE1528F8657}"/>
              </a:ext>
            </a:extLst>
          </p:cNvPr>
          <p:cNvSpPr/>
          <p:nvPr/>
        </p:nvSpPr>
        <p:spPr>
          <a:xfrm>
            <a:off x="12573367" y="344351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40EE311-43A3-3411-EB76-7E20E1618B00}"/>
              </a:ext>
            </a:extLst>
          </p:cNvPr>
          <p:cNvSpPr/>
          <p:nvPr/>
        </p:nvSpPr>
        <p:spPr>
          <a:xfrm>
            <a:off x="15549305" y="148766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1C4F915-9402-3F28-4A69-53B4C4FEFBD4}"/>
              </a:ext>
            </a:extLst>
          </p:cNvPr>
          <p:cNvSpPr/>
          <p:nvPr/>
        </p:nvSpPr>
        <p:spPr>
          <a:xfrm>
            <a:off x="18760037" y="34435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F2F6163-FD2F-8498-2BB3-D258D8250289}"/>
              </a:ext>
            </a:extLst>
          </p:cNvPr>
          <p:cNvSpPr/>
          <p:nvPr/>
        </p:nvSpPr>
        <p:spPr>
          <a:xfrm>
            <a:off x="17369903" y="548555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C5C9B34-98A7-2F5C-2361-87F9C1F8AF77}"/>
              </a:ext>
            </a:extLst>
          </p:cNvPr>
          <p:cNvSpPr/>
          <p:nvPr/>
        </p:nvSpPr>
        <p:spPr>
          <a:xfrm>
            <a:off x="10824406" y="548555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B7CA58E-61F7-D57B-7861-2C7C01A34703}"/>
              </a:ext>
            </a:extLst>
          </p:cNvPr>
          <p:cNvSpPr/>
          <p:nvPr/>
        </p:nvSpPr>
        <p:spPr>
          <a:xfrm>
            <a:off x="15549305" y="78401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A038A5F-2F58-D355-4A7E-646914DAEF65}"/>
              </a:ext>
            </a:extLst>
          </p:cNvPr>
          <p:cNvSpPr/>
          <p:nvPr/>
        </p:nvSpPr>
        <p:spPr>
          <a:xfrm>
            <a:off x="13942674" y="548555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9C28D23-8558-9C3D-28BA-61EF885ECB63}"/>
              </a:ext>
            </a:extLst>
          </p:cNvPr>
          <p:cNvCxnSpPr>
            <a:cxnSpLocks/>
            <a:stCxn id="20" idx="0"/>
            <a:endCxn id="3" idx="4"/>
          </p:cNvCxnSpPr>
          <p:nvPr/>
        </p:nvCxnSpPr>
        <p:spPr>
          <a:xfrm flipH="1" flipV="1">
            <a:off x="13293367" y="4756316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A7C64556-0F0B-847B-D9F4-0305BCCD2850}"/>
              </a:ext>
            </a:extLst>
          </p:cNvPr>
          <p:cNvSpPr/>
          <p:nvPr/>
        </p:nvSpPr>
        <p:spPr>
          <a:xfrm>
            <a:off x="13942674" y="548555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24" name="!!box1">
            <a:extLst>
              <a:ext uri="{FF2B5EF4-FFF2-40B4-BE49-F238E27FC236}">
                <a16:creationId xmlns:a16="http://schemas.microsoft.com/office/drawing/2014/main" id="{FDE88F69-2960-09D1-EACF-380B0B1B321D}"/>
              </a:ext>
            </a:extLst>
          </p:cNvPr>
          <p:cNvSpPr/>
          <p:nvPr/>
        </p:nvSpPr>
        <p:spPr>
          <a:xfrm>
            <a:off x="8858610" y="4682688"/>
            <a:ext cx="5306695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Bradley Hand" pitchFamily="2" charset="77"/>
              </a:rPr>
              <a:t>findk</a:t>
            </a: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r>
              <a:rPr lang="en-US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 v</a:t>
            </a: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 -&gt; 0, </a:t>
            </a:r>
            <a:r>
              <a:rPr lang="en-US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k</a:t>
            </a: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=2)</a:t>
            </a:r>
          </a:p>
        </p:txBody>
      </p:sp>
      <p:sp>
        <p:nvSpPr>
          <p:cNvPr id="23" name="!!box2">
            <a:extLst>
              <a:ext uri="{FF2B5EF4-FFF2-40B4-BE49-F238E27FC236}">
                <a16:creationId xmlns:a16="http://schemas.microsoft.com/office/drawing/2014/main" id="{D309F810-F349-6F3F-5BF8-6AC5FD1C7985}"/>
              </a:ext>
            </a:extLst>
          </p:cNvPr>
          <p:cNvSpPr/>
          <p:nvPr/>
        </p:nvSpPr>
        <p:spPr>
          <a:xfrm>
            <a:off x="13942674" y="10729585"/>
            <a:ext cx="5306695" cy="93075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count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Bradley Hand" pitchFamily="2" charset="77"/>
              </a:rPr>
              <a:t> </a:t>
            </a: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= 0</a:t>
            </a:r>
          </a:p>
        </p:txBody>
      </p:sp>
      <p:sp>
        <p:nvSpPr>
          <p:cNvPr id="26" name="!!box">
            <a:extLst>
              <a:ext uri="{FF2B5EF4-FFF2-40B4-BE49-F238E27FC236}">
                <a16:creationId xmlns:a16="http://schemas.microsoft.com/office/drawing/2014/main" id="{ACB41B0B-A47A-EE7B-57A2-1127BE216234}"/>
              </a:ext>
            </a:extLst>
          </p:cNvPr>
          <p:cNvSpPr/>
          <p:nvPr/>
        </p:nvSpPr>
        <p:spPr>
          <a:xfrm>
            <a:off x="0" y="1442602"/>
            <a:ext cx="9081240" cy="679448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findk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v,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k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findk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k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count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++;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count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“%d”,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findk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,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k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752376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BCF5C-FFCC-A612-EBAB-9F0A280A3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FF422757-C288-C7DC-5509-8F645E2C183C}"/>
              </a:ext>
            </a:extLst>
          </p:cNvPr>
          <p:cNvSpPr/>
          <p:nvPr/>
        </p:nvSpPr>
        <p:spPr>
          <a:xfrm>
            <a:off x="12573367" y="34435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1FDBBA5-CB56-4F54-7384-C1898F5A0219}"/>
              </a:ext>
            </a:extLst>
          </p:cNvPr>
          <p:cNvSpPr/>
          <p:nvPr/>
        </p:nvSpPr>
        <p:spPr>
          <a:xfrm>
            <a:off x="15549305" y="148766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3CA7E57-679B-22E9-BAEC-BC14EF863F46}"/>
              </a:ext>
            </a:extLst>
          </p:cNvPr>
          <p:cNvSpPr/>
          <p:nvPr/>
        </p:nvSpPr>
        <p:spPr>
          <a:xfrm>
            <a:off x="18760037" y="34435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8C5B68D-AA92-4973-0465-3E4B2A5EEBD3}"/>
              </a:ext>
            </a:extLst>
          </p:cNvPr>
          <p:cNvCxnSpPr>
            <a:cxnSpLocks/>
            <a:stCxn id="4" idx="4"/>
            <a:endCxn id="3" idx="0"/>
          </p:cNvCxnSpPr>
          <p:nvPr/>
        </p:nvCxnSpPr>
        <p:spPr>
          <a:xfrm flipH="1">
            <a:off x="13293367" y="2800466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3C62FA-7F0E-C86B-4E51-B9879AFF05C6}"/>
              </a:ext>
            </a:extLst>
          </p:cNvPr>
          <p:cNvCxnSpPr>
            <a:cxnSpLocks/>
            <a:stCxn id="4" idx="4"/>
            <a:endCxn id="5" idx="0"/>
          </p:cNvCxnSpPr>
          <p:nvPr/>
        </p:nvCxnSpPr>
        <p:spPr>
          <a:xfrm>
            <a:off x="16269305" y="2800466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A26A169B-6433-D794-3F4D-1D4DD6628EA0}"/>
              </a:ext>
            </a:extLst>
          </p:cNvPr>
          <p:cNvSpPr/>
          <p:nvPr/>
        </p:nvSpPr>
        <p:spPr>
          <a:xfrm>
            <a:off x="17369903" y="548555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75347CF-8F42-7489-0BB4-6BC60B3BED03}"/>
              </a:ext>
            </a:extLst>
          </p:cNvPr>
          <p:cNvCxnSpPr>
            <a:cxnSpLocks/>
            <a:stCxn id="5" idx="4"/>
            <a:endCxn id="8" idx="0"/>
          </p:cNvCxnSpPr>
          <p:nvPr/>
        </p:nvCxnSpPr>
        <p:spPr>
          <a:xfrm flipH="1">
            <a:off x="18089903" y="4756316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31B421F2-041E-58DE-112E-4AA9937DE279}"/>
              </a:ext>
            </a:extLst>
          </p:cNvPr>
          <p:cNvSpPr/>
          <p:nvPr/>
        </p:nvSpPr>
        <p:spPr>
          <a:xfrm>
            <a:off x="10824406" y="548555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0A193E-CFC4-0261-17A5-2A0322DF2882}"/>
              </a:ext>
            </a:extLst>
          </p:cNvPr>
          <p:cNvCxnSpPr>
            <a:cxnSpLocks/>
            <a:stCxn id="3" idx="4"/>
            <a:endCxn id="10" idx="0"/>
          </p:cNvCxnSpPr>
          <p:nvPr/>
        </p:nvCxnSpPr>
        <p:spPr>
          <a:xfrm flipH="1">
            <a:off x="11544406" y="4756316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7AECB1DF-BD86-D07E-DEDA-545B902315C7}"/>
              </a:ext>
            </a:extLst>
          </p:cNvPr>
          <p:cNvSpPr/>
          <p:nvPr/>
        </p:nvSpPr>
        <p:spPr>
          <a:xfrm>
            <a:off x="15549305" y="78401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3CC27FA-7155-452B-15AE-05896784AEE5}"/>
              </a:ext>
            </a:extLst>
          </p:cNvPr>
          <p:cNvCxnSpPr>
            <a:cxnSpLocks/>
            <a:stCxn id="8" idx="4"/>
            <a:endCxn id="12" idx="0"/>
          </p:cNvCxnSpPr>
          <p:nvPr/>
        </p:nvCxnSpPr>
        <p:spPr>
          <a:xfrm flipH="1">
            <a:off x="16269305" y="6798355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E461E62B-13EB-F1A4-5D8B-D04FE81EA1B2}"/>
              </a:ext>
            </a:extLst>
          </p:cNvPr>
          <p:cNvSpPr/>
          <p:nvPr/>
        </p:nvSpPr>
        <p:spPr>
          <a:xfrm>
            <a:off x="12573367" y="344351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AC13CC4-0429-8BF5-2507-280BE5716B09}"/>
              </a:ext>
            </a:extLst>
          </p:cNvPr>
          <p:cNvSpPr/>
          <p:nvPr/>
        </p:nvSpPr>
        <p:spPr>
          <a:xfrm>
            <a:off x="15549305" y="148766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8E89A39-C91A-ABAB-0C52-66A991257749}"/>
              </a:ext>
            </a:extLst>
          </p:cNvPr>
          <p:cNvSpPr/>
          <p:nvPr/>
        </p:nvSpPr>
        <p:spPr>
          <a:xfrm>
            <a:off x="18760037" y="34435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59A191F-2862-DB04-DB9F-F381487E0D67}"/>
              </a:ext>
            </a:extLst>
          </p:cNvPr>
          <p:cNvSpPr/>
          <p:nvPr/>
        </p:nvSpPr>
        <p:spPr>
          <a:xfrm>
            <a:off x="17369903" y="548555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17763B2-7457-178D-AA37-CEC3B55D38F8}"/>
              </a:ext>
            </a:extLst>
          </p:cNvPr>
          <p:cNvSpPr/>
          <p:nvPr/>
        </p:nvSpPr>
        <p:spPr>
          <a:xfrm>
            <a:off x="10824406" y="548555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9897164-448E-7649-0A08-B9CD66DAC084}"/>
              </a:ext>
            </a:extLst>
          </p:cNvPr>
          <p:cNvSpPr/>
          <p:nvPr/>
        </p:nvSpPr>
        <p:spPr>
          <a:xfrm>
            <a:off x="15549305" y="78401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534C6B8-A9C6-F055-AC95-64D9A43F8AA5}"/>
              </a:ext>
            </a:extLst>
          </p:cNvPr>
          <p:cNvSpPr/>
          <p:nvPr/>
        </p:nvSpPr>
        <p:spPr>
          <a:xfrm>
            <a:off x="13942674" y="548555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136C7E8-1D9F-FAD7-22E8-2519940F4F0E}"/>
              </a:ext>
            </a:extLst>
          </p:cNvPr>
          <p:cNvCxnSpPr>
            <a:cxnSpLocks/>
            <a:stCxn id="20" idx="0"/>
            <a:endCxn id="3" idx="4"/>
          </p:cNvCxnSpPr>
          <p:nvPr/>
        </p:nvCxnSpPr>
        <p:spPr>
          <a:xfrm flipH="1" flipV="1">
            <a:off x="13293367" y="4756316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46244AE8-3C16-0EB7-5D71-7673EA5B49AD}"/>
              </a:ext>
            </a:extLst>
          </p:cNvPr>
          <p:cNvSpPr/>
          <p:nvPr/>
        </p:nvSpPr>
        <p:spPr>
          <a:xfrm>
            <a:off x="13942674" y="548555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24" name="!!box1">
            <a:extLst>
              <a:ext uri="{FF2B5EF4-FFF2-40B4-BE49-F238E27FC236}">
                <a16:creationId xmlns:a16="http://schemas.microsoft.com/office/drawing/2014/main" id="{01109CF3-F7FC-F0E3-01B9-29A252341FA5}"/>
              </a:ext>
            </a:extLst>
          </p:cNvPr>
          <p:cNvSpPr/>
          <p:nvPr/>
        </p:nvSpPr>
        <p:spPr>
          <a:xfrm>
            <a:off x="8858610" y="4682688"/>
            <a:ext cx="5306695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Bradley Hand" pitchFamily="2" charset="77"/>
              </a:rPr>
              <a:t>findk</a:t>
            </a: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r>
              <a:rPr lang="en-US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 v</a:t>
            </a: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 -&gt; 0, </a:t>
            </a:r>
            <a:r>
              <a:rPr lang="en-US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k</a:t>
            </a: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=2)</a:t>
            </a:r>
          </a:p>
        </p:txBody>
      </p:sp>
      <p:sp>
        <p:nvSpPr>
          <p:cNvPr id="23" name="!!box2">
            <a:extLst>
              <a:ext uri="{FF2B5EF4-FFF2-40B4-BE49-F238E27FC236}">
                <a16:creationId xmlns:a16="http://schemas.microsoft.com/office/drawing/2014/main" id="{5D2465AB-5276-9118-A2A2-F831D64B7930}"/>
              </a:ext>
            </a:extLst>
          </p:cNvPr>
          <p:cNvSpPr/>
          <p:nvPr/>
        </p:nvSpPr>
        <p:spPr>
          <a:xfrm>
            <a:off x="13942674" y="10729585"/>
            <a:ext cx="5306695" cy="93075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count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Bradley Hand" pitchFamily="2" charset="77"/>
              </a:rPr>
              <a:t> </a:t>
            </a: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= 1</a:t>
            </a:r>
          </a:p>
        </p:txBody>
      </p:sp>
      <p:sp>
        <p:nvSpPr>
          <p:cNvPr id="2" name="!!box">
            <a:extLst>
              <a:ext uri="{FF2B5EF4-FFF2-40B4-BE49-F238E27FC236}">
                <a16:creationId xmlns:a16="http://schemas.microsoft.com/office/drawing/2014/main" id="{CA7D16ED-B57D-9F0D-6FBD-C867BD552F95}"/>
              </a:ext>
            </a:extLst>
          </p:cNvPr>
          <p:cNvSpPr/>
          <p:nvPr/>
        </p:nvSpPr>
        <p:spPr>
          <a:xfrm>
            <a:off x="0" y="1442602"/>
            <a:ext cx="9081240" cy="679448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findk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v,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k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findk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k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count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++;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count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“%d”,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findk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,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k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12706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64164-2803-A483-8640-8E924CA5A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DAA7758B-8042-406B-8434-C376B6073229}"/>
              </a:ext>
            </a:extLst>
          </p:cNvPr>
          <p:cNvSpPr/>
          <p:nvPr/>
        </p:nvSpPr>
        <p:spPr>
          <a:xfrm>
            <a:off x="12573367" y="34435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27FF9CE-77DF-D02E-C9D8-42440C26B582}"/>
              </a:ext>
            </a:extLst>
          </p:cNvPr>
          <p:cNvSpPr/>
          <p:nvPr/>
        </p:nvSpPr>
        <p:spPr>
          <a:xfrm>
            <a:off x="15549305" y="148766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97324B3-1342-9541-5610-53D4E764C054}"/>
              </a:ext>
            </a:extLst>
          </p:cNvPr>
          <p:cNvSpPr/>
          <p:nvPr/>
        </p:nvSpPr>
        <p:spPr>
          <a:xfrm>
            <a:off x="18760037" y="34435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3E9F39C-EF0A-D124-21C3-0FB399F32229}"/>
              </a:ext>
            </a:extLst>
          </p:cNvPr>
          <p:cNvCxnSpPr>
            <a:cxnSpLocks/>
            <a:stCxn id="4" idx="4"/>
            <a:endCxn id="3" idx="0"/>
          </p:cNvCxnSpPr>
          <p:nvPr/>
        </p:nvCxnSpPr>
        <p:spPr>
          <a:xfrm flipH="1">
            <a:off x="13293367" y="2800466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E46DCDC-7412-3363-0938-5ABABF6D27AC}"/>
              </a:ext>
            </a:extLst>
          </p:cNvPr>
          <p:cNvCxnSpPr>
            <a:cxnSpLocks/>
            <a:stCxn id="4" idx="4"/>
            <a:endCxn id="5" idx="0"/>
          </p:cNvCxnSpPr>
          <p:nvPr/>
        </p:nvCxnSpPr>
        <p:spPr>
          <a:xfrm>
            <a:off x="16269305" y="2800466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A297782C-F3D4-F471-8910-D7B2959038E2}"/>
              </a:ext>
            </a:extLst>
          </p:cNvPr>
          <p:cNvSpPr/>
          <p:nvPr/>
        </p:nvSpPr>
        <p:spPr>
          <a:xfrm>
            <a:off x="17369903" y="548555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4B9A3F6-7FA3-A681-D1CA-BF5C7AE2FCA0}"/>
              </a:ext>
            </a:extLst>
          </p:cNvPr>
          <p:cNvCxnSpPr>
            <a:cxnSpLocks/>
            <a:stCxn id="5" idx="4"/>
            <a:endCxn id="8" idx="0"/>
          </p:cNvCxnSpPr>
          <p:nvPr/>
        </p:nvCxnSpPr>
        <p:spPr>
          <a:xfrm flipH="1">
            <a:off x="18089903" y="4756316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7983A27B-D21A-9A8D-6742-2A3AAA921D44}"/>
              </a:ext>
            </a:extLst>
          </p:cNvPr>
          <p:cNvSpPr/>
          <p:nvPr/>
        </p:nvSpPr>
        <p:spPr>
          <a:xfrm>
            <a:off x="10824406" y="548555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4A189C2-7097-DC18-A07B-A9A22C68B14F}"/>
              </a:ext>
            </a:extLst>
          </p:cNvPr>
          <p:cNvCxnSpPr>
            <a:cxnSpLocks/>
            <a:stCxn id="3" idx="4"/>
            <a:endCxn id="10" idx="0"/>
          </p:cNvCxnSpPr>
          <p:nvPr/>
        </p:nvCxnSpPr>
        <p:spPr>
          <a:xfrm flipH="1">
            <a:off x="11544406" y="4756316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FFB54E0B-562A-59FD-A120-1362DF1F19B3}"/>
              </a:ext>
            </a:extLst>
          </p:cNvPr>
          <p:cNvSpPr/>
          <p:nvPr/>
        </p:nvSpPr>
        <p:spPr>
          <a:xfrm>
            <a:off x="15549305" y="78401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0A2957F-9657-5D75-AE8A-D6E6C5B695AA}"/>
              </a:ext>
            </a:extLst>
          </p:cNvPr>
          <p:cNvCxnSpPr>
            <a:cxnSpLocks/>
            <a:stCxn id="8" idx="4"/>
            <a:endCxn id="12" idx="0"/>
          </p:cNvCxnSpPr>
          <p:nvPr/>
        </p:nvCxnSpPr>
        <p:spPr>
          <a:xfrm flipH="1">
            <a:off x="16269305" y="6798355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4759E07D-4A3E-B430-A294-DA8BAEFCB5ED}"/>
              </a:ext>
            </a:extLst>
          </p:cNvPr>
          <p:cNvSpPr/>
          <p:nvPr/>
        </p:nvSpPr>
        <p:spPr>
          <a:xfrm>
            <a:off x="12573367" y="344351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A418D0B-32ED-BF7C-850F-9FCD48A0A700}"/>
              </a:ext>
            </a:extLst>
          </p:cNvPr>
          <p:cNvSpPr/>
          <p:nvPr/>
        </p:nvSpPr>
        <p:spPr>
          <a:xfrm>
            <a:off x="15549305" y="148766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89F9A14-2ACE-F960-CE88-CF8E686A68DA}"/>
              </a:ext>
            </a:extLst>
          </p:cNvPr>
          <p:cNvSpPr/>
          <p:nvPr/>
        </p:nvSpPr>
        <p:spPr>
          <a:xfrm>
            <a:off x="18760037" y="34435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C6B3875-4532-4627-5804-C0C861883C05}"/>
              </a:ext>
            </a:extLst>
          </p:cNvPr>
          <p:cNvSpPr/>
          <p:nvPr/>
        </p:nvSpPr>
        <p:spPr>
          <a:xfrm>
            <a:off x="17369903" y="548555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417353E-D989-0AD8-D98A-40A967F5B517}"/>
              </a:ext>
            </a:extLst>
          </p:cNvPr>
          <p:cNvSpPr/>
          <p:nvPr/>
        </p:nvSpPr>
        <p:spPr>
          <a:xfrm>
            <a:off x="10824406" y="548555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C24C5F8-65F4-97C6-EF5F-743F64CD56BD}"/>
              </a:ext>
            </a:extLst>
          </p:cNvPr>
          <p:cNvSpPr/>
          <p:nvPr/>
        </p:nvSpPr>
        <p:spPr>
          <a:xfrm>
            <a:off x="15549305" y="78401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092CB28-AA53-2972-DF50-638AA676B2DB}"/>
              </a:ext>
            </a:extLst>
          </p:cNvPr>
          <p:cNvSpPr/>
          <p:nvPr/>
        </p:nvSpPr>
        <p:spPr>
          <a:xfrm>
            <a:off x="13942674" y="548555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38D8E32-2318-95AF-6F88-BFAEE7DFE232}"/>
              </a:ext>
            </a:extLst>
          </p:cNvPr>
          <p:cNvCxnSpPr>
            <a:cxnSpLocks/>
            <a:stCxn id="20" idx="0"/>
            <a:endCxn id="3" idx="4"/>
          </p:cNvCxnSpPr>
          <p:nvPr/>
        </p:nvCxnSpPr>
        <p:spPr>
          <a:xfrm flipH="1" flipV="1">
            <a:off x="13293367" y="4756316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430E5FF7-0FAA-F1ED-D66C-A3393DF41F25}"/>
              </a:ext>
            </a:extLst>
          </p:cNvPr>
          <p:cNvSpPr/>
          <p:nvPr/>
        </p:nvSpPr>
        <p:spPr>
          <a:xfrm>
            <a:off x="13942674" y="548555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24" name="!!box1">
            <a:extLst>
              <a:ext uri="{FF2B5EF4-FFF2-40B4-BE49-F238E27FC236}">
                <a16:creationId xmlns:a16="http://schemas.microsoft.com/office/drawing/2014/main" id="{4CFB7A49-09A3-D248-A346-4A6D7B4B360A}"/>
              </a:ext>
            </a:extLst>
          </p:cNvPr>
          <p:cNvSpPr/>
          <p:nvPr/>
        </p:nvSpPr>
        <p:spPr>
          <a:xfrm>
            <a:off x="10381925" y="2559409"/>
            <a:ext cx="5306695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Bradley Hand" pitchFamily="2" charset="77"/>
              </a:rPr>
              <a:t>findk</a:t>
            </a: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r>
              <a:rPr lang="en-US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 v</a:t>
            </a: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 -&gt; 2, </a:t>
            </a:r>
            <a:r>
              <a:rPr lang="en-US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k</a:t>
            </a: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=2)</a:t>
            </a:r>
          </a:p>
        </p:txBody>
      </p:sp>
      <p:sp>
        <p:nvSpPr>
          <p:cNvPr id="23" name="!!box2">
            <a:extLst>
              <a:ext uri="{FF2B5EF4-FFF2-40B4-BE49-F238E27FC236}">
                <a16:creationId xmlns:a16="http://schemas.microsoft.com/office/drawing/2014/main" id="{DD7AA3E3-A489-FD1E-DD0D-3B45A6FC8364}"/>
              </a:ext>
            </a:extLst>
          </p:cNvPr>
          <p:cNvSpPr/>
          <p:nvPr/>
        </p:nvSpPr>
        <p:spPr>
          <a:xfrm>
            <a:off x="13942674" y="10729585"/>
            <a:ext cx="5306695" cy="93075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count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Bradley Hand" pitchFamily="2" charset="77"/>
              </a:rPr>
              <a:t> </a:t>
            </a: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= 1</a:t>
            </a:r>
          </a:p>
        </p:txBody>
      </p:sp>
      <p:sp>
        <p:nvSpPr>
          <p:cNvPr id="2" name="!!box">
            <a:extLst>
              <a:ext uri="{FF2B5EF4-FFF2-40B4-BE49-F238E27FC236}">
                <a16:creationId xmlns:a16="http://schemas.microsoft.com/office/drawing/2014/main" id="{00BBECED-0C97-080E-1294-2144F2513DD9}"/>
              </a:ext>
            </a:extLst>
          </p:cNvPr>
          <p:cNvSpPr/>
          <p:nvPr/>
        </p:nvSpPr>
        <p:spPr>
          <a:xfrm>
            <a:off x="0" y="1442602"/>
            <a:ext cx="9081240" cy="679448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findk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v,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k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findk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k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count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++;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count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“%d”,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findk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,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k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306735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B37DA-1D42-0E3E-645A-5DB7FADE4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26695D63-636C-5B7A-D0AD-E6C60CA2A0BD}"/>
              </a:ext>
            </a:extLst>
          </p:cNvPr>
          <p:cNvSpPr/>
          <p:nvPr/>
        </p:nvSpPr>
        <p:spPr>
          <a:xfrm>
            <a:off x="12573367" y="34435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BC9E713-4A02-F3A3-F3A7-BB5308A78506}"/>
              </a:ext>
            </a:extLst>
          </p:cNvPr>
          <p:cNvSpPr/>
          <p:nvPr/>
        </p:nvSpPr>
        <p:spPr>
          <a:xfrm>
            <a:off x="15549305" y="148766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1A3CAAF-6A36-5CD6-D173-F3E70C192D18}"/>
              </a:ext>
            </a:extLst>
          </p:cNvPr>
          <p:cNvSpPr/>
          <p:nvPr/>
        </p:nvSpPr>
        <p:spPr>
          <a:xfrm>
            <a:off x="18760037" y="34435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2B72AF-3516-DFFE-2997-B8CE523367AE}"/>
              </a:ext>
            </a:extLst>
          </p:cNvPr>
          <p:cNvCxnSpPr>
            <a:cxnSpLocks/>
            <a:stCxn id="4" idx="4"/>
            <a:endCxn id="3" idx="0"/>
          </p:cNvCxnSpPr>
          <p:nvPr/>
        </p:nvCxnSpPr>
        <p:spPr>
          <a:xfrm flipH="1">
            <a:off x="13293367" y="2800466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319AE4A-BF81-FF09-99A0-F1C9EC728FD3}"/>
              </a:ext>
            </a:extLst>
          </p:cNvPr>
          <p:cNvCxnSpPr>
            <a:cxnSpLocks/>
            <a:stCxn id="4" idx="4"/>
            <a:endCxn id="5" idx="0"/>
          </p:cNvCxnSpPr>
          <p:nvPr/>
        </p:nvCxnSpPr>
        <p:spPr>
          <a:xfrm>
            <a:off x="16269305" y="2800466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F2E7DC87-B991-81E2-9BF8-061418DD7EE4}"/>
              </a:ext>
            </a:extLst>
          </p:cNvPr>
          <p:cNvSpPr/>
          <p:nvPr/>
        </p:nvSpPr>
        <p:spPr>
          <a:xfrm>
            <a:off x="17369903" y="548555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04C3E2-DF21-D7E6-04A2-9C056DB2997F}"/>
              </a:ext>
            </a:extLst>
          </p:cNvPr>
          <p:cNvCxnSpPr>
            <a:cxnSpLocks/>
            <a:stCxn id="5" idx="4"/>
            <a:endCxn id="8" idx="0"/>
          </p:cNvCxnSpPr>
          <p:nvPr/>
        </p:nvCxnSpPr>
        <p:spPr>
          <a:xfrm flipH="1">
            <a:off x="18089903" y="4756316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15887173-83CE-2190-B048-97B4E520329F}"/>
              </a:ext>
            </a:extLst>
          </p:cNvPr>
          <p:cNvSpPr/>
          <p:nvPr/>
        </p:nvSpPr>
        <p:spPr>
          <a:xfrm>
            <a:off x="10824406" y="548555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3BC7E81-5411-DAE2-CCF6-8B330E83A21F}"/>
              </a:ext>
            </a:extLst>
          </p:cNvPr>
          <p:cNvCxnSpPr>
            <a:cxnSpLocks/>
            <a:stCxn id="3" idx="4"/>
            <a:endCxn id="10" idx="0"/>
          </p:cNvCxnSpPr>
          <p:nvPr/>
        </p:nvCxnSpPr>
        <p:spPr>
          <a:xfrm flipH="1">
            <a:off x="11544406" y="4756316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19BC2862-3942-E871-7CE3-9EF5245BF24F}"/>
              </a:ext>
            </a:extLst>
          </p:cNvPr>
          <p:cNvSpPr/>
          <p:nvPr/>
        </p:nvSpPr>
        <p:spPr>
          <a:xfrm>
            <a:off x="15549305" y="78401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E2E26B3-6262-C575-EE46-BA2EF17AB2E3}"/>
              </a:ext>
            </a:extLst>
          </p:cNvPr>
          <p:cNvCxnSpPr>
            <a:cxnSpLocks/>
            <a:stCxn id="8" idx="4"/>
            <a:endCxn id="12" idx="0"/>
          </p:cNvCxnSpPr>
          <p:nvPr/>
        </p:nvCxnSpPr>
        <p:spPr>
          <a:xfrm flipH="1">
            <a:off x="16269305" y="6798355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9F62444E-0013-B069-BD56-4A9C4E16AEA3}"/>
              </a:ext>
            </a:extLst>
          </p:cNvPr>
          <p:cNvSpPr/>
          <p:nvPr/>
        </p:nvSpPr>
        <p:spPr>
          <a:xfrm>
            <a:off x="12573367" y="344351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F135AFE-F0A6-EF0D-0412-7030565B3062}"/>
              </a:ext>
            </a:extLst>
          </p:cNvPr>
          <p:cNvSpPr/>
          <p:nvPr/>
        </p:nvSpPr>
        <p:spPr>
          <a:xfrm>
            <a:off x="15549305" y="148766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9EE7405-208E-95DC-75DF-89E1A583694A}"/>
              </a:ext>
            </a:extLst>
          </p:cNvPr>
          <p:cNvSpPr/>
          <p:nvPr/>
        </p:nvSpPr>
        <p:spPr>
          <a:xfrm>
            <a:off x="18760037" y="34435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B2C9D7A-2B7B-A88B-0D27-76C42BE10B9D}"/>
              </a:ext>
            </a:extLst>
          </p:cNvPr>
          <p:cNvSpPr/>
          <p:nvPr/>
        </p:nvSpPr>
        <p:spPr>
          <a:xfrm>
            <a:off x="17369903" y="548555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FC1A941-A4A0-4171-7637-50D795945A4E}"/>
              </a:ext>
            </a:extLst>
          </p:cNvPr>
          <p:cNvSpPr/>
          <p:nvPr/>
        </p:nvSpPr>
        <p:spPr>
          <a:xfrm>
            <a:off x="10824406" y="548555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54C9E64-33A9-A3E4-86F6-FC4572038D6A}"/>
              </a:ext>
            </a:extLst>
          </p:cNvPr>
          <p:cNvSpPr/>
          <p:nvPr/>
        </p:nvSpPr>
        <p:spPr>
          <a:xfrm>
            <a:off x="15549305" y="78401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F0126CB-A578-AC37-33AE-AC276222D75C}"/>
              </a:ext>
            </a:extLst>
          </p:cNvPr>
          <p:cNvSpPr/>
          <p:nvPr/>
        </p:nvSpPr>
        <p:spPr>
          <a:xfrm>
            <a:off x="13942674" y="548555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4C421C5-F40B-B964-8F04-3455D6764E48}"/>
              </a:ext>
            </a:extLst>
          </p:cNvPr>
          <p:cNvCxnSpPr>
            <a:cxnSpLocks/>
            <a:stCxn id="20" idx="0"/>
            <a:endCxn id="3" idx="4"/>
          </p:cNvCxnSpPr>
          <p:nvPr/>
        </p:nvCxnSpPr>
        <p:spPr>
          <a:xfrm flipH="1" flipV="1">
            <a:off x="13293367" y="4756316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50AB599F-023D-AE30-FAE1-4A61B882B325}"/>
              </a:ext>
            </a:extLst>
          </p:cNvPr>
          <p:cNvSpPr/>
          <p:nvPr/>
        </p:nvSpPr>
        <p:spPr>
          <a:xfrm>
            <a:off x="13942674" y="548555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24" name="!!box1">
            <a:extLst>
              <a:ext uri="{FF2B5EF4-FFF2-40B4-BE49-F238E27FC236}">
                <a16:creationId xmlns:a16="http://schemas.microsoft.com/office/drawing/2014/main" id="{EAC147CA-B24A-74F2-2FCA-6A665230C0A0}"/>
              </a:ext>
            </a:extLst>
          </p:cNvPr>
          <p:cNvSpPr/>
          <p:nvPr/>
        </p:nvSpPr>
        <p:spPr>
          <a:xfrm>
            <a:off x="10381925" y="2559409"/>
            <a:ext cx="5306695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Bradley Hand" pitchFamily="2" charset="77"/>
              </a:rPr>
              <a:t>findk</a:t>
            </a: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r>
              <a:rPr lang="en-US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 v</a:t>
            </a: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 -&gt; 2, </a:t>
            </a:r>
            <a:r>
              <a:rPr lang="en-US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k</a:t>
            </a: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=2)</a:t>
            </a:r>
          </a:p>
        </p:txBody>
      </p:sp>
      <p:sp>
        <p:nvSpPr>
          <p:cNvPr id="23" name="!!box2">
            <a:extLst>
              <a:ext uri="{FF2B5EF4-FFF2-40B4-BE49-F238E27FC236}">
                <a16:creationId xmlns:a16="http://schemas.microsoft.com/office/drawing/2014/main" id="{584F43C7-FE90-3AB8-1E01-A497F288E36C}"/>
              </a:ext>
            </a:extLst>
          </p:cNvPr>
          <p:cNvSpPr/>
          <p:nvPr/>
        </p:nvSpPr>
        <p:spPr>
          <a:xfrm>
            <a:off x="13942674" y="10729585"/>
            <a:ext cx="5306695" cy="93075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count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Bradley Hand" pitchFamily="2" charset="77"/>
              </a:rPr>
              <a:t> </a:t>
            </a: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= 2</a:t>
            </a:r>
          </a:p>
        </p:txBody>
      </p:sp>
      <p:sp>
        <p:nvSpPr>
          <p:cNvPr id="2" name="!!box">
            <a:extLst>
              <a:ext uri="{FF2B5EF4-FFF2-40B4-BE49-F238E27FC236}">
                <a16:creationId xmlns:a16="http://schemas.microsoft.com/office/drawing/2014/main" id="{D118019F-F4EC-318B-7302-BC82425A8F32}"/>
              </a:ext>
            </a:extLst>
          </p:cNvPr>
          <p:cNvSpPr/>
          <p:nvPr/>
        </p:nvSpPr>
        <p:spPr>
          <a:xfrm>
            <a:off x="0" y="1442602"/>
            <a:ext cx="9081240" cy="679448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findk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v,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k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findk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k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count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++;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count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“%d”,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findk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,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k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557109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44C2F-F7E6-7559-06C7-D08C57664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ndy: A problem on leetcode">
            <a:extLst>
              <a:ext uri="{FF2B5EF4-FFF2-40B4-BE49-F238E27FC236}">
                <a16:creationId xmlns:a16="http://schemas.microsoft.com/office/drawing/2014/main" id="{39D9113C-B97D-02DE-05E6-C7A4C3443C21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r>
              <a:rPr lang="en-US" sz="17300" dirty="0">
                <a:latin typeface="Chalkduster" panose="03050602040202020205" pitchFamily="66" charset="77"/>
                <a:cs typeface="Fave Script Bold Pro" panose="020F0502020204030204" pitchFamily="34" charset="0"/>
              </a:rPr>
              <a:t>Other Tree Traversals</a:t>
            </a:r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26026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F5ADAA42-0FCE-DAC6-79CA-6B2F1B40DEC0}"/>
              </a:ext>
            </a:extLst>
          </p:cNvPr>
          <p:cNvSpPr/>
          <p:nvPr/>
        </p:nvSpPr>
        <p:spPr>
          <a:xfrm>
            <a:off x="665432" y="850189"/>
            <a:ext cx="8169265" cy="556861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“%d”,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137987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AB8E2-4A2A-C9FD-8ABF-EF333863D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53AD6F08-C716-083D-58C0-44FDE30D5C7E}"/>
              </a:ext>
            </a:extLst>
          </p:cNvPr>
          <p:cNvSpPr/>
          <p:nvPr/>
        </p:nvSpPr>
        <p:spPr>
          <a:xfrm>
            <a:off x="665432" y="850189"/>
            <a:ext cx="8169265" cy="556861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36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preorder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preorder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“%d”,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preorder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571955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28761-0635-33D8-283C-1915DFE13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FA597036-6F89-0A67-4C89-B3B7E3BCFE2A}"/>
              </a:ext>
            </a:extLst>
          </p:cNvPr>
          <p:cNvSpPr/>
          <p:nvPr/>
        </p:nvSpPr>
        <p:spPr>
          <a:xfrm>
            <a:off x="665432" y="850189"/>
            <a:ext cx="8169265" cy="556861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36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preorder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“%d”,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preorder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preorder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442F287-D9DC-BD63-CFA6-68FBBD0CF122}"/>
              </a:ext>
            </a:extLst>
          </p:cNvPr>
          <p:cNvSpPr/>
          <p:nvPr/>
        </p:nvSpPr>
        <p:spPr>
          <a:xfrm>
            <a:off x="12573367" y="261224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A820221-DF21-5167-3979-48664E1AECEC}"/>
              </a:ext>
            </a:extLst>
          </p:cNvPr>
          <p:cNvSpPr/>
          <p:nvPr/>
        </p:nvSpPr>
        <p:spPr>
          <a:xfrm>
            <a:off x="15549305" y="65639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A8AC01F-304B-78DB-8F09-05AE32102083}"/>
              </a:ext>
            </a:extLst>
          </p:cNvPr>
          <p:cNvSpPr/>
          <p:nvPr/>
        </p:nvSpPr>
        <p:spPr>
          <a:xfrm>
            <a:off x="18760037" y="261224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58EEE00-2E8A-4FD6-5E71-915EC07954EA}"/>
              </a:ext>
            </a:extLst>
          </p:cNvPr>
          <p:cNvCxnSpPr>
            <a:cxnSpLocks/>
            <a:stCxn id="4" idx="4"/>
            <a:endCxn id="3" idx="0"/>
          </p:cNvCxnSpPr>
          <p:nvPr/>
        </p:nvCxnSpPr>
        <p:spPr>
          <a:xfrm flipH="1">
            <a:off x="13293367" y="1969193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79BBA95-688E-3C12-7142-DBBF49FFA9D8}"/>
              </a:ext>
            </a:extLst>
          </p:cNvPr>
          <p:cNvCxnSpPr>
            <a:cxnSpLocks/>
            <a:stCxn id="4" idx="4"/>
            <a:endCxn id="5" idx="0"/>
          </p:cNvCxnSpPr>
          <p:nvPr/>
        </p:nvCxnSpPr>
        <p:spPr>
          <a:xfrm>
            <a:off x="16269305" y="1969193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BA8BC779-C2C5-EAED-09DD-1B8B54A9362C}"/>
              </a:ext>
            </a:extLst>
          </p:cNvPr>
          <p:cNvSpPr/>
          <p:nvPr/>
        </p:nvSpPr>
        <p:spPr>
          <a:xfrm>
            <a:off x="17369903" y="465427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26D3D0-D934-A11D-3A25-B7826468AA5E}"/>
              </a:ext>
            </a:extLst>
          </p:cNvPr>
          <p:cNvCxnSpPr>
            <a:cxnSpLocks/>
            <a:stCxn id="5" idx="4"/>
            <a:endCxn id="8" idx="0"/>
          </p:cNvCxnSpPr>
          <p:nvPr/>
        </p:nvCxnSpPr>
        <p:spPr>
          <a:xfrm flipH="1">
            <a:off x="18089903" y="3925043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5000C4B8-9AEC-720B-C625-05B3EB80B610}"/>
              </a:ext>
            </a:extLst>
          </p:cNvPr>
          <p:cNvSpPr/>
          <p:nvPr/>
        </p:nvSpPr>
        <p:spPr>
          <a:xfrm>
            <a:off x="10824406" y="465427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964B9B-AEFF-B774-E2C0-F10355D0F68B}"/>
              </a:ext>
            </a:extLst>
          </p:cNvPr>
          <p:cNvCxnSpPr>
            <a:cxnSpLocks/>
            <a:stCxn id="3" idx="4"/>
            <a:endCxn id="10" idx="0"/>
          </p:cNvCxnSpPr>
          <p:nvPr/>
        </p:nvCxnSpPr>
        <p:spPr>
          <a:xfrm flipH="1">
            <a:off x="11544406" y="3925043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F5D5443D-B208-FA3E-F0E8-C069E1DCCE7E}"/>
              </a:ext>
            </a:extLst>
          </p:cNvPr>
          <p:cNvSpPr/>
          <p:nvPr/>
        </p:nvSpPr>
        <p:spPr>
          <a:xfrm>
            <a:off x="15549305" y="700884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F05A06A-01B8-DAD7-873A-C0DFC4E82592}"/>
              </a:ext>
            </a:extLst>
          </p:cNvPr>
          <p:cNvCxnSpPr>
            <a:cxnSpLocks/>
            <a:stCxn id="8" idx="4"/>
            <a:endCxn id="12" idx="0"/>
          </p:cNvCxnSpPr>
          <p:nvPr/>
        </p:nvCxnSpPr>
        <p:spPr>
          <a:xfrm flipH="1">
            <a:off x="16269305" y="5967082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67729CFD-9591-4A2B-16A1-B0D20825ECF4}"/>
              </a:ext>
            </a:extLst>
          </p:cNvPr>
          <p:cNvSpPr/>
          <p:nvPr/>
        </p:nvSpPr>
        <p:spPr>
          <a:xfrm>
            <a:off x="12573367" y="261223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95DDA5B-8657-DD2A-ABD8-7CCE42B77974}"/>
              </a:ext>
            </a:extLst>
          </p:cNvPr>
          <p:cNvSpPr/>
          <p:nvPr/>
        </p:nvSpPr>
        <p:spPr>
          <a:xfrm>
            <a:off x="15549305" y="65639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BC7F4DC-B2CF-3F2E-CDFE-0461C8A0A1E8}"/>
              </a:ext>
            </a:extLst>
          </p:cNvPr>
          <p:cNvSpPr/>
          <p:nvPr/>
        </p:nvSpPr>
        <p:spPr>
          <a:xfrm>
            <a:off x="18760037" y="261224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8089064-F52B-FD9A-C670-B22FEAF41A78}"/>
              </a:ext>
            </a:extLst>
          </p:cNvPr>
          <p:cNvSpPr/>
          <p:nvPr/>
        </p:nvSpPr>
        <p:spPr>
          <a:xfrm>
            <a:off x="17369903" y="465427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D87728F-261F-F561-E099-4827EB8DDF00}"/>
              </a:ext>
            </a:extLst>
          </p:cNvPr>
          <p:cNvSpPr/>
          <p:nvPr/>
        </p:nvSpPr>
        <p:spPr>
          <a:xfrm>
            <a:off x="10824406" y="465427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0248AB7-1E81-6E34-2003-8DDBCFC0F89A}"/>
              </a:ext>
            </a:extLst>
          </p:cNvPr>
          <p:cNvSpPr/>
          <p:nvPr/>
        </p:nvSpPr>
        <p:spPr>
          <a:xfrm>
            <a:off x="15549305" y="700884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46918B1-36A6-FAED-88F0-525DA5890A48}"/>
              </a:ext>
            </a:extLst>
          </p:cNvPr>
          <p:cNvSpPr/>
          <p:nvPr/>
        </p:nvSpPr>
        <p:spPr>
          <a:xfrm>
            <a:off x="13942674" y="465427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C0FAFC8-4B41-5901-D579-9B55393E69C1}"/>
              </a:ext>
            </a:extLst>
          </p:cNvPr>
          <p:cNvCxnSpPr>
            <a:cxnSpLocks/>
            <a:stCxn id="20" idx="0"/>
            <a:endCxn id="3" idx="4"/>
          </p:cNvCxnSpPr>
          <p:nvPr/>
        </p:nvCxnSpPr>
        <p:spPr>
          <a:xfrm flipH="1" flipV="1">
            <a:off x="13293367" y="3925043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37A6A103-2E0F-39EA-5C5E-6CFE0BB1AF3F}"/>
              </a:ext>
            </a:extLst>
          </p:cNvPr>
          <p:cNvSpPr/>
          <p:nvPr/>
        </p:nvSpPr>
        <p:spPr>
          <a:xfrm>
            <a:off x="13942674" y="465427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2566F97-6AF5-2C0E-8C38-7F163AE6FDFC}"/>
              </a:ext>
            </a:extLst>
          </p:cNvPr>
          <p:cNvSpPr/>
          <p:nvPr/>
        </p:nvSpPr>
        <p:spPr>
          <a:xfrm>
            <a:off x="10045022" y="1059702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6535D77-AACB-BC58-DCC2-BF515E433F87}"/>
              </a:ext>
            </a:extLst>
          </p:cNvPr>
          <p:cNvSpPr/>
          <p:nvPr/>
        </p:nvSpPr>
        <p:spPr>
          <a:xfrm>
            <a:off x="11723606" y="1059702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27A396C-0BD2-0AED-29FF-EA82046614F8}"/>
              </a:ext>
            </a:extLst>
          </p:cNvPr>
          <p:cNvSpPr/>
          <p:nvPr/>
        </p:nvSpPr>
        <p:spPr>
          <a:xfrm>
            <a:off x="13402190" y="1059702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F9362ED-9FE6-A846-22A0-BB2B8C9F3CC1}"/>
              </a:ext>
            </a:extLst>
          </p:cNvPr>
          <p:cNvSpPr/>
          <p:nvPr/>
        </p:nvSpPr>
        <p:spPr>
          <a:xfrm>
            <a:off x="15080774" y="1059702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51EB0A1-30E0-A135-9CCA-3FE337F50B5C}"/>
              </a:ext>
            </a:extLst>
          </p:cNvPr>
          <p:cNvSpPr/>
          <p:nvPr/>
        </p:nvSpPr>
        <p:spPr>
          <a:xfrm>
            <a:off x="16759358" y="1059702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5D1793F-5D32-13E4-220C-9808A1D9E98C}"/>
              </a:ext>
            </a:extLst>
          </p:cNvPr>
          <p:cNvSpPr/>
          <p:nvPr/>
        </p:nvSpPr>
        <p:spPr>
          <a:xfrm>
            <a:off x="18437942" y="1059702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E6AF93F-8E57-AA12-9167-D8AEE3F375BB}"/>
              </a:ext>
            </a:extLst>
          </p:cNvPr>
          <p:cNvSpPr/>
          <p:nvPr/>
        </p:nvSpPr>
        <p:spPr>
          <a:xfrm>
            <a:off x="20116523" y="1059702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52036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8" grpId="0" animBg="1"/>
      <p:bldP spid="10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568A8-2DB2-A5D3-1BF3-36503AA24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531B1BB2-0D6A-3EE0-DE43-52C4AECA38F3}"/>
              </a:ext>
            </a:extLst>
          </p:cNvPr>
          <p:cNvSpPr>
            <a:spLocks/>
          </p:cNvSpPr>
          <p:nvPr/>
        </p:nvSpPr>
        <p:spPr>
          <a:xfrm>
            <a:off x="665432" y="850189"/>
            <a:ext cx="8169265" cy="556861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postorder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“%d”,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postorder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postorder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492502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C36E3-11E4-2F2C-8250-73FB3FA2C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47BB7F77-7B12-7BF1-5DAB-649F94B532CE}"/>
              </a:ext>
            </a:extLst>
          </p:cNvPr>
          <p:cNvSpPr/>
          <p:nvPr/>
        </p:nvSpPr>
        <p:spPr>
          <a:xfrm>
            <a:off x="665432" y="850189"/>
            <a:ext cx="8169265" cy="556861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postorder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postorder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postorder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“%d”,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956D22B-0437-54C5-E6E8-7538DDF9DF27}"/>
              </a:ext>
            </a:extLst>
          </p:cNvPr>
          <p:cNvSpPr/>
          <p:nvPr/>
        </p:nvSpPr>
        <p:spPr>
          <a:xfrm>
            <a:off x="12573367" y="261224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1CFA6FB-C5AB-228D-24DB-5396B5C869A5}"/>
              </a:ext>
            </a:extLst>
          </p:cNvPr>
          <p:cNvSpPr/>
          <p:nvPr/>
        </p:nvSpPr>
        <p:spPr>
          <a:xfrm>
            <a:off x="15549305" y="65639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BED1FAE-4343-235E-8BA2-6264C783A6B3}"/>
              </a:ext>
            </a:extLst>
          </p:cNvPr>
          <p:cNvSpPr/>
          <p:nvPr/>
        </p:nvSpPr>
        <p:spPr>
          <a:xfrm>
            <a:off x="18760037" y="261224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2DA1117-EADC-3026-3716-AF6CC6996121}"/>
              </a:ext>
            </a:extLst>
          </p:cNvPr>
          <p:cNvCxnSpPr>
            <a:cxnSpLocks/>
            <a:stCxn id="4" idx="4"/>
            <a:endCxn id="3" idx="0"/>
          </p:cNvCxnSpPr>
          <p:nvPr/>
        </p:nvCxnSpPr>
        <p:spPr>
          <a:xfrm flipH="1">
            <a:off x="13293367" y="1969193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E31FC5-73B1-F748-46DE-CC8C803B0A5F}"/>
              </a:ext>
            </a:extLst>
          </p:cNvPr>
          <p:cNvCxnSpPr>
            <a:cxnSpLocks/>
            <a:stCxn id="4" idx="4"/>
            <a:endCxn id="5" idx="0"/>
          </p:cNvCxnSpPr>
          <p:nvPr/>
        </p:nvCxnSpPr>
        <p:spPr>
          <a:xfrm>
            <a:off x="16269305" y="1969193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45F26885-E759-5E30-F00E-BE87A19B22C4}"/>
              </a:ext>
            </a:extLst>
          </p:cNvPr>
          <p:cNvSpPr/>
          <p:nvPr/>
        </p:nvSpPr>
        <p:spPr>
          <a:xfrm>
            <a:off x="17369903" y="465427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9075C3B-B842-095A-2BE5-931212CD085C}"/>
              </a:ext>
            </a:extLst>
          </p:cNvPr>
          <p:cNvCxnSpPr>
            <a:cxnSpLocks/>
            <a:stCxn id="5" idx="4"/>
            <a:endCxn id="8" idx="0"/>
          </p:cNvCxnSpPr>
          <p:nvPr/>
        </p:nvCxnSpPr>
        <p:spPr>
          <a:xfrm flipH="1">
            <a:off x="18089903" y="3925043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81EEF6E4-0202-1FC7-2528-DDFDD8A04638}"/>
              </a:ext>
            </a:extLst>
          </p:cNvPr>
          <p:cNvSpPr/>
          <p:nvPr/>
        </p:nvSpPr>
        <p:spPr>
          <a:xfrm>
            <a:off x="10824406" y="465427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579C126-71E9-CF95-C353-3AED78B29252}"/>
              </a:ext>
            </a:extLst>
          </p:cNvPr>
          <p:cNvCxnSpPr>
            <a:cxnSpLocks/>
            <a:stCxn id="3" idx="4"/>
            <a:endCxn id="10" idx="0"/>
          </p:cNvCxnSpPr>
          <p:nvPr/>
        </p:nvCxnSpPr>
        <p:spPr>
          <a:xfrm flipH="1">
            <a:off x="11544406" y="3925043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E73B9B5B-7D56-5CBF-7DB8-BA0A4630B845}"/>
              </a:ext>
            </a:extLst>
          </p:cNvPr>
          <p:cNvSpPr/>
          <p:nvPr/>
        </p:nvSpPr>
        <p:spPr>
          <a:xfrm>
            <a:off x="15549305" y="700884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505A540-3E0C-A588-CB41-3560E816F2CB}"/>
              </a:ext>
            </a:extLst>
          </p:cNvPr>
          <p:cNvCxnSpPr>
            <a:cxnSpLocks/>
            <a:stCxn id="8" idx="4"/>
            <a:endCxn id="12" idx="0"/>
          </p:cNvCxnSpPr>
          <p:nvPr/>
        </p:nvCxnSpPr>
        <p:spPr>
          <a:xfrm flipH="1">
            <a:off x="16269305" y="5967082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41BDAEE0-98E7-5605-BA7B-9E316D50AA8F}"/>
              </a:ext>
            </a:extLst>
          </p:cNvPr>
          <p:cNvSpPr/>
          <p:nvPr/>
        </p:nvSpPr>
        <p:spPr>
          <a:xfrm>
            <a:off x="12573367" y="261223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DA2A574-839E-52EA-744C-4AFFED39A952}"/>
              </a:ext>
            </a:extLst>
          </p:cNvPr>
          <p:cNvSpPr/>
          <p:nvPr/>
        </p:nvSpPr>
        <p:spPr>
          <a:xfrm>
            <a:off x="15549305" y="65639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79786D3-77F0-0281-BCEC-1AE6BA1E550B}"/>
              </a:ext>
            </a:extLst>
          </p:cNvPr>
          <p:cNvSpPr/>
          <p:nvPr/>
        </p:nvSpPr>
        <p:spPr>
          <a:xfrm>
            <a:off x="18760037" y="261224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08C49E1-EB71-0088-A2FC-E69B40BDE426}"/>
              </a:ext>
            </a:extLst>
          </p:cNvPr>
          <p:cNvSpPr/>
          <p:nvPr/>
        </p:nvSpPr>
        <p:spPr>
          <a:xfrm>
            <a:off x="17369903" y="465427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892B464-7351-DA7E-BD73-EA7C38B26E29}"/>
              </a:ext>
            </a:extLst>
          </p:cNvPr>
          <p:cNvSpPr/>
          <p:nvPr/>
        </p:nvSpPr>
        <p:spPr>
          <a:xfrm>
            <a:off x="10824406" y="465427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54C24BE-050B-94A1-FE82-1ADCBF9A273D}"/>
              </a:ext>
            </a:extLst>
          </p:cNvPr>
          <p:cNvSpPr/>
          <p:nvPr/>
        </p:nvSpPr>
        <p:spPr>
          <a:xfrm>
            <a:off x="15549305" y="700884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BB2E377-BC1A-6156-3D7A-EACEADDC2819}"/>
              </a:ext>
            </a:extLst>
          </p:cNvPr>
          <p:cNvSpPr/>
          <p:nvPr/>
        </p:nvSpPr>
        <p:spPr>
          <a:xfrm>
            <a:off x="13942674" y="465427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DF71E68-D6C3-14BB-91B6-FF38664FE3A0}"/>
              </a:ext>
            </a:extLst>
          </p:cNvPr>
          <p:cNvCxnSpPr>
            <a:cxnSpLocks/>
            <a:stCxn id="20" idx="0"/>
            <a:endCxn id="3" idx="4"/>
          </p:cNvCxnSpPr>
          <p:nvPr/>
        </p:nvCxnSpPr>
        <p:spPr>
          <a:xfrm flipH="1" flipV="1">
            <a:off x="13293367" y="3925043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C70120A1-1A0A-6469-4267-9F253B00919C}"/>
              </a:ext>
            </a:extLst>
          </p:cNvPr>
          <p:cNvSpPr/>
          <p:nvPr/>
        </p:nvSpPr>
        <p:spPr>
          <a:xfrm>
            <a:off x="13942674" y="465427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D521282-E693-A17C-35B3-ABC32BF6E37C}"/>
              </a:ext>
            </a:extLst>
          </p:cNvPr>
          <p:cNvSpPr/>
          <p:nvPr/>
        </p:nvSpPr>
        <p:spPr>
          <a:xfrm>
            <a:off x="10752000" y="1093291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345AB73-0388-0A1E-8F6A-2EBCF8B8EF67}"/>
              </a:ext>
            </a:extLst>
          </p:cNvPr>
          <p:cNvSpPr/>
          <p:nvPr/>
        </p:nvSpPr>
        <p:spPr>
          <a:xfrm>
            <a:off x="12430861" y="1093291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D80D521-78AE-2D85-2FFD-7D0A19F62F08}"/>
              </a:ext>
            </a:extLst>
          </p:cNvPr>
          <p:cNvSpPr/>
          <p:nvPr/>
        </p:nvSpPr>
        <p:spPr>
          <a:xfrm>
            <a:off x="14109722" y="1093291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0606187-EEE7-03BA-279A-BEA9675873D7}"/>
              </a:ext>
            </a:extLst>
          </p:cNvPr>
          <p:cNvSpPr/>
          <p:nvPr/>
        </p:nvSpPr>
        <p:spPr>
          <a:xfrm>
            <a:off x="15788583" y="1093291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509FA9A-9C09-8BE6-E75E-7CB412DA21BF}"/>
              </a:ext>
            </a:extLst>
          </p:cNvPr>
          <p:cNvSpPr/>
          <p:nvPr/>
        </p:nvSpPr>
        <p:spPr>
          <a:xfrm>
            <a:off x="17467444" y="1093291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F7F09B9-3327-7334-B1AE-496D45E2163A}"/>
              </a:ext>
            </a:extLst>
          </p:cNvPr>
          <p:cNvSpPr/>
          <p:nvPr/>
        </p:nvSpPr>
        <p:spPr>
          <a:xfrm>
            <a:off x="19146305" y="1093291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F6CC8D3-CC51-9446-5406-BB9D07B96E8A}"/>
              </a:ext>
            </a:extLst>
          </p:cNvPr>
          <p:cNvSpPr/>
          <p:nvPr/>
        </p:nvSpPr>
        <p:spPr>
          <a:xfrm>
            <a:off x="20825165" y="1093291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0423627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8" grpId="0" animBg="1"/>
      <p:bldP spid="10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E29E5-E926-453F-69F4-14D917ED0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E5BDA82A-2333-A164-0A89-B07810176BA8}"/>
              </a:ext>
            </a:extLst>
          </p:cNvPr>
          <p:cNvSpPr/>
          <p:nvPr/>
        </p:nvSpPr>
        <p:spPr>
          <a:xfrm>
            <a:off x="16214735" y="974879"/>
            <a:ext cx="8169265" cy="556861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postorder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postorder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postorder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“%d”,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0" name="!!box">
            <a:extLst>
              <a:ext uri="{FF2B5EF4-FFF2-40B4-BE49-F238E27FC236}">
                <a16:creationId xmlns:a16="http://schemas.microsoft.com/office/drawing/2014/main" id="{2151C2DF-7474-F540-E6E3-83CD5100982D}"/>
              </a:ext>
            </a:extLst>
          </p:cNvPr>
          <p:cNvSpPr/>
          <p:nvPr/>
        </p:nvSpPr>
        <p:spPr>
          <a:xfrm>
            <a:off x="8169265" y="974879"/>
            <a:ext cx="8045470" cy="556861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36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preorder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“%d”,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preorder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preorder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1" name="!!box">
            <a:extLst>
              <a:ext uri="{FF2B5EF4-FFF2-40B4-BE49-F238E27FC236}">
                <a16:creationId xmlns:a16="http://schemas.microsoft.com/office/drawing/2014/main" id="{DD165026-0169-9AFB-D5FB-6A075082577C}"/>
              </a:ext>
            </a:extLst>
          </p:cNvPr>
          <p:cNvSpPr/>
          <p:nvPr/>
        </p:nvSpPr>
        <p:spPr>
          <a:xfrm>
            <a:off x="0" y="974879"/>
            <a:ext cx="8169265" cy="556861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“%d”,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C0363D31-CC85-6BE0-0634-31BF5F1B437C}"/>
              </a:ext>
            </a:extLst>
          </p:cNvPr>
          <p:cNvSpPr/>
          <p:nvPr/>
        </p:nvSpPr>
        <p:spPr>
          <a:xfrm>
            <a:off x="639258" y="8065602"/>
            <a:ext cx="2310548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The running time of each traversal is </a:t>
            </a:r>
          </a:p>
        </p:txBody>
      </p:sp>
    </p:spTree>
    <p:extLst>
      <p:ext uri="{BB962C8B-B14F-4D97-AF65-F5344CB8AC3E}">
        <p14:creationId xmlns:p14="http://schemas.microsoft.com/office/powerpoint/2010/main" val="42615245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B9B2A-1C99-B666-FB7F-0BADB18BC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48D5B4C3-F6FA-46D3-786E-6EA88EAC78CA}"/>
              </a:ext>
            </a:extLst>
          </p:cNvPr>
          <p:cNvSpPr/>
          <p:nvPr/>
        </p:nvSpPr>
        <p:spPr>
          <a:xfrm>
            <a:off x="16214735" y="974879"/>
            <a:ext cx="8169265" cy="556861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postorder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postorder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postorder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“%d”,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0" name="!!box">
            <a:extLst>
              <a:ext uri="{FF2B5EF4-FFF2-40B4-BE49-F238E27FC236}">
                <a16:creationId xmlns:a16="http://schemas.microsoft.com/office/drawing/2014/main" id="{381F9602-1F13-E4A6-40C5-04A87F9F9111}"/>
              </a:ext>
            </a:extLst>
          </p:cNvPr>
          <p:cNvSpPr/>
          <p:nvPr/>
        </p:nvSpPr>
        <p:spPr>
          <a:xfrm>
            <a:off x="8169265" y="974879"/>
            <a:ext cx="8045470" cy="556861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36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preorder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“%d”,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preorder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preorder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1" name="!!box">
            <a:extLst>
              <a:ext uri="{FF2B5EF4-FFF2-40B4-BE49-F238E27FC236}">
                <a16:creationId xmlns:a16="http://schemas.microsoft.com/office/drawing/2014/main" id="{0A269C97-A017-ADDB-0470-7B0675FDD16B}"/>
              </a:ext>
            </a:extLst>
          </p:cNvPr>
          <p:cNvSpPr/>
          <p:nvPr/>
        </p:nvSpPr>
        <p:spPr>
          <a:xfrm>
            <a:off x="0" y="974879"/>
            <a:ext cx="8169265" cy="556861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“%d”,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015554AA-D742-8F32-AA25-87F9C8AEC711}"/>
              </a:ext>
            </a:extLst>
          </p:cNvPr>
          <p:cNvSpPr/>
          <p:nvPr/>
        </p:nvSpPr>
        <p:spPr>
          <a:xfrm>
            <a:off x="639258" y="8065602"/>
            <a:ext cx="2310548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The running time of each traversal is O(n)</a:t>
            </a:r>
          </a:p>
        </p:txBody>
      </p:sp>
    </p:spTree>
    <p:extLst>
      <p:ext uri="{BB962C8B-B14F-4D97-AF65-F5344CB8AC3E}">
        <p14:creationId xmlns:p14="http://schemas.microsoft.com/office/powerpoint/2010/main" val="21159671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09CAA8D9-BA8D-CE6F-F74D-E6F4AD7E32E1}"/>
              </a:ext>
            </a:extLst>
          </p:cNvPr>
          <p:cNvSpPr/>
          <p:nvPr/>
        </p:nvSpPr>
        <p:spPr>
          <a:xfrm>
            <a:off x="16085494" y="213425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84984DA-9C55-C418-2C54-8D3C6412429A}"/>
              </a:ext>
            </a:extLst>
          </p:cNvPr>
          <p:cNvSpPr/>
          <p:nvPr/>
        </p:nvSpPr>
        <p:spPr>
          <a:xfrm>
            <a:off x="19061432" y="17840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73DD6C8-8C23-4517-9977-CC7D30575734}"/>
              </a:ext>
            </a:extLst>
          </p:cNvPr>
          <p:cNvSpPr/>
          <p:nvPr/>
        </p:nvSpPr>
        <p:spPr>
          <a:xfrm>
            <a:off x="22272164" y="213425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FF48E09-7D38-1468-A1AA-4585BFDD94D8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 flipH="1">
            <a:off x="16805494" y="1491211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FE45F71-0927-7EDE-E794-EBC3B47975DB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>
            <a:off x="19781432" y="1491211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C8A8AB46-312F-EE2B-991E-A1B2C5FE7017}"/>
              </a:ext>
            </a:extLst>
          </p:cNvPr>
          <p:cNvSpPr/>
          <p:nvPr/>
        </p:nvSpPr>
        <p:spPr>
          <a:xfrm>
            <a:off x="20882030" y="41762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7E759A-20CC-0B07-20E5-7C5C67B65400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 flipH="1">
            <a:off x="21602030" y="3447061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2CA8ED48-B792-075D-448C-31ABD86C762C}"/>
              </a:ext>
            </a:extLst>
          </p:cNvPr>
          <p:cNvSpPr/>
          <p:nvPr/>
        </p:nvSpPr>
        <p:spPr>
          <a:xfrm>
            <a:off x="14336533" y="417629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D2BE1F9-DDD2-7349-7F66-7F5D59FDAD03}"/>
              </a:ext>
            </a:extLst>
          </p:cNvPr>
          <p:cNvCxnSpPr>
            <a:cxnSpLocks/>
            <a:stCxn id="2" idx="4"/>
            <a:endCxn id="9" idx="0"/>
          </p:cNvCxnSpPr>
          <p:nvPr/>
        </p:nvCxnSpPr>
        <p:spPr>
          <a:xfrm flipH="1">
            <a:off x="15056533" y="3447061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F693678F-E3E0-ECB7-6AF5-0BC747C09BD4}"/>
              </a:ext>
            </a:extLst>
          </p:cNvPr>
          <p:cNvSpPr/>
          <p:nvPr/>
        </p:nvSpPr>
        <p:spPr>
          <a:xfrm>
            <a:off x="19061432" y="653086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70484D-138D-26AD-C946-7E1D4E2B05AC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19781432" y="5489100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35F549AE-3258-BBC6-FB86-75555D365D50}"/>
              </a:ext>
            </a:extLst>
          </p:cNvPr>
          <p:cNvSpPr/>
          <p:nvPr/>
        </p:nvSpPr>
        <p:spPr>
          <a:xfrm>
            <a:off x="16085494" y="213425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D9A7854-E929-0943-F7B9-A2C49A366878}"/>
              </a:ext>
            </a:extLst>
          </p:cNvPr>
          <p:cNvSpPr/>
          <p:nvPr/>
        </p:nvSpPr>
        <p:spPr>
          <a:xfrm>
            <a:off x="19061432" y="17840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FFBE7C3-5A3E-799C-BCC6-67C7E295CEBB}"/>
              </a:ext>
            </a:extLst>
          </p:cNvPr>
          <p:cNvSpPr/>
          <p:nvPr/>
        </p:nvSpPr>
        <p:spPr>
          <a:xfrm>
            <a:off x="22272164" y="213425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F5F4152-4FAB-AFFF-5DF0-F5F7B55A34EF}"/>
              </a:ext>
            </a:extLst>
          </p:cNvPr>
          <p:cNvSpPr/>
          <p:nvPr/>
        </p:nvSpPr>
        <p:spPr>
          <a:xfrm>
            <a:off x="20882030" y="41762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DEC00EC-CBBC-A22C-D092-B5049696F086}"/>
              </a:ext>
            </a:extLst>
          </p:cNvPr>
          <p:cNvSpPr/>
          <p:nvPr/>
        </p:nvSpPr>
        <p:spPr>
          <a:xfrm>
            <a:off x="14336533" y="417629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AF56447-77AA-16B5-068C-7803802B8A04}"/>
              </a:ext>
            </a:extLst>
          </p:cNvPr>
          <p:cNvSpPr/>
          <p:nvPr/>
        </p:nvSpPr>
        <p:spPr>
          <a:xfrm>
            <a:off x="19061432" y="653086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C551696-8FF0-CCD4-928F-A196A95507D2}"/>
              </a:ext>
            </a:extLst>
          </p:cNvPr>
          <p:cNvSpPr/>
          <p:nvPr/>
        </p:nvSpPr>
        <p:spPr>
          <a:xfrm>
            <a:off x="17454801" y="417629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EC8199F-74A6-98F7-5C8B-80A20E0BEA3B}"/>
              </a:ext>
            </a:extLst>
          </p:cNvPr>
          <p:cNvCxnSpPr>
            <a:cxnSpLocks/>
            <a:stCxn id="19" idx="0"/>
            <a:endCxn id="2" idx="4"/>
          </p:cNvCxnSpPr>
          <p:nvPr/>
        </p:nvCxnSpPr>
        <p:spPr>
          <a:xfrm flipH="1" flipV="1">
            <a:off x="16805494" y="3447061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653244B2-4934-6AE9-2C38-5D5B37BF6E61}"/>
              </a:ext>
            </a:extLst>
          </p:cNvPr>
          <p:cNvSpPr/>
          <p:nvPr/>
        </p:nvSpPr>
        <p:spPr>
          <a:xfrm>
            <a:off x="17454801" y="417629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0359F22-8D52-7D13-2D39-5E8FB9F7BC67}"/>
              </a:ext>
            </a:extLst>
          </p:cNvPr>
          <p:cNvSpPr/>
          <p:nvPr/>
        </p:nvSpPr>
        <p:spPr>
          <a:xfrm>
            <a:off x="884776" y="458304"/>
            <a:ext cx="13908015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Some Observations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60EECD2B-860E-38AD-6046-1C8AC3BC8F47}"/>
              </a:ext>
            </a:extLst>
          </p:cNvPr>
          <p:cNvSpPr/>
          <p:nvPr/>
        </p:nvSpPr>
        <p:spPr>
          <a:xfrm>
            <a:off x="579977" y="8561963"/>
            <a:ext cx="309840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Inorder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011DD5CD-AC5C-F694-54D7-F87FE703BD86}"/>
              </a:ext>
            </a:extLst>
          </p:cNvPr>
          <p:cNvSpPr/>
          <p:nvPr/>
        </p:nvSpPr>
        <p:spPr>
          <a:xfrm>
            <a:off x="579977" y="10294610"/>
            <a:ext cx="309840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Preorder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38A2FFC-50FE-FA03-B278-E41F66A0813B}"/>
              </a:ext>
            </a:extLst>
          </p:cNvPr>
          <p:cNvSpPr/>
          <p:nvPr/>
        </p:nvSpPr>
        <p:spPr>
          <a:xfrm>
            <a:off x="579977" y="11887309"/>
            <a:ext cx="309840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Postorder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B28D6EA-9196-30D6-61DD-FDA96F81957C}"/>
              </a:ext>
            </a:extLst>
          </p:cNvPr>
          <p:cNvSpPr/>
          <p:nvPr/>
        </p:nvSpPr>
        <p:spPr>
          <a:xfrm>
            <a:off x="4263368" y="116074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F4094E7-E30A-6A33-F63D-BDDAAD8751BA}"/>
              </a:ext>
            </a:extLst>
          </p:cNvPr>
          <p:cNvSpPr/>
          <p:nvPr/>
        </p:nvSpPr>
        <p:spPr>
          <a:xfrm>
            <a:off x="5942229" y="116074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605A807-3BBE-F7BF-9CA2-FD8E4CEAD28E}"/>
              </a:ext>
            </a:extLst>
          </p:cNvPr>
          <p:cNvSpPr/>
          <p:nvPr/>
        </p:nvSpPr>
        <p:spPr>
          <a:xfrm>
            <a:off x="7621090" y="116074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C6752F8-819D-A0D5-FB0E-EF2069C2B3FE}"/>
              </a:ext>
            </a:extLst>
          </p:cNvPr>
          <p:cNvSpPr/>
          <p:nvPr/>
        </p:nvSpPr>
        <p:spPr>
          <a:xfrm>
            <a:off x="9299951" y="116074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8BBDAD0-609F-4208-EE58-00B6B89C66B0}"/>
              </a:ext>
            </a:extLst>
          </p:cNvPr>
          <p:cNvSpPr/>
          <p:nvPr/>
        </p:nvSpPr>
        <p:spPr>
          <a:xfrm>
            <a:off x="10978812" y="116074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308F06E-A7CE-C4C3-A543-BD1700BEB52B}"/>
              </a:ext>
            </a:extLst>
          </p:cNvPr>
          <p:cNvSpPr/>
          <p:nvPr/>
        </p:nvSpPr>
        <p:spPr>
          <a:xfrm>
            <a:off x="12657673" y="116074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3AB0050-F637-DA8A-F77A-DFE7FBA8D106}"/>
              </a:ext>
            </a:extLst>
          </p:cNvPr>
          <p:cNvSpPr/>
          <p:nvPr/>
        </p:nvSpPr>
        <p:spPr>
          <a:xfrm>
            <a:off x="14336533" y="116074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F991BD3-AE18-B0A6-9D85-7AF32B892879}"/>
              </a:ext>
            </a:extLst>
          </p:cNvPr>
          <p:cNvSpPr/>
          <p:nvPr/>
        </p:nvSpPr>
        <p:spPr>
          <a:xfrm>
            <a:off x="4265032" y="100147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8F8077A-2624-01DE-0057-20EC665751D9}"/>
              </a:ext>
            </a:extLst>
          </p:cNvPr>
          <p:cNvSpPr/>
          <p:nvPr/>
        </p:nvSpPr>
        <p:spPr>
          <a:xfrm>
            <a:off x="5943616" y="100147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C582B66-3C44-1688-17D9-C60B3D50B9B1}"/>
              </a:ext>
            </a:extLst>
          </p:cNvPr>
          <p:cNvSpPr/>
          <p:nvPr/>
        </p:nvSpPr>
        <p:spPr>
          <a:xfrm>
            <a:off x="7622200" y="100147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88B8F72-49AB-B4A3-2B24-5D36531F8651}"/>
              </a:ext>
            </a:extLst>
          </p:cNvPr>
          <p:cNvSpPr/>
          <p:nvPr/>
        </p:nvSpPr>
        <p:spPr>
          <a:xfrm>
            <a:off x="9300784" y="100147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D697811-CA73-9312-638E-6B85101160C9}"/>
              </a:ext>
            </a:extLst>
          </p:cNvPr>
          <p:cNvSpPr/>
          <p:nvPr/>
        </p:nvSpPr>
        <p:spPr>
          <a:xfrm>
            <a:off x="10979368" y="100147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FCC404B-2E87-FCBC-9372-56775C986B59}"/>
              </a:ext>
            </a:extLst>
          </p:cNvPr>
          <p:cNvSpPr/>
          <p:nvPr/>
        </p:nvSpPr>
        <p:spPr>
          <a:xfrm>
            <a:off x="12657952" y="100147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EFE6BCA-FDF7-DBA6-A74E-04B6DE0D20B9}"/>
              </a:ext>
            </a:extLst>
          </p:cNvPr>
          <p:cNvSpPr/>
          <p:nvPr/>
        </p:nvSpPr>
        <p:spPr>
          <a:xfrm>
            <a:off x="14336533" y="100147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87BD70A-7F0E-EA62-A0EC-40F65FA30011}"/>
              </a:ext>
            </a:extLst>
          </p:cNvPr>
          <p:cNvSpPr/>
          <p:nvPr/>
        </p:nvSpPr>
        <p:spPr>
          <a:xfrm>
            <a:off x="5942229" y="833027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5C1F204-CFF1-E50C-52C5-E9602F18DCF4}"/>
              </a:ext>
            </a:extLst>
          </p:cNvPr>
          <p:cNvSpPr/>
          <p:nvPr/>
        </p:nvSpPr>
        <p:spPr>
          <a:xfrm>
            <a:off x="9299951" y="833027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034D9C2-2582-BEB8-85F9-7ED483E6731C}"/>
              </a:ext>
            </a:extLst>
          </p:cNvPr>
          <p:cNvSpPr/>
          <p:nvPr/>
        </p:nvSpPr>
        <p:spPr>
          <a:xfrm>
            <a:off x="14336533" y="833027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C8A12A46-8555-E5EA-E325-4992F181FBDD}"/>
              </a:ext>
            </a:extLst>
          </p:cNvPr>
          <p:cNvSpPr/>
          <p:nvPr/>
        </p:nvSpPr>
        <p:spPr>
          <a:xfrm>
            <a:off x="12657673" y="833027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1A89D09-F252-4E6E-4CDF-C3D1489FADDD}"/>
              </a:ext>
            </a:extLst>
          </p:cNvPr>
          <p:cNvSpPr/>
          <p:nvPr/>
        </p:nvSpPr>
        <p:spPr>
          <a:xfrm>
            <a:off x="10978812" y="833027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C141B5B-E73D-52CB-4463-EA86A586E0D4}"/>
              </a:ext>
            </a:extLst>
          </p:cNvPr>
          <p:cNvSpPr/>
          <p:nvPr/>
        </p:nvSpPr>
        <p:spPr>
          <a:xfrm>
            <a:off x="7621090" y="833027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0A9CEF3-EAD7-4526-FD8E-E8EFA2200473}"/>
              </a:ext>
            </a:extLst>
          </p:cNvPr>
          <p:cNvSpPr/>
          <p:nvPr/>
        </p:nvSpPr>
        <p:spPr>
          <a:xfrm>
            <a:off x="4263368" y="833027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B1E22FB0-3E66-E4D1-E353-5DBDD40DC7F3}"/>
              </a:ext>
            </a:extLst>
          </p:cNvPr>
          <p:cNvSpPr/>
          <p:nvPr/>
        </p:nvSpPr>
        <p:spPr>
          <a:xfrm>
            <a:off x="848797" y="2239256"/>
            <a:ext cx="13908015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Where is the root printed in each traversal?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E4F4C6F2-E0C5-4572-D1F4-BDA467DDAB72}"/>
              </a:ext>
            </a:extLst>
          </p:cNvPr>
          <p:cNvSpPr/>
          <p:nvPr/>
        </p:nvSpPr>
        <p:spPr>
          <a:xfrm>
            <a:off x="16443432" y="10154661"/>
            <a:ext cx="309840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First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2B9F04FF-2223-7C19-4697-F5BD8ECA0B05}"/>
              </a:ext>
            </a:extLst>
          </p:cNvPr>
          <p:cNvSpPr/>
          <p:nvPr/>
        </p:nvSpPr>
        <p:spPr>
          <a:xfrm>
            <a:off x="16443432" y="11723823"/>
            <a:ext cx="309840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Last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95724801-17AB-9A30-8F6D-FD501C7734AB}"/>
              </a:ext>
            </a:extLst>
          </p:cNvPr>
          <p:cNvSpPr/>
          <p:nvPr/>
        </p:nvSpPr>
        <p:spPr>
          <a:xfrm>
            <a:off x="16015393" y="8255496"/>
            <a:ext cx="7940568" cy="133937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After all the elements in the left tree are printed</a:t>
            </a:r>
          </a:p>
        </p:txBody>
      </p:sp>
    </p:spTree>
    <p:extLst>
      <p:ext uri="{BB962C8B-B14F-4D97-AF65-F5344CB8AC3E}">
        <p14:creationId xmlns:p14="http://schemas.microsoft.com/office/powerpoint/2010/main" val="23269114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8" grpId="0" animBg="1"/>
      <p:bldP spid="49" grpId="0" animBg="1"/>
      <p:bldP spid="5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50B29-5A1B-478B-F43E-0A2B36293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A5B75E2A-E0F6-76C4-F09A-19706CD94BA7}"/>
              </a:ext>
            </a:extLst>
          </p:cNvPr>
          <p:cNvSpPr/>
          <p:nvPr/>
        </p:nvSpPr>
        <p:spPr>
          <a:xfrm>
            <a:off x="683886" y="581745"/>
            <a:ext cx="309840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Inorder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16423E32-58DE-6104-A5CB-F44C7B3DB163}"/>
              </a:ext>
            </a:extLst>
          </p:cNvPr>
          <p:cNvSpPr/>
          <p:nvPr/>
        </p:nvSpPr>
        <p:spPr>
          <a:xfrm>
            <a:off x="683886" y="2314392"/>
            <a:ext cx="309840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Preorder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8B1365A-0F86-A0AF-AD06-AC9D204BBB01}"/>
              </a:ext>
            </a:extLst>
          </p:cNvPr>
          <p:cNvSpPr/>
          <p:nvPr/>
        </p:nvSpPr>
        <p:spPr>
          <a:xfrm>
            <a:off x="683886" y="3907091"/>
            <a:ext cx="309840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Postorder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051AE4E-80F6-016A-751C-4C2609E9446B}"/>
              </a:ext>
            </a:extLst>
          </p:cNvPr>
          <p:cNvSpPr/>
          <p:nvPr/>
        </p:nvSpPr>
        <p:spPr>
          <a:xfrm>
            <a:off x="4367277" y="362719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6D14BF6-1D10-325B-1D94-DBAC7F26B522}"/>
              </a:ext>
            </a:extLst>
          </p:cNvPr>
          <p:cNvSpPr/>
          <p:nvPr/>
        </p:nvSpPr>
        <p:spPr>
          <a:xfrm>
            <a:off x="6046138" y="362719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602E6D6-8D52-396A-D496-DCFEC75C5E86}"/>
              </a:ext>
            </a:extLst>
          </p:cNvPr>
          <p:cNvSpPr/>
          <p:nvPr/>
        </p:nvSpPr>
        <p:spPr>
          <a:xfrm>
            <a:off x="7724999" y="362719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FA91848-846B-334D-917A-804E6ED77453}"/>
              </a:ext>
            </a:extLst>
          </p:cNvPr>
          <p:cNvSpPr/>
          <p:nvPr/>
        </p:nvSpPr>
        <p:spPr>
          <a:xfrm>
            <a:off x="9403860" y="362719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CC968EE-D45A-243E-439B-5966EEB24060}"/>
              </a:ext>
            </a:extLst>
          </p:cNvPr>
          <p:cNvSpPr/>
          <p:nvPr/>
        </p:nvSpPr>
        <p:spPr>
          <a:xfrm>
            <a:off x="11082721" y="362719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DE17340-0228-F400-F415-B9DBF04E2626}"/>
              </a:ext>
            </a:extLst>
          </p:cNvPr>
          <p:cNvSpPr/>
          <p:nvPr/>
        </p:nvSpPr>
        <p:spPr>
          <a:xfrm>
            <a:off x="12761582" y="362719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97738BC-EF64-479E-E8BD-27B2640F805B}"/>
              </a:ext>
            </a:extLst>
          </p:cNvPr>
          <p:cNvSpPr/>
          <p:nvPr/>
        </p:nvSpPr>
        <p:spPr>
          <a:xfrm>
            <a:off x="14440442" y="362719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690E121-C9DE-A3A1-18DB-A743E35E100B}"/>
              </a:ext>
            </a:extLst>
          </p:cNvPr>
          <p:cNvSpPr/>
          <p:nvPr/>
        </p:nvSpPr>
        <p:spPr>
          <a:xfrm>
            <a:off x="4368941" y="203449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A0E03F0-10DD-65CD-0E44-503C4FCB080B}"/>
              </a:ext>
            </a:extLst>
          </p:cNvPr>
          <p:cNvSpPr/>
          <p:nvPr/>
        </p:nvSpPr>
        <p:spPr>
          <a:xfrm>
            <a:off x="6047525" y="203449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29F8858-E187-B9AD-B89F-DDEC47684AC7}"/>
              </a:ext>
            </a:extLst>
          </p:cNvPr>
          <p:cNvSpPr/>
          <p:nvPr/>
        </p:nvSpPr>
        <p:spPr>
          <a:xfrm>
            <a:off x="7726109" y="203449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10BFCAC-2325-64A4-7967-528699D2FA12}"/>
              </a:ext>
            </a:extLst>
          </p:cNvPr>
          <p:cNvSpPr/>
          <p:nvPr/>
        </p:nvSpPr>
        <p:spPr>
          <a:xfrm>
            <a:off x="9404693" y="203449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337A09D-3EAE-7416-6511-04755C8A9D15}"/>
              </a:ext>
            </a:extLst>
          </p:cNvPr>
          <p:cNvSpPr/>
          <p:nvPr/>
        </p:nvSpPr>
        <p:spPr>
          <a:xfrm>
            <a:off x="11083277" y="203449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14F6FE9-2D95-54CF-F777-2C1675928A4A}"/>
              </a:ext>
            </a:extLst>
          </p:cNvPr>
          <p:cNvSpPr/>
          <p:nvPr/>
        </p:nvSpPr>
        <p:spPr>
          <a:xfrm>
            <a:off x="12761861" y="203449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263FB03-CA6E-EBA3-3540-5309B52313B3}"/>
              </a:ext>
            </a:extLst>
          </p:cNvPr>
          <p:cNvSpPr/>
          <p:nvPr/>
        </p:nvSpPr>
        <p:spPr>
          <a:xfrm>
            <a:off x="14440442" y="203449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6E58677-15F8-846B-A0B8-6C94289DE619}"/>
              </a:ext>
            </a:extLst>
          </p:cNvPr>
          <p:cNvSpPr/>
          <p:nvPr/>
        </p:nvSpPr>
        <p:spPr>
          <a:xfrm>
            <a:off x="6046138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D01A31F-7EDB-1044-C823-FD4F6E917543}"/>
              </a:ext>
            </a:extLst>
          </p:cNvPr>
          <p:cNvSpPr/>
          <p:nvPr/>
        </p:nvSpPr>
        <p:spPr>
          <a:xfrm>
            <a:off x="9403860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5C48CDF-89AC-3C06-013A-24B8B6F11560}"/>
              </a:ext>
            </a:extLst>
          </p:cNvPr>
          <p:cNvSpPr/>
          <p:nvPr/>
        </p:nvSpPr>
        <p:spPr>
          <a:xfrm>
            <a:off x="14440442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BDD8246-3DB3-936A-65F4-C49D4E53DEAD}"/>
              </a:ext>
            </a:extLst>
          </p:cNvPr>
          <p:cNvSpPr/>
          <p:nvPr/>
        </p:nvSpPr>
        <p:spPr>
          <a:xfrm>
            <a:off x="12761582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3DEAB5A-FD3D-6C11-74BB-0600602940F7}"/>
              </a:ext>
            </a:extLst>
          </p:cNvPr>
          <p:cNvSpPr/>
          <p:nvPr/>
        </p:nvSpPr>
        <p:spPr>
          <a:xfrm>
            <a:off x="11082721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6DE377B-CE0C-2866-DDD5-F0BF702D56CA}"/>
              </a:ext>
            </a:extLst>
          </p:cNvPr>
          <p:cNvSpPr/>
          <p:nvPr/>
        </p:nvSpPr>
        <p:spPr>
          <a:xfrm>
            <a:off x="7724999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A3EAE4E3-82D7-C477-6CFB-33EB4E6F14DA}"/>
              </a:ext>
            </a:extLst>
          </p:cNvPr>
          <p:cNvSpPr/>
          <p:nvPr/>
        </p:nvSpPr>
        <p:spPr>
          <a:xfrm>
            <a:off x="4367277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02BF775A-F6FE-1D21-FBA5-DE1A072B8F9F}"/>
              </a:ext>
            </a:extLst>
          </p:cNvPr>
          <p:cNvSpPr/>
          <p:nvPr/>
        </p:nvSpPr>
        <p:spPr>
          <a:xfrm>
            <a:off x="16547341" y="2174443"/>
            <a:ext cx="309840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First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67ED479A-C65F-D707-11CE-94AE4ED85441}"/>
              </a:ext>
            </a:extLst>
          </p:cNvPr>
          <p:cNvSpPr/>
          <p:nvPr/>
        </p:nvSpPr>
        <p:spPr>
          <a:xfrm>
            <a:off x="16547341" y="3743605"/>
            <a:ext cx="309840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Last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749A1446-1AE6-645D-2331-5F8886FE9D16}"/>
              </a:ext>
            </a:extLst>
          </p:cNvPr>
          <p:cNvSpPr/>
          <p:nvPr/>
        </p:nvSpPr>
        <p:spPr>
          <a:xfrm>
            <a:off x="16119302" y="275278"/>
            <a:ext cx="7940568" cy="133937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After all the elements in the left tree are printed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372C2304-39D3-3145-EF27-EC3C23F9EBA3}"/>
              </a:ext>
            </a:extLst>
          </p:cNvPr>
          <p:cNvSpPr/>
          <p:nvPr/>
        </p:nvSpPr>
        <p:spPr>
          <a:xfrm>
            <a:off x="683886" y="6387882"/>
            <a:ext cx="2337598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This property is enough to construct the tree given the 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inorder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and preorder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37E9668A-622C-DE07-94BD-E7110B8D2F12}"/>
              </a:ext>
            </a:extLst>
          </p:cNvPr>
          <p:cNvSpPr/>
          <p:nvPr/>
        </p:nvSpPr>
        <p:spPr>
          <a:xfrm>
            <a:off x="17153200" y="-639044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07491CF8-7C3B-B24A-387B-B42DD58034BC}"/>
              </a:ext>
            </a:extLst>
          </p:cNvPr>
          <p:cNvSpPr/>
          <p:nvPr/>
        </p:nvSpPr>
        <p:spPr>
          <a:xfrm>
            <a:off x="20129138" y="-83462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D078D512-C1A0-90AB-0DBF-74B97E4809B8}"/>
              </a:ext>
            </a:extLst>
          </p:cNvPr>
          <p:cNvSpPr/>
          <p:nvPr/>
        </p:nvSpPr>
        <p:spPr>
          <a:xfrm>
            <a:off x="23339870" y="-639044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FF3C36A-664C-3186-AD7D-E7017C830F49}"/>
              </a:ext>
            </a:extLst>
          </p:cNvPr>
          <p:cNvCxnSpPr>
            <a:cxnSpLocks/>
            <a:stCxn id="73" idx="4"/>
            <a:endCxn id="72" idx="0"/>
          </p:cNvCxnSpPr>
          <p:nvPr/>
        </p:nvCxnSpPr>
        <p:spPr>
          <a:xfrm flipH="1">
            <a:off x="17873200" y="-7033494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E5649EB8-04A6-1657-599A-649D5CEB0989}"/>
              </a:ext>
            </a:extLst>
          </p:cNvPr>
          <p:cNvCxnSpPr>
            <a:cxnSpLocks/>
            <a:stCxn id="73" idx="4"/>
            <a:endCxn id="74" idx="0"/>
          </p:cNvCxnSpPr>
          <p:nvPr/>
        </p:nvCxnSpPr>
        <p:spPr>
          <a:xfrm>
            <a:off x="20849138" y="-7033494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2E74FE92-02BE-321E-129D-43FE64A100C5}"/>
              </a:ext>
            </a:extLst>
          </p:cNvPr>
          <p:cNvSpPr/>
          <p:nvPr/>
        </p:nvSpPr>
        <p:spPr>
          <a:xfrm>
            <a:off x="21949736" y="-434840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E7060F77-2EBA-B0B8-5D41-EBD8EDAFF7CF}"/>
              </a:ext>
            </a:extLst>
          </p:cNvPr>
          <p:cNvCxnSpPr>
            <a:cxnSpLocks/>
            <a:stCxn id="74" idx="4"/>
            <a:endCxn id="77" idx="0"/>
          </p:cNvCxnSpPr>
          <p:nvPr/>
        </p:nvCxnSpPr>
        <p:spPr>
          <a:xfrm flipH="1">
            <a:off x="22669736" y="-5077644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2FB7B3AC-CCC8-AE97-6A21-FDAE547449E2}"/>
              </a:ext>
            </a:extLst>
          </p:cNvPr>
          <p:cNvSpPr/>
          <p:nvPr/>
        </p:nvSpPr>
        <p:spPr>
          <a:xfrm>
            <a:off x="15404239" y="-434840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4512404C-E723-BADF-E67B-88A01CA55A64}"/>
              </a:ext>
            </a:extLst>
          </p:cNvPr>
          <p:cNvCxnSpPr>
            <a:cxnSpLocks/>
            <a:stCxn id="72" idx="4"/>
            <a:endCxn id="79" idx="0"/>
          </p:cNvCxnSpPr>
          <p:nvPr/>
        </p:nvCxnSpPr>
        <p:spPr>
          <a:xfrm flipH="1">
            <a:off x="16124239" y="-5077644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1" name="Oval 80">
            <a:extLst>
              <a:ext uri="{FF2B5EF4-FFF2-40B4-BE49-F238E27FC236}">
                <a16:creationId xmlns:a16="http://schemas.microsoft.com/office/drawing/2014/main" id="{18CD3818-CDF9-8FD7-02FC-992B90542D14}"/>
              </a:ext>
            </a:extLst>
          </p:cNvPr>
          <p:cNvSpPr/>
          <p:nvPr/>
        </p:nvSpPr>
        <p:spPr>
          <a:xfrm>
            <a:off x="20129138" y="-199383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77E9C706-2512-3E11-9D50-C00E55A6D06A}"/>
              </a:ext>
            </a:extLst>
          </p:cNvPr>
          <p:cNvCxnSpPr>
            <a:cxnSpLocks/>
            <a:stCxn id="77" idx="4"/>
            <a:endCxn id="81" idx="0"/>
          </p:cNvCxnSpPr>
          <p:nvPr/>
        </p:nvCxnSpPr>
        <p:spPr>
          <a:xfrm flipH="1">
            <a:off x="20849138" y="-3035605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3" name="Oval 82">
            <a:extLst>
              <a:ext uri="{FF2B5EF4-FFF2-40B4-BE49-F238E27FC236}">
                <a16:creationId xmlns:a16="http://schemas.microsoft.com/office/drawing/2014/main" id="{404465E3-2CC2-9B78-7EA9-B69271DF47E8}"/>
              </a:ext>
            </a:extLst>
          </p:cNvPr>
          <p:cNvSpPr/>
          <p:nvPr/>
        </p:nvSpPr>
        <p:spPr>
          <a:xfrm>
            <a:off x="17153200" y="-639044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3BB38334-0CE4-9FFE-8EE9-676AB74DEF56}"/>
              </a:ext>
            </a:extLst>
          </p:cNvPr>
          <p:cNvSpPr/>
          <p:nvPr/>
        </p:nvSpPr>
        <p:spPr>
          <a:xfrm>
            <a:off x="20129138" y="-83462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3F265946-40A5-D040-A49D-55772B5AE355}"/>
              </a:ext>
            </a:extLst>
          </p:cNvPr>
          <p:cNvSpPr/>
          <p:nvPr/>
        </p:nvSpPr>
        <p:spPr>
          <a:xfrm>
            <a:off x="23339870" y="-639044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92E411F5-49F1-1851-2BC3-1D83FBE3DAFC}"/>
              </a:ext>
            </a:extLst>
          </p:cNvPr>
          <p:cNvSpPr/>
          <p:nvPr/>
        </p:nvSpPr>
        <p:spPr>
          <a:xfrm>
            <a:off x="21949736" y="-434840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2FB71B38-BF83-F40F-5F08-C68F7C36DC5B}"/>
              </a:ext>
            </a:extLst>
          </p:cNvPr>
          <p:cNvSpPr/>
          <p:nvPr/>
        </p:nvSpPr>
        <p:spPr>
          <a:xfrm>
            <a:off x="15404239" y="-434840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AF279506-B26D-42DC-1402-A25CA79BAF2A}"/>
              </a:ext>
            </a:extLst>
          </p:cNvPr>
          <p:cNvSpPr/>
          <p:nvPr/>
        </p:nvSpPr>
        <p:spPr>
          <a:xfrm>
            <a:off x="20129138" y="-199383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FA41D129-B41D-4F74-D3B4-7D095CE4DBBD}"/>
              </a:ext>
            </a:extLst>
          </p:cNvPr>
          <p:cNvSpPr/>
          <p:nvPr/>
        </p:nvSpPr>
        <p:spPr>
          <a:xfrm>
            <a:off x="18522507" y="-434840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CF7B4711-E9A1-D73C-071A-9F642EAD6C9F}"/>
              </a:ext>
            </a:extLst>
          </p:cNvPr>
          <p:cNvCxnSpPr>
            <a:cxnSpLocks/>
            <a:stCxn id="89" idx="0"/>
            <a:endCxn id="72" idx="4"/>
          </p:cNvCxnSpPr>
          <p:nvPr/>
        </p:nvCxnSpPr>
        <p:spPr>
          <a:xfrm flipH="1" flipV="1">
            <a:off x="17873200" y="-5077644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1" name="Oval 90">
            <a:extLst>
              <a:ext uri="{FF2B5EF4-FFF2-40B4-BE49-F238E27FC236}">
                <a16:creationId xmlns:a16="http://schemas.microsoft.com/office/drawing/2014/main" id="{53A790BC-E551-14BD-96C2-18363DE682CC}"/>
              </a:ext>
            </a:extLst>
          </p:cNvPr>
          <p:cNvSpPr/>
          <p:nvPr/>
        </p:nvSpPr>
        <p:spPr>
          <a:xfrm>
            <a:off x="18522507" y="-434841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564305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2FDA0-A829-58AF-BFF1-71463333E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94C67AE-2488-3359-3E67-278339C695E5}"/>
              </a:ext>
            </a:extLst>
          </p:cNvPr>
          <p:cNvSpPr/>
          <p:nvPr/>
        </p:nvSpPr>
        <p:spPr>
          <a:xfrm>
            <a:off x="683886" y="581745"/>
            <a:ext cx="309840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Inorder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D674356-7D70-4138-9F7D-B26D9EA65D4B}"/>
              </a:ext>
            </a:extLst>
          </p:cNvPr>
          <p:cNvSpPr/>
          <p:nvPr/>
        </p:nvSpPr>
        <p:spPr>
          <a:xfrm>
            <a:off x="683886" y="2314392"/>
            <a:ext cx="309840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Preorder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29FFC13-220F-0849-A8F8-74D9C10B8CA1}"/>
              </a:ext>
            </a:extLst>
          </p:cNvPr>
          <p:cNvSpPr/>
          <p:nvPr/>
        </p:nvSpPr>
        <p:spPr>
          <a:xfrm>
            <a:off x="4368941" y="203449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FEC34FE-222D-9325-8F47-0AB34206EC04}"/>
              </a:ext>
            </a:extLst>
          </p:cNvPr>
          <p:cNvSpPr/>
          <p:nvPr/>
        </p:nvSpPr>
        <p:spPr>
          <a:xfrm>
            <a:off x="6047525" y="203449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151FE2B-28DF-A0F8-2356-35F4866B280B}"/>
              </a:ext>
            </a:extLst>
          </p:cNvPr>
          <p:cNvSpPr/>
          <p:nvPr/>
        </p:nvSpPr>
        <p:spPr>
          <a:xfrm>
            <a:off x="7726109" y="203449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667FEF6-A8EC-43BD-F166-A61AEA5399C7}"/>
              </a:ext>
            </a:extLst>
          </p:cNvPr>
          <p:cNvSpPr/>
          <p:nvPr/>
        </p:nvSpPr>
        <p:spPr>
          <a:xfrm>
            <a:off x="9404693" y="203449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453E829-28EA-0191-9468-737C6286736C}"/>
              </a:ext>
            </a:extLst>
          </p:cNvPr>
          <p:cNvSpPr/>
          <p:nvPr/>
        </p:nvSpPr>
        <p:spPr>
          <a:xfrm>
            <a:off x="11083277" y="203449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66ED390-EB36-CF6A-C572-3E64B47774E7}"/>
              </a:ext>
            </a:extLst>
          </p:cNvPr>
          <p:cNvSpPr/>
          <p:nvPr/>
        </p:nvSpPr>
        <p:spPr>
          <a:xfrm>
            <a:off x="12761861" y="203449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0A85D39-2689-A082-C4E6-9E6FF26EEE32}"/>
              </a:ext>
            </a:extLst>
          </p:cNvPr>
          <p:cNvSpPr/>
          <p:nvPr/>
        </p:nvSpPr>
        <p:spPr>
          <a:xfrm>
            <a:off x="14440442" y="203449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6D913E5-B88C-A2E2-7A66-96FE187FB706}"/>
              </a:ext>
            </a:extLst>
          </p:cNvPr>
          <p:cNvSpPr/>
          <p:nvPr/>
        </p:nvSpPr>
        <p:spPr>
          <a:xfrm>
            <a:off x="6046138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4A2B81C-1A8F-7DA5-DC9D-3EC858D7F459}"/>
              </a:ext>
            </a:extLst>
          </p:cNvPr>
          <p:cNvSpPr/>
          <p:nvPr/>
        </p:nvSpPr>
        <p:spPr>
          <a:xfrm>
            <a:off x="9403860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AFE006E-DD73-259A-9B6F-BD6CC6575076}"/>
              </a:ext>
            </a:extLst>
          </p:cNvPr>
          <p:cNvSpPr/>
          <p:nvPr/>
        </p:nvSpPr>
        <p:spPr>
          <a:xfrm>
            <a:off x="14440442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EA47148-DB98-06FF-8A81-8A5F89CF99A0}"/>
              </a:ext>
            </a:extLst>
          </p:cNvPr>
          <p:cNvSpPr/>
          <p:nvPr/>
        </p:nvSpPr>
        <p:spPr>
          <a:xfrm>
            <a:off x="12761582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697FB19-D1B9-1BA2-1D77-78869728533C}"/>
              </a:ext>
            </a:extLst>
          </p:cNvPr>
          <p:cNvSpPr/>
          <p:nvPr/>
        </p:nvSpPr>
        <p:spPr>
          <a:xfrm>
            <a:off x="11082721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3999FBE7-23A5-DE0B-3540-5D2EE3259F23}"/>
              </a:ext>
            </a:extLst>
          </p:cNvPr>
          <p:cNvSpPr/>
          <p:nvPr/>
        </p:nvSpPr>
        <p:spPr>
          <a:xfrm>
            <a:off x="7724999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811D823-37E0-A29E-2BEB-A6FA04C29F57}"/>
              </a:ext>
            </a:extLst>
          </p:cNvPr>
          <p:cNvSpPr/>
          <p:nvPr/>
        </p:nvSpPr>
        <p:spPr>
          <a:xfrm>
            <a:off x="4367277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4FB1E03-AAEA-CD37-BBA5-95D86D7540AC}"/>
              </a:ext>
            </a:extLst>
          </p:cNvPr>
          <p:cNvSpPr/>
          <p:nvPr/>
        </p:nvSpPr>
        <p:spPr>
          <a:xfrm>
            <a:off x="770991" y="4047039"/>
            <a:ext cx="13908015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Where is the root?</a:t>
            </a:r>
          </a:p>
        </p:txBody>
      </p:sp>
    </p:spTree>
    <p:extLst>
      <p:ext uri="{BB962C8B-B14F-4D97-AF65-F5344CB8AC3E}">
        <p14:creationId xmlns:p14="http://schemas.microsoft.com/office/powerpoint/2010/main" val="4220885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57C7A-5505-2DBA-20CC-9A9F18A95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3CCCD703-CF33-964E-6255-870D2C2CAC79}"/>
              </a:ext>
            </a:extLst>
          </p:cNvPr>
          <p:cNvSpPr/>
          <p:nvPr/>
        </p:nvSpPr>
        <p:spPr>
          <a:xfrm>
            <a:off x="683886" y="581745"/>
            <a:ext cx="309840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Inorder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7F753A5D-2138-9F1F-47FE-9F12D389A315}"/>
              </a:ext>
            </a:extLst>
          </p:cNvPr>
          <p:cNvSpPr/>
          <p:nvPr/>
        </p:nvSpPr>
        <p:spPr>
          <a:xfrm>
            <a:off x="683886" y="2314392"/>
            <a:ext cx="309840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Preorder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FC9DA07-BFAF-CFC2-20E7-B5DFBC574A83}"/>
              </a:ext>
            </a:extLst>
          </p:cNvPr>
          <p:cNvSpPr/>
          <p:nvPr/>
        </p:nvSpPr>
        <p:spPr>
          <a:xfrm>
            <a:off x="10924404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174B179-9C22-D671-973F-720EC490A967}"/>
              </a:ext>
            </a:extLst>
          </p:cNvPr>
          <p:cNvSpPr/>
          <p:nvPr/>
        </p:nvSpPr>
        <p:spPr>
          <a:xfrm>
            <a:off x="6047525" y="203449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F210D20-B2C3-5E02-D04D-BB7B84729125}"/>
              </a:ext>
            </a:extLst>
          </p:cNvPr>
          <p:cNvSpPr/>
          <p:nvPr/>
        </p:nvSpPr>
        <p:spPr>
          <a:xfrm>
            <a:off x="7726109" y="203449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573656E-06F7-D05A-AC39-433EB1DBA5AD}"/>
              </a:ext>
            </a:extLst>
          </p:cNvPr>
          <p:cNvSpPr/>
          <p:nvPr/>
        </p:nvSpPr>
        <p:spPr>
          <a:xfrm>
            <a:off x="9404693" y="203449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9A3CCA3-800A-34D7-1507-D375E59F18FE}"/>
              </a:ext>
            </a:extLst>
          </p:cNvPr>
          <p:cNvSpPr/>
          <p:nvPr/>
        </p:nvSpPr>
        <p:spPr>
          <a:xfrm>
            <a:off x="11083277" y="203449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57AFED8-7474-CABE-2BE6-474C61DCC4EF}"/>
              </a:ext>
            </a:extLst>
          </p:cNvPr>
          <p:cNvSpPr/>
          <p:nvPr/>
        </p:nvSpPr>
        <p:spPr>
          <a:xfrm>
            <a:off x="12761861" y="203449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8FD82C6-D4D0-95D9-04E5-FBB38BDDA2FB}"/>
              </a:ext>
            </a:extLst>
          </p:cNvPr>
          <p:cNvSpPr/>
          <p:nvPr/>
        </p:nvSpPr>
        <p:spPr>
          <a:xfrm>
            <a:off x="14440442" y="203449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04EF5C0-3C1C-28EC-59BA-2A9D798A6A9F}"/>
              </a:ext>
            </a:extLst>
          </p:cNvPr>
          <p:cNvSpPr/>
          <p:nvPr/>
        </p:nvSpPr>
        <p:spPr>
          <a:xfrm>
            <a:off x="6046138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5B878EC-DF5F-F3DF-844F-9FB5B5762DC3}"/>
              </a:ext>
            </a:extLst>
          </p:cNvPr>
          <p:cNvSpPr/>
          <p:nvPr/>
        </p:nvSpPr>
        <p:spPr>
          <a:xfrm>
            <a:off x="10924404" y="554519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04977236-D10E-1713-9F09-6BEE79F310EF}"/>
              </a:ext>
            </a:extLst>
          </p:cNvPr>
          <p:cNvSpPr/>
          <p:nvPr/>
        </p:nvSpPr>
        <p:spPr>
          <a:xfrm>
            <a:off x="14440442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D74ABE5-0083-2425-D0F2-E413630DBE89}"/>
              </a:ext>
            </a:extLst>
          </p:cNvPr>
          <p:cNvSpPr/>
          <p:nvPr/>
        </p:nvSpPr>
        <p:spPr>
          <a:xfrm>
            <a:off x="12761582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6437888-4BCB-23E4-C849-2028EB0F92C3}"/>
              </a:ext>
            </a:extLst>
          </p:cNvPr>
          <p:cNvSpPr/>
          <p:nvPr/>
        </p:nvSpPr>
        <p:spPr>
          <a:xfrm>
            <a:off x="11082721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9C9BFBB-A806-4D54-2ACD-568216C58C03}"/>
              </a:ext>
            </a:extLst>
          </p:cNvPr>
          <p:cNvSpPr/>
          <p:nvPr/>
        </p:nvSpPr>
        <p:spPr>
          <a:xfrm>
            <a:off x="7724999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F28966B6-1412-953D-3D53-B60505F15A27}"/>
              </a:ext>
            </a:extLst>
          </p:cNvPr>
          <p:cNvSpPr/>
          <p:nvPr/>
        </p:nvSpPr>
        <p:spPr>
          <a:xfrm>
            <a:off x="4367277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46D7DE3-7A77-F32E-7A84-BDA9E47C24AF}"/>
              </a:ext>
            </a:extLst>
          </p:cNvPr>
          <p:cNvSpPr/>
          <p:nvPr/>
        </p:nvSpPr>
        <p:spPr>
          <a:xfrm>
            <a:off x="683886" y="4047039"/>
            <a:ext cx="2337598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The left subtree contains 0,2,3 and the right subtree contains 5,6,9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B65BEC1-1A94-7B97-16A2-FB0EAB6278E1}"/>
              </a:ext>
            </a:extLst>
          </p:cNvPr>
          <p:cNvSpPr/>
          <p:nvPr/>
        </p:nvSpPr>
        <p:spPr>
          <a:xfrm>
            <a:off x="676412" y="7603148"/>
            <a:ext cx="2337598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are the roots of the left and the right subtrees?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EF12AAE-08F2-753E-BC1F-209C2F76816B}"/>
              </a:ext>
            </a:extLst>
          </p:cNvPr>
          <p:cNvSpPr/>
          <p:nvPr/>
        </p:nvSpPr>
        <p:spPr>
          <a:xfrm>
            <a:off x="683886" y="8864747"/>
            <a:ext cx="2337598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The number that comes first in the preorder sequence.</a:t>
            </a:r>
          </a:p>
        </p:txBody>
      </p:sp>
    </p:spTree>
    <p:extLst>
      <p:ext uri="{BB962C8B-B14F-4D97-AF65-F5344CB8AC3E}">
        <p14:creationId xmlns:p14="http://schemas.microsoft.com/office/powerpoint/2010/main" val="11224859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D0703-9E69-ACDC-8FBA-8814BAB6B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32590EA-8A00-226C-983B-966808F0F9AD}"/>
              </a:ext>
            </a:extLst>
          </p:cNvPr>
          <p:cNvSpPr/>
          <p:nvPr/>
        </p:nvSpPr>
        <p:spPr>
          <a:xfrm>
            <a:off x="683886" y="581745"/>
            <a:ext cx="309840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Inorder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0794CDE7-4A97-AEDA-4A56-4C8864896C6B}"/>
              </a:ext>
            </a:extLst>
          </p:cNvPr>
          <p:cNvSpPr/>
          <p:nvPr/>
        </p:nvSpPr>
        <p:spPr>
          <a:xfrm>
            <a:off x="683886" y="2314392"/>
            <a:ext cx="309840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Preorder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806771D-E91F-53ED-827D-193737F39AC1}"/>
              </a:ext>
            </a:extLst>
          </p:cNvPr>
          <p:cNvSpPr/>
          <p:nvPr/>
        </p:nvSpPr>
        <p:spPr>
          <a:xfrm>
            <a:off x="10924404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41D44C3-C216-F5A1-2399-DD6A89B1B714}"/>
              </a:ext>
            </a:extLst>
          </p:cNvPr>
          <p:cNvSpPr/>
          <p:nvPr/>
        </p:nvSpPr>
        <p:spPr>
          <a:xfrm>
            <a:off x="9019325" y="746412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24B721E-04FF-8132-660D-C2F548E592D1}"/>
              </a:ext>
            </a:extLst>
          </p:cNvPr>
          <p:cNvSpPr/>
          <p:nvPr/>
        </p:nvSpPr>
        <p:spPr>
          <a:xfrm>
            <a:off x="7726109" y="203449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AB5CEFC-0465-BAD4-E0BD-2E48C9D59B71}"/>
              </a:ext>
            </a:extLst>
          </p:cNvPr>
          <p:cNvSpPr/>
          <p:nvPr/>
        </p:nvSpPr>
        <p:spPr>
          <a:xfrm>
            <a:off x="9404693" y="203449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2FCCDBC-E690-F6ED-639F-AB4CE3B22895}"/>
              </a:ext>
            </a:extLst>
          </p:cNvPr>
          <p:cNvSpPr/>
          <p:nvPr/>
        </p:nvSpPr>
        <p:spPr>
          <a:xfrm>
            <a:off x="12522721" y="751233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2E3F3E1-9170-D5E3-EA09-846FB79B97B1}"/>
              </a:ext>
            </a:extLst>
          </p:cNvPr>
          <p:cNvSpPr/>
          <p:nvPr/>
        </p:nvSpPr>
        <p:spPr>
          <a:xfrm>
            <a:off x="12761861" y="203449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440F5C0-0D80-8A44-0C86-37D37983E1BE}"/>
              </a:ext>
            </a:extLst>
          </p:cNvPr>
          <p:cNvSpPr/>
          <p:nvPr/>
        </p:nvSpPr>
        <p:spPr>
          <a:xfrm>
            <a:off x="14440442" y="203449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D622426-5A85-B3F1-FD49-39F99999F66A}"/>
              </a:ext>
            </a:extLst>
          </p:cNvPr>
          <p:cNvSpPr/>
          <p:nvPr/>
        </p:nvSpPr>
        <p:spPr>
          <a:xfrm>
            <a:off x="9019325" y="746412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1F60239-B34F-717E-15A9-AF05541FC546}"/>
              </a:ext>
            </a:extLst>
          </p:cNvPr>
          <p:cNvSpPr/>
          <p:nvPr/>
        </p:nvSpPr>
        <p:spPr>
          <a:xfrm>
            <a:off x="10924404" y="554519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E8147E8-F43B-497E-7BE3-390B6CA17DF2}"/>
              </a:ext>
            </a:extLst>
          </p:cNvPr>
          <p:cNvSpPr/>
          <p:nvPr/>
        </p:nvSpPr>
        <p:spPr>
          <a:xfrm>
            <a:off x="12522721" y="751233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BD91B20-F62E-C40F-5438-EED13697B217}"/>
              </a:ext>
            </a:extLst>
          </p:cNvPr>
          <p:cNvSpPr/>
          <p:nvPr/>
        </p:nvSpPr>
        <p:spPr>
          <a:xfrm>
            <a:off x="12761582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E16C492-FA31-0D8C-32AB-D316EFB83380}"/>
              </a:ext>
            </a:extLst>
          </p:cNvPr>
          <p:cNvSpPr/>
          <p:nvPr/>
        </p:nvSpPr>
        <p:spPr>
          <a:xfrm>
            <a:off x="11082721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31C1CE4C-A5F7-AC9A-6A27-EA8804C2779B}"/>
              </a:ext>
            </a:extLst>
          </p:cNvPr>
          <p:cNvSpPr/>
          <p:nvPr/>
        </p:nvSpPr>
        <p:spPr>
          <a:xfrm>
            <a:off x="7724999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886A545D-7624-5E12-AA77-55246A862DBF}"/>
              </a:ext>
            </a:extLst>
          </p:cNvPr>
          <p:cNvSpPr/>
          <p:nvPr/>
        </p:nvSpPr>
        <p:spPr>
          <a:xfrm>
            <a:off x="4367277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1625E68-CE5F-F7C5-5003-64F63EC4EF8F}"/>
              </a:ext>
            </a:extLst>
          </p:cNvPr>
          <p:cNvCxnSpPr>
            <a:cxnSpLocks/>
            <a:stCxn id="41" idx="4"/>
            <a:endCxn id="40" idx="0"/>
          </p:cNvCxnSpPr>
          <p:nvPr/>
        </p:nvCxnSpPr>
        <p:spPr>
          <a:xfrm flipH="1">
            <a:off x="9739325" y="6857999"/>
            <a:ext cx="1905079" cy="60612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C506B77-9379-0E56-503A-8DFAD519261E}"/>
              </a:ext>
            </a:extLst>
          </p:cNvPr>
          <p:cNvCxnSpPr>
            <a:cxnSpLocks/>
            <a:stCxn id="42" idx="0"/>
          </p:cNvCxnSpPr>
          <p:nvPr/>
        </p:nvCxnSpPr>
        <p:spPr>
          <a:xfrm flipH="1" flipV="1">
            <a:off x="11595695" y="6857999"/>
            <a:ext cx="1647026" cy="654334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A2E3666-DADC-40F4-6C17-AB8D13A93057}"/>
              </a:ext>
            </a:extLst>
          </p:cNvPr>
          <p:cNvSpPr/>
          <p:nvPr/>
        </p:nvSpPr>
        <p:spPr>
          <a:xfrm>
            <a:off x="676412" y="10100833"/>
            <a:ext cx="2337598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The left subtree of 2 contains 0 and the right subtree contains 3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984A6FA-64DE-52ED-18BF-710D8AB499B9}"/>
              </a:ext>
            </a:extLst>
          </p:cNvPr>
          <p:cNvSpPr/>
          <p:nvPr/>
        </p:nvSpPr>
        <p:spPr>
          <a:xfrm>
            <a:off x="10839723" y="0"/>
            <a:ext cx="6245996" cy="3606800"/>
          </a:xfrm>
          <a:prstGeom prst="roundRect">
            <a:avLst/>
          </a:prstGeom>
          <a:solidFill>
            <a:schemeClr val="accent5">
              <a:lumMod val="20000"/>
              <a:lumOff val="80000"/>
              <a:alpha val="93367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9592290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AD4AA-CF56-6EDB-09D5-2F9B3C53B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36F1E6F5-ED4C-743B-6BCA-3848B6182A03}"/>
              </a:ext>
            </a:extLst>
          </p:cNvPr>
          <p:cNvSpPr/>
          <p:nvPr/>
        </p:nvSpPr>
        <p:spPr>
          <a:xfrm>
            <a:off x="683886" y="581745"/>
            <a:ext cx="309840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Inorder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C117A10C-F1C7-606F-896C-8484A489C619}"/>
              </a:ext>
            </a:extLst>
          </p:cNvPr>
          <p:cNvSpPr/>
          <p:nvPr/>
        </p:nvSpPr>
        <p:spPr>
          <a:xfrm>
            <a:off x="683886" y="2314392"/>
            <a:ext cx="309840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Preorder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5FF00CB-24FF-5B5E-5E6F-3CB7755745BC}"/>
              </a:ext>
            </a:extLst>
          </p:cNvPr>
          <p:cNvSpPr/>
          <p:nvPr/>
        </p:nvSpPr>
        <p:spPr>
          <a:xfrm>
            <a:off x="10924404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7CDFABA-978B-B9CA-BC19-A18C46EE783E}"/>
              </a:ext>
            </a:extLst>
          </p:cNvPr>
          <p:cNvSpPr/>
          <p:nvPr/>
        </p:nvSpPr>
        <p:spPr>
          <a:xfrm>
            <a:off x="9019325" y="746412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B1EEAA0-497A-33B6-905D-0835DF37BAEF}"/>
              </a:ext>
            </a:extLst>
          </p:cNvPr>
          <p:cNvSpPr/>
          <p:nvPr/>
        </p:nvSpPr>
        <p:spPr>
          <a:xfrm>
            <a:off x="7579325" y="970024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295384A-2D9B-60D8-380E-489EE72ACF5A}"/>
              </a:ext>
            </a:extLst>
          </p:cNvPr>
          <p:cNvSpPr/>
          <p:nvPr/>
        </p:nvSpPr>
        <p:spPr>
          <a:xfrm>
            <a:off x="10263525" y="970024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3862598-27FF-3811-9EFC-D2AD0DA97469}"/>
              </a:ext>
            </a:extLst>
          </p:cNvPr>
          <p:cNvSpPr/>
          <p:nvPr/>
        </p:nvSpPr>
        <p:spPr>
          <a:xfrm>
            <a:off x="12522721" y="751233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4539B72-0C3D-9CD4-CB1D-EC3A0CA9DE80}"/>
              </a:ext>
            </a:extLst>
          </p:cNvPr>
          <p:cNvSpPr/>
          <p:nvPr/>
        </p:nvSpPr>
        <p:spPr>
          <a:xfrm>
            <a:off x="12761861" y="203449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695EC6D-18D9-A0EF-3907-DC18C885915A}"/>
              </a:ext>
            </a:extLst>
          </p:cNvPr>
          <p:cNvSpPr/>
          <p:nvPr/>
        </p:nvSpPr>
        <p:spPr>
          <a:xfrm>
            <a:off x="14440442" y="203449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C0FF003-3A9C-F6BC-8856-92E7A542337D}"/>
              </a:ext>
            </a:extLst>
          </p:cNvPr>
          <p:cNvSpPr/>
          <p:nvPr/>
        </p:nvSpPr>
        <p:spPr>
          <a:xfrm>
            <a:off x="9019325" y="746412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37623DF-A8FD-4E8E-FE46-F8AA130F9FF9}"/>
              </a:ext>
            </a:extLst>
          </p:cNvPr>
          <p:cNvSpPr/>
          <p:nvPr/>
        </p:nvSpPr>
        <p:spPr>
          <a:xfrm>
            <a:off x="10924404" y="554519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254EC83-C59B-CC8D-A39F-61D03BF6D40A}"/>
              </a:ext>
            </a:extLst>
          </p:cNvPr>
          <p:cNvSpPr/>
          <p:nvPr/>
        </p:nvSpPr>
        <p:spPr>
          <a:xfrm>
            <a:off x="12522721" y="751233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F2EB073-5B80-93FB-08D8-7AD50C022796}"/>
              </a:ext>
            </a:extLst>
          </p:cNvPr>
          <p:cNvSpPr/>
          <p:nvPr/>
        </p:nvSpPr>
        <p:spPr>
          <a:xfrm>
            <a:off x="12761582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22836D2-ADA0-0BC1-EF70-72803EB83628}"/>
              </a:ext>
            </a:extLst>
          </p:cNvPr>
          <p:cNvSpPr/>
          <p:nvPr/>
        </p:nvSpPr>
        <p:spPr>
          <a:xfrm>
            <a:off x="11082721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84C432C4-796E-32C3-F106-36DDC7D40211}"/>
              </a:ext>
            </a:extLst>
          </p:cNvPr>
          <p:cNvSpPr/>
          <p:nvPr/>
        </p:nvSpPr>
        <p:spPr>
          <a:xfrm>
            <a:off x="10263525" y="97122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A695ADF-D1BC-ADCD-1F15-513BC62CC84C}"/>
              </a:ext>
            </a:extLst>
          </p:cNvPr>
          <p:cNvSpPr/>
          <p:nvPr/>
        </p:nvSpPr>
        <p:spPr>
          <a:xfrm>
            <a:off x="7579325" y="970024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91A0190-24C1-D63A-5C9C-C4ADEBA3F8FE}"/>
              </a:ext>
            </a:extLst>
          </p:cNvPr>
          <p:cNvCxnSpPr>
            <a:cxnSpLocks/>
            <a:stCxn id="41" idx="4"/>
            <a:endCxn id="40" idx="0"/>
          </p:cNvCxnSpPr>
          <p:nvPr/>
        </p:nvCxnSpPr>
        <p:spPr>
          <a:xfrm flipH="1">
            <a:off x="9739325" y="6857999"/>
            <a:ext cx="1905079" cy="60612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539AB4B-2BED-A598-6041-52B87F646440}"/>
              </a:ext>
            </a:extLst>
          </p:cNvPr>
          <p:cNvCxnSpPr>
            <a:cxnSpLocks/>
            <a:stCxn id="42" idx="0"/>
          </p:cNvCxnSpPr>
          <p:nvPr/>
        </p:nvCxnSpPr>
        <p:spPr>
          <a:xfrm flipH="1" flipV="1">
            <a:off x="11595695" y="6857999"/>
            <a:ext cx="1647026" cy="654334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9EF3357-4322-397C-CF96-38365B91FF89}"/>
              </a:ext>
            </a:extLst>
          </p:cNvPr>
          <p:cNvCxnSpPr>
            <a:cxnSpLocks/>
            <a:stCxn id="40" idx="4"/>
            <a:endCxn id="46" idx="0"/>
          </p:cNvCxnSpPr>
          <p:nvPr/>
        </p:nvCxnSpPr>
        <p:spPr>
          <a:xfrm flipH="1">
            <a:off x="8299325" y="8776930"/>
            <a:ext cx="1440000" cy="92331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C98093D-4FBF-FC07-4FBA-78F424D9CC62}"/>
              </a:ext>
            </a:extLst>
          </p:cNvPr>
          <p:cNvCxnSpPr>
            <a:cxnSpLocks/>
            <a:endCxn id="45" idx="0"/>
          </p:cNvCxnSpPr>
          <p:nvPr/>
        </p:nvCxnSpPr>
        <p:spPr>
          <a:xfrm>
            <a:off x="9691023" y="8776929"/>
            <a:ext cx="1292502" cy="93536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57D3C0C-2AA4-BBBE-207B-76AA03C9517F}"/>
              </a:ext>
            </a:extLst>
          </p:cNvPr>
          <p:cNvSpPr/>
          <p:nvPr/>
        </p:nvSpPr>
        <p:spPr>
          <a:xfrm>
            <a:off x="15880442" y="6366880"/>
            <a:ext cx="6780396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Completely visualize this algorithm</a:t>
            </a:r>
          </a:p>
        </p:txBody>
      </p:sp>
    </p:spTree>
    <p:extLst>
      <p:ext uri="{BB962C8B-B14F-4D97-AF65-F5344CB8AC3E}">
        <p14:creationId xmlns:p14="http://schemas.microsoft.com/office/powerpoint/2010/main" val="42278501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E2F226A-3641-36A9-B8AB-4EB9EFA90A2E}"/>
              </a:ext>
            </a:extLst>
          </p:cNvPr>
          <p:cNvSpPr/>
          <p:nvPr/>
        </p:nvSpPr>
        <p:spPr>
          <a:xfrm>
            <a:off x="504008" y="291433"/>
            <a:ext cx="23375984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Given 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inorder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and preorder, we can find the tree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Given 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inorder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and 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postorder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, 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256410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FA36D-92BC-1ECE-7B76-0678C6D89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9C61496-B05F-6403-6529-21D605AAC6AC}"/>
              </a:ext>
            </a:extLst>
          </p:cNvPr>
          <p:cNvSpPr/>
          <p:nvPr/>
        </p:nvSpPr>
        <p:spPr>
          <a:xfrm>
            <a:off x="504008" y="291433"/>
            <a:ext cx="23375984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Given 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inorder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and preorder, we can find the tree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Given 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inorder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and 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postorder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, again we can find the tree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Given preorder and 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postorder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33497727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CCFDB3C-0D40-922C-76A0-10590BFCA478}"/>
              </a:ext>
            </a:extLst>
          </p:cNvPr>
          <p:cNvSpPr/>
          <p:nvPr/>
        </p:nvSpPr>
        <p:spPr>
          <a:xfrm>
            <a:off x="683886" y="581745"/>
            <a:ext cx="309840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Preorder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FA921F0-F0FE-CC16-5BDD-65CD028F65E0}"/>
              </a:ext>
            </a:extLst>
          </p:cNvPr>
          <p:cNvSpPr/>
          <p:nvPr/>
        </p:nvSpPr>
        <p:spPr>
          <a:xfrm>
            <a:off x="683886" y="2314392"/>
            <a:ext cx="309840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Postorder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84CDB6A-3460-3481-3AD6-40A210FD5AF0}"/>
              </a:ext>
            </a:extLst>
          </p:cNvPr>
          <p:cNvSpPr/>
          <p:nvPr/>
        </p:nvSpPr>
        <p:spPr>
          <a:xfrm>
            <a:off x="4368941" y="203449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ED8AA6C-B4DE-D9A7-1998-4BFBF8E86231}"/>
              </a:ext>
            </a:extLst>
          </p:cNvPr>
          <p:cNvSpPr/>
          <p:nvPr/>
        </p:nvSpPr>
        <p:spPr>
          <a:xfrm>
            <a:off x="6047525" y="203449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983E31F-4F2D-D976-CCF4-3DBC67450DF1}"/>
              </a:ext>
            </a:extLst>
          </p:cNvPr>
          <p:cNvSpPr/>
          <p:nvPr/>
        </p:nvSpPr>
        <p:spPr>
          <a:xfrm>
            <a:off x="7726109" y="203449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5306F29-D6D9-3C40-5FB4-A07A16B38D5A}"/>
              </a:ext>
            </a:extLst>
          </p:cNvPr>
          <p:cNvSpPr/>
          <p:nvPr/>
        </p:nvSpPr>
        <p:spPr>
          <a:xfrm>
            <a:off x="6046138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4C5F2F9-65B5-113D-3CCF-B93B3BC76CCC}"/>
              </a:ext>
            </a:extLst>
          </p:cNvPr>
          <p:cNvSpPr/>
          <p:nvPr/>
        </p:nvSpPr>
        <p:spPr>
          <a:xfrm>
            <a:off x="7724999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4EEEEDE-0C14-37F4-BC9F-7667339E8DBD}"/>
              </a:ext>
            </a:extLst>
          </p:cNvPr>
          <p:cNvSpPr/>
          <p:nvPr/>
        </p:nvSpPr>
        <p:spPr>
          <a:xfrm>
            <a:off x="4367277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9933CC8-E76F-BA65-DB19-D19CD7D494E0}"/>
              </a:ext>
            </a:extLst>
          </p:cNvPr>
          <p:cNvSpPr/>
          <p:nvPr/>
        </p:nvSpPr>
        <p:spPr>
          <a:xfrm>
            <a:off x="683886" y="4453548"/>
            <a:ext cx="2337598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is the root?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4C0CC5B-17CB-52D6-E131-97D3EA35F15E}"/>
              </a:ext>
            </a:extLst>
          </p:cNvPr>
          <p:cNvSpPr/>
          <p:nvPr/>
        </p:nvSpPr>
        <p:spPr>
          <a:xfrm>
            <a:off x="683886" y="5943694"/>
            <a:ext cx="2337598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a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9B88ADB-02EA-385D-C569-C2E4A5D6FF63}"/>
              </a:ext>
            </a:extLst>
          </p:cNvPr>
          <p:cNvSpPr/>
          <p:nvPr/>
        </p:nvSpPr>
        <p:spPr>
          <a:xfrm>
            <a:off x="683886" y="7450841"/>
            <a:ext cx="2337598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are the left and right subtrees of the root?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916EA9A-7B50-2904-DF4F-AFD5F758021C}"/>
              </a:ext>
            </a:extLst>
          </p:cNvPr>
          <p:cNvSpPr/>
          <p:nvPr/>
        </p:nvSpPr>
        <p:spPr>
          <a:xfrm>
            <a:off x="683886" y="9017335"/>
            <a:ext cx="2337598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Don’t know</a:t>
            </a:r>
          </a:p>
        </p:txBody>
      </p:sp>
    </p:spTree>
    <p:extLst>
      <p:ext uri="{BB962C8B-B14F-4D97-AF65-F5344CB8AC3E}">
        <p14:creationId xmlns:p14="http://schemas.microsoft.com/office/powerpoint/2010/main" val="5490715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85215-EB50-8756-C679-C63D3D36A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1BAB843-E43D-7FEE-42A7-D65C4664FF30}"/>
              </a:ext>
            </a:extLst>
          </p:cNvPr>
          <p:cNvSpPr/>
          <p:nvPr/>
        </p:nvSpPr>
        <p:spPr>
          <a:xfrm>
            <a:off x="683886" y="581745"/>
            <a:ext cx="309840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Preorder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15F6CA8-EAD5-CC00-4B95-C2D8B1F3022A}"/>
              </a:ext>
            </a:extLst>
          </p:cNvPr>
          <p:cNvSpPr/>
          <p:nvPr/>
        </p:nvSpPr>
        <p:spPr>
          <a:xfrm>
            <a:off x="683886" y="2314392"/>
            <a:ext cx="309840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Postorder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02E98CB-E7CD-9F16-E9D8-F2995CB5B2F0}"/>
              </a:ext>
            </a:extLst>
          </p:cNvPr>
          <p:cNvSpPr/>
          <p:nvPr/>
        </p:nvSpPr>
        <p:spPr>
          <a:xfrm>
            <a:off x="4368941" y="203449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A5B7A8A-6CE8-097F-5E83-47828BD7502B}"/>
              </a:ext>
            </a:extLst>
          </p:cNvPr>
          <p:cNvSpPr/>
          <p:nvPr/>
        </p:nvSpPr>
        <p:spPr>
          <a:xfrm>
            <a:off x="6047525" y="203449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F1D78CE-AAC4-81C0-E8E6-FC9CB0576ED2}"/>
              </a:ext>
            </a:extLst>
          </p:cNvPr>
          <p:cNvSpPr/>
          <p:nvPr/>
        </p:nvSpPr>
        <p:spPr>
          <a:xfrm>
            <a:off x="7726109" y="203449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E436094-580E-9E54-4AD0-4985572FC814}"/>
              </a:ext>
            </a:extLst>
          </p:cNvPr>
          <p:cNvSpPr/>
          <p:nvPr/>
        </p:nvSpPr>
        <p:spPr>
          <a:xfrm>
            <a:off x="6046138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A25C634-C03C-4E02-287F-BDB3190B87BB}"/>
              </a:ext>
            </a:extLst>
          </p:cNvPr>
          <p:cNvSpPr/>
          <p:nvPr/>
        </p:nvSpPr>
        <p:spPr>
          <a:xfrm>
            <a:off x="7724999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B43FA5A-C86F-0598-3754-EB0C4FE17A34}"/>
              </a:ext>
            </a:extLst>
          </p:cNvPr>
          <p:cNvSpPr/>
          <p:nvPr/>
        </p:nvSpPr>
        <p:spPr>
          <a:xfrm>
            <a:off x="4367277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8A70098-EF7D-27E3-531F-E70F93B6D769}"/>
              </a:ext>
            </a:extLst>
          </p:cNvPr>
          <p:cNvSpPr/>
          <p:nvPr/>
        </p:nvSpPr>
        <p:spPr>
          <a:xfrm>
            <a:off x="3782290" y="45156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56B708A-2EFC-FFB2-BB34-FDC69F674776}"/>
              </a:ext>
            </a:extLst>
          </p:cNvPr>
          <p:cNvSpPr/>
          <p:nvPr/>
        </p:nvSpPr>
        <p:spPr>
          <a:xfrm>
            <a:off x="2702138" y="667634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EE3E3E2-74B4-FD36-7BC0-5171686BB86E}"/>
              </a:ext>
            </a:extLst>
          </p:cNvPr>
          <p:cNvSpPr/>
          <p:nvPr/>
        </p:nvSpPr>
        <p:spPr>
          <a:xfrm>
            <a:off x="1633226" y="883702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58BDD39-B2C2-8F42-AE94-0D7DFA22320A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3422138" y="5828457"/>
            <a:ext cx="1080152" cy="847884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24863C9-195D-CAA2-F56B-FF979A8F0CC6}"/>
              </a:ext>
            </a:extLst>
          </p:cNvPr>
          <p:cNvCxnSpPr>
            <a:cxnSpLocks/>
            <a:stCxn id="15" idx="4"/>
            <a:endCxn id="16" idx="0"/>
          </p:cNvCxnSpPr>
          <p:nvPr/>
        </p:nvCxnSpPr>
        <p:spPr>
          <a:xfrm flipH="1">
            <a:off x="2353226" y="7989144"/>
            <a:ext cx="1068912" cy="847884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F1584478-57E6-B79E-CB64-03BCF3F77504}"/>
              </a:ext>
            </a:extLst>
          </p:cNvPr>
          <p:cNvSpPr/>
          <p:nvPr/>
        </p:nvSpPr>
        <p:spPr>
          <a:xfrm>
            <a:off x="8249947" y="439082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2659E9B-9BEA-525C-89CF-68C885EE9537}"/>
              </a:ext>
            </a:extLst>
          </p:cNvPr>
          <p:cNvSpPr/>
          <p:nvPr/>
        </p:nvSpPr>
        <p:spPr>
          <a:xfrm>
            <a:off x="7169795" y="65515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E97DD5C-F298-2D52-DA6D-D69F962DA55B}"/>
              </a:ext>
            </a:extLst>
          </p:cNvPr>
          <p:cNvSpPr/>
          <p:nvPr/>
        </p:nvSpPr>
        <p:spPr>
          <a:xfrm>
            <a:off x="8249947" y="883702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879D91B-2F21-01A8-6B33-BF9C361414D8}"/>
              </a:ext>
            </a:extLst>
          </p:cNvPr>
          <p:cNvCxnSpPr>
            <a:cxnSpLocks/>
            <a:endCxn id="24" idx="0"/>
          </p:cNvCxnSpPr>
          <p:nvPr/>
        </p:nvCxnSpPr>
        <p:spPr>
          <a:xfrm flipH="1">
            <a:off x="7889795" y="5703630"/>
            <a:ext cx="1080152" cy="847884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1B57CFD-964B-AA0C-F69F-06993E99F386}"/>
              </a:ext>
            </a:extLst>
          </p:cNvPr>
          <p:cNvCxnSpPr>
            <a:cxnSpLocks/>
            <a:stCxn id="24" idx="4"/>
            <a:endCxn id="25" idx="0"/>
          </p:cNvCxnSpPr>
          <p:nvPr/>
        </p:nvCxnSpPr>
        <p:spPr>
          <a:xfrm>
            <a:off x="7889795" y="7864317"/>
            <a:ext cx="1080152" cy="97271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18364E1C-37B2-39B4-FDE7-CC9637C888AB}"/>
              </a:ext>
            </a:extLst>
          </p:cNvPr>
          <p:cNvSpPr/>
          <p:nvPr/>
        </p:nvSpPr>
        <p:spPr>
          <a:xfrm>
            <a:off x="12541371" y="448505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9CB82A9-3AE2-64D1-73F2-BF978D47F5D3}"/>
              </a:ext>
            </a:extLst>
          </p:cNvPr>
          <p:cNvSpPr/>
          <p:nvPr/>
        </p:nvSpPr>
        <p:spPr>
          <a:xfrm>
            <a:off x="13915542" y="655151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F65AF0C-8701-0152-54A5-56B9C36A463F}"/>
              </a:ext>
            </a:extLst>
          </p:cNvPr>
          <p:cNvSpPr/>
          <p:nvPr/>
        </p:nvSpPr>
        <p:spPr>
          <a:xfrm>
            <a:off x="12541371" y="89312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AE96D94-BFC6-2829-6ACF-39DC92F91948}"/>
              </a:ext>
            </a:extLst>
          </p:cNvPr>
          <p:cNvCxnSpPr>
            <a:cxnSpLocks/>
            <a:stCxn id="29" idx="4"/>
            <a:endCxn id="30" idx="0"/>
          </p:cNvCxnSpPr>
          <p:nvPr/>
        </p:nvCxnSpPr>
        <p:spPr>
          <a:xfrm>
            <a:off x="13261371" y="5797856"/>
            <a:ext cx="1374171" cy="75365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65040A8-B61D-BE58-550A-FCE494B3A23A}"/>
              </a:ext>
            </a:extLst>
          </p:cNvPr>
          <p:cNvCxnSpPr>
            <a:cxnSpLocks/>
            <a:stCxn id="30" idx="4"/>
            <a:endCxn id="31" idx="0"/>
          </p:cNvCxnSpPr>
          <p:nvPr/>
        </p:nvCxnSpPr>
        <p:spPr>
          <a:xfrm flipH="1">
            <a:off x="13261371" y="7864315"/>
            <a:ext cx="1374171" cy="106693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5BEC8B7A-C6CB-163A-798F-0D81A1E5BC6F}"/>
              </a:ext>
            </a:extLst>
          </p:cNvPr>
          <p:cNvSpPr/>
          <p:nvPr/>
        </p:nvSpPr>
        <p:spPr>
          <a:xfrm>
            <a:off x="17717895" y="448505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2BA20C9-40EB-66B4-79E5-B0DACDB175DE}"/>
              </a:ext>
            </a:extLst>
          </p:cNvPr>
          <p:cNvSpPr/>
          <p:nvPr/>
        </p:nvSpPr>
        <p:spPr>
          <a:xfrm>
            <a:off x="19092066" y="655151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DE95F7D-F954-93BC-D2E9-7970DD9B0DC7}"/>
              </a:ext>
            </a:extLst>
          </p:cNvPr>
          <p:cNvSpPr/>
          <p:nvPr/>
        </p:nvSpPr>
        <p:spPr>
          <a:xfrm>
            <a:off x="20283295" y="89312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EB65D0B-9BD5-9A5C-A307-2DD1CF8E1B11}"/>
              </a:ext>
            </a:extLst>
          </p:cNvPr>
          <p:cNvCxnSpPr>
            <a:cxnSpLocks/>
            <a:stCxn id="37" idx="4"/>
            <a:endCxn id="38" idx="0"/>
          </p:cNvCxnSpPr>
          <p:nvPr/>
        </p:nvCxnSpPr>
        <p:spPr>
          <a:xfrm>
            <a:off x="18437895" y="5797856"/>
            <a:ext cx="1374171" cy="75365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EE7EE8E-B610-B720-A1F3-2729101B9E5D}"/>
              </a:ext>
            </a:extLst>
          </p:cNvPr>
          <p:cNvCxnSpPr>
            <a:cxnSpLocks/>
            <a:stCxn id="38" idx="4"/>
            <a:endCxn id="39" idx="0"/>
          </p:cNvCxnSpPr>
          <p:nvPr/>
        </p:nvCxnSpPr>
        <p:spPr>
          <a:xfrm>
            <a:off x="19812066" y="7864315"/>
            <a:ext cx="1191229" cy="106693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41857335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1E5AE-A225-4541-4B3A-0C16F3F09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E8016CC-50BF-2BBC-59AC-58B4655AD399}"/>
              </a:ext>
            </a:extLst>
          </p:cNvPr>
          <p:cNvSpPr/>
          <p:nvPr/>
        </p:nvSpPr>
        <p:spPr>
          <a:xfrm>
            <a:off x="504008" y="291433"/>
            <a:ext cx="23375984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Given 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inorder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and preorder, we can find the tree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Given 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inorder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and 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postorder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, again we can find the tree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Given preorder and 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postorder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, we cannot find the tree</a:t>
            </a:r>
          </a:p>
        </p:txBody>
      </p:sp>
    </p:spTree>
    <p:extLst>
      <p:ext uri="{BB962C8B-B14F-4D97-AF65-F5344CB8AC3E}">
        <p14:creationId xmlns:p14="http://schemas.microsoft.com/office/powerpoint/2010/main" val="4005662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8B55513-8CA3-D8A1-5DE5-5F0DE221FA42}"/>
              </a:ext>
            </a:extLst>
          </p:cNvPr>
          <p:cNvSpPr/>
          <p:nvPr/>
        </p:nvSpPr>
        <p:spPr>
          <a:xfrm>
            <a:off x="504008" y="1182933"/>
            <a:ext cx="23375984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Given an 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inorder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and preorder traversal of a tree containing distinct integers, print its 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postorder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traversal</a:t>
            </a:r>
          </a:p>
        </p:txBody>
      </p:sp>
    </p:spTree>
    <p:extLst>
      <p:ext uri="{BB962C8B-B14F-4D97-AF65-F5344CB8AC3E}">
        <p14:creationId xmlns:p14="http://schemas.microsoft.com/office/powerpoint/2010/main" val="18886289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!!box">
                <a:extLst>
                  <a:ext uri="{FF2B5EF4-FFF2-40B4-BE49-F238E27FC236}">
                    <a16:creationId xmlns:a16="http://schemas.microsoft.com/office/drawing/2014/main" id="{74F8A45C-3548-2783-8776-0EF9618FB085}"/>
                  </a:ext>
                </a:extLst>
              </p:cNvPr>
              <p:cNvSpPr/>
              <p:nvPr/>
            </p:nvSpPr>
            <p:spPr>
              <a:xfrm>
                <a:off x="665432" y="513078"/>
                <a:ext cx="12783868" cy="624284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 </a:t>
                </a:r>
                <a:r>
                  <a:rPr lang="en-IN" sz="36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preorder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	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//find the number in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that appears first in preorder. Let its 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index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be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//recursively call </a:t>
                </a:r>
                <a:r>
                  <a:rPr lang="en-IN" sz="36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 array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to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//recursively call </a:t>
                </a:r>
                <a:r>
                  <a:rPr lang="en-IN" sz="36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 array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 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 to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" name="!!box">
                <a:extLst>
                  <a:ext uri="{FF2B5EF4-FFF2-40B4-BE49-F238E27FC236}">
                    <a16:creationId xmlns:a16="http://schemas.microsoft.com/office/drawing/2014/main" id="{74F8A45C-3548-2783-8776-0EF9618FB0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432" y="513078"/>
                <a:ext cx="12783868" cy="624284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!!box12">
                <a:extLst>
                  <a:ext uri="{FF2B5EF4-FFF2-40B4-BE49-F238E27FC236}">
                    <a16:creationId xmlns:a16="http://schemas.microsoft.com/office/drawing/2014/main" id="{BCD992B1-8418-7838-AABF-097EF9109F63}"/>
                  </a:ext>
                </a:extLst>
              </p:cNvPr>
              <p:cNvSpPr/>
              <p:nvPr/>
            </p:nvSpPr>
            <p:spPr>
              <a:xfrm>
                <a:off x="665432" y="7760411"/>
                <a:ext cx="9367568" cy="317817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:r>
                  <a:rPr lang="en-IN" sz="36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//take the input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preorder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0,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3" name="!!box12">
                <a:extLst>
                  <a:ext uri="{FF2B5EF4-FFF2-40B4-BE49-F238E27FC236}">
                    <a16:creationId xmlns:a16="http://schemas.microsoft.com/office/drawing/2014/main" id="{BCD992B1-8418-7838-AABF-097EF9109F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432" y="7760411"/>
                <a:ext cx="9367568" cy="3178175"/>
              </a:xfrm>
              <a:prstGeom prst="roundRect">
                <a:avLst/>
              </a:prstGeom>
              <a:blipFill>
                <a:blip r:embed="rId3"/>
                <a:stretch>
                  <a:fillRect l="-269" b="-781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87134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D9BAE-838A-D53F-BEF5-49E7755CD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!!box">
                <a:extLst>
                  <a:ext uri="{FF2B5EF4-FFF2-40B4-BE49-F238E27FC236}">
                    <a16:creationId xmlns:a16="http://schemas.microsoft.com/office/drawing/2014/main" id="{C7D101FE-7BD4-DA6B-B799-AC6FC4588C01}"/>
                  </a:ext>
                </a:extLst>
              </p:cNvPr>
              <p:cNvSpPr/>
              <p:nvPr/>
            </p:nvSpPr>
            <p:spPr>
              <a:xfrm>
                <a:off x="560285" y="6580445"/>
                <a:ext cx="8707168" cy="419973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 </a:t>
                </a:r>
                <a:r>
                  <a:rPr lang="en-IN" sz="24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preorder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//find the number in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that appears first in preorder. Let its </a:t>
                </a:r>
                <a:r>
                  <a:rPr lang="en-IN" sz="24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index be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//recursively call </a:t>
                </a:r>
                <a:r>
                  <a:rPr lang="en-IN" sz="24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 array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to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//recursively call </a:t>
                </a:r>
                <a:r>
                  <a:rPr lang="en-IN" sz="24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 array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 to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" name="!!box">
                <a:extLst>
                  <a:ext uri="{FF2B5EF4-FFF2-40B4-BE49-F238E27FC236}">
                    <a16:creationId xmlns:a16="http://schemas.microsoft.com/office/drawing/2014/main" id="{C7D101FE-7BD4-DA6B-B799-AC6FC4588C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285" y="6580445"/>
                <a:ext cx="8707168" cy="419973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F36D2DA-9DE9-9ECF-974D-85F202EE11E0}"/>
              </a:ext>
            </a:extLst>
          </p:cNvPr>
          <p:cNvSpPr/>
          <p:nvPr/>
        </p:nvSpPr>
        <p:spPr>
          <a:xfrm>
            <a:off x="560285" y="7960647"/>
            <a:ext cx="8707168" cy="1166729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A706C81-BD54-795B-83EF-327C61C323A7}"/>
              </a:ext>
            </a:extLst>
          </p:cNvPr>
          <p:cNvSpPr/>
          <p:nvPr/>
        </p:nvSpPr>
        <p:spPr>
          <a:xfrm>
            <a:off x="683886" y="581745"/>
            <a:ext cx="309840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Inorder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9F828AF-DA00-186D-C87F-D45B841CFF2F}"/>
              </a:ext>
            </a:extLst>
          </p:cNvPr>
          <p:cNvSpPr/>
          <p:nvPr/>
        </p:nvSpPr>
        <p:spPr>
          <a:xfrm>
            <a:off x="682221" y="4550970"/>
            <a:ext cx="309840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Preorder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CDC99EB-639B-77D0-6E66-B46F347CD7FE}"/>
              </a:ext>
            </a:extLst>
          </p:cNvPr>
          <p:cNvSpPr/>
          <p:nvPr/>
        </p:nvSpPr>
        <p:spPr>
          <a:xfrm>
            <a:off x="4367276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996F2D7-B06B-F4E4-B730-DBB25288D7F1}"/>
              </a:ext>
            </a:extLst>
          </p:cNvPr>
          <p:cNvSpPr/>
          <p:nvPr/>
        </p:nvSpPr>
        <p:spPr>
          <a:xfrm>
            <a:off x="6045860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C518173-E79D-35CA-63F5-66F0879E5CB4}"/>
              </a:ext>
            </a:extLst>
          </p:cNvPr>
          <p:cNvSpPr/>
          <p:nvPr/>
        </p:nvSpPr>
        <p:spPr>
          <a:xfrm>
            <a:off x="7724444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82AF10B-BA87-2785-6074-235A8CCAA4A3}"/>
              </a:ext>
            </a:extLst>
          </p:cNvPr>
          <p:cNvSpPr/>
          <p:nvPr/>
        </p:nvSpPr>
        <p:spPr>
          <a:xfrm>
            <a:off x="9403028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7CBCE4D-9B7F-BFC3-AA94-A663F67CD6F8}"/>
              </a:ext>
            </a:extLst>
          </p:cNvPr>
          <p:cNvSpPr/>
          <p:nvPr/>
        </p:nvSpPr>
        <p:spPr>
          <a:xfrm>
            <a:off x="11081612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B177A53-BF7B-1957-99A0-2F416F66A566}"/>
              </a:ext>
            </a:extLst>
          </p:cNvPr>
          <p:cNvSpPr/>
          <p:nvPr/>
        </p:nvSpPr>
        <p:spPr>
          <a:xfrm>
            <a:off x="12760196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9A273CD-2101-3B0C-6E47-945673E98127}"/>
              </a:ext>
            </a:extLst>
          </p:cNvPr>
          <p:cNvSpPr/>
          <p:nvPr/>
        </p:nvSpPr>
        <p:spPr>
          <a:xfrm>
            <a:off x="14438777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36C05D6-21A3-4755-916B-F26AAFA85770}"/>
              </a:ext>
            </a:extLst>
          </p:cNvPr>
          <p:cNvSpPr/>
          <p:nvPr/>
        </p:nvSpPr>
        <p:spPr>
          <a:xfrm>
            <a:off x="6046138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AA20810-0AD0-4956-F66B-F66490616CE6}"/>
              </a:ext>
            </a:extLst>
          </p:cNvPr>
          <p:cNvSpPr/>
          <p:nvPr/>
        </p:nvSpPr>
        <p:spPr>
          <a:xfrm>
            <a:off x="9403860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169EC4D-5180-7B45-D9D3-24EAA46D0AB3}"/>
              </a:ext>
            </a:extLst>
          </p:cNvPr>
          <p:cNvSpPr/>
          <p:nvPr/>
        </p:nvSpPr>
        <p:spPr>
          <a:xfrm>
            <a:off x="14440442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A4ABFBF-C264-3787-CDE8-8CF3727999CE}"/>
              </a:ext>
            </a:extLst>
          </p:cNvPr>
          <p:cNvSpPr/>
          <p:nvPr/>
        </p:nvSpPr>
        <p:spPr>
          <a:xfrm>
            <a:off x="12761582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D97A804-EAD9-99F0-B403-4D315E438DCA}"/>
              </a:ext>
            </a:extLst>
          </p:cNvPr>
          <p:cNvSpPr/>
          <p:nvPr/>
        </p:nvSpPr>
        <p:spPr>
          <a:xfrm>
            <a:off x="11082721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1C89BC2-8B68-3495-1FC5-18E7C3329C1D}"/>
              </a:ext>
            </a:extLst>
          </p:cNvPr>
          <p:cNvSpPr/>
          <p:nvPr/>
        </p:nvSpPr>
        <p:spPr>
          <a:xfrm>
            <a:off x="7724999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A0AF806-0410-0B7C-3CCB-E585E3B8A130}"/>
              </a:ext>
            </a:extLst>
          </p:cNvPr>
          <p:cNvSpPr/>
          <p:nvPr/>
        </p:nvSpPr>
        <p:spPr>
          <a:xfrm>
            <a:off x="4367277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6CCE3EA-29E7-0A12-4225-D44C8245FEC6}"/>
              </a:ext>
            </a:extLst>
          </p:cNvPr>
          <p:cNvCxnSpPr>
            <a:cxnSpLocks/>
          </p:cNvCxnSpPr>
          <p:nvPr/>
        </p:nvCxnSpPr>
        <p:spPr>
          <a:xfrm flipV="1">
            <a:off x="5087275" y="1999422"/>
            <a:ext cx="0" cy="868024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!!box1">
            <a:extLst>
              <a:ext uri="{FF2B5EF4-FFF2-40B4-BE49-F238E27FC236}">
                <a16:creationId xmlns:a16="http://schemas.microsoft.com/office/drawing/2014/main" id="{AFAC876E-20E8-696B-878B-163AF2FBD5DB}"/>
              </a:ext>
            </a:extLst>
          </p:cNvPr>
          <p:cNvSpPr/>
          <p:nvPr/>
        </p:nvSpPr>
        <p:spPr>
          <a:xfrm>
            <a:off x="3854823" y="3134146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low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23A6970-EF5A-96BA-9EA4-039B2F2517C6}"/>
              </a:ext>
            </a:extLst>
          </p:cNvPr>
          <p:cNvCxnSpPr>
            <a:cxnSpLocks/>
          </p:cNvCxnSpPr>
          <p:nvPr/>
        </p:nvCxnSpPr>
        <p:spPr>
          <a:xfrm flipV="1">
            <a:off x="15145675" y="1999422"/>
            <a:ext cx="0" cy="868024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!!box2">
            <a:extLst>
              <a:ext uri="{FF2B5EF4-FFF2-40B4-BE49-F238E27FC236}">
                <a16:creationId xmlns:a16="http://schemas.microsoft.com/office/drawing/2014/main" id="{9E3EDEFF-E060-BE20-0A6E-1CC48447C247}"/>
              </a:ext>
            </a:extLst>
          </p:cNvPr>
          <p:cNvSpPr/>
          <p:nvPr/>
        </p:nvSpPr>
        <p:spPr>
          <a:xfrm>
            <a:off x="13913223" y="3134146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high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0866854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EEB1A-EF35-97AE-EF83-84CD5DB3D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" name="!!box">
                <a:extLst>
                  <a:ext uri="{FF2B5EF4-FFF2-40B4-BE49-F238E27FC236}">
                    <a16:creationId xmlns:a16="http://schemas.microsoft.com/office/drawing/2014/main" id="{CC0980B3-D283-9A1F-B612-DC4CCD22BBE7}"/>
                  </a:ext>
                </a:extLst>
              </p:cNvPr>
              <p:cNvSpPr/>
              <p:nvPr/>
            </p:nvSpPr>
            <p:spPr>
              <a:xfrm>
                <a:off x="560285" y="6580445"/>
                <a:ext cx="8707168" cy="419973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 </a:t>
                </a:r>
                <a:r>
                  <a:rPr lang="en-IN" sz="24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preorder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//find the number in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that appears first in preorder. Let its </a:t>
                </a:r>
                <a:r>
                  <a:rPr lang="en-IN" sz="24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index be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//recursively call </a:t>
                </a:r>
                <a:r>
                  <a:rPr lang="en-IN" sz="24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 array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to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//recursively call </a:t>
                </a:r>
                <a:r>
                  <a:rPr lang="en-IN" sz="24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 array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 to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8" name="!!box">
                <a:extLst>
                  <a:ext uri="{FF2B5EF4-FFF2-40B4-BE49-F238E27FC236}">
                    <a16:creationId xmlns:a16="http://schemas.microsoft.com/office/drawing/2014/main" id="{CC0980B3-D283-9A1F-B612-DC4CCD22BB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285" y="6580445"/>
                <a:ext cx="8707168" cy="419973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08C3563-FAE3-819D-A685-018002F46C96}"/>
              </a:ext>
            </a:extLst>
          </p:cNvPr>
          <p:cNvSpPr/>
          <p:nvPr/>
        </p:nvSpPr>
        <p:spPr>
          <a:xfrm>
            <a:off x="560285" y="7960647"/>
            <a:ext cx="8707168" cy="1166729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03D2988-EBD6-B0CF-D92A-BDFB2020108B}"/>
              </a:ext>
            </a:extLst>
          </p:cNvPr>
          <p:cNvSpPr/>
          <p:nvPr/>
        </p:nvSpPr>
        <p:spPr>
          <a:xfrm>
            <a:off x="683886" y="581745"/>
            <a:ext cx="309840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Inorder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C6E2D80-B53D-F1EA-68D7-ADBE0BE075BA}"/>
              </a:ext>
            </a:extLst>
          </p:cNvPr>
          <p:cNvSpPr/>
          <p:nvPr/>
        </p:nvSpPr>
        <p:spPr>
          <a:xfrm>
            <a:off x="682221" y="4550970"/>
            <a:ext cx="309840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Preorder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35EA3F8-F58B-4821-0AA2-DE95EB146CEA}"/>
              </a:ext>
            </a:extLst>
          </p:cNvPr>
          <p:cNvSpPr/>
          <p:nvPr/>
        </p:nvSpPr>
        <p:spPr>
          <a:xfrm>
            <a:off x="4367276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24407BD-6073-CC57-5119-D0198B6C6F9F}"/>
              </a:ext>
            </a:extLst>
          </p:cNvPr>
          <p:cNvSpPr/>
          <p:nvPr/>
        </p:nvSpPr>
        <p:spPr>
          <a:xfrm>
            <a:off x="6045860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52126CB-03FC-E0DB-CF87-1F4C4D566CAF}"/>
              </a:ext>
            </a:extLst>
          </p:cNvPr>
          <p:cNvSpPr/>
          <p:nvPr/>
        </p:nvSpPr>
        <p:spPr>
          <a:xfrm>
            <a:off x="7724444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68F3E0C-7D13-7E72-A41C-3B693B89513B}"/>
              </a:ext>
            </a:extLst>
          </p:cNvPr>
          <p:cNvSpPr/>
          <p:nvPr/>
        </p:nvSpPr>
        <p:spPr>
          <a:xfrm>
            <a:off x="9403028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27180EC-A022-CABC-F0EF-099679C5AD4D}"/>
              </a:ext>
            </a:extLst>
          </p:cNvPr>
          <p:cNvSpPr/>
          <p:nvPr/>
        </p:nvSpPr>
        <p:spPr>
          <a:xfrm>
            <a:off x="11081612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979380D-6199-0962-1505-33D75654F8FA}"/>
              </a:ext>
            </a:extLst>
          </p:cNvPr>
          <p:cNvSpPr/>
          <p:nvPr/>
        </p:nvSpPr>
        <p:spPr>
          <a:xfrm>
            <a:off x="12760196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F08701A-C4CF-8E57-B192-14EAE26D5A79}"/>
              </a:ext>
            </a:extLst>
          </p:cNvPr>
          <p:cNvSpPr/>
          <p:nvPr/>
        </p:nvSpPr>
        <p:spPr>
          <a:xfrm>
            <a:off x="14438777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1050461-C30D-435F-E54B-8815E8BCB619}"/>
              </a:ext>
            </a:extLst>
          </p:cNvPr>
          <p:cNvSpPr/>
          <p:nvPr/>
        </p:nvSpPr>
        <p:spPr>
          <a:xfrm>
            <a:off x="6046138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2820571-30DD-95DD-7A17-489664404B05}"/>
              </a:ext>
            </a:extLst>
          </p:cNvPr>
          <p:cNvSpPr/>
          <p:nvPr/>
        </p:nvSpPr>
        <p:spPr>
          <a:xfrm>
            <a:off x="9403860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47594BC-AACE-CA0D-B1C0-7D7080D5D1C1}"/>
              </a:ext>
            </a:extLst>
          </p:cNvPr>
          <p:cNvSpPr/>
          <p:nvPr/>
        </p:nvSpPr>
        <p:spPr>
          <a:xfrm>
            <a:off x="14440442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7654FCC-C72D-511F-FCED-15A778FB8365}"/>
              </a:ext>
            </a:extLst>
          </p:cNvPr>
          <p:cNvSpPr/>
          <p:nvPr/>
        </p:nvSpPr>
        <p:spPr>
          <a:xfrm>
            <a:off x="12761582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3E8BF8E-BC2F-E3F1-03C4-59AFD7991C97}"/>
              </a:ext>
            </a:extLst>
          </p:cNvPr>
          <p:cNvSpPr/>
          <p:nvPr/>
        </p:nvSpPr>
        <p:spPr>
          <a:xfrm>
            <a:off x="11082721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65E681E-E0E3-2B46-5A6C-9B4C62A83769}"/>
              </a:ext>
            </a:extLst>
          </p:cNvPr>
          <p:cNvSpPr/>
          <p:nvPr/>
        </p:nvSpPr>
        <p:spPr>
          <a:xfrm>
            <a:off x="7724999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2E5DAAF-AC34-C536-7012-6D6D6F65740C}"/>
              </a:ext>
            </a:extLst>
          </p:cNvPr>
          <p:cNvSpPr/>
          <p:nvPr/>
        </p:nvSpPr>
        <p:spPr>
          <a:xfrm>
            <a:off x="4367277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D902CF3-D140-15CD-0E81-DBBCB5C9266E}"/>
              </a:ext>
            </a:extLst>
          </p:cNvPr>
          <p:cNvCxnSpPr>
            <a:cxnSpLocks/>
          </p:cNvCxnSpPr>
          <p:nvPr/>
        </p:nvCxnSpPr>
        <p:spPr>
          <a:xfrm flipV="1">
            <a:off x="5087275" y="1999422"/>
            <a:ext cx="0" cy="868024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!!box1">
            <a:extLst>
              <a:ext uri="{FF2B5EF4-FFF2-40B4-BE49-F238E27FC236}">
                <a16:creationId xmlns:a16="http://schemas.microsoft.com/office/drawing/2014/main" id="{381CCCD3-7342-187D-18A0-664ED22DF9D9}"/>
              </a:ext>
            </a:extLst>
          </p:cNvPr>
          <p:cNvSpPr/>
          <p:nvPr/>
        </p:nvSpPr>
        <p:spPr>
          <a:xfrm>
            <a:off x="3854823" y="3134146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low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F2FEA1D-99FF-0A6B-80FE-E81807510B9A}"/>
              </a:ext>
            </a:extLst>
          </p:cNvPr>
          <p:cNvCxnSpPr>
            <a:cxnSpLocks/>
          </p:cNvCxnSpPr>
          <p:nvPr/>
        </p:nvCxnSpPr>
        <p:spPr>
          <a:xfrm flipV="1">
            <a:off x="15145675" y="1999422"/>
            <a:ext cx="0" cy="868024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!!box2">
            <a:extLst>
              <a:ext uri="{FF2B5EF4-FFF2-40B4-BE49-F238E27FC236}">
                <a16:creationId xmlns:a16="http://schemas.microsoft.com/office/drawing/2014/main" id="{3DE19718-D122-93BF-482B-D7E53FE4C7DC}"/>
              </a:ext>
            </a:extLst>
          </p:cNvPr>
          <p:cNvSpPr/>
          <p:nvPr/>
        </p:nvSpPr>
        <p:spPr>
          <a:xfrm>
            <a:off x="13913223" y="3134146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high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C1D12F6-3CD8-AA28-B86F-2C451C1C4326}"/>
              </a:ext>
            </a:extLst>
          </p:cNvPr>
          <p:cNvCxnSpPr>
            <a:cxnSpLocks/>
          </p:cNvCxnSpPr>
          <p:nvPr/>
        </p:nvCxnSpPr>
        <p:spPr>
          <a:xfrm flipV="1">
            <a:off x="10116475" y="1999422"/>
            <a:ext cx="0" cy="868024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" name="!!box3">
            <a:extLst>
              <a:ext uri="{FF2B5EF4-FFF2-40B4-BE49-F238E27FC236}">
                <a16:creationId xmlns:a16="http://schemas.microsoft.com/office/drawing/2014/main" id="{03E8D225-962B-CBB0-7E76-75410ACFD914}"/>
              </a:ext>
            </a:extLst>
          </p:cNvPr>
          <p:cNvSpPr/>
          <p:nvPr/>
        </p:nvSpPr>
        <p:spPr>
          <a:xfrm>
            <a:off x="8884023" y="3134146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position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8773598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0DC38-8E0B-8783-2302-625C568B8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7" name="!!box">
                <a:extLst>
                  <a:ext uri="{FF2B5EF4-FFF2-40B4-BE49-F238E27FC236}">
                    <a16:creationId xmlns:a16="http://schemas.microsoft.com/office/drawing/2014/main" id="{97BB49A3-603E-AE49-33A0-20C457A86587}"/>
                  </a:ext>
                </a:extLst>
              </p:cNvPr>
              <p:cNvSpPr/>
              <p:nvPr/>
            </p:nvSpPr>
            <p:spPr>
              <a:xfrm>
                <a:off x="560285" y="6580445"/>
                <a:ext cx="8707168" cy="419973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 </a:t>
                </a:r>
                <a:r>
                  <a:rPr lang="en-IN" sz="24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preorder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//find the number in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that appears first in preorder. Let its </a:t>
                </a:r>
                <a:r>
                  <a:rPr lang="en-IN" sz="24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index be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//recursively call </a:t>
                </a:r>
                <a:r>
                  <a:rPr lang="en-IN" sz="24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 array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to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//recursively call </a:t>
                </a:r>
                <a:r>
                  <a:rPr lang="en-IN" sz="24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 array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 to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7" name="!!box">
                <a:extLst>
                  <a:ext uri="{FF2B5EF4-FFF2-40B4-BE49-F238E27FC236}">
                    <a16:creationId xmlns:a16="http://schemas.microsoft.com/office/drawing/2014/main" id="{97BB49A3-603E-AE49-33A0-20C457A865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285" y="6580445"/>
                <a:ext cx="8707168" cy="419973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9E1794B-831C-31FF-2570-B743D5E8F13D}"/>
              </a:ext>
            </a:extLst>
          </p:cNvPr>
          <p:cNvSpPr/>
          <p:nvPr/>
        </p:nvSpPr>
        <p:spPr>
          <a:xfrm>
            <a:off x="547958" y="9008397"/>
            <a:ext cx="8707168" cy="44040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027E754-65F7-5BFF-A3F1-5852E50751FF}"/>
              </a:ext>
            </a:extLst>
          </p:cNvPr>
          <p:cNvSpPr/>
          <p:nvPr/>
        </p:nvSpPr>
        <p:spPr>
          <a:xfrm>
            <a:off x="683886" y="581745"/>
            <a:ext cx="309840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Inorder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3C0EA08-48F8-405C-71F9-D6479AB46DFA}"/>
              </a:ext>
            </a:extLst>
          </p:cNvPr>
          <p:cNvSpPr/>
          <p:nvPr/>
        </p:nvSpPr>
        <p:spPr>
          <a:xfrm>
            <a:off x="682221" y="4550970"/>
            <a:ext cx="309840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Preorder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E918244-9D62-547D-E632-3C5AC6BAD703}"/>
              </a:ext>
            </a:extLst>
          </p:cNvPr>
          <p:cNvSpPr/>
          <p:nvPr/>
        </p:nvSpPr>
        <p:spPr>
          <a:xfrm>
            <a:off x="4367276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22CD2FE-CB78-F3ED-1448-FC6AD75BD287}"/>
              </a:ext>
            </a:extLst>
          </p:cNvPr>
          <p:cNvSpPr/>
          <p:nvPr/>
        </p:nvSpPr>
        <p:spPr>
          <a:xfrm>
            <a:off x="6045860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39218F0-E0FD-388D-A637-7FA7299344AE}"/>
              </a:ext>
            </a:extLst>
          </p:cNvPr>
          <p:cNvSpPr/>
          <p:nvPr/>
        </p:nvSpPr>
        <p:spPr>
          <a:xfrm>
            <a:off x="7724444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87B3337-B914-C0FD-E909-5D67AE6424BB}"/>
              </a:ext>
            </a:extLst>
          </p:cNvPr>
          <p:cNvSpPr/>
          <p:nvPr/>
        </p:nvSpPr>
        <p:spPr>
          <a:xfrm>
            <a:off x="9403028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336C545-9669-A7BD-9F40-47378E9DF564}"/>
              </a:ext>
            </a:extLst>
          </p:cNvPr>
          <p:cNvSpPr/>
          <p:nvPr/>
        </p:nvSpPr>
        <p:spPr>
          <a:xfrm>
            <a:off x="11081612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A23015D-8E96-1F03-3760-B8DF30B55D8B}"/>
              </a:ext>
            </a:extLst>
          </p:cNvPr>
          <p:cNvSpPr/>
          <p:nvPr/>
        </p:nvSpPr>
        <p:spPr>
          <a:xfrm>
            <a:off x="12760196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8156A9F-676A-5F4E-B042-BE0053FEFCE5}"/>
              </a:ext>
            </a:extLst>
          </p:cNvPr>
          <p:cNvSpPr/>
          <p:nvPr/>
        </p:nvSpPr>
        <p:spPr>
          <a:xfrm>
            <a:off x="14438777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9363A7E-00FC-C2DB-3E8A-BF0808BDBEEF}"/>
              </a:ext>
            </a:extLst>
          </p:cNvPr>
          <p:cNvSpPr/>
          <p:nvPr/>
        </p:nvSpPr>
        <p:spPr>
          <a:xfrm>
            <a:off x="6046138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C33063D-E3D7-DE09-7BA8-2AA56E25A802}"/>
              </a:ext>
            </a:extLst>
          </p:cNvPr>
          <p:cNvSpPr/>
          <p:nvPr/>
        </p:nvSpPr>
        <p:spPr>
          <a:xfrm>
            <a:off x="9403860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BD04B95-EF6F-FA7B-5C0B-D0F9C63883A8}"/>
              </a:ext>
            </a:extLst>
          </p:cNvPr>
          <p:cNvSpPr/>
          <p:nvPr/>
        </p:nvSpPr>
        <p:spPr>
          <a:xfrm>
            <a:off x="14440442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BF5E7DC-D9C3-6369-4DF5-EC67A268B878}"/>
              </a:ext>
            </a:extLst>
          </p:cNvPr>
          <p:cNvSpPr/>
          <p:nvPr/>
        </p:nvSpPr>
        <p:spPr>
          <a:xfrm>
            <a:off x="12761582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96F6301-C63F-C112-B2FE-A031D2BEC908}"/>
              </a:ext>
            </a:extLst>
          </p:cNvPr>
          <p:cNvSpPr/>
          <p:nvPr/>
        </p:nvSpPr>
        <p:spPr>
          <a:xfrm>
            <a:off x="11082721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B76E982-9BF2-42EB-05D2-3E5C3CB84271}"/>
              </a:ext>
            </a:extLst>
          </p:cNvPr>
          <p:cNvSpPr/>
          <p:nvPr/>
        </p:nvSpPr>
        <p:spPr>
          <a:xfrm>
            <a:off x="7724999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284D0C4-CC8D-8FCE-21CB-CE8E6A7D4D1A}"/>
              </a:ext>
            </a:extLst>
          </p:cNvPr>
          <p:cNvSpPr/>
          <p:nvPr/>
        </p:nvSpPr>
        <p:spPr>
          <a:xfrm>
            <a:off x="4367277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0266F35-FB21-82CC-9950-8F77562295D2}"/>
              </a:ext>
            </a:extLst>
          </p:cNvPr>
          <p:cNvCxnSpPr>
            <a:cxnSpLocks/>
          </p:cNvCxnSpPr>
          <p:nvPr/>
        </p:nvCxnSpPr>
        <p:spPr>
          <a:xfrm flipV="1">
            <a:off x="5087275" y="1999422"/>
            <a:ext cx="0" cy="868024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!!box1">
            <a:extLst>
              <a:ext uri="{FF2B5EF4-FFF2-40B4-BE49-F238E27FC236}">
                <a16:creationId xmlns:a16="http://schemas.microsoft.com/office/drawing/2014/main" id="{6321EA9E-AC88-BD36-2595-AA3066F32018}"/>
              </a:ext>
            </a:extLst>
          </p:cNvPr>
          <p:cNvSpPr/>
          <p:nvPr/>
        </p:nvSpPr>
        <p:spPr>
          <a:xfrm>
            <a:off x="3854823" y="3134146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low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F882836-9EA3-F97A-46BD-A52CC0A96382}"/>
              </a:ext>
            </a:extLst>
          </p:cNvPr>
          <p:cNvCxnSpPr>
            <a:cxnSpLocks/>
          </p:cNvCxnSpPr>
          <p:nvPr/>
        </p:nvCxnSpPr>
        <p:spPr>
          <a:xfrm flipV="1">
            <a:off x="15145675" y="1999422"/>
            <a:ext cx="0" cy="868024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!!box2">
            <a:extLst>
              <a:ext uri="{FF2B5EF4-FFF2-40B4-BE49-F238E27FC236}">
                <a16:creationId xmlns:a16="http://schemas.microsoft.com/office/drawing/2014/main" id="{9C65E199-A2A3-A080-D80B-25104255FD66}"/>
              </a:ext>
            </a:extLst>
          </p:cNvPr>
          <p:cNvSpPr/>
          <p:nvPr/>
        </p:nvSpPr>
        <p:spPr>
          <a:xfrm>
            <a:off x="13913223" y="3134146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high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344C218-FCF7-ED28-D33E-231E8E8636A4}"/>
              </a:ext>
            </a:extLst>
          </p:cNvPr>
          <p:cNvCxnSpPr>
            <a:cxnSpLocks/>
          </p:cNvCxnSpPr>
          <p:nvPr/>
        </p:nvCxnSpPr>
        <p:spPr>
          <a:xfrm flipV="1">
            <a:off x="10116475" y="1999422"/>
            <a:ext cx="0" cy="868024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" name="!!box3">
            <a:extLst>
              <a:ext uri="{FF2B5EF4-FFF2-40B4-BE49-F238E27FC236}">
                <a16:creationId xmlns:a16="http://schemas.microsoft.com/office/drawing/2014/main" id="{B122803A-D691-7F91-8F31-155C99C3AA44}"/>
              </a:ext>
            </a:extLst>
          </p:cNvPr>
          <p:cNvSpPr/>
          <p:nvPr/>
        </p:nvSpPr>
        <p:spPr>
          <a:xfrm>
            <a:off x="8884023" y="3134146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position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1453872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13F09-F683-7C05-1E82-753184F9A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7" name="!!box">
                <a:extLst>
                  <a:ext uri="{FF2B5EF4-FFF2-40B4-BE49-F238E27FC236}">
                    <a16:creationId xmlns:a16="http://schemas.microsoft.com/office/drawing/2014/main" id="{CC6131BA-B464-00DF-A105-D289802C49FE}"/>
                  </a:ext>
                </a:extLst>
              </p:cNvPr>
              <p:cNvSpPr/>
              <p:nvPr/>
            </p:nvSpPr>
            <p:spPr>
              <a:xfrm>
                <a:off x="560285" y="6580445"/>
                <a:ext cx="8707168" cy="419973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 </a:t>
                </a:r>
                <a:r>
                  <a:rPr lang="en-IN" sz="24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preorder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//find the number in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that appears first in preorder. Let its </a:t>
                </a:r>
                <a:r>
                  <a:rPr lang="en-IN" sz="24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index be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//recursively call </a:t>
                </a:r>
                <a:r>
                  <a:rPr lang="en-IN" sz="24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 array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to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//recursively call </a:t>
                </a:r>
                <a:r>
                  <a:rPr lang="en-IN" sz="24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 array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 to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7" name="!!box">
                <a:extLst>
                  <a:ext uri="{FF2B5EF4-FFF2-40B4-BE49-F238E27FC236}">
                    <a16:creationId xmlns:a16="http://schemas.microsoft.com/office/drawing/2014/main" id="{CC6131BA-B464-00DF-A105-D289802C49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285" y="6580445"/>
                <a:ext cx="8707168" cy="419973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E3CC069-BF19-CB36-DCAB-837982343B83}"/>
              </a:ext>
            </a:extLst>
          </p:cNvPr>
          <p:cNvSpPr/>
          <p:nvPr/>
        </p:nvSpPr>
        <p:spPr>
          <a:xfrm>
            <a:off x="528908" y="9389397"/>
            <a:ext cx="8707168" cy="44040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8BFB729-EB91-4D3E-66AE-4F13E4A49F2B}"/>
              </a:ext>
            </a:extLst>
          </p:cNvPr>
          <p:cNvSpPr/>
          <p:nvPr/>
        </p:nvSpPr>
        <p:spPr>
          <a:xfrm>
            <a:off x="683886" y="581745"/>
            <a:ext cx="309840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Inorder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593AAEC-8D3D-4DFD-F7A5-86685A496E3D}"/>
              </a:ext>
            </a:extLst>
          </p:cNvPr>
          <p:cNvSpPr/>
          <p:nvPr/>
        </p:nvSpPr>
        <p:spPr>
          <a:xfrm>
            <a:off x="682221" y="4550970"/>
            <a:ext cx="309840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Preorder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3F3F904-0252-12B9-9565-3D3817B487FC}"/>
              </a:ext>
            </a:extLst>
          </p:cNvPr>
          <p:cNvSpPr/>
          <p:nvPr/>
        </p:nvSpPr>
        <p:spPr>
          <a:xfrm>
            <a:off x="4367276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DA530C1-909C-7E51-380F-BCF56EB1A8E4}"/>
              </a:ext>
            </a:extLst>
          </p:cNvPr>
          <p:cNvSpPr/>
          <p:nvPr/>
        </p:nvSpPr>
        <p:spPr>
          <a:xfrm>
            <a:off x="6045860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87CBC62-2E89-0374-BD32-8E262B253042}"/>
              </a:ext>
            </a:extLst>
          </p:cNvPr>
          <p:cNvSpPr/>
          <p:nvPr/>
        </p:nvSpPr>
        <p:spPr>
          <a:xfrm>
            <a:off x="7724444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D51A6F9-16EB-BEF3-34C6-3C9CBFE61304}"/>
              </a:ext>
            </a:extLst>
          </p:cNvPr>
          <p:cNvSpPr/>
          <p:nvPr/>
        </p:nvSpPr>
        <p:spPr>
          <a:xfrm>
            <a:off x="9403028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445ECA2-E78B-0BB2-7ECF-A930F7268C33}"/>
              </a:ext>
            </a:extLst>
          </p:cNvPr>
          <p:cNvSpPr/>
          <p:nvPr/>
        </p:nvSpPr>
        <p:spPr>
          <a:xfrm>
            <a:off x="11081612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52F1B91-A9B6-999D-F3FC-1037E152D538}"/>
              </a:ext>
            </a:extLst>
          </p:cNvPr>
          <p:cNvSpPr/>
          <p:nvPr/>
        </p:nvSpPr>
        <p:spPr>
          <a:xfrm>
            <a:off x="12760196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7DC300E-983B-C481-2BFE-AC767DC2A8DE}"/>
              </a:ext>
            </a:extLst>
          </p:cNvPr>
          <p:cNvSpPr/>
          <p:nvPr/>
        </p:nvSpPr>
        <p:spPr>
          <a:xfrm>
            <a:off x="14438777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5B10029-39E5-B371-4B93-58A507BBFE7B}"/>
              </a:ext>
            </a:extLst>
          </p:cNvPr>
          <p:cNvSpPr/>
          <p:nvPr/>
        </p:nvSpPr>
        <p:spPr>
          <a:xfrm>
            <a:off x="6046138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DC3CB87-E6D6-1C5F-EF52-EE75E5F8E7A3}"/>
              </a:ext>
            </a:extLst>
          </p:cNvPr>
          <p:cNvSpPr/>
          <p:nvPr/>
        </p:nvSpPr>
        <p:spPr>
          <a:xfrm>
            <a:off x="9403860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1370F56-5C95-14D8-B047-0F1893160F05}"/>
              </a:ext>
            </a:extLst>
          </p:cNvPr>
          <p:cNvSpPr/>
          <p:nvPr/>
        </p:nvSpPr>
        <p:spPr>
          <a:xfrm>
            <a:off x="14440442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02B4065-1730-2323-4CCB-A06FD67C79C2}"/>
              </a:ext>
            </a:extLst>
          </p:cNvPr>
          <p:cNvSpPr/>
          <p:nvPr/>
        </p:nvSpPr>
        <p:spPr>
          <a:xfrm>
            <a:off x="12761582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A049460-7C7A-A2AB-D15B-C6CDB75A7333}"/>
              </a:ext>
            </a:extLst>
          </p:cNvPr>
          <p:cNvSpPr/>
          <p:nvPr/>
        </p:nvSpPr>
        <p:spPr>
          <a:xfrm>
            <a:off x="11082721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5CD043C-C016-0697-7669-AC921D724803}"/>
              </a:ext>
            </a:extLst>
          </p:cNvPr>
          <p:cNvSpPr/>
          <p:nvPr/>
        </p:nvSpPr>
        <p:spPr>
          <a:xfrm>
            <a:off x="7724999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EA3F214-1199-212A-8710-A785BCC2DE99}"/>
              </a:ext>
            </a:extLst>
          </p:cNvPr>
          <p:cNvSpPr/>
          <p:nvPr/>
        </p:nvSpPr>
        <p:spPr>
          <a:xfrm>
            <a:off x="4367277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EEF75A4-06AB-5C7E-8339-43E104889B7C}"/>
              </a:ext>
            </a:extLst>
          </p:cNvPr>
          <p:cNvCxnSpPr>
            <a:cxnSpLocks/>
          </p:cNvCxnSpPr>
          <p:nvPr/>
        </p:nvCxnSpPr>
        <p:spPr>
          <a:xfrm flipV="1">
            <a:off x="5087275" y="1999422"/>
            <a:ext cx="0" cy="868024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!!box1">
            <a:extLst>
              <a:ext uri="{FF2B5EF4-FFF2-40B4-BE49-F238E27FC236}">
                <a16:creationId xmlns:a16="http://schemas.microsoft.com/office/drawing/2014/main" id="{0240D454-9EC4-EFBA-776A-36F61208EC2F}"/>
              </a:ext>
            </a:extLst>
          </p:cNvPr>
          <p:cNvSpPr/>
          <p:nvPr/>
        </p:nvSpPr>
        <p:spPr>
          <a:xfrm>
            <a:off x="3854823" y="3134146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low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32392FE-513C-03A5-AD83-0C989BBBFB6A}"/>
              </a:ext>
            </a:extLst>
          </p:cNvPr>
          <p:cNvCxnSpPr>
            <a:cxnSpLocks/>
          </p:cNvCxnSpPr>
          <p:nvPr/>
        </p:nvCxnSpPr>
        <p:spPr>
          <a:xfrm flipV="1">
            <a:off x="15145675" y="1999422"/>
            <a:ext cx="0" cy="868024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!!box2">
            <a:extLst>
              <a:ext uri="{FF2B5EF4-FFF2-40B4-BE49-F238E27FC236}">
                <a16:creationId xmlns:a16="http://schemas.microsoft.com/office/drawing/2014/main" id="{EF249D5E-57C9-FC40-2C02-0DB590EEAA0A}"/>
              </a:ext>
            </a:extLst>
          </p:cNvPr>
          <p:cNvSpPr/>
          <p:nvPr/>
        </p:nvSpPr>
        <p:spPr>
          <a:xfrm>
            <a:off x="13913223" y="3134146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high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C5D4C81-E797-05FB-FC87-7ACC30CF75E5}"/>
              </a:ext>
            </a:extLst>
          </p:cNvPr>
          <p:cNvCxnSpPr>
            <a:cxnSpLocks/>
          </p:cNvCxnSpPr>
          <p:nvPr/>
        </p:nvCxnSpPr>
        <p:spPr>
          <a:xfrm flipV="1">
            <a:off x="10116475" y="1999422"/>
            <a:ext cx="0" cy="868024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" name="!!box3">
            <a:extLst>
              <a:ext uri="{FF2B5EF4-FFF2-40B4-BE49-F238E27FC236}">
                <a16:creationId xmlns:a16="http://schemas.microsoft.com/office/drawing/2014/main" id="{409C5B03-537F-7EDA-62E5-9958C1B36107}"/>
              </a:ext>
            </a:extLst>
          </p:cNvPr>
          <p:cNvSpPr/>
          <p:nvPr/>
        </p:nvSpPr>
        <p:spPr>
          <a:xfrm>
            <a:off x="8884023" y="3134146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position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3170747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77895-2215-56E6-B5A4-ADA75AE74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7" name="!!box">
                <a:extLst>
                  <a:ext uri="{FF2B5EF4-FFF2-40B4-BE49-F238E27FC236}">
                    <a16:creationId xmlns:a16="http://schemas.microsoft.com/office/drawing/2014/main" id="{B14E8F35-9434-B3D6-4A32-C9D0422A7E51}"/>
                  </a:ext>
                </a:extLst>
              </p:cNvPr>
              <p:cNvSpPr/>
              <p:nvPr/>
            </p:nvSpPr>
            <p:spPr>
              <a:xfrm>
                <a:off x="560285" y="6580445"/>
                <a:ext cx="8707168" cy="419973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 </a:t>
                </a:r>
                <a:r>
                  <a:rPr lang="en-IN" sz="24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preorder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//find the number in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that appears first in preorder. Let its </a:t>
                </a:r>
                <a:r>
                  <a:rPr lang="en-IN" sz="24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index be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//recursively call </a:t>
                </a:r>
                <a:r>
                  <a:rPr lang="en-IN" sz="24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 array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to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//recursively call </a:t>
                </a:r>
                <a:r>
                  <a:rPr lang="en-IN" sz="24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 array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 to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7" name="!!box">
                <a:extLst>
                  <a:ext uri="{FF2B5EF4-FFF2-40B4-BE49-F238E27FC236}">
                    <a16:creationId xmlns:a16="http://schemas.microsoft.com/office/drawing/2014/main" id="{B14E8F35-9434-B3D6-4A32-C9D0422A7E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285" y="6580445"/>
                <a:ext cx="8707168" cy="419973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DDC3F95-C61F-2752-1D21-E57ABAAF45E0}"/>
              </a:ext>
            </a:extLst>
          </p:cNvPr>
          <p:cNvSpPr/>
          <p:nvPr/>
        </p:nvSpPr>
        <p:spPr>
          <a:xfrm>
            <a:off x="483049" y="9789447"/>
            <a:ext cx="8707168" cy="44040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9A50141-1BDC-5DD0-B45C-D696BB17242A}"/>
              </a:ext>
            </a:extLst>
          </p:cNvPr>
          <p:cNvSpPr/>
          <p:nvPr/>
        </p:nvSpPr>
        <p:spPr>
          <a:xfrm>
            <a:off x="683886" y="581745"/>
            <a:ext cx="309840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Inorder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F0A50AE-64AA-5803-154F-EDC58A9DCDA5}"/>
              </a:ext>
            </a:extLst>
          </p:cNvPr>
          <p:cNvSpPr/>
          <p:nvPr/>
        </p:nvSpPr>
        <p:spPr>
          <a:xfrm>
            <a:off x="682221" y="4550970"/>
            <a:ext cx="309840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Preorder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C3F672C-8195-50F9-8D55-E18CEC0A4A78}"/>
              </a:ext>
            </a:extLst>
          </p:cNvPr>
          <p:cNvSpPr/>
          <p:nvPr/>
        </p:nvSpPr>
        <p:spPr>
          <a:xfrm>
            <a:off x="4367276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A085223-252E-04E8-8FC0-8CD381CDF10A}"/>
              </a:ext>
            </a:extLst>
          </p:cNvPr>
          <p:cNvSpPr/>
          <p:nvPr/>
        </p:nvSpPr>
        <p:spPr>
          <a:xfrm>
            <a:off x="6045860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0103620-E77A-0E2D-587D-9ED42C79559D}"/>
              </a:ext>
            </a:extLst>
          </p:cNvPr>
          <p:cNvSpPr/>
          <p:nvPr/>
        </p:nvSpPr>
        <p:spPr>
          <a:xfrm>
            <a:off x="7724444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3F5EAED-7E91-4C15-BA1C-6C3021ADC819}"/>
              </a:ext>
            </a:extLst>
          </p:cNvPr>
          <p:cNvSpPr/>
          <p:nvPr/>
        </p:nvSpPr>
        <p:spPr>
          <a:xfrm>
            <a:off x="9403028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A3EAFE5-9FAC-323E-D7C6-61238844861A}"/>
              </a:ext>
            </a:extLst>
          </p:cNvPr>
          <p:cNvSpPr/>
          <p:nvPr/>
        </p:nvSpPr>
        <p:spPr>
          <a:xfrm>
            <a:off x="11081612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E782FBF-ADF7-759C-5148-C39E9CB2EE91}"/>
              </a:ext>
            </a:extLst>
          </p:cNvPr>
          <p:cNvSpPr/>
          <p:nvPr/>
        </p:nvSpPr>
        <p:spPr>
          <a:xfrm>
            <a:off x="12760196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E75349C-033C-7AEE-2052-8632E71946CF}"/>
              </a:ext>
            </a:extLst>
          </p:cNvPr>
          <p:cNvSpPr/>
          <p:nvPr/>
        </p:nvSpPr>
        <p:spPr>
          <a:xfrm>
            <a:off x="14438777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AC65872-7285-3B61-D697-F1EEA3A41F98}"/>
              </a:ext>
            </a:extLst>
          </p:cNvPr>
          <p:cNvCxnSpPr>
            <a:cxnSpLocks/>
          </p:cNvCxnSpPr>
          <p:nvPr/>
        </p:nvCxnSpPr>
        <p:spPr>
          <a:xfrm flipV="1">
            <a:off x="5087275" y="1999422"/>
            <a:ext cx="0" cy="868024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!!box1">
            <a:extLst>
              <a:ext uri="{FF2B5EF4-FFF2-40B4-BE49-F238E27FC236}">
                <a16:creationId xmlns:a16="http://schemas.microsoft.com/office/drawing/2014/main" id="{8157D8F8-9623-F3BE-CE97-6C1F74A1483A}"/>
              </a:ext>
            </a:extLst>
          </p:cNvPr>
          <p:cNvSpPr/>
          <p:nvPr/>
        </p:nvSpPr>
        <p:spPr>
          <a:xfrm>
            <a:off x="3854823" y="3134146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low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EED80AF-666E-FCBD-B4E0-56ACC2051B11}"/>
              </a:ext>
            </a:extLst>
          </p:cNvPr>
          <p:cNvCxnSpPr>
            <a:cxnSpLocks/>
          </p:cNvCxnSpPr>
          <p:nvPr/>
        </p:nvCxnSpPr>
        <p:spPr>
          <a:xfrm flipV="1">
            <a:off x="15145675" y="1999422"/>
            <a:ext cx="0" cy="868024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!!box2">
            <a:extLst>
              <a:ext uri="{FF2B5EF4-FFF2-40B4-BE49-F238E27FC236}">
                <a16:creationId xmlns:a16="http://schemas.microsoft.com/office/drawing/2014/main" id="{3A095E61-BD7F-D55B-A6A4-40560AB096B2}"/>
              </a:ext>
            </a:extLst>
          </p:cNvPr>
          <p:cNvSpPr/>
          <p:nvPr/>
        </p:nvSpPr>
        <p:spPr>
          <a:xfrm>
            <a:off x="13913223" y="3134146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high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D8145C3-1FB5-B343-68C1-51A33C81A3F5}"/>
              </a:ext>
            </a:extLst>
          </p:cNvPr>
          <p:cNvCxnSpPr>
            <a:cxnSpLocks/>
          </p:cNvCxnSpPr>
          <p:nvPr/>
        </p:nvCxnSpPr>
        <p:spPr>
          <a:xfrm flipV="1">
            <a:off x="10116475" y="1999422"/>
            <a:ext cx="0" cy="868024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" name="!!box3">
            <a:extLst>
              <a:ext uri="{FF2B5EF4-FFF2-40B4-BE49-F238E27FC236}">
                <a16:creationId xmlns:a16="http://schemas.microsoft.com/office/drawing/2014/main" id="{3CD06719-204E-0A70-E258-B94D41F1918A}"/>
              </a:ext>
            </a:extLst>
          </p:cNvPr>
          <p:cNvSpPr/>
          <p:nvPr/>
        </p:nvSpPr>
        <p:spPr>
          <a:xfrm>
            <a:off x="8884023" y="3134146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position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95FB93A-1E80-0691-1C7C-D33B4BB12D17}"/>
              </a:ext>
            </a:extLst>
          </p:cNvPr>
          <p:cNvSpPr/>
          <p:nvPr/>
        </p:nvSpPr>
        <p:spPr>
          <a:xfrm>
            <a:off x="6046138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5033E8A-D49D-0448-5F44-B9B5A334115C}"/>
              </a:ext>
            </a:extLst>
          </p:cNvPr>
          <p:cNvSpPr/>
          <p:nvPr/>
        </p:nvSpPr>
        <p:spPr>
          <a:xfrm>
            <a:off x="9403860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F5AFD88-9FFC-5F90-ECC7-2A9093EDD8E4}"/>
              </a:ext>
            </a:extLst>
          </p:cNvPr>
          <p:cNvSpPr/>
          <p:nvPr/>
        </p:nvSpPr>
        <p:spPr>
          <a:xfrm>
            <a:off x="14440442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334B6DD-3B06-3854-55B5-270D47DC7DCB}"/>
              </a:ext>
            </a:extLst>
          </p:cNvPr>
          <p:cNvSpPr/>
          <p:nvPr/>
        </p:nvSpPr>
        <p:spPr>
          <a:xfrm>
            <a:off x="12761582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BD50B47-059C-2913-DC25-854B0E9C4228}"/>
              </a:ext>
            </a:extLst>
          </p:cNvPr>
          <p:cNvSpPr/>
          <p:nvPr/>
        </p:nvSpPr>
        <p:spPr>
          <a:xfrm>
            <a:off x="11082721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B8DC0B2-CA2F-06F3-95D8-2AD2E13A9031}"/>
              </a:ext>
            </a:extLst>
          </p:cNvPr>
          <p:cNvSpPr/>
          <p:nvPr/>
        </p:nvSpPr>
        <p:spPr>
          <a:xfrm>
            <a:off x="7724999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D4FC417-4780-30E8-4B7D-081030C37A9E}"/>
              </a:ext>
            </a:extLst>
          </p:cNvPr>
          <p:cNvSpPr/>
          <p:nvPr/>
        </p:nvSpPr>
        <p:spPr>
          <a:xfrm>
            <a:off x="4367277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1214286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52064-826B-25C4-3969-96429BEE8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7" name="!!box">
                <a:extLst>
                  <a:ext uri="{FF2B5EF4-FFF2-40B4-BE49-F238E27FC236}">
                    <a16:creationId xmlns:a16="http://schemas.microsoft.com/office/drawing/2014/main" id="{73F4508C-4C21-39CF-7450-817DA6FEE512}"/>
                  </a:ext>
                </a:extLst>
              </p:cNvPr>
              <p:cNvSpPr/>
              <p:nvPr/>
            </p:nvSpPr>
            <p:spPr>
              <a:xfrm>
                <a:off x="560285" y="6580445"/>
                <a:ext cx="8707168" cy="419973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 </a:t>
                </a:r>
                <a:r>
                  <a:rPr lang="en-IN" sz="24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preorder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//find the number in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that appears first in preorder. Let its </a:t>
                </a:r>
                <a:r>
                  <a:rPr lang="en-IN" sz="24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index be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//recursively call </a:t>
                </a:r>
                <a:r>
                  <a:rPr lang="en-IN" sz="24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 array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to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//recursively call </a:t>
                </a:r>
                <a:r>
                  <a:rPr lang="en-IN" sz="24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 array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 to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7" name="!!box">
                <a:extLst>
                  <a:ext uri="{FF2B5EF4-FFF2-40B4-BE49-F238E27FC236}">
                    <a16:creationId xmlns:a16="http://schemas.microsoft.com/office/drawing/2014/main" id="{73F4508C-4C21-39CF-7450-817DA6FEE5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285" y="6580445"/>
                <a:ext cx="8707168" cy="419973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ECAA5A1-B4F7-6F93-AAF6-9B4D7BC11CD2}"/>
              </a:ext>
            </a:extLst>
          </p:cNvPr>
          <p:cNvSpPr/>
          <p:nvPr/>
        </p:nvSpPr>
        <p:spPr>
          <a:xfrm>
            <a:off x="483049" y="9789447"/>
            <a:ext cx="8707168" cy="44040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25744E8-FA59-342D-3FFC-B0C31DF6F3CD}"/>
              </a:ext>
            </a:extLst>
          </p:cNvPr>
          <p:cNvSpPr/>
          <p:nvPr/>
        </p:nvSpPr>
        <p:spPr>
          <a:xfrm>
            <a:off x="683886" y="581745"/>
            <a:ext cx="309840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Inorder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A9887D0-8799-7CD3-0AC0-EB4F7AE39213}"/>
              </a:ext>
            </a:extLst>
          </p:cNvPr>
          <p:cNvSpPr/>
          <p:nvPr/>
        </p:nvSpPr>
        <p:spPr>
          <a:xfrm>
            <a:off x="682221" y="4550970"/>
            <a:ext cx="309840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Preorder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C591C59-2CCD-9074-61BD-CF36F0CD2A50}"/>
              </a:ext>
            </a:extLst>
          </p:cNvPr>
          <p:cNvSpPr/>
          <p:nvPr/>
        </p:nvSpPr>
        <p:spPr>
          <a:xfrm>
            <a:off x="21709124" y="913304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7156AEA-DD45-B259-4424-4AD56E577DFB}"/>
              </a:ext>
            </a:extLst>
          </p:cNvPr>
          <p:cNvSpPr/>
          <p:nvPr/>
        </p:nvSpPr>
        <p:spPr>
          <a:xfrm>
            <a:off x="6045860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C5C030F-D4C0-4248-D208-9CE5178383BD}"/>
              </a:ext>
            </a:extLst>
          </p:cNvPr>
          <p:cNvSpPr/>
          <p:nvPr/>
        </p:nvSpPr>
        <p:spPr>
          <a:xfrm>
            <a:off x="7724444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831091B-AE93-B869-CE3C-FEF34F77910B}"/>
              </a:ext>
            </a:extLst>
          </p:cNvPr>
          <p:cNvSpPr/>
          <p:nvPr/>
        </p:nvSpPr>
        <p:spPr>
          <a:xfrm>
            <a:off x="9403028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718558F-B383-DDF1-F8BC-B216C28F537A}"/>
              </a:ext>
            </a:extLst>
          </p:cNvPr>
          <p:cNvSpPr/>
          <p:nvPr/>
        </p:nvSpPr>
        <p:spPr>
          <a:xfrm>
            <a:off x="11081612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263AB4-753A-20E4-BAAB-1F78559BFD64}"/>
              </a:ext>
            </a:extLst>
          </p:cNvPr>
          <p:cNvSpPr/>
          <p:nvPr/>
        </p:nvSpPr>
        <p:spPr>
          <a:xfrm>
            <a:off x="12760196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E215F15-FF37-1279-9A7A-9A594CA7F624}"/>
              </a:ext>
            </a:extLst>
          </p:cNvPr>
          <p:cNvSpPr/>
          <p:nvPr/>
        </p:nvSpPr>
        <p:spPr>
          <a:xfrm>
            <a:off x="14438777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3BC44AE-DEA5-1E73-FF63-177E263727A2}"/>
              </a:ext>
            </a:extLst>
          </p:cNvPr>
          <p:cNvCxnSpPr>
            <a:cxnSpLocks/>
          </p:cNvCxnSpPr>
          <p:nvPr/>
        </p:nvCxnSpPr>
        <p:spPr>
          <a:xfrm flipV="1">
            <a:off x="5087275" y="1999422"/>
            <a:ext cx="0" cy="868024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!!box1">
            <a:extLst>
              <a:ext uri="{FF2B5EF4-FFF2-40B4-BE49-F238E27FC236}">
                <a16:creationId xmlns:a16="http://schemas.microsoft.com/office/drawing/2014/main" id="{6D75D4D6-E1F7-8893-882A-C56D21CDB253}"/>
              </a:ext>
            </a:extLst>
          </p:cNvPr>
          <p:cNvSpPr/>
          <p:nvPr/>
        </p:nvSpPr>
        <p:spPr>
          <a:xfrm>
            <a:off x="3854823" y="3134146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low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53B7B99-D08F-8CC3-B7A5-54B70D48505D}"/>
              </a:ext>
            </a:extLst>
          </p:cNvPr>
          <p:cNvCxnSpPr>
            <a:cxnSpLocks/>
          </p:cNvCxnSpPr>
          <p:nvPr/>
        </p:nvCxnSpPr>
        <p:spPr>
          <a:xfrm flipV="1">
            <a:off x="15145675" y="1999422"/>
            <a:ext cx="0" cy="868024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!!box2">
            <a:extLst>
              <a:ext uri="{FF2B5EF4-FFF2-40B4-BE49-F238E27FC236}">
                <a16:creationId xmlns:a16="http://schemas.microsoft.com/office/drawing/2014/main" id="{2CEBE45A-C55C-AB1C-1F73-6A1383BBBA0A}"/>
              </a:ext>
            </a:extLst>
          </p:cNvPr>
          <p:cNvSpPr/>
          <p:nvPr/>
        </p:nvSpPr>
        <p:spPr>
          <a:xfrm>
            <a:off x="13913223" y="3134146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high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6042A59-9AF4-B787-1BAF-7F7ACB43B115}"/>
              </a:ext>
            </a:extLst>
          </p:cNvPr>
          <p:cNvCxnSpPr>
            <a:cxnSpLocks/>
          </p:cNvCxnSpPr>
          <p:nvPr/>
        </p:nvCxnSpPr>
        <p:spPr>
          <a:xfrm flipV="1">
            <a:off x="10116475" y="1999422"/>
            <a:ext cx="0" cy="868024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" name="!!box3">
            <a:extLst>
              <a:ext uri="{FF2B5EF4-FFF2-40B4-BE49-F238E27FC236}">
                <a16:creationId xmlns:a16="http://schemas.microsoft.com/office/drawing/2014/main" id="{E7B0C245-A609-2358-8871-6DC96451BD51}"/>
              </a:ext>
            </a:extLst>
          </p:cNvPr>
          <p:cNvSpPr/>
          <p:nvPr/>
        </p:nvSpPr>
        <p:spPr>
          <a:xfrm>
            <a:off x="8884023" y="3134146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position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F35841A-7AFD-4EC3-C573-65DE3D7C533F}"/>
              </a:ext>
            </a:extLst>
          </p:cNvPr>
          <p:cNvSpPr/>
          <p:nvPr/>
        </p:nvSpPr>
        <p:spPr>
          <a:xfrm>
            <a:off x="4367276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CAA1F06-9861-2BC6-1614-1F8CE916CF71}"/>
              </a:ext>
            </a:extLst>
          </p:cNvPr>
          <p:cNvSpPr/>
          <p:nvPr/>
        </p:nvSpPr>
        <p:spPr>
          <a:xfrm>
            <a:off x="6046138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11445F7-7C26-FBFF-E3FA-8189263949CC}"/>
              </a:ext>
            </a:extLst>
          </p:cNvPr>
          <p:cNvSpPr/>
          <p:nvPr/>
        </p:nvSpPr>
        <p:spPr>
          <a:xfrm>
            <a:off x="9403860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414AE8E-7FF3-FEE7-3B5B-93567C7B159F}"/>
              </a:ext>
            </a:extLst>
          </p:cNvPr>
          <p:cNvSpPr/>
          <p:nvPr/>
        </p:nvSpPr>
        <p:spPr>
          <a:xfrm>
            <a:off x="14440442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6E06768-9EDD-B45B-EDEA-FE974852F67E}"/>
              </a:ext>
            </a:extLst>
          </p:cNvPr>
          <p:cNvSpPr/>
          <p:nvPr/>
        </p:nvSpPr>
        <p:spPr>
          <a:xfrm>
            <a:off x="12761582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2E44C1E-56D7-8D15-F07C-DC3D66FF1D72}"/>
              </a:ext>
            </a:extLst>
          </p:cNvPr>
          <p:cNvSpPr/>
          <p:nvPr/>
        </p:nvSpPr>
        <p:spPr>
          <a:xfrm>
            <a:off x="11082721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A81AC5E-E74E-618C-C8FD-CD087DD070E4}"/>
              </a:ext>
            </a:extLst>
          </p:cNvPr>
          <p:cNvSpPr/>
          <p:nvPr/>
        </p:nvSpPr>
        <p:spPr>
          <a:xfrm>
            <a:off x="7724999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A7D6AF0-CE6F-4939-53B0-078AB58B1D14}"/>
              </a:ext>
            </a:extLst>
          </p:cNvPr>
          <p:cNvSpPr/>
          <p:nvPr/>
        </p:nvSpPr>
        <p:spPr>
          <a:xfrm>
            <a:off x="4367277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9655043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66D9E-9021-0CC3-207D-61781BF01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7" name="!!box">
                <a:extLst>
                  <a:ext uri="{FF2B5EF4-FFF2-40B4-BE49-F238E27FC236}">
                    <a16:creationId xmlns:a16="http://schemas.microsoft.com/office/drawing/2014/main" id="{0314CEBF-029C-2C80-EC6E-F5F005D80F05}"/>
                  </a:ext>
                </a:extLst>
              </p:cNvPr>
              <p:cNvSpPr/>
              <p:nvPr/>
            </p:nvSpPr>
            <p:spPr>
              <a:xfrm>
                <a:off x="560285" y="6580445"/>
                <a:ext cx="8707168" cy="419973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 </a:t>
                </a:r>
                <a:r>
                  <a:rPr lang="en-IN" sz="24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preorder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//find the number in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that appears first in preorder. Let its </a:t>
                </a:r>
                <a:r>
                  <a:rPr lang="en-IN" sz="24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index be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//recursively call </a:t>
                </a:r>
                <a:r>
                  <a:rPr lang="en-IN" sz="24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 array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to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//recursively call </a:t>
                </a:r>
                <a:r>
                  <a:rPr lang="en-IN" sz="24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 array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 to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7" name="!!box">
                <a:extLst>
                  <a:ext uri="{FF2B5EF4-FFF2-40B4-BE49-F238E27FC236}">
                    <a16:creationId xmlns:a16="http://schemas.microsoft.com/office/drawing/2014/main" id="{0314CEBF-029C-2C80-EC6E-F5F005D80F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285" y="6580445"/>
                <a:ext cx="8707168" cy="419973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1776C5A-DBEA-77EC-E32B-D00CC8251F9B}"/>
              </a:ext>
            </a:extLst>
          </p:cNvPr>
          <p:cNvSpPr/>
          <p:nvPr/>
        </p:nvSpPr>
        <p:spPr>
          <a:xfrm>
            <a:off x="560285" y="8989845"/>
            <a:ext cx="8707168" cy="44040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8D04550-2D09-5F05-1C91-952E59A0F6C3}"/>
              </a:ext>
            </a:extLst>
          </p:cNvPr>
          <p:cNvSpPr/>
          <p:nvPr/>
        </p:nvSpPr>
        <p:spPr>
          <a:xfrm>
            <a:off x="683886" y="581745"/>
            <a:ext cx="309840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Inorder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6D28DA6-C42A-1F56-D494-054BB27773AC}"/>
              </a:ext>
            </a:extLst>
          </p:cNvPr>
          <p:cNvSpPr/>
          <p:nvPr/>
        </p:nvSpPr>
        <p:spPr>
          <a:xfrm>
            <a:off x="682221" y="4550970"/>
            <a:ext cx="309840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Preorder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CFF472B-22D3-C199-1189-66EC49037487}"/>
              </a:ext>
            </a:extLst>
          </p:cNvPr>
          <p:cNvSpPr/>
          <p:nvPr/>
        </p:nvSpPr>
        <p:spPr>
          <a:xfrm>
            <a:off x="21709124" y="913304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6FB2A32-FB9D-ED22-B91F-011F39588801}"/>
              </a:ext>
            </a:extLst>
          </p:cNvPr>
          <p:cNvSpPr/>
          <p:nvPr/>
        </p:nvSpPr>
        <p:spPr>
          <a:xfrm>
            <a:off x="6045860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DD590DE-2FA6-A9FE-B8A7-552B68A22DCD}"/>
              </a:ext>
            </a:extLst>
          </p:cNvPr>
          <p:cNvSpPr/>
          <p:nvPr/>
        </p:nvSpPr>
        <p:spPr>
          <a:xfrm>
            <a:off x="7724444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F23553C-F206-314D-8794-08D0BF57B87B}"/>
              </a:ext>
            </a:extLst>
          </p:cNvPr>
          <p:cNvSpPr/>
          <p:nvPr/>
        </p:nvSpPr>
        <p:spPr>
          <a:xfrm>
            <a:off x="9403028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8AB9061-73F9-4306-E7CC-F448A5FC227F}"/>
              </a:ext>
            </a:extLst>
          </p:cNvPr>
          <p:cNvSpPr/>
          <p:nvPr/>
        </p:nvSpPr>
        <p:spPr>
          <a:xfrm>
            <a:off x="11081612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A769026-A5D3-BCCA-F508-F6B81263832E}"/>
              </a:ext>
            </a:extLst>
          </p:cNvPr>
          <p:cNvSpPr/>
          <p:nvPr/>
        </p:nvSpPr>
        <p:spPr>
          <a:xfrm>
            <a:off x="12760196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1EF8BF1-A136-2C5F-D9AC-CB3840846F58}"/>
              </a:ext>
            </a:extLst>
          </p:cNvPr>
          <p:cNvSpPr/>
          <p:nvPr/>
        </p:nvSpPr>
        <p:spPr>
          <a:xfrm>
            <a:off x="14438777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1321201-0537-D0E0-BC90-9F85ABE31649}"/>
              </a:ext>
            </a:extLst>
          </p:cNvPr>
          <p:cNvCxnSpPr>
            <a:cxnSpLocks/>
          </p:cNvCxnSpPr>
          <p:nvPr/>
        </p:nvCxnSpPr>
        <p:spPr>
          <a:xfrm flipV="1">
            <a:off x="5087275" y="1999422"/>
            <a:ext cx="0" cy="868024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!!box1">
            <a:extLst>
              <a:ext uri="{FF2B5EF4-FFF2-40B4-BE49-F238E27FC236}">
                <a16:creationId xmlns:a16="http://schemas.microsoft.com/office/drawing/2014/main" id="{C6260BF5-A9D8-9BD6-C8DC-FAC932BCFAC2}"/>
              </a:ext>
            </a:extLst>
          </p:cNvPr>
          <p:cNvSpPr/>
          <p:nvPr/>
        </p:nvSpPr>
        <p:spPr>
          <a:xfrm>
            <a:off x="3854823" y="3134146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low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B4046DD-E59D-A411-E3CE-070FD03BBFD5}"/>
              </a:ext>
            </a:extLst>
          </p:cNvPr>
          <p:cNvCxnSpPr>
            <a:cxnSpLocks/>
          </p:cNvCxnSpPr>
          <p:nvPr/>
        </p:nvCxnSpPr>
        <p:spPr>
          <a:xfrm flipV="1">
            <a:off x="15145675" y="1999422"/>
            <a:ext cx="0" cy="868024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!!box2">
            <a:extLst>
              <a:ext uri="{FF2B5EF4-FFF2-40B4-BE49-F238E27FC236}">
                <a16:creationId xmlns:a16="http://schemas.microsoft.com/office/drawing/2014/main" id="{417D4986-3C0B-9D17-41B7-1D6FBA675B25}"/>
              </a:ext>
            </a:extLst>
          </p:cNvPr>
          <p:cNvSpPr/>
          <p:nvPr/>
        </p:nvSpPr>
        <p:spPr>
          <a:xfrm>
            <a:off x="13913223" y="3134146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high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922FCFD-C7E9-9442-8D9D-13C24BB5E2DE}"/>
              </a:ext>
            </a:extLst>
          </p:cNvPr>
          <p:cNvCxnSpPr>
            <a:cxnSpLocks/>
          </p:cNvCxnSpPr>
          <p:nvPr/>
        </p:nvCxnSpPr>
        <p:spPr>
          <a:xfrm flipV="1">
            <a:off x="10116475" y="1999422"/>
            <a:ext cx="0" cy="868024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" name="!!box3">
            <a:extLst>
              <a:ext uri="{FF2B5EF4-FFF2-40B4-BE49-F238E27FC236}">
                <a16:creationId xmlns:a16="http://schemas.microsoft.com/office/drawing/2014/main" id="{F46C1413-ED2A-7D0B-E8A2-05A8C01AC72A}"/>
              </a:ext>
            </a:extLst>
          </p:cNvPr>
          <p:cNvSpPr/>
          <p:nvPr/>
        </p:nvSpPr>
        <p:spPr>
          <a:xfrm>
            <a:off x="8884023" y="3134146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position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7FF261B-C4EA-1666-CBB5-E616D2568BA1}"/>
              </a:ext>
            </a:extLst>
          </p:cNvPr>
          <p:cNvSpPr/>
          <p:nvPr/>
        </p:nvSpPr>
        <p:spPr>
          <a:xfrm>
            <a:off x="4367276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D81D13F-671E-DEED-D997-93BAFB29EB67}"/>
              </a:ext>
            </a:extLst>
          </p:cNvPr>
          <p:cNvSpPr/>
          <p:nvPr/>
        </p:nvSpPr>
        <p:spPr>
          <a:xfrm>
            <a:off x="6046138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DCB13C8-E88E-3FDF-4748-41C36D1E150E}"/>
              </a:ext>
            </a:extLst>
          </p:cNvPr>
          <p:cNvSpPr/>
          <p:nvPr/>
        </p:nvSpPr>
        <p:spPr>
          <a:xfrm>
            <a:off x="9403860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04D4120-6F4C-33E9-A233-F2DA703F2CA0}"/>
              </a:ext>
            </a:extLst>
          </p:cNvPr>
          <p:cNvSpPr/>
          <p:nvPr/>
        </p:nvSpPr>
        <p:spPr>
          <a:xfrm>
            <a:off x="14440442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0D79687-8AB9-16C3-6118-6AD8641A6ED2}"/>
              </a:ext>
            </a:extLst>
          </p:cNvPr>
          <p:cNvSpPr/>
          <p:nvPr/>
        </p:nvSpPr>
        <p:spPr>
          <a:xfrm>
            <a:off x="12761582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ADE16C8-D159-17D1-404B-213A910926D7}"/>
              </a:ext>
            </a:extLst>
          </p:cNvPr>
          <p:cNvSpPr/>
          <p:nvPr/>
        </p:nvSpPr>
        <p:spPr>
          <a:xfrm>
            <a:off x="11082721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00B7DCF-8DE6-CF25-ABD2-13E11943C32E}"/>
              </a:ext>
            </a:extLst>
          </p:cNvPr>
          <p:cNvSpPr/>
          <p:nvPr/>
        </p:nvSpPr>
        <p:spPr>
          <a:xfrm>
            <a:off x="7724999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8583D8D-7E62-4552-8A4A-F029D6DE0C32}"/>
              </a:ext>
            </a:extLst>
          </p:cNvPr>
          <p:cNvSpPr/>
          <p:nvPr/>
        </p:nvSpPr>
        <p:spPr>
          <a:xfrm>
            <a:off x="4367277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8276278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94AD1-7250-CE6B-C8FF-318D26A93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7" name="!!box">
                <a:extLst>
                  <a:ext uri="{FF2B5EF4-FFF2-40B4-BE49-F238E27FC236}">
                    <a16:creationId xmlns:a16="http://schemas.microsoft.com/office/drawing/2014/main" id="{38C2CD64-7EDC-8593-F14A-4167DF38AF4B}"/>
                  </a:ext>
                </a:extLst>
              </p:cNvPr>
              <p:cNvSpPr/>
              <p:nvPr/>
            </p:nvSpPr>
            <p:spPr>
              <a:xfrm>
                <a:off x="560285" y="6580445"/>
                <a:ext cx="8707168" cy="419973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 </a:t>
                </a:r>
                <a:r>
                  <a:rPr lang="en-IN" sz="24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preorder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//find the number in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that appears first in preorder. Let its </a:t>
                </a:r>
                <a:r>
                  <a:rPr lang="en-IN" sz="24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index be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//recursively call </a:t>
                </a:r>
                <a:r>
                  <a:rPr lang="en-IN" sz="24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 array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to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//recursively call </a:t>
                </a:r>
                <a:r>
                  <a:rPr lang="en-IN" sz="24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 array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 to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7" name="!!box">
                <a:extLst>
                  <a:ext uri="{FF2B5EF4-FFF2-40B4-BE49-F238E27FC236}">
                    <a16:creationId xmlns:a16="http://schemas.microsoft.com/office/drawing/2014/main" id="{38C2CD64-7EDC-8593-F14A-4167DF38AF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285" y="6580445"/>
                <a:ext cx="8707168" cy="419973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3EA86B8-2E26-7080-FE06-8D8DF4E43AD5}"/>
              </a:ext>
            </a:extLst>
          </p:cNvPr>
          <p:cNvSpPr/>
          <p:nvPr/>
        </p:nvSpPr>
        <p:spPr>
          <a:xfrm>
            <a:off x="560285" y="7907305"/>
            <a:ext cx="8707168" cy="122574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04C4F07-9DEC-FDBE-9BB3-2F725FF3108C}"/>
              </a:ext>
            </a:extLst>
          </p:cNvPr>
          <p:cNvSpPr/>
          <p:nvPr/>
        </p:nvSpPr>
        <p:spPr>
          <a:xfrm>
            <a:off x="683886" y="581745"/>
            <a:ext cx="309840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Inorder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9322C59-39E2-8205-328A-73EB4FCEF3B8}"/>
              </a:ext>
            </a:extLst>
          </p:cNvPr>
          <p:cNvSpPr/>
          <p:nvPr/>
        </p:nvSpPr>
        <p:spPr>
          <a:xfrm>
            <a:off x="682221" y="4550970"/>
            <a:ext cx="309840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Preorder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8FC9F27-8DC4-2CCC-8860-C26313970953}"/>
              </a:ext>
            </a:extLst>
          </p:cNvPr>
          <p:cNvSpPr/>
          <p:nvPr/>
        </p:nvSpPr>
        <p:spPr>
          <a:xfrm>
            <a:off x="21709124" y="913304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CB27778-4A30-81C7-62DD-5D6C4145AF05}"/>
              </a:ext>
            </a:extLst>
          </p:cNvPr>
          <p:cNvSpPr/>
          <p:nvPr/>
        </p:nvSpPr>
        <p:spPr>
          <a:xfrm>
            <a:off x="6045860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EC238CC-6D7D-65D0-81EA-CBC6AEF8E33F}"/>
              </a:ext>
            </a:extLst>
          </p:cNvPr>
          <p:cNvSpPr/>
          <p:nvPr/>
        </p:nvSpPr>
        <p:spPr>
          <a:xfrm>
            <a:off x="7724444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A3FE172-A12D-986F-EBF9-6C99A06DF613}"/>
              </a:ext>
            </a:extLst>
          </p:cNvPr>
          <p:cNvSpPr/>
          <p:nvPr/>
        </p:nvSpPr>
        <p:spPr>
          <a:xfrm>
            <a:off x="9403028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365BF17-F04F-2220-2162-F4312386AA3D}"/>
              </a:ext>
            </a:extLst>
          </p:cNvPr>
          <p:cNvSpPr/>
          <p:nvPr/>
        </p:nvSpPr>
        <p:spPr>
          <a:xfrm>
            <a:off x="11081612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36B3640-AEED-6AE3-3523-7A40D587A79B}"/>
              </a:ext>
            </a:extLst>
          </p:cNvPr>
          <p:cNvSpPr/>
          <p:nvPr/>
        </p:nvSpPr>
        <p:spPr>
          <a:xfrm>
            <a:off x="12760196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07258DE-6E93-F21C-3B8F-8646AF998B07}"/>
              </a:ext>
            </a:extLst>
          </p:cNvPr>
          <p:cNvSpPr/>
          <p:nvPr/>
        </p:nvSpPr>
        <p:spPr>
          <a:xfrm>
            <a:off x="14438777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21AD8A9-3A8E-4412-6E2A-4FDCE2A49C02}"/>
              </a:ext>
            </a:extLst>
          </p:cNvPr>
          <p:cNvCxnSpPr>
            <a:cxnSpLocks/>
          </p:cNvCxnSpPr>
          <p:nvPr/>
        </p:nvCxnSpPr>
        <p:spPr>
          <a:xfrm flipV="1">
            <a:off x="5087275" y="1999422"/>
            <a:ext cx="0" cy="868024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!!box1">
            <a:extLst>
              <a:ext uri="{FF2B5EF4-FFF2-40B4-BE49-F238E27FC236}">
                <a16:creationId xmlns:a16="http://schemas.microsoft.com/office/drawing/2014/main" id="{C7FA1EBB-DC3B-81BA-B602-0ABEB5D0311F}"/>
              </a:ext>
            </a:extLst>
          </p:cNvPr>
          <p:cNvSpPr/>
          <p:nvPr/>
        </p:nvSpPr>
        <p:spPr>
          <a:xfrm>
            <a:off x="3854823" y="3134146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low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2A0B134-60FC-AD4D-B7BE-BBE40821380A}"/>
              </a:ext>
            </a:extLst>
          </p:cNvPr>
          <p:cNvCxnSpPr>
            <a:cxnSpLocks/>
          </p:cNvCxnSpPr>
          <p:nvPr/>
        </p:nvCxnSpPr>
        <p:spPr>
          <a:xfrm flipV="1">
            <a:off x="8460395" y="1977653"/>
            <a:ext cx="0" cy="868024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!!box2">
            <a:extLst>
              <a:ext uri="{FF2B5EF4-FFF2-40B4-BE49-F238E27FC236}">
                <a16:creationId xmlns:a16="http://schemas.microsoft.com/office/drawing/2014/main" id="{89F9A6F1-0123-7B40-D1AE-1EA54D186610}"/>
              </a:ext>
            </a:extLst>
          </p:cNvPr>
          <p:cNvSpPr/>
          <p:nvPr/>
        </p:nvSpPr>
        <p:spPr>
          <a:xfrm>
            <a:off x="7227943" y="3112377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high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43D3BE9-1253-7731-44B4-0046FAD10A13}"/>
              </a:ext>
            </a:extLst>
          </p:cNvPr>
          <p:cNvSpPr/>
          <p:nvPr/>
        </p:nvSpPr>
        <p:spPr>
          <a:xfrm>
            <a:off x="4367276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96CB6D0-DD09-82D8-12E0-3FD0837C0043}"/>
              </a:ext>
            </a:extLst>
          </p:cNvPr>
          <p:cNvSpPr/>
          <p:nvPr/>
        </p:nvSpPr>
        <p:spPr>
          <a:xfrm>
            <a:off x="6046138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7112D4D-1837-EB63-D4B0-4612E180C371}"/>
              </a:ext>
            </a:extLst>
          </p:cNvPr>
          <p:cNvSpPr/>
          <p:nvPr/>
        </p:nvSpPr>
        <p:spPr>
          <a:xfrm>
            <a:off x="9403860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C2CFF67-F864-2EAE-B00E-244689A71AC5}"/>
              </a:ext>
            </a:extLst>
          </p:cNvPr>
          <p:cNvSpPr/>
          <p:nvPr/>
        </p:nvSpPr>
        <p:spPr>
          <a:xfrm>
            <a:off x="14440442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0576C9F-C22B-8CBD-00C5-14041020D3E7}"/>
              </a:ext>
            </a:extLst>
          </p:cNvPr>
          <p:cNvSpPr/>
          <p:nvPr/>
        </p:nvSpPr>
        <p:spPr>
          <a:xfrm>
            <a:off x="12761582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D5E4D33-87CF-AC55-922F-FE57E440F1B0}"/>
              </a:ext>
            </a:extLst>
          </p:cNvPr>
          <p:cNvSpPr/>
          <p:nvPr/>
        </p:nvSpPr>
        <p:spPr>
          <a:xfrm>
            <a:off x="11082721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3BE40A1-B048-A719-3EF0-FE0969AC4CAF}"/>
              </a:ext>
            </a:extLst>
          </p:cNvPr>
          <p:cNvSpPr/>
          <p:nvPr/>
        </p:nvSpPr>
        <p:spPr>
          <a:xfrm>
            <a:off x="7724999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A39E020-FA6B-4A20-A946-E17689A511AD}"/>
              </a:ext>
            </a:extLst>
          </p:cNvPr>
          <p:cNvSpPr/>
          <p:nvPr/>
        </p:nvSpPr>
        <p:spPr>
          <a:xfrm>
            <a:off x="4367277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27613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A16DD-B9F4-5BEC-F268-4E3A400AB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7" name="!!box">
                <a:extLst>
                  <a:ext uri="{FF2B5EF4-FFF2-40B4-BE49-F238E27FC236}">
                    <a16:creationId xmlns:a16="http://schemas.microsoft.com/office/drawing/2014/main" id="{DF07B26A-5F58-FFCB-AEED-2F9AE286189A}"/>
                  </a:ext>
                </a:extLst>
              </p:cNvPr>
              <p:cNvSpPr/>
              <p:nvPr/>
            </p:nvSpPr>
            <p:spPr>
              <a:xfrm>
                <a:off x="560285" y="6580445"/>
                <a:ext cx="8707168" cy="419973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 </a:t>
                </a:r>
                <a:r>
                  <a:rPr lang="en-IN" sz="24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preorder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//find the number in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that appears first in preorder. Let its </a:t>
                </a:r>
                <a:r>
                  <a:rPr lang="en-IN" sz="24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index be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//recursively call </a:t>
                </a:r>
                <a:r>
                  <a:rPr lang="en-IN" sz="24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 array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to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//recursively call </a:t>
                </a:r>
                <a:r>
                  <a:rPr lang="en-IN" sz="24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 array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 to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7" name="!!box">
                <a:extLst>
                  <a:ext uri="{FF2B5EF4-FFF2-40B4-BE49-F238E27FC236}">
                    <a16:creationId xmlns:a16="http://schemas.microsoft.com/office/drawing/2014/main" id="{DF07B26A-5F58-FFCB-AEED-2F9AE28618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285" y="6580445"/>
                <a:ext cx="8707168" cy="419973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FCA3F14-2A27-97DC-33CC-E2D48EC93D02}"/>
              </a:ext>
            </a:extLst>
          </p:cNvPr>
          <p:cNvSpPr/>
          <p:nvPr/>
        </p:nvSpPr>
        <p:spPr>
          <a:xfrm>
            <a:off x="560285" y="8989845"/>
            <a:ext cx="8707168" cy="44040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FB1B7D1-7497-4777-7C42-99A87E2BB553}"/>
              </a:ext>
            </a:extLst>
          </p:cNvPr>
          <p:cNvSpPr/>
          <p:nvPr/>
        </p:nvSpPr>
        <p:spPr>
          <a:xfrm>
            <a:off x="683886" y="581745"/>
            <a:ext cx="309840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Inorder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D420F27-3C94-352A-7D01-62E7A116DF2E}"/>
              </a:ext>
            </a:extLst>
          </p:cNvPr>
          <p:cNvSpPr/>
          <p:nvPr/>
        </p:nvSpPr>
        <p:spPr>
          <a:xfrm>
            <a:off x="682221" y="4550970"/>
            <a:ext cx="309840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Preorder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3420232-7B05-1371-EA77-CFC01E1AAC8C}"/>
              </a:ext>
            </a:extLst>
          </p:cNvPr>
          <p:cNvSpPr/>
          <p:nvPr/>
        </p:nvSpPr>
        <p:spPr>
          <a:xfrm>
            <a:off x="21709124" y="913304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8ADAA34-1E80-B387-F58B-E2D9C0937167}"/>
              </a:ext>
            </a:extLst>
          </p:cNvPr>
          <p:cNvSpPr/>
          <p:nvPr/>
        </p:nvSpPr>
        <p:spPr>
          <a:xfrm>
            <a:off x="6045860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D9491C3-544E-F49F-9168-4CC8722638C3}"/>
              </a:ext>
            </a:extLst>
          </p:cNvPr>
          <p:cNvSpPr/>
          <p:nvPr/>
        </p:nvSpPr>
        <p:spPr>
          <a:xfrm>
            <a:off x="7724444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E837532-684D-7ADC-B08F-12302AD46C26}"/>
              </a:ext>
            </a:extLst>
          </p:cNvPr>
          <p:cNvSpPr/>
          <p:nvPr/>
        </p:nvSpPr>
        <p:spPr>
          <a:xfrm>
            <a:off x="9403028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AE207C5-B892-A19A-F678-B94FF22B93CC}"/>
              </a:ext>
            </a:extLst>
          </p:cNvPr>
          <p:cNvSpPr/>
          <p:nvPr/>
        </p:nvSpPr>
        <p:spPr>
          <a:xfrm>
            <a:off x="11081612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B542089-55FC-1560-D2FF-86637A66653B}"/>
              </a:ext>
            </a:extLst>
          </p:cNvPr>
          <p:cNvSpPr/>
          <p:nvPr/>
        </p:nvSpPr>
        <p:spPr>
          <a:xfrm>
            <a:off x="12760196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D0F3034-0A3B-4E55-CDF3-C8081B38BB7F}"/>
              </a:ext>
            </a:extLst>
          </p:cNvPr>
          <p:cNvSpPr/>
          <p:nvPr/>
        </p:nvSpPr>
        <p:spPr>
          <a:xfrm>
            <a:off x="14438777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841C09B-4C08-A9A9-5CBA-8C5B16D9CE44}"/>
              </a:ext>
            </a:extLst>
          </p:cNvPr>
          <p:cNvCxnSpPr>
            <a:cxnSpLocks/>
          </p:cNvCxnSpPr>
          <p:nvPr/>
        </p:nvCxnSpPr>
        <p:spPr>
          <a:xfrm flipV="1">
            <a:off x="5087275" y="1999422"/>
            <a:ext cx="0" cy="868024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!!box1">
            <a:extLst>
              <a:ext uri="{FF2B5EF4-FFF2-40B4-BE49-F238E27FC236}">
                <a16:creationId xmlns:a16="http://schemas.microsoft.com/office/drawing/2014/main" id="{C48F28A5-92DD-3921-91FC-769DA64C69D6}"/>
              </a:ext>
            </a:extLst>
          </p:cNvPr>
          <p:cNvSpPr/>
          <p:nvPr/>
        </p:nvSpPr>
        <p:spPr>
          <a:xfrm>
            <a:off x="3854823" y="3134146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low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6FA747A-8891-E54B-BD86-3B3E0CC3B65E}"/>
              </a:ext>
            </a:extLst>
          </p:cNvPr>
          <p:cNvCxnSpPr>
            <a:cxnSpLocks/>
          </p:cNvCxnSpPr>
          <p:nvPr/>
        </p:nvCxnSpPr>
        <p:spPr>
          <a:xfrm flipV="1">
            <a:off x="8460395" y="1977653"/>
            <a:ext cx="0" cy="868024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!!box2">
            <a:extLst>
              <a:ext uri="{FF2B5EF4-FFF2-40B4-BE49-F238E27FC236}">
                <a16:creationId xmlns:a16="http://schemas.microsoft.com/office/drawing/2014/main" id="{CF940421-E366-DB4E-EE02-5F77D3B05060}"/>
              </a:ext>
            </a:extLst>
          </p:cNvPr>
          <p:cNvSpPr/>
          <p:nvPr/>
        </p:nvSpPr>
        <p:spPr>
          <a:xfrm>
            <a:off x="7227943" y="3112377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high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55106A3-7305-A088-5B37-ACA2318570BB}"/>
              </a:ext>
            </a:extLst>
          </p:cNvPr>
          <p:cNvCxnSpPr>
            <a:cxnSpLocks/>
          </p:cNvCxnSpPr>
          <p:nvPr/>
        </p:nvCxnSpPr>
        <p:spPr>
          <a:xfrm flipV="1">
            <a:off x="6773835" y="1786422"/>
            <a:ext cx="0" cy="868024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" name="!!box3">
            <a:extLst>
              <a:ext uri="{FF2B5EF4-FFF2-40B4-BE49-F238E27FC236}">
                <a16:creationId xmlns:a16="http://schemas.microsoft.com/office/drawing/2014/main" id="{67CD8303-C071-25B0-4C37-B83965528399}"/>
              </a:ext>
            </a:extLst>
          </p:cNvPr>
          <p:cNvSpPr/>
          <p:nvPr/>
        </p:nvSpPr>
        <p:spPr>
          <a:xfrm>
            <a:off x="5541383" y="2921146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position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878E711-A2F3-0A52-78FB-B366C7BC8AB9}"/>
              </a:ext>
            </a:extLst>
          </p:cNvPr>
          <p:cNvSpPr/>
          <p:nvPr/>
        </p:nvSpPr>
        <p:spPr>
          <a:xfrm>
            <a:off x="4367276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5D0B829-CC71-BE01-9D1D-FED1228537B3}"/>
              </a:ext>
            </a:extLst>
          </p:cNvPr>
          <p:cNvSpPr/>
          <p:nvPr/>
        </p:nvSpPr>
        <p:spPr>
          <a:xfrm>
            <a:off x="6046138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752E88B-A13F-9752-E2F6-3597BBF656B6}"/>
              </a:ext>
            </a:extLst>
          </p:cNvPr>
          <p:cNvSpPr/>
          <p:nvPr/>
        </p:nvSpPr>
        <p:spPr>
          <a:xfrm>
            <a:off x="9403860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61DF026-1CDD-CE24-D298-5580FC552C4C}"/>
              </a:ext>
            </a:extLst>
          </p:cNvPr>
          <p:cNvSpPr/>
          <p:nvPr/>
        </p:nvSpPr>
        <p:spPr>
          <a:xfrm>
            <a:off x="14440442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95B1941-D5D6-DC92-7F47-8B4375C2AA35}"/>
              </a:ext>
            </a:extLst>
          </p:cNvPr>
          <p:cNvSpPr/>
          <p:nvPr/>
        </p:nvSpPr>
        <p:spPr>
          <a:xfrm>
            <a:off x="12761582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8E8B243-A785-8A2B-ADD2-0A677CE6C816}"/>
              </a:ext>
            </a:extLst>
          </p:cNvPr>
          <p:cNvSpPr/>
          <p:nvPr/>
        </p:nvSpPr>
        <p:spPr>
          <a:xfrm>
            <a:off x="11082721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E409739-8BDB-E5B3-035B-F92B63EB3D9C}"/>
              </a:ext>
            </a:extLst>
          </p:cNvPr>
          <p:cNvSpPr/>
          <p:nvPr/>
        </p:nvSpPr>
        <p:spPr>
          <a:xfrm>
            <a:off x="7724999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17A3B91-805E-A1A8-8834-E49AC7FCD647}"/>
              </a:ext>
            </a:extLst>
          </p:cNvPr>
          <p:cNvSpPr/>
          <p:nvPr/>
        </p:nvSpPr>
        <p:spPr>
          <a:xfrm>
            <a:off x="4367277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3048925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12ACE-9C01-DA63-C257-B4CE657E9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7" name="!!box">
                <a:extLst>
                  <a:ext uri="{FF2B5EF4-FFF2-40B4-BE49-F238E27FC236}">
                    <a16:creationId xmlns:a16="http://schemas.microsoft.com/office/drawing/2014/main" id="{F119BA55-924B-930A-7E7A-FDE0AB57BD98}"/>
                  </a:ext>
                </a:extLst>
              </p:cNvPr>
              <p:cNvSpPr/>
              <p:nvPr/>
            </p:nvSpPr>
            <p:spPr>
              <a:xfrm>
                <a:off x="560285" y="6580445"/>
                <a:ext cx="8707168" cy="419973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 </a:t>
                </a:r>
                <a:r>
                  <a:rPr lang="en-IN" sz="24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preorder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//find the number in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that appears first in preorder. Let its </a:t>
                </a:r>
                <a:r>
                  <a:rPr lang="en-IN" sz="24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index be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//recursively call </a:t>
                </a:r>
                <a:r>
                  <a:rPr lang="en-IN" sz="24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 array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to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//recursively call </a:t>
                </a:r>
                <a:r>
                  <a:rPr lang="en-IN" sz="24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 array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 to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7" name="!!box">
                <a:extLst>
                  <a:ext uri="{FF2B5EF4-FFF2-40B4-BE49-F238E27FC236}">
                    <a16:creationId xmlns:a16="http://schemas.microsoft.com/office/drawing/2014/main" id="{F119BA55-924B-930A-7E7A-FDE0AB57BD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285" y="6580445"/>
                <a:ext cx="8707168" cy="419973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F6F69B6-87EA-7E89-29BA-B82880D6E7EB}"/>
              </a:ext>
            </a:extLst>
          </p:cNvPr>
          <p:cNvSpPr/>
          <p:nvPr/>
        </p:nvSpPr>
        <p:spPr>
          <a:xfrm>
            <a:off x="560285" y="9358408"/>
            <a:ext cx="8707168" cy="44040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8AE415D-8FE2-9D43-6CFA-DD63FDDD7543}"/>
              </a:ext>
            </a:extLst>
          </p:cNvPr>
          <p:cNvSpPr/>
          <p:nvPr/>
        </p:nvSpPr>
        <p:spPr>
          <a:xfrm>
            <a:off x="683886" y="581745"/>
            <a:ext cx="309840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Inorder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7C30E7D-CC55-E45B-F356-FA1662C85553}"/>
              </a:ext>
            </a:extLst>
          </p:cNvPr>
          <p:cNvSpPr/>
          <p:nvPr/>
        </p:nvSpPr>
        <p:spPr>
          <a:xfrm>
            <a:off x="682221" y="4550970"/>
            <a:ext cx="309840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Preorder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7BF8998-289F-96F2-EE3C-612975028889}"/>
              </a:ext>
            </a:extLst>
          </p:cNvPr>
          <p:cNvSpPr/>
          <p:nvPr/>
        </p:nvSpPr>
        <p:spPr>
          <a:xfrm>
            <a:off x="21709124" y="913304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5E93646-5EC8-F1BB-4203-57FEB4F64674}"/>
              </a:ext>
            </a:extLst>
          </p:cNvPr>
          <p:cNvSpPr/>
          <p:nvPr/>
        </p:nvSpPr>
        <p:spPr>
          <a:xfrm>
            <a:off x="6045860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D830859-A1CC-5CB7-B504-6323B3500CA0}"/>
              </a:ext>
            </a:extLst>
          </p:cNvPr>
          <p:cNvSpPr/>
          <p:nvPr/>
        </p:nvSpPr>
        <p:spPr>
          <a:xfrm>
            <a:off x="12760196" y="93584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611A5BE-A2D4-D32E-29DF-8CEFF8644C8E}"/>
              </a:ext>
            </a:extLst>
          </p:cNvPr>
          <p:cNvSpPr/>
          <p:nvPr/>
        </p:nvSpPr>
        <p:spPr>
          <a:xfrm>
            <a:off x="9403028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32BD4D1-863E-2D15-389F-4EFA88D35FF3}"/>
              </a:ext>
            </a:extLst>
          </p:cNvPr>
          <p:cNvSpPr/>
          <p:nvPr/>
        </p:nvSpPr>
        <p:spPr>
          <a:xfrm>
            <a:off x="11081612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06B8A3-4133-C2AE-A468-DE43E13472F4}"/>
              </a:ext>
            </a:extLst>
          </p:cNvPr>
          <p:cNvSpPr/>
          <p:nvPr/>
        </p:nvSpPr>
        <p:spPr>
          <a:xfrm>
            <a:off x="12760196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1A21468-CE28-A639-31D0-BC26DD12C91A}"/>
              </a:ext>
            </a:extLst>
          </p:cNvPr>
          <p:cNvSpPr/>
          <p:nvPr/>
        </p:nvSpPr>
        <p:spPr>
          <a:xfrm>
            <a:off x="14438777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874058A-EB91-842B-5482-EA1C1722B13E}"/>
              </a:ext>
            </a:extLst>
          </p:cNvPr>
          <p:cNvCxnSpPr>
            <a:cxnSpLocks/>
          </p:cNvCxnSpPr>
          <p:nvPr/>
        </p:nvCxnSpPr>
        <p:spPr>
          <a:xfrm flipV="1">
            <a:off x="5087275" y="1999422"/>
            <a:ext cx="0" cy="868024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!!box1">
            <a:extLst>
              <a:ext uri="{FF2B5EF4-FFF2-40B4-BE49-F238E27FC236}">
                <a16:creationId xmlns:a16="http://schemas.microsoft.com/office/drawing/2014/main" id="{0A113D16-B99C-FF62-3467-D7B86E3CE45A}"/>
              </a:ext>
            </a:extLst>
          </p:cNvPr>
          <p:cNvSpPr/>
          <p:nvPr/>
        </p:nvSpPr>
        <p:spPr>
          <a:xfrm>
            <a:off x="3854823" y="3134146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low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CEC6C9C-F61B-8E3E-65B4-A18C950A8FBE}"/>
              </a:ext>
            </a:extLst>
          </p:cNvPr>
          <p:cNvCxnSpPr>
            <a:cxnSpLocks/>
          </p:cNvCxnSpPr>
          <p:nvPr/>
        </p:nvCxnSpPr>
        <p:spPr>
          <a:xfrm flipV="1">
            <a:off x="8460395" y="1977653"/>
            <a:ext cx="0" cy="868024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!!box2">
            <a:extLst>
              <a:ext uri="{FF2B5EF4-FFF2-40B4-BE49-F238E27FC236}">
                <a16:creationId xmlns:a16="http://schemas.microsoft.com/office/drawing/2014/main" id="{F9B2D058-3701-A440-A35B-1B414B374C2F}"/>
              </a:ext>
            </a:extLst>
          </p:cNvPr>
          <p:cNvSpPr/>
          <p:nvPr/>
        </p:nvSpPr>
        <p:spPr>
          <a:xfrm>
            <a:off x="7227943" y="3112377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high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7474BC3-5706-83FF-28E2-B2DA117F8D31}"/>
              </a:ext>
            </a:extLst>
          </p:cNvPr>
          <p:cNvCxnSpPr>
            <a:cxnSpLocks/>
          </p:cNvCxnSpPr>
          <p:nvPr/>
        </p:nvCxnSpPr>
        <p:spPr>
          <a:xfrm flipV="1">
            <a:off x="6773835" y="1786422"/>
            <a:ext cx="0" cy="868024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" name="!!box3">
            <a:extLst>
              <a:ext uri="{FF2B5EF4-FFF2-40B4-BE49-F238E27FC236}">
                <a16:creationId xmlns:a16="http://schemas.microsoft.com/office/drawing/2014/main" id="{EB744733-E15C-4BAC-B78B-AC55AA904917}"/>
              </a:ext>
            </a:extLst>
          </p:cNvPr>
          <p:cNvSpPr/>
          <p:nvPr/>
        </p:nvSpPr>
        <p:spPr>
          <a:xfrm>
            <a:off x="5541383" y="2921146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position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2267CC4-A3C2-BF8E-8BBE-9795AC4476DC}"/>
              </a:ext>
            </a:extLst>
          </p:cNvPr>
          <p:cNvSpPr/>
          <p:nvPr/>
        </p:nvSpPr>
        <p:spPr>
          <a:xfrm>
            <a:off x="4367276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208320E-8FE9-632A-D985-AC2A8D4F4C7B}"/>
              </a:ext>
            </a:extLst>
          </p:cNvPr>
          <p:cNvSpPr/>
          <p:nvPr/>
        </p:nvSpPr>
        <p:spPr>
          <a:xfrm>
            <a:off x="7724444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4980389-ECD4-F920-CA27-8FCDB6779DE5}"/>
              </a:ext>
            </a:extLst>
          </p:cNvPr>
          <p:cNvSpPr/>
          <p:nvPr/>
        </p:nvSpPr>
        <p:spPr>
          <a:xfrm>
            <a:off x="6046138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826BFA0-1FF2-63C3-1C5A-22B26C77A725}"/>
              </a:ext>
            </a:extLst>
          </p:cNvPr>
          <p:cNvSpPr/>
          <p:nvPr/>
        </p:nvSpPr>
        <p:spPr>
          <a:xfrm>
            <a:off x="9403860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E25FF48-6C80-A2F3-B32B-D8246083AF85}"/>
              </a:ext>
            </a:extLst>
          </p:cNvPr>
          <p:cNvSpPr/>
          <p:nvPr/>
        </p:nvSpPr>
        <p:spPr>
          <a:xfrm>
            <a:off x="14440442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74BC77F-4631-3CFF-5097-114084CD4259}"/>
              </a:ext>
            </a:extLst>
          </p:cNvPr>
          <p:cNvSpPr/>
          <p:nvPr/>
        </p:nvSpPr>
        <p:spPr>
          <a:xfrm>
            <a:off x="12761582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DA9410A-88B7-8892-5183-7F5537E3207E}"/>
              </a:ext>
            </a:extLst>
          </p:cNvPr>
          <p:cNvSpPr/>
          <p:nvPr/>
        </p:nvSpPr>
        <p:spPr>
          <a:xfrm>
            <a:off x="11082721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416C1FD-74BA-6399-D49F-A5FF4FB4CA4D}"/>
              </a:ext>
            </a:extLst>
          </p:cNvPr>
          <p:cNvSpPr/>
          <p:nvPr/>
        </p:nvSpPr>
        <p:spPr>
          <a:xfrm>
            <a:off x="7724999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A46C014-6177-E236-81CB-FE6B62AE0645}"/>
              </a:ext>
            </a:extLst>
          </p:cNvPr>
          <p:cNvSpPr/>
          <p:nvPr/>
        </p:nvSpPr>
        <p:spPr>
          <a:xfrm>
            <a:off x="4367277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9079908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9679D-DA08-B0DC-830B-4C767F796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7" name="!!box">
                <a:extLst>
                  <a:ext uri="{FF2B5EF4-FFF2-40B4-BE49-F238E27FC236}">
                    <a16:creationId xmlns:a16="http://schemas.microsoft.com/office/drawing/2014/main" id="{FA6D3B21-F632-DBC7-1D79-1D0E3F4245BA}"/>
                  </a:ext>
                </a:extLst>
              </p:cNvPr>
              <p:cNvSpPr/>
              <p:nvPr/>
            </p:nvSpPr>
            <p:spPr>
              <a:xfrm>
                <a:off x="560285" y="6580445"/>
                <a:ext cx="8707168" cy="419973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 </a:t>
                </a:r>
                <a:r>
                  <a:rPr lang="en-IN" sz="24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preorder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//find the number in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that appears first in preorder. Let its </a:t>
                </a:r>
                <a:r>
                  <a:rPr lang="en-IN" sz="24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index be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//recursively call </a:t>
                </a:r>
                <a:r>
                  <a:rPr lang="en-IN" sz="24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 array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to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//recursively call </a:t>
                </a:r>
                <a:r>
                  <a:rPr lang="en-IN" sz="24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 array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 to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7" name="!!box">
                <a:extLst>
                  <a:ext uri="{FF2B5EF4-FFF2-40B4-BE49-F238E27FC236}">
                    <a16:creationId xmlns:a16="http://schemas.microsoft.com/office/drawing/2014/main" id="{FA6D3B21-F632-DBC7-1D79-1D0E3F4245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285" y="6580445"/>
                <a:ext cx="8707168" cy="419973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E6B9ED5-CDF9-9963-18DF-265C55840B4B}"/>
              </a:ext>
            </a:extLst>
          </p:cNvPr>
          <p:cNvSpPr/>
          <p:nvPr/>
        </p:nvSpPr>
        <p:spPr>
          <a:xfrm>
            <a:off x="560285" y="9789446"/>
            <a:ext cx="8707168" cy="44040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4BBCAD6-7F89-8E64-1FEB-941C406197D3}"/>
              </a:ext>
            </a:extLst>
          </p:cNvPr>
          <p:cNvSpPr/>
          <p:nvPr/>
        </p:nvSpPr>
        <p:spPr>
          <a:xfrm>
            <a:off x="683886" y="581745"/>
            <a:ext cx="309840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Inorder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56C1A48-5228-B706-9463-F3335119CC71}"/>
              </a:ext>
            </a:extLst>
          </p:cNvPr>
          <p:cNvSpPr/>
          <p:nvPr/>
        </p:nvSpPr>
        <p:spPr>
          <a:xfrm>
            <a:off x="682221" y="4550970"/>
            <a:ext cx="309840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Preorder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ECE9B15-5607-A3D8-0420-DB25CB5C6774}"/>
              </a:ext>
            </a:extLst>
          </p:cNvPr>
          <p:cNvSpPr/>
          <p:nvPr/>
        </p:nvSpPr>
        <p:spPr>
          <a:xfrm>
            <a:off x="21709124" y="913304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3BFFA77-1496-ABC8-0C12-DACBD33368F3}"/>
              </a:ext>
            </a:extLst>
          </p:cNvPr>
          <p:cNvSpPr/>
          <p:nvPr/>
        </p:nvSpPr>
        <p:spPr>
          <a:xfrm>
            <a:off x="12760196" y="93584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1588862-2145-F440-BCF4-89F865BC2141}"/>
              </a:ext>
            </a:extLst>
          </p:cNvPr>
          <p:cNvSpPr/>
          <p:nvPr/>
        </p:nvSpPr>
        <p:spPr>
          <a:xfrm>
            <a:off x="14396549" y="935324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F4BEA61-6FAE-8E5C-069B-5B10C6833D1D}"/>
              </a:ext>
            </a:extLst>
          </p:cNvPr>
          <p:cNvCxnSpPr>
            <a:cxnSpLocks/>
          </p:cNvCxnSpPr>
          <p:nvPr/>
        </p:nvCxnSpPr>
        <p:spPr>
          <a:xfrm flipV="1">
            <a:off x="5087275" y="1999422"/>
            <a:ext cx="0" cy="868024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!!box1">
            <a:extLst>
              <a:ext uri="{FF2B5EF4-FFF2-40B4-BE49-F238E27FC236}">
                <a16:creationId xmlns:a16="http://schemas.microsoft.com/office/drawing/2014/main" id="{116073D2-0FD7-662B-6915-4F5D7EE924B7}"/>
              </a:ext>
            </a:extLst>
          </p:cNvPr>
          <p:cNvSpPr/>
          <p:nvPr/>
        </p:nvSpPr>
        <p:spPr>
          <a:xfrm>
            <a:off x="3854823" y="3134146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low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8BFF4D4-3434-8DEA-20AC-10879EFE1167}"/>
              </a:ext>
            </a:extLst>
          </p:cNvPr>
          <p:cNvCxnSpPr>
            <a:cxnSpLocks/>
          </p:cNvCxnSpPr>
          <p:nvPr/>
        </p:nvCxnSpPr>
        <p:spPr>
          <a:xfrm flipV="1">
            <a:off x="8460395" y="1977653"/>
            <a:ext cx="0" cy="868024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!!box2">
            <a:extLst>
              <a:ext uri="{FF2B5EF4-FFF2-40B4-BE49-F238E27FC236}">
                <a16:creationId xmlns:a16="http://schemas.microsoft.com/office/drawing/2014/main" id="{552CEC19-3650-4E5F-00EF-7FA6110E6F94}"/>
              </a:ext>
            </a:extLst>
          </p:cNvPr>
          <p:cNvSpPr/>
          <p:nvPr/>
        </p:nvSpPr>
        <p:spPr>
          <a:xfrm>
            <a:off x="7227943" y="3112377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high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A5B4642-608A-C042-BA45-041FBD76D40D}"/>
              </a:ext>
            </a:extLst>
          </p:cNvPr>
          <p:cNvCxnSpPr>
            <a:cxnSpLocks/>
          </p:cNvCxnSpPr>
          <p:nvPr/>
        </p:nvCxnSpPr>
        <p:spPr>
          <a:xfrm flipV="1">
            <a:off x="6773835" y="1786422"/>
            <a:ext cx="0" cy="868024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" name="!!box3">
            <a:extLst>
              <a:ext uri="{FF2B5EF4-FFF2-40B4-BE49-F238E27FC236}">
                <a16:creationId xmlns:a16="http://schemas.microsoft.com/office/drawing/2014/main" id="{672AA22C-DC34-F060-0A8D-A9822658E1BD}"/>
              </a:ext>
            </a:extLst>
          </p:cNvPr>
          <p:cNvSpPr/>
          <p:nvPr/>
        </p:nvSpPr>
        <p:spPr>
          <a:xfrm>
            <a:off x="5541383" y="2921146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position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6106218-BF37-CB26-309E-C61173A45019}"/>
              </a:ext>
            </a:extLst>
          </p:cNvPr>
          <p:cNvSpPr/>
          <p:nvPr/>
        </p:nvSpPr>
        <p:spPr>
          <a:xfrm>
            <a:off x="6045860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98F7A4D-5E55-6C25-A1BD-39BF7E2C8597}"/>
              </a:ext>
            </a:extLst>
          </p:cNvPr>
          <p:cNvSpPr/>
          <p:nvPr/>
        </p:nvSpPr>
        <p:spPr>
          <a:xfrm>
            <a:off x="9403028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FBFBE15-51B7-19FE-28DE-D01102DF7534}"/>
              </a:ext>
            </a:extLst>
          </p:cNvPr>
          <p:cNvSpPr/>
          <p:nvPr/>
        </p:nvSpPr>
        <p:spPr>
          <a:xfrm>
            <a:off x="11081612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0BB3A7F-09B4-3D87-DA51-327ECD773468}"/>
              </a:ext>
            </a:extLst>
          </p:cNvPr>
          <p:cNvSpPr/>
          <p:nvPr/>
        </p:nvSpPr>
        <p:spPr>
          <a:xfrm>
            <a:off x="12760196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3584D1E-39CD-F419-C643-FB7CB88C98D2}"/>
              </a:ext>
            </a:extLst>
          </p:cNvPr>
          <p:cNvSpPr/>
          <p:nvPr/>
        </p:nvSpPr>
        <p:spPr>
          <a:xfrm>
            <a:off x="14438777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D2302C2-2220-3B38-3F1F-9CCDDF5AE15D}"/>
              </a:ext>
            </a:extLst>
          </p:cNvPr>
          <p:cNvSpPr/>
          <p:nvPr/>
        </p:nvSpPr>
        <p:spPr>
          <a:xfrm>
            <a:off x="4367276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6BE7E6A-76E6-3B45-9A96-9E46BB1ED9F5}"/>
              </a:ext>
            </a:extLst>
          </p:cNvPr>
          <p:cNvSpPr/>
          <p:nvPr/>
        </p:nvSpPr>
        <p:spPr>
          <a:xfrm>
            <a:off x="7724444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965D20D-DB66-0A01-57A5-EFB776D65C6A}"/>
              </a:ext>
            </a:extLst>
          </p:cNvPr>
          <p:cNvSpPr/>
          <p:nvPr/>
        </p:nvSpPr>
        <p:spPr>
          <a:xfrm>
            <a:off x="6046138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3814864-16A9-D1C1-D6FC-D618EB394CA2}"/>
              </a:ext>
            </a:extLst>
          </p:cNvPr>
          <p:cNvSpPr/>
          <p:nvPr/>
        </p:nvSpPr>
        <p:spPr>
          <a:xfrm>
            <a:off x="9403860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52B6D0F-892D-2BCE-5643-FB44E5EFE7BC}"/>
              </a:ext>
            </a:extLst>
          </p:cNvPr>
          <p:cNvSpPr/>
          <p:nvPr/>
        </p:nvSpPr>
        <p:spPr>
          <a:xfrm>
            <a:off x="14440442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E62B566-9162-1EB1-A62B-FA853B314840}"/>
              </a:ext>
            </a:extLst>
          </p:cNvPr>
          <p:cNvSpPr/>
          <p:nvPr/>
        </p:nvSpPr>
        <p:spPr>
          <a:xfrm>
            <a:off x="12761582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639DCFE-8709-AF84-D21E-2CC0B47CD2A4}"/>
              </a:ext>
            </a:extLst>
          </p:cNvPr>
          <p:cNvSpPr/>
          <p:nvPr/>
        </p:nvSpPr>
        <p:spPr>
          <a:xfrm>
            <a:off x="11082721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64AF084-DE3D-4018-20FE-4D6EC2A7E318}"/>
              </a:ext>
            </a:extLst>
          </p:cNvPr>
          <p:cNvSpPr/>
          <p:nvPr/>
        </p:nvSpPr>
        <p:spPr>
          <a:xfrm>
            <a:off x="7724999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C9AD43F-DFB8-C065-271B-7B6568805C19}"/>
              </a:ext>
            </a:extLst>
          </p:cNvPr>
          <p:cNvSpPr/>
          <p:nvPr/>
        </p:nvSpPr>
        <p:spPr>
          <a:xfrm>
            <a:off x="4367277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0391679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1A3A3-88AF-D8D0-0AF7-0FAFF2A27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7" name="!!box">
                <a:extLst>
                  <a:ext uri="{FF2B5EF4-FFF2-40B4-BE49-F238E27FC236}">
                    <a16:creationId xmlns:a16="http://schemas.microsoft.com/office/drawing/2014/main" id="{7295F683-F043-7D7A-E5C5-9C9B0805E296}"/>
                  </a:ext>
                </a:extLst>
              </p:cNvPr>
              <p:cNvSpPr/>
              <p:nvPr/>
            </p:nvSpPr>
            <p:spPr>
              <a:xfrm>
                <a:off x="560285" y="6580445"/>
                <a:ext cx="8707168" cy="419973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 </a:t>
                </a:r>
                <a:r>
                  <a:rPr lang="en-IN" sz="24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preorder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//find the number in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that appears first in preorder. Let its </a:t>
                </a:r>
                <a:r>
                  <a:rPr lang="en-IN" sz="24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index be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//recursively call </a:t>
                </a:r>
                <a:r>
                  <a:rPr lang="en-IN" sz="24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 array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to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//recursively call </a:t>
                </a:r>
                <a:r>
                  <a:rPr lang="en-IN" sz="24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 array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 to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7" name="!!box">
                <a:extLst>
                  <a:ext uri="{FF2B5EF4-FFF2-40B4-BE49-F238E27FC236}">
                    <a16:creationId xmlns:a16="http://schemas.microsoft.com/office/drawing/2014/main" id="{7295F683-F043-7D7A-E5C5-9C9B0805E2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285" y="6580445"/>
                <a:ext cx="8707168" cy="419973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D62F7F9-8F0B-9606-4C03-46E4D50D194D}"/>
              </a:ext>
            </a:extLst>
          </p:cNvPr>
          <p:cNvSpPr/>
          <p:nvPr/>
        </p:nvSpPr>
        <p:spPr>
          <a:xfrm>
            <a:off x="560285" y="13934726"/>
            <a:ext cx="8707168" cy="44040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113F88E-648E-41BE-CCC0-901F244C2C98}"/>
              </a:ext>
            </a:extLst>
          </p:cNvPr>
          <p:cNvSpPr/>
          <p:nvPr/>
        </p:nvSpPr>
        <p:spPr>
          <a:xfrm>
            <a:off x="683886" y="581745"/>
            <a:ext cx="309840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Inorder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8FDC430-1243-8AD5-77CF-C8146A1736D5}"/>
              </a:ext>
            </a:extLst>
          </p:cNvPr>
          <p:cNvSpPr/>
          <p:nvPr/>
        </p:nvSpPr>
        <p:spPr>
          <a:xfrm>
            <a:off x="682221" y="4550970"/>
            <a:ext cx="309840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Preorder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45FCFD5-E7BB-9745-4368-79D93DAF9BEB}"/>
              </a:ext>
            </a:extLst>
          </p:cNvPr>
          <p:cNvSpPr/>
          <p:nvPr/>
        </p:nvSpPr>
        <p:spPr>
          <a:xfrm>
            <a:off x="21709124" y="913304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0CC0D9E-C557-8AE1-D1FC-DEE5C317A6BE}"/>
              </a:ext>
            </a:extLst>
          </p:cNvPr>
          <p:cNvSpPr/>
          <p:nvPr/>
        </p:nvSpPr>
        <p:spPr>
          <a:xfrm>
            <a:off x="16032902" y="935324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E4622BC-4BDB-B6B4-C8E2-4AABADC2AE76}"/>
              </a:ext>
            </a:extLst>
          </p:cNvPr>
          <p:cNvSpPr/>
          <p:nvPr/>
        </p:nvSpPr>
        <p:spPr>
          <a:xfrm>
            <a:off x="12760196" y="93584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E43110B-4823-A963-B6E6-E7223269FED4}"/>
              </a:ext>
            </a:extLst>
          </p:cNvPr>
          <p:cNvSpPr/>
          <p:nvPr/>
        </p:nvSpPr>
        <p:spPr>
          <a:xfrm>
            <a:off x="14396549" y="935324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0B64E98-EC5B-276B-9E61-7B9B9C490A65}"/>
              </a:ext>
            </a:extLst>
          </p:cNvPr>
          <p:cNvSpPr/>
          <p:nvPr/>
        </p:nvSpPr>
        <p:spPr>
          <a:xfrm>
            <a:off x="6045860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D730A5A-521C-5ED7-6C70-D50DF61F5405}"/>
              </a:ext>
            </a:extLst>
          </p:cNvPr>
          <p:cNvSpPr/>
          <p:nvPr/>
        </p:nvSpPr>
        <p:spPr>
          <a:xfrm>
            <a:off x="9403028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5C4E7B6-79B5-5496-008E-676BD8480F07}"/>
              </a:ext>
            </a:extLst>
          </p:cNvPr>
          <p:cNvSpPr/>
          <p:nvPr/>
        </p:nvSpPr>
        <p:spPr>
          <a:xfrm>
            <a:off x="11081612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0115013-9518-28A8-0852-14E2F855B888}"/>
              </a:ext>
            </a:extLst>
          </p:cNvPr>
          <p:cNvSpPr/>
          <p:nvPr/>
        </p:nvSpPr>
        <p:spPr>
          <a:xfrm>
            <a:off x="12760196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ACEB0DE-CBBC-4B1F-C5AC-FD5037D4B2F7}"/>
              </a:ext>
            </a:extLst>
          </p:cNvPr>
          <p:cNvSpPr/>
          <p:nvPr/>
        </p:nvSpPr>
        <p:spPr>
          <a:xfrm>
            <a:off x="14438777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D3F20F0-B2C9-BEA6-004E-C62F87D79C34}"/>
              </a:ext>
            </a:extLst>
          </p:cNvPr>
          <p:cNvSpPr/>
          <p:nvPr/>
        </p:nvSpPr>
        <p:spPr>
          <a:xfrm>
            <a:off x="4367276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70C04F6-0BC1-AC08-CC15-D1E8776298B8}"/>
              </a:ext>
            </a:extLst>
          </p:cNvPr>
          <p:cNvSpPr/>
          <p:nvPr/>
        </p:nvSpPr>
        <p:spPr>
          <a:xfrm>
            <a:off x="7724444" y="42710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273E37C-824B-FD46-A95C-8F40475C003B}"/>
              </a:ext>
            </a:extLst>
          </p:cNvPr>
          <p:cNvSpPr/>
          <p:nvPr/>
        </p:nvSpPr>
        <p:spPr>
          <a:xfrm>
            <a:off x="6046138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E569894-044A-7765-F70F-49FFDECB8BD4}"/>
              </a:ext>
            </a:extLst>
          </p:cNvPr>
          <p:cNvSpPr/>
          <p:nvPr/>
        </p:nvSpPr>
        <p:spPr>
          <a:xfrm>
            <a:off x="9403860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933FA80-11D2-4E48-F573-C1D1CFA15B28}"/>
              </a:ext>
            </a:extLst>
          </p:cNvPr>
          <p:cNvSpPr/>
          <p:nvPr/>
        </p:nvSpPr>
        <p:spPr>
          <a:xfrm>
            <a:off x="14440442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3B55CD6-37E1-05A2-3C3F-0FCBEF703117}"/>
              </a:ext>
            </a:extLst>
          </p:cNvPr>
          <p:cNvSpPr/>
          <p:nvPr/>
        </p:nvSpPr>
        <p:spPr>
          <a:xfrm>
            <a:off x="12761582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75C7334-F856-CB7D-C591-49674D51049E}"/>
              </a:ext>
            </a:extLst>
          </p:cNvPr>
          <p:cNvSpPr/>
          <p:nvPr/>
        </p:nvSpPr>
        <p:spPr>
          <a:xfrm>
            <a:off x="11082721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76652F3-A063-3F6C-1B5D-14DE6560084A}"/>
              </a:ext>
            </a:extLst>
          </p:cNvPr>
          <p:cNvSpPr/>
          <p:nvPr/>
        </p:nvSpPr>
        <p:spPr>
          <a:xfrm>
            <a:off x="7724999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B61B024-B806-D13D-D2BF-0D8C854C5DF9}"/>
              </a:ext>
            </a:extLst>
          </p:cNvPr>
          <p:cNvSpPr/>
          <p:nvPr/>
        </p:nvSpPr>
        <p:spPr>
          <a:xfrm>
            <a:off x="4367277" y="3500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6925476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43F6B-2712-E24E-ECE8-65BDB2B24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!!box">
                <a:extLst>
                  <a:ext uri="{FF2B5EF4-FFF2-40B4-BE49-F238E27FC236}">
                    <a16:creationId xmlns:a16="http://schemas.microsoft.com/office/drawing/2014/main" id="{743579FF-EAF8-8CAB-6438-8BEAEB9661F0}"/>
                  </a:ext>
                </a:extLst>
              </p:cNvPr>
              <p:cNvSpPr/>
              <p:nvPr/>
            </p:nvSpPr>
            <p:spPr>
              <a:xfrm>
                <a:off x="874982" y="671909"/>
                <a:ext cx="12231418" cy="1237218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 </a:t>
                </a:r>
                <a:r>
                  <a:rPr lang="en-IN" sz="36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preorder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	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rootIndex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3600" i="1" dirty="0" smtClean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r>
                  <a:rPr lang="en-IN" sz="36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3600" i="1" dirty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3600" i="1" dirty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3600" i="1" dirty="0" smtClean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=0;</a:t>
                </a:r>
                <a:r>
                  <a:rPr lang="en-IN" sz="36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3600" i="1" dirty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&lt;=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-1; 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3600" i="1" dirty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preorder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3600" i="1" dirty="0" smtClean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rootIndex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	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rootIndex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position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endParaRPr lang="en-IN" sz="3600" dirty="0">
                  <a:solidFill>
                    <a:schemeClr val="accent2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preorder , low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preorder, position 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+1,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“%d”,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" name="!!box">
                <a:extLst>
                  <a:ext uri="{FF2B5EF4-FFF2-40B4-BE49-F238E27FC236}">
                    <a16:creationId xmlns:a16="http://schemas.microsoft.com/office/drawing/2014/main" id="{743579FF-EAF8-8CAB-6438-8BEAEB9661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982" y="671909"/>
                <a:ext cx="12231418" cy="1237218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83322E4-88B2-7A44-E1E6-4411BCB23C83}"/>
              </a:ext>
            </a:extLst>
          </p:cNvPr>
          <p:cNvSpPr/>
          <p:nvPr/>
        </p:nvSpPr>
        <p:spPr>
          <a:xfrm>
            <a:off x="15271980" y="1815432"/>
            <a:ext cx="8543059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is the running time of this algorithm?</a:t>
            </a:r>
          </a:p>
        </p:txBody>
      </p:sp>
    </p:spTree>
    <p:extLst>
      <p:ext uri="{BB962C8B-B14F-4D97-AF65-F5344CB8AC3E}">
        <p14:creationId xmlns:p14="http://schemas.microsoft.com/office/powerpoint/2010/main" val="14677511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55908-022D-7614-3A10-B6AC2EBE0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!!box">
                <a:extLst>
                  <a:ext uri="{FF2B5EF4-FFF2-40B4-BE49-F238E27FC236}">
                    <a16:creationId xmlns:a16="http://schemas.microsoft.com/office/drawing/2014/main" id="{EBD23492-25D4-5E44-251D-BED1AEF99DC8}"/>
                  </a:ext>
                </a:extLst>
              </p:cNvPr>
              <p:cNvSpPr/>
              <p:nvPr/>
            </p:nvSpPr>
            <p:spPr>
              <a:xfrm>
                <a:off x="46912" y="2715022"/>
                <a:ext cx="8777018" cy="828595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 </a:t>
                </a:r>
                <a:r>
                  <a:rPr lang="en-IN" sz="24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preorder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rootIndex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r>
                  <a:rPr lang="en-IN" sz="24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 smtClean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=0;</a:t>
                </a:r>
                <a:r>
                  <a:rPr lang="en-IN" sz="24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&lt;=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-1;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preorder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 smtClean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rootIndex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	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rootIndex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position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endParaRPr lang="en-IN" sz="2400" dirty="0">
                  <a:solidFill>
                    <a:schemeClr val="accent2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preorder , low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-1,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preorder, position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“%d”,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3" name="!!box">
                <a:extLst>
                  <a:ext uri="{FF2B5EF4-FFF2-40B4-BE49-F238E27FC236}">
                    <a16:creationId xmlns:a16="http://schemas.microsoft.com/office/drawing/2014/main" id="{EBD23492-25D4-5E44-251D-BED1AEF99D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12" y="2715022"/>
                <a:ext cx="8777018" cy="828595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A0D5FC2-0D29-FF20-5D42-ADF592F1A204}"/>
              </a:ext>
            </a:extLst>
          </p:cNvPr>
          <p:cNvSpPr/>
          <p:nvPr/>
        </p:nvSpPr>
        <p:spPr>
          <a:xfrm>
            <a:off x="7003406" y="3143710"/>
            <a:ext cx="2038994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T(n)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1851F267-5F5C-CB74-3F35-42915BA8F7F6}"/>
              </a:ext>
            </a:extLst>
          </p:cNvPr>
          <p:cNvSpPr/>
          <p:nvPr/>
        </p:nvSpPr>
        <p:spPr>
          <a:xfrm>
            <a:off x="7620000" y="5770880"/>
            <a:ext cx="589280" cy="2174240"/>
          </a:xfrm>
          <a:prstGeom prst="rightBrace">
            <a:avLst/>
          </a:prstGeom>
          <a:noFill/>
          <a:ln w="127000" cap="flat">
            <a:solidFill>
              <a:schemeClr val="bg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6720706A-4F20-91A7-828F-36DF3CD2912B}"/>
                  </a:ext>
                </a:extLst>
              </p:cNvPr>
              <p:cNvSpPr/>
              <p:nvPr/>
            </p:nvSpPr>
            <p:spPr>
              <a:xfrm>
                <a:off x="8598526" y="6494780"/>
                <a:ext cx="2038994" cy="72644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36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6720706A-4F20-91A7-828F-36DF3CD291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8526" y="6494780"/>
                <a:ext cx="2038994" cy="72644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3891DA2-7FFA-F935-0708-103619350E92}"/>
              </a:ext>
            </a:extLst>
          </p:cNvPr>
          <p:cNvSpPr/>
          <p:nvPr/>
        </p:nvSpPr>
        <p:spPr>
          <a:xfrm>
            <a:off x="13910540" y="5770880"/>
            <a:ext cx="8543059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This is wrong. Can you see why?</a:t>
            </a:r>
          </a:p>
        </p:txBody>
      </p:sp>
    </p:spTree>
    <p:extLst>
      <p:ext uri="{BB962C8B-B14F-4D97-AF65-F5344CB8AC3E}">
        <p14:creationId xmlns:p14="http://schemas.microsoft.com/office/powerpoint/2010/main" val="12610721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" fill="hold">
                          <p:stCondLst>
                            <p:cond delay="indefinite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2" presetClass="entr" presetSubtype="2" fill="hold" nodeType="click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3" dur="500" fill="hold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4" dur="500" fill="hold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" fill="hold">
                          <p:stCondLst>
                            <p:cond delay="indefinite"/>
                          </p:stCondLst>
                          <p:childTnLst>
                            <p:par>
                              <p:cTn id="1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  <p:bldP spid="7" grpId="0" animBg="1"/>
          <p:bldP spid="8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" fill="hold">
                          <p:stCondLst>
                            <p:cond delay="indefinite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500" fill="hold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" fill="hold">
                          <p:stCondLst>
                            <p:cond delay="indefinite"/>
                          </p:stCondLst>
                          <p:childTnLst>
                            <p:par>
                              <p:cTn id="1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  <p:bldP spid="7" grpId="0" animBg="1"/>
          <p:bldP spid="8" grpId="0" animBg="1"/>
        </p:bldLst>
      </p:timing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852D1-ED30-55DC-2AD9-3BC8E4BBE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!!box">
                <a:extLst>
                  <a:ext uri="{FF2B5EF4-FFF2-40B4-BE49-F238E27FC236}">
                    <a16:creationId xmlns:a16="http://schemas.microsoft.com/office/drawing/2014/main" id="{B9FAA869-381A-02FC-AB47-1F673D9E9508}"/>
                  </a:ext>
                </a:extLst>
              </p:cNvPr>
              <p:cNvSpPr/>
              <p:nvPr/>
            </p:nvSpPr>
            <p:spPr>
              <a:xfrm>
                <a:off x="46912" y="2715022"/>
                <a:ext cx="8777018" cy="828595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 </a:t>
                </a:r>
                <a:r>
                  <a:rPr lang="en-IN" sz="24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preorder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rootIndex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r>
                  <a:rPr lang="en-IN" sz="24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 smtClean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=0;</a:t>
                </a:r>
                <a:r>
                  <a:rPr lang="en-IN" sz="24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&lt;=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-1;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preorder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 smtClean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rootIndex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	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rootIndex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position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endParaRPr lang="en-IN" sz="2400" dirty="0">
                  <a:solidFill>
                    <a:schemeClr val="accent2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preorder , low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-1,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preorder, position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“%d”,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3" name="!!box">
                <a:extLst>
                  <a:ext uri="{FF2B5EF4-FFF2-40B4-BE49-F238E27FC236}">
                    <a16:creationId xmlns:a16="http://schemas.microsoft.com/office/drawing/2014/main" id="{B9FAA869-381A-02FC-AB47-1F673D9E95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12" y="2715022"/>
                <a:ext cx="8777018" cy="828595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7A0FEA9-A3D8-A526-CCB0-C0C2830113AF}"/>
              </a:ext>
            </a:extLst>
          </p:cNvPr>
          <p:cNvSpPr/>
          <p:nvPr/>
        </p:nvSpPr>
        <p:spPr>
          <a:xfrm>
            <a:off x="7003406" y="3143710"/>
            <a:ext cx="2038994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T(k)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AC1163D3-8347-FA25-8141-F6498B314C31}"/>
              </a:ext>
            </a:extLst>
          </p:cNvPr>
          <p:cNvSpPr/>
          <p:nvPr/>
        </p:nvSpPr>
        <p:spPr>
          <a:xfrm>
            <a:off x="7620000" y="5770880"/>
            <a:ext cx="589280" cy="2174240"/>
          </a:xfrm>
          <a:prstGeom prst="rightBrace">
            <a:avLst/>
          </a:prstGeom>
          <a:noFill/>
          <a:ln w="127000" cap="flat">
            <a:solidFill>
              <a:schemeClr val="bg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687EAF90-6B23-55DD-0ADA-16CD37200B19}"/>
                  </a:ext>
                </a:extLst>
              </p:cNvPr>
              <p:cNvSpPr/>
              <p:nvPr/>
            </p:nvSpPr>
            <p:spPr>
              <a:xfrm>
                <a:off x="8598526" y="6494780"/>
                <a:ext cx="2038994" cy="72644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𝑘𝑛</m:t>
                      </m:r>
                    </m:oMath>
                  </m:oMathPara>
                </a14:m>
                <a:endParaRPr lang="en-US" sz="36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687EAF90-6B23-55DD-0ADA-16CD37200B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8526" y="6494780"/>
                <a:ext cx="2038994" cy="72644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997FD02-144D-8E8A-E26E-721A84710F3F}"/>
              </a:ext>
            </a:extLst>
          </p:cNvPr>
          <p:cNvSpPr/>
          <p:nvPr/>
        </p:nvSpPr>
        <p:spPr>
          <a:xfrm>
            <a:off x="8308744" y="8747879"/>
            <a:ext cx="3375256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T(position-low)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2FD8CD7-E2D8-BA34-59C3-E14B62F912B8}"/>
              </a:ext>
            </a:extLst>
          </p:cNvPr>
          <p:cNvSpPr/>
          <p:nvPr/>
        </p:nvSpPr>
        <p:spPr>
          <a:xfrm>
            <a:off x="8308744" y="9511208"/>
            <a:ext cx="3883256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T(high-position)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B496585-B73E-D325-3DB9-1CD44F2420EF}"/>
              </a:ext>
            </a:extLst>
          </p:cNvPr>
          <p:cNvSpPr/>
          <p:nvPr/>
        </p:nvSpPr>
        <p:spPr>
          <a:xfrm>
            <a:off x="13746482" y="7221220"/>
            <a:ext cx="8543059" cy="37911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Unfortunately, finding the answer to this recurrence relation is not easy</a:t>
            </a:r>
          </a:p>
        </p:txBody>
      </p:sp>
    </p:spTree>
    <p:extLst>
      <p:ext uri="{BB962C8B-B14F-4D97-AF65-F5344CB8AC3E}">
        <p14:creationId xmlns:p14="http://schemas.microsoft.com/office/powerpoint/2010/main" val="34021210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" fill="hold">
                          <p:stCondLst>
                            <p:cond delay="indefinite"/>
                          </p:stCondLst>
                          <p:childTnLst>
                            <p:par>
                              <p:cTn id="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" fill="hold">
                          <p:stCondLst>
                            <p:cond delay="indefinite"/>
                          </p:stCondLst>
                          <p:childTnLst>
                            <p:par>
                              <p:cTn id="1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" presetID="2" presetClass="entr" presetSubtype="2" fill="hold" nodeType="click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5" dur="500" fill="hold"/>
                                            <p:tgtEl>
                                              <p:spTgt spid="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6" dur="500" fill="hold"/>
                                            <p:tgtEl>
                                              <p:spTgt spid="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9" dur="500" fill="hold"/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0" dur="500" fill="hold"/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1" fill="hold">
                          <p:stCondLst>
                            <p:cond delay="indefinite"/>
                          </p:stCondLst>
                          <p:childTnLst>
                            <p:par>
                              <p:cTn id="2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3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4" grpId="0" animBg="1"/>
          <p:bldP spid="9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" fill="hold">
                          <p:stCondLst>
                            <p:cond delay="indefinite"/>
                          </p:stCondLst>
                          <p:childTnLst>
                            <p:par>
                              <p:cTn id="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" fill="hold">
                          <p:stCondLst>
                            <p:cond delay="indefinite"/>
                          </p:stCondLst>
                          <p:childTnLst>
                            <p:par>
                              <p:cTn id="1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" presetID="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1" fill="hold">
                          <p:stCondLst>
                            <p:cond delay="indefinite"/>
                          </p:stCondLst>
                          <p:childTnLst>
                            <p:par>
                              <p:cTn id="2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3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4" grpId="0" animBg="1"/>
          <p:bldP spid="9" grpId="0" animBg="1"/>
        </p:bldLst>
      </p:timing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84ED0-3313-ECB6-0C54-4BF0D96A7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!!box">
                <a:extLst>
                  <a:ext uri="{FF2B5EF4-FFF2-40B4-BE49-F238E27FC236}">
                    <a16:creationId xmlns:a16="http://schemas.microsoft.com/office/drawing/2014/main" id="{B62B3050-C576-0869-42A1-1D626AB0B8B9}"/>
                  </a:ext>
                </a:extLst>
              </p:cNvPr>
              <p:cNvSpPr/>
              <p:nvPr/>
            </p:nvSpPr>
            <p:spPr>
              <a:xfrm>
                <a:off x="46912" y="2715022"/>
                <a:ext cx="8777018" cy="828595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 </a:t>
                </a:r>
                <a:r>
                  <a:rPr lang="en-IN" sz="24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preorder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rootIndex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r>
                  <a:rPr lang="en-IN" sz="24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 smtClean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=0;</a:t>
                </a:r>
                <a:r>
                  <a:rPr lang="en-IN" sz="24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&lt;=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-1;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preorder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 smtClean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rootIndex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	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rootIndex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position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endParaRPr lang="en-IN" sz="2400" dirty="0">
                  <a:solidFill>
                    <a:schemeClr val="accent2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preorder , low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-1,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preorder, position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“%d”,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" name="!!box">
                <a:extLst>
                  <a:ext uri="{FF2B5EF4-FFF2-40B4-BE49-F238E27FC236}">
                    <a16:creationId xmlns:a16="http://schemas.microsoft.com/office/drawing/2014/main" id="{B62B3050-C576-0869-42A1-1D626AB0B8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12" y="2715022"/>
                <a:ext cx="8777018" cy="828595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B3ADDADA-58E9-75E3-D540-D0D851D78BED}"/>
              </a:ext>
            </a:extLst>
          </p:cNvPr>
          <p:cNvSpPr/>
          <p:nvPr/>
        </p:nvSpPr>
        <p:spPr>
          <a:xfrm>
            <a:off x="14052010" y="248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5971220-6558-1366-AF99-553F86975689}"/>
              </a:ext>
            </a:extLst>
          </p:cNvPr>
          <p:cNvSpPr/>
          <p:nvPr/>
        </p:nvSpPr>
        <p:spPr>
          <a:xfrm>
            <a:off x="17409732" y="248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CB98816-0C19-8CBE-FBE3-9D4E6280CA30}"/>
              </a:ext>
            </a:extLst>
          </p:cNvPr>
          <p:cNvSpPr/>
          <p:nvPr/>
        </p:nvSpPr>
        <p:spPr>
          <a:xfrm>
            <a:off x="22446314" y="248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0F021C3-0DEA-8307-DB66-1BE5394C15F2}"/>
              </a:ext>
            </a:extLst>
          </p:cNvPr>
          <p:cNvSpPr/>
          <p:nvPr/>
        </p:nvSpPr>
        <p:spPr>
          <a:xfrm>
            <a:off x="20767454" y="248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A4D95B8-370D-D36F-853F-A8C4A114A10F}"/>
              </a:ext>
            </a:extLst>
          </p:cNvPr>
          <p:cNvSpPr/>
          <p:nvPr/>
        </p:nvSpPr>
        <p:spPr>
          <a:xfrm>
            <a:off x="19088593" y="248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33636E4-4960-88E2-D1BE-BAA9D2370A7C}"/>
              </a:ext>
            </a:extLst>
          </p:cNvPr>
          <p:cNvSpPr/>
          <p:nvPr/>
        </p:nvSpPr>
        <p:spPr>
          <a:xfrm>
            <a:off x="15730871" y="248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A1A26A5-2289-E297-4C0F-587B45B2CFD3}"/>
              </a:ext>
            </a:extLst>
          </p:cNvPr>
          <p:cNvSpPr/>
          <p:nvPr/>
        </p:nvSpPr>
        <p:spPr>
          <a:xfrm>
            <a:off x="12373149" y="248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923C5ED-91E0-AC5D-CF24-FAA40CA824AE}"/>
              </a:ext>
            </a:extLst>
          </p:cNvPr>
          <p:cNvCxnSpPr>
            <a:cxnSpLocks/>
          </p:cNvCxnSpPr>
          <p:nvPr/>
        </p:nvCxnSpPr>
        <p:spPr>
          <a:xfrm flipV="1">
            <a:off x="13093147" y="1897822"/>
            <a:ext cx="0" cy="868024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!!box1">
            <a:extLst>
              <a:ext uri="{FF2B5EF4-FFF2-40B4-BE49-F238E27FC236}">
                <a16:creationId xmlns:a16="http://schemas.microsoft.com/office/drawing/2014/main" id="{52A07122-BB61-2A96-E0C1-F4E042FEBC88}"/>
              </a:ext>
            </a:extLst>
          </p:cNvPr>
          <p:cNvSpPr/>
          <p:nvPr/>
        </p:nvSpPr>
        <p:spPr>
          <a:xfrm>
            <a:off x="11860695" y="3032546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low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F01E4E5-2982-92BB-4B4B-B5678710B38E}"/>
              </a:ext>
            </a:extLst>
          </p:cNvPr>
          <p:cNvCxnSpPr>
            <a:cxnSpLocks/>
          </p:cNvCxnSpPr>
          <p:nvPr/>
        </p:nvCxnSpPr>
        <p:spPr>
          <a:xfrm flipV="1">
            <a:off x="23151547" y="1897822"/>
            <a:ext cx="0" cy="868024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" name="!!box2">
            <a:extLst>
              <a:ext uri="{FF2B5EF4-FFF2-40B4-BE49-F238E27FC236}">
                <a16:creationId xmlns:a16="http://schemas.microsoft.com/office/drawing/2014/main" id="{003A136C-2E27-D1B2-5D39-E7B4F3EAC005}"/>
              </a:ext>
            </a:extLst>
          </p:cNvPr>
          <p:cNvSpPr/>
          <p:nvPr/>
        </p:nvSpPr>
        <p:spPr>
          <a:xfrm>
            <a:off x="21919095" y="3032546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high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41D005F2-BBC8-98D8-E49D-06A0C9EB08C7}"/>
              </a:ext>
            </a:extLst>
          </p:cNvPr>
          <p:cNvSpPr/>
          <p:nvPr/>
        </p:nvSpPr>
        <p:spPr>
          <a:xfrm>
            <a:off x="6690070" y="5770880"/>
            <a:ext cx="589280" cy="2174240"/>
          </a:xfrm>
          <a:prstGeom prst="rightBrace">
            <a:avLst/>
          </a:prstGeom>
          <a:noFill/>
          <a:ln w="127000" cap="flat">
            <a:solidFill>
              <a:schemeClr val="bg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79971AB1-721C-F2A1-401D-C3EAAA92FC0E}"/>
                  </a:ext>
                </a:extLst>
              </p:cNvPr>
              <p:cNvSpPr/>
              <p:nvPr/>
            </p:nvSpPr>
            <p:spPr>
              <a:xfrm>
                <a:off x="7283821" y="6494780"/>
                <a:ext cx="2038994" cy="72644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𝑘𝑛</m:t>
                      </m:r>
                    </m:oMath>
                  </m:oMathPara>
                </a14:m>
                <a:endParaRPr lang="en-US" sz="36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79971AB1-721C-F2A1-401D-C3EAAA92FC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3821" y="6494780"/>
                <a:ext cx="2038994" cy="72644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Oval 25">
            <a:extLst>
              <a:ext uri="{FF2B5EF4-FFF2-40B4-BE49-F238E27FC236}">
                <a16:creationId xmlns:a16="http://schemas.microsoft.com/office/drawing/2014/main" id="{EA7412D4-2029-B420-81D8-46A50FE1AD84}"/>
              </a:ext>
            </a:extLst>
          </p:cNvPr>
          <p:cNvSpPr/>
          <p:nvPr/>
        </p:nvSpPr>
        <p:spPr>
          <a:xfrm>
            <a:off x="14325600" y="5094068"/>
            <a:ext cx="3065446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0,n-1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DE8CF6F3-217A-7023-8E4C-3915866FA7F0}"/>
              </a:ext>
            </a:extLst>
          </p:cNvPr>
          <p:cNvSpPr/>
          <p:nvPr/>
        </p:nvSpPr>
        <p:spPr>
          <a:xfrm>
            <a:off x="20528593" y="4367628"/>
            <a:ext cx="2038994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ounded Rectangle 27">
                <a:extLst>
                  <a:ext uri="{FF2B5EF4-FFF2-40B4-BE49-F238E27FC236}">
                    <a16:creationId xmlns:a16="http://schemas.microsoft.com/office/drawing/2014/main" id="{BE74F0AF-19A8-AB4A-0F63-B3596438E9FE}"/>
                  </a:ext>
                </a:extLst>
              </p:cNvPr>
              <p:cNvSpPr/>
              <p:nvPr/>
            </p:nvSpPr>
            <p:spPr>
              <a:xfrm>
                <a:off x="20481314" y="5387249"/>
                <a:ext cx="2038994" cy="72644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36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28" name="Rounded Rectangle 27">
                <a:extLst>
                  <a:ext uri="{FF2B5EF4-FFF2-40B4-BE49-F238E27FC236}">
                    <a16:creationId xmlns:a16="http://schemas.microsoft.com/office/drawing/2014/main" id="{BE74F0AF-19A8-AB4A-0F63-B3596438E9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81314" y="5387249"/>
                <a:ext cx="2038994" cy="72644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06546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29933-3CCD-AE4B-76D4-12D9053D8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!!box">
                <a:extLst>
                  <a:ext uri="{FF2B5EF4-FFF2-40B4-BE49-F238E27FC236}">
                    <a16:creationId xmlns:a16="http://schemas.microsoft.com/office/drawing/2014/main" id="{EE230C37-ACA8-7FB6-DD8F-8D6270B00C8F}"/>
                  </a:ext>
                </a:extLst>
              </p:cNvPr>
              <p:cNvSpPr/>
              <p:nvPr/>
            </p:nvSpPr>
            <p:spPr>
              <a:xfrm>
                <a:off x="46912" y="2715022"/>
                <a:ext cx="8777018" cy="828595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 </a:t>
                </a:r>
                <a:r>
                  <a:rPr lang="en-IN" sz="24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preorder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rootIndex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r>
                  <a:rPr lang="en-IN" sz="24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 smtClean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=0;</a:t>
                </a:r>
                <a:r>
                  <a:rPr lang="en-IN" sz="24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&lt;=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-1;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preorder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 smtClean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rootIndex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	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rootIndex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position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endParaRPr lang="en-IN" sz="2400" dirty="0">
                  <a:solidFill>
                    <a:schemeClr val="accent2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preorder , low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-1,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preorder, position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“%d”,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" name="!!box">
                <a:extLst>
                  <a:ext uri="{FF2B5EF4-FFF2-40B4-BE49-F238E27FC236}">
                    <a16:creationId xmlns:a16="http://schemas.microsoft.com/office/drawing/2014/main" id="{EE230C37-ACA8-7FB6-DD8F-8D6270B00C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12" y="2715022"/>
                <a:ext cx="8777018" cy="828595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17904277-A97C-F4B2-E65C-75B139C01D6D}"/>
              </a:ext>
            </a:extLst>
          </p:cNvPr>
          <p:cNvSpPr/>
          <p:nvPr/>
        </p:nvSpPr>
        <p:spPr>
          <a:xfrm>
            <a:off x="14052010" y="248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4D9A871-C6ED-1F28-1F3C-C9289F33FEC7}"/>
              </a:ext>
            </a:extLst>
          </p:cNvPr>
          <p:cNvSpPr/>
          <p:nvPr/>
        </p:nvSpPr>
        <p:spPr>
          <a:xfrm>
            <a:off x="17409732" y="248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7D50252-A2A8-F641-9F21-D89CF54D89A9}"/>
              </a:ext>
            </a:extLst>
          </p:cNvPr>
          <p:cNvSpPr/>
          <p:nvPr/>
        </p:nvSpPr>
        <p:spPr>
          <a:xfrm>
            <a:off x="22446314" y="248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FA246CC-5CB8-55A5-0C52-4E21DE8F51F9}"/>
              </a:ext>
            </a:extLst>
          </p:cNvPr>
          <p:cNvSpPr/>
          <p:nvPr/>
        </p:nvSpPr>
        <p:spPr>
          <a:xfrm>
            <a:off x="20767454" y="248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F4EC625-F75A-59E0-7671-FF95902D31BE}"/>
              </a:ext>
            </a:extLst>
          </p:cNvPr>
          <p:cNvSpPr/>
          <p:nvPr/>
        </p:nvSpPr>
        <p:spPr>
          <a:xfrm>
            <a:off x="19088593" y="248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0802D6A-9ED1-0A0C-3D7D-1A964092FAED}"/>
              </a:ext>
            </a:extLst>
          </p:cNvPr>
          <p:cNvSpPr/>
          <p:nvPr/>
        </p:nvSpPr>
        <p:spPr>
          <a:xfrm>
            <a:off x="15730871" y="248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DF73FA3-320E-D6AE-9074-7D1D53E8CA1C}"/>
              </a:ext>
            </a:extLst>
          </p:cNvPr>
          <p:cNvSpPr/>
          <p:nvPr/>
        </p:nvSpPr>
        <p:spPr>
          <a:xfrm>
            <a:off x="12373149" y="248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D951C06-1835-83A1-6C47-6B2D528D5ACF}"/>
              </a:ext>
            </a:extLst>
          </p:cNvPr>
          <p:cNvCxnSpPr>
            <a:cxnSpLocks/>
          </p:cNvCxnSpPr>
          <p:nvPr/>
        </p:nvCxnSpPr>
        <p:spPr>
          <a:xfrm flipV="1">
            <a:off x="13093147" y="1897822"/>
            <a:ext cx="0" cy="868024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!!box1">
            <a:extLst>
              <a:ext uri="{FF2B5EF4-FFF2-40B4-BE49-F238E27FC236}">
                <a16:creationId xmlns:a16="http://schemas.microsoft.com/office/drawing/2014/main" id="{C31DA4D9-83CE-B87C-63BC-4D246212B468}"/>
              </a:ext>
            </a:extLst>
          </p:cNvPr>
          <p:cNvSpPr/>
          <p:nvPr/>
        </p:nvSpPr>
        <p:spPr>
          <a:xfrm>
            <a:off x="11860695" y="3032546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low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4268164-AFAC-34A0-CD17-530AAEFE3FD9}"/>
              </a:ext>
            </a:extLst>
          </p:cNvPr>
          <p:cNvCxnSpPr>
            <a:cxnSpLocks/>
          </p:cNvCxnSpPr>
          <p:nvPr/>
        </p:nvCxnSpPr>
        <p:spPr>
          <a:xfrm flipV="1">
            <a:off x="16547547" y="2056308"/>
            <a:ext cx="0" cy="868024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" name="!!box2">
            <a:extLst>
              <a:ext uri="{FF2B5EF4-FFF2-40B4-BE49-F238E27FC236}">
                <a16:creationId xmlns:a16="http://schemas.microsoft.com/office/drawing/2014/main" id="{70389ABE-08B3-02D1-95FC-B8B07DB803C9}"/>
              </a:ext>
            </a:extLst>
          </p:cNvPr>
          <p:cNvSpPr/>
          <p:nvPr/>
        </p:nvSpPr>
        <p:spPr>
          <a:xfrm>
            <a:off x="15315095" y="3191032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high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5DA998C3-E7F8-5F4C-56F3-E59B8BFDBE07}"/>
              </a:ext>
            </a:extLst>
          </p:cNvPr>
          <p:cNvSpPr/>
          <p:nvPr/>
        </p:nvSpPr>
        <p:spPr>
          <a:xfrm>
            <a:off x="6690070" y="5770880"/>
            <a:ext cx="589280" cy="2174240"/>
          </a:xfrm>
          <a:prstGeom prst="rightBrace">
            <a:avLst/>
          </a:prstGeom>
          <a:noFill/>
          <a:ln w="127000" cap="flat">
            <a:solidFill>
              <a:schemeClr val="bg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0D372BBD-D841-0067-F3C9-6B91AAEE402A}"/>
                  </a:ext>
                </a:extLst>
              </p:cNvPr>
              <p:cNvSpPr/>
              <p:nvPr/>
            </p:nvSpPr>
            <p:spPr>
              <a:xfrm>
                <a:off x="7283821" y="6494780"/>
                <a:ext cx="2038994" cy="72644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𝑘𝑛</m:t>
                      </m:r>
                    </m:oMath>
                  </m:oMathPara>
                </a14:m>
                <a:endParaRPr lang="en-US" sz="36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0D372BBD-D841-0067-F3C9-6B91AAEE40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3821" y="6494780"/>
                <a:ext cx="2038994" cy="72644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Oval 25">
            <a:extLst>
              <a:ext uri="{FF2B5EF4-FFF2-40B4-BE49-F238E27FC236}">
                <a16:creationId xmlns:a16="http://schemas.microsoft.com/office/drawing/2014/main" id="{84FD2E9C-6018-1223-7721-CF1898FEC3B3}"/>
              </a:ext>
            </a:extLst>
          </p:cNvPr>
          <p:cNvSpPr/>
          <p:nvPr/>
        </p:nvSpPr>
        <p:spPr>
          <a:xfrm>
            <a:off x="14325600" y="5094068"/>
            <a:ext cx="3065446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0,n-1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7A2FC32E-76F0-7681-61EB-4952C4185161}"/>
              </a:ext>
            </a:extLst>
          </p:cNvPr>
          <p:cNvSpPr/>
          <p:nvPr/>
        </p:nvSpPr>
        <p:spPr>
          <a:xfrm>
            <a:off x="20528593" y="4367628"/>
            <a:ext cx="2038994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ounded Rectangle 27">
                <a:extLst>
                  <a:ext uri="{FF2B5EF4-FFF2-40B4-BE49-F238E27FC236}">
                    <a16:creationId xmlns:a16="http://schemas.microsoft.com/office/drawing/2014/main" id="{C51A801E-2697-5A2E-78F4-E42C4CBB3949}"/>
                  </a:ext>
                </a:extLst>
              </p:cNvPr>
              <p:cNvSpPr/>
              <p:nvPr/>
            </p:nvSpPr>
            <p:spPr>
              <a:xfrm>
                <a:off x="20481314" y="5387249"/>
                <a:ext cx="2038994" cy="72644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36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28" name="Rounded Rectangle 27">
                <a:extLst>
                  <a:ext uri="{FF2B5EF4-FFF2-40B4-BE49-F238E27FC236}">
                    <a16:creationId xmlns:a16="http://schemas.microsoft.com/office/drawing/2014/main" id="{C51A801E-2697-5A2E-78F4-E42C4CBB39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81314" y="5387249"/>
                <a:ext cx="2038994" cy="72644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Oval 28">
            <a:extLst>
              <a:ext uri="{FF2B5EF4-FFF2-40B4-BE49-F238E27FC236}">
                <a16:creationId xmlns:a16="http://schemas.microsoft.com/office/drawing/2014/main" id="{9A628D7E-177F-7F62-B089-5EB8D7DA10E6}"/>
              </a:ext>
            </a:extLst>
          </p:cNvPr>
          <p:cNvSpPr/>
          <p:nvPr/>
        </p:nvSpPr>
        <p:spPr>
          <a:xfrm>
            <a:off x="11471320" y="7268490"/>
            <a:ext cx="3065446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0,p-1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0413591-12B0-2A96-9B18-38B5E907FCAD}"/>
              </a:ext>
            </a:extLst>
          </p:cNvPr>
          <p:cNvCxnSpPr>
            <a:cxnSpLocks/>
            <a:stCxn id="26" idx="4"/>
            <a:endCxn id="29" idx="0"/>
          </p:cNvCxnSpPr>
          <p:nvPr/>
        </p:nvCxnSpPr>
        <p:spPr>
          <a:xfrm flipH="1">
            <a:off x="13004043" y="6406871"/>
            <a:ext cx="2854280" cy="86161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EA46D01-15CF-EE91-0680-44E82792BCF1}"/>
              </a:ext>
            </a:extLst>
          </p:cNvPr>
          <p:cNvSpPr/>
          <p:nvPr/>
        </p:nvSpPr>
        <p:spPr>
          <a:xfrm>
            <a:off x="12192000" y="0"/>
            <a:ext cx="5217732" cy="2052320"/>
          </a:xfrm>
          <a:prstGeom prst="roundRect">
            <a:avLst/>
          </a:prstGeom>
          <a:solidFill>
            <a:schemeClr val="accent4">
              <a:lumMod val="40000"/>
              <a:lumOff val="60000"/>
              <a:alpha val="4817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8357739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86BF4-8AD1-89B6-89A3-E0D2CBA70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!!box">
                <a:extLst>
                  <a:ext uri="{FF2B5EF4-FFF2-40B4-BE49-F238E27FC236}">
                    <a16:creationId xmlns:a16="http://schemas.microsoft.com/office/drawing/2014/main" id="{97A1D5B3-6857-8384-F250-C4F83E0C41DE}"/>
                  </a:ext>
                </a:extLst>
              </p:cNvPr>
              <p:cNvSpPr/>
              <p:nvPr/>
            </p:nvSpPr>
            <p:spPr>
              <a:xfrm>
                <a:off x="46912" y="2715022"/>
                <a:ext cx="8777018" cy="828595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 </a:t>
                </a:r>
                <a:r>
                  <a:rPr lang="en-IN" sz="24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preorder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rootIndex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r>
                  <a:rPr lang="en-IN" sz="24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 smtClean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=0;</a:t>
                </a:r>
                <a:r>
                  <a:rPr lang="en-IN" sz="24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&lt;=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-1;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preorder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 smtClean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rootIndex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	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rootIndex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position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endParaRPr lang="en-IN" sz="2400" dirty="0">
                  <a:solidFill>
                    <a:schemeClr val="accent2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preorder , low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-1,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preorder, position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“%d”,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" name="!!box">
                <a:extLst>
                  <a:ext uri="{FF2B5EF4-FFF2-40B4-BE49-F238E27FC236}">
                    <a16:creationId xmlns:a16="http://schemas.microsoft.com/office/drawing/2014/main" id="{97A1D5B3-6857-8384-F250-C4F83E0C41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12" y="2715022"/>
                <a:ext cx="8777018" cy="828595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F3AE852E-1E2A-C416-C8E4-2416A6BAAC00}"/>
              </a:ext>
            </a:extLst>
          </p:cNvPr>
          <p:cNvSpPr/>
          <p:nvPr/>
        </p:nvSpPr>
        <p:spPr>
          <a:xfrm>
            <a:off x="14052010" y="248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8875016-2DE9-AFF4-14C7-06E6EDEF0D8E}"/>
              </a:ext>
            </a:extLst>
          </p:cNvPr>
          <p:cNvSpPr/>
          <p:nvPr/>
        </p:nvSpPr>
        <p:spPr>
          <a:xfrm>
            <a:off x="17409732" y="248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6B1EE60-1770-46AC-D836-186C70CD16B7}"/>
              </a:ext>
            </a:extLst>
          </p:cNvPr>
          <p:cNvSpPr/>
          <p:nvPr/>
        </p:nvSpPr>
        <p:spPr>
          <a:xfrm>
            <a:off x="22446314" y="248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0DEB2D8-2249-864E-7DEB-9C9E63F41182}"/>
              </a:ext>
            </a:extLst>
          </p:cNvPr>
          <p:cNvSpPr/>
          <p:nvPr/>
        </p:nvSpPr>
        <p:spPr>
          <a:xfrm>
            <a:off x="20767454" y="248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020A8AA-D969-7AFD-4544-67785AA8352D}"/>
              </a:ext>
            </a:extLst>
          </p:cNvPr>
          <p:cNvSpPr/>
          <p:nvPr/>
        </p:nvSpPr>
        <p:spPr>
          <a:xfrm>
            <a:off x="19088593" y="248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61B4ED8-3C9A-478B-9157-A51632F715A0}"/>
              </a:ext>
            </a:extLst>
          </p:cNvPr>
          <p:cNvSpPr/>
          <p:nvPr/>
        </p:nvSpPr>
        <p:spPr>
          <a:xfrm>
            <a:off x="15730871" y="248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569A040-C122-77CF-273C-3F07F23847EB}"/>
              </a:ext>
            </a:extLst>
          </p:cNvPr>
          <p:cNvSpPr/>
          <p:nvPr/>
        </p:nvSpPr>
        <p:spPr>
          <a:xfrm>
            <a:off x="12373149" y="248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8381CD4-283C-50A1-6C7B-ADCFD4CE8A6F}"/>
              </a:ext>
            </a:extLst>
          </p:cNvPr>
          <p:cNvCxnSpPr>
            <a:cxnSpLocks/>
          </p:cNvCxnSpPr>
          <p:nvPr/>
        </p:nvCxnSpPr>
        <p:spPr>
          <a:xfrm flipV="1">
            <a:off x="19758107" y="2012809"/>
            <a:ext cx="0" cy="868024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!!box1">
            <a:extLst>
              <a:ext uri="{FF2B5EF4-FFF2-40B4-BE49-F238E27FC236}">
                <a16:creationId xmlns:a16="http://schemas.microsoft.com/office/drawing/2014/main" id="{CFF16786-EAE3-6C61-6515-BEE8CD842B13}"/>
              </a:ext>
            </a:extLst>
          </p:cNvPr>
          <p:cNvSpPr/>
          <p:nvPr/>
        </p:nvSpPr>
        <p:spPr>
          <a:xfrm>
            <a:off x="18525655" y="3147533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low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74C2F2E-DF9A-47C5-1556-D307FF2C5BB2}"/>
              </a:ext>
            </a:extLst>
          </p:cNvPr>
          <p:cNvCxnSpPr>
            <a:cxnSpLocks/>
          </p:cNvCxnSpPr>
          <p:nvPr/>
        </p:nvCxnSpPr>
        <p:spPr>
          <a:xfrm flipV="1">
            <a:off x="23151547" y="2012809"/>
            <a:ext cx="0" cy="868024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" name="!!box2">
            <a:extLst>
              <a:ext uri="{FF2B5EF4-FFF2-40B4-BE49-F238E27FC236}">
                <a16:creationId xmlns:a16="http://schemas.microsoft.com/office/drawing/2014/main" id="{BD982DC9-1AA9-A074-B6E5-24F24122E09D}"/>
              </a:ext>
            </a:extLst>
          </p:cNvPr>
          <p:cNvSpPr/>
          <p:nvPr/>
        </p:nvSpPr>
        <p:spPr>
          <a:xfrm>
            <a:off x="21919095" y="3147533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high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03D2219A-F9C8-4933-EEA7-9CBE09FC921F}"/>
              </a:ext>
            </a:extLst>
          </p:cNvPr>
          <p:cNvSpPr/>
          <p:nvPr/>
        </p:nvSpPr>
        <p:spPr>
          <a:xfrm>
            <a:off x="6690070" y="5770880"/>
            <a:ext cx="589280" cy="2174240"/>
          </a:xfrm>
          <a:prstGeom prst="rightBrace">
            <a:avLst/>
          </a:prstGeom>
          <a:noFill/>
          <a:ln w="127000" cap="flat">
            <a:solidFill>
              <a:schemeClr val="bg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AA25A7C5-B5B5-CF74-5870-7BFA90BC41BF}"/>
                  </a:ext>
                </a:extLst>
              </p:cNvPr>
              <p:cNvSpPr/>
              <p:nvPr/>
            </p:nvSpPr>
            <p:spPr>
              <a:xfrm>
                <a:off x="7283821" y="6494780"/>
                <a:ext cx="2038994" cy="72644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𝑘𝑛</m:t>
                      </m:r>
                    </m:oMath>
                  </m:oMathPara>
                </a14:m>
                <a:endParaRPr lang="en-US" sz="36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AA25A7C5-B5B5-CF74-5870-7BFA90BC41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3821" y="6494780"/>
                <a:ext cx="2038994" cy="72644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Oval 25">
            <a:extLst>
              <a:ext uri="{FF2B5EF4-FFF2-40B4-BE49-F238E27FC236}">
                <a16:creationId xmlns:a16="http://schemas.microsoft.com/office/drawing/2014/main" id="{2294ABF3-AB3F-81FD-5909-0F96971FFF4D}"/>
              </a:ext>
            </a:extLst>
          </p:cNvPr>
          <p:cNvSpPr/>
          <p:nvPr/>
        </p:nvSpPr>
        <p:spPr>
          <a:xfrm>
            <a:off x="14325600" y="5094068"/>
            <a:ext cx="3065446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0,n-1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BCCBA3B-BF70-8BF5-6A1D-E6579AA0D657}"/>
              </a:ext>
            </a:extLst>
          </p:cNvPr>
          <p:cNvSpPr/>
          <p:nvPr/>
        </p:nvSpPr>
        <p:spPr>
          <a:xfrm>
            <a:off x="20528593" y="4367628"/>
            <a:ext cx="2038994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ounded Rectangle 27">
                <a:extLst>
                  <a:ext uri="{FF2B5EF4-FFF2-40B4-BE49-F238E27FC236}">
                    <a16:creationId xmlns:a16="http://schemas.microsoft.com/office/drawing/2014/main" id="{C9208DE0-AC48-4F34-BEE5-B931C9FB1628}"/>
                  </a:ext>
                </a:extLst>
              </p:cNvPr>
              <p:cNvSpPr/>
              <p:nvPr/>
            </p:nvSpPr>
            <p:spPr>
              <a:xfrm>
                <a:off x="20481314" y="5387249"/>
                <a:ext cx="2038994" cy="72644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36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28" name="Rounded Rectangle 27">
                <a:extLst>
                  <a:ext uri="{FF2B5EF4-FFF2-40B4-BE49-F238E27FC236}">
                    <a16:creationId xmlns:a16="http://schemas.microsoft.com/office/drawing/2014/main" id="{C9208DE0-AC48-4F34-BEE5-B931C9FB16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81314" y="5387249"/>
                <a:ext cx="2038994" cy="72644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Oval 28">
            <a:extLst>
              <a:ext uri="{FF2B5EF4-FFF2-40B4-BE49-F238E27FC236}">
                <a16:creationId xmlns:a16="http://schemas.microsoft.com/office/drawing/2014/main" id="{F4D69D04-B17A-F1B2-3742-E5A4D0CEB421}"/>
              </a:ext>
            </a:extLst>
          </p:cNvPr>
          <p:cNvSpPr/>
          <p:nvPr/>
        </p:nvSpPr>
        <p:spPr>
          <a:xfrm>
            <a:off x="11471320" y="7268490"/>
            <a:ext cx="3065446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0,p-1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9C7F360-55B4-8471-1C4D-FF9E221DC459}"/>
              </a:ext>
            </a:extLst>
          </p:cNvPr>
          <p:cNvSpPr/>
          <p:nvPr/>
        </p:nvSpPr>
        <p:spPr>
          <a:xfrm>
            <a:off x="17170870" y="7309130"/>
            <a:ext cx="414481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p+1,n-1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0363E7-F52B-C5AA-9F52-63B17FCD4D72}"/>
              </a:ext>
            </a:extLst>
          </p:cNvPr>
          <p:cNvCxnSpPr>
            <a:cxnSpLocks/>
            <a:stCxn id="26" idx="4"/>
            <a:endCxn id="29" idx="0"/>
          </p:cNvCxnSpPr>
          <p:nvPr/>
        </p:nvCxnSpPr>
        <p:spPr>
          <a:xfrm flipH="1">
            <a:off x="13004043" y="6406871"/>
            <a:ext cx="2854280" cy="86161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3A77789-7CBE-8565-3742-04CF4A37369C}"/>
              </a:ext>
            </a:extLst>
          </p:cNvPr>
          <p:cNvCxnSpPr>
            <a:cxnSpLocks/>
            <a:stCxn id="26" idx="4"/>
            <a:endCxn id="30" idx="0"/>
          </p:cNvCxnSpPr>
          <p:nvPr/>
        </p:nvCxnSpPr>
        <p:spPr>
          <a:xfrm>
            <a:off x="15858323" y="6406871"/>
            <a:ext cx="3384952" cy="90225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9081345-805A-E96D-3C8C-8D1F78A58BA0}"/>
              </a:ext>
            </a:extLst>
          </p:cNvPr>
          <p:cNvSpPr/>
          <p:nvPr/>
        </p:nvSpPr>
        <p:spPr>
          <a:xfrm>
            <a:off x="18891945" y="-107499"/>
            <a:ext cx="5217732" cy="2052320"/>
          </a:xfrm>
          <a:prstGeom prst="roundRect">
            <a:avLst/>
          </a:prstGeom>
          <a:solidFill>
            <a:schemeClr val="accent4">
              <a:lumMod val="40000"/>
              <a:lumOff val="60000"/>
              <a:alpha val="4817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36382759-BE98-A5D2-E447-FD35B605743D}"/>
                  </a:ext>
                </a:extLst>
              </p:cNvPr>
              <p:cNvSpPr/>
              <p:nvPr/>
            </p:nvSpPr>
            <p:spPr>
              <a:xfrm>
                <a:off x="18442320" y="9160972"/>
                <a:ext cx="2038994" cy="72644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36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36382759-BE98-A5D2-E447-FD35B60574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42320" y="9160972"/>
                <a:ext cx="2038994" cy="72644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92FAE48E-2830-9178-9AEA-0A8C9B8086F7}"/>
                  </a:ext>
                </a:extLst>
              </p:cNvPr>
              <p:cNvSpPr/>
              <p:nvPr/>
            </p:nvSpPr>
            <p:spPr>
              <a:xfrm>
                <a:off x="12073652" y="9164627"/>
                <a:ext cx="2038994" cy="72644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𝑝𝑛</m:t>
                      </m:r>
                    </m:oMath>
                  </m:oMathPara>
                </a14:m>
                <a:endParaRPr lang="en-US" sz="36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92FAE48E-2830-9178-9AEA-0A8C9B8086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73652" y="9164627"/>
                <a:ext cx="2038994" cy="726440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13125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F50F6-C739-76B4-6139-586823CDE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!!box">
                <a:extLst>
                  <a:ext uri="{FF2B5EF4-FFF2-40B4-BE49-F238E27FC236}">
                    <a16:creationId xmlns:a16="http://schemas.microsoft.com/office/drawing/2014/main" id="{F875F745-2834-48AF-CE43-1ACE81AD6B15}"/>
                  </a:ext>
                </a:extLst>
              </p:cNvPr>
              <p:cNvSpPr/>
              <p:nvPr/>
            </p:nvSpPr>
            <p:spPr>
              <a:xfrm>
                <a:off x="46912" y="2715022"/>
                <a:ext cx="8777018" cy="828595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 </a:t>
                </a:r>
                <a:r>
                  <a:rPr lang="en-IN" sz="24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preorder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rootIndex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r>
                  <a:rPr lang="en-IN" sz="24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 smtClean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=0;</a:t>
                </a:r>
                <a:r>
                  <a:rPr lang="en-IN" sz="24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&lt;=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-1;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preorder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 smtClean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rootIndex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	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rootIndex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position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endParaRPr lang="en-IN" sz="2400" dirty="0">
                  <a:solidFill>
                    <a:schemeClr val="accent2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preorder , low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-1,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postorder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preorder, position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“%d”,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inorder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" name="!!box">
                <a:extLst>
                  <a:ext uri="{FF2B5EF4-FFF2-40B4-BE49-F238E27FC236}">
                    <a16:creationId xmlns:a16="http://schemas.microsoft.com/office/drawing/2014/main" id="{F875F745-2834-48AF-CE43-1ACE81AD6B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12" y="2715022"/>
                <a:ext cx="8777018" cy="828595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D3A42BF5-A876-43A6-C8A8-BF1B61E14C64}"/>
              </a:ext>
            </a:extLst>
          </p:cNvPr>
          <p:cNvSpPr/>
          <p:nvPr/>
        </p:nvSpPr>
        <p:spPr>
          <a:xfrm>
            <a:off x="14052010" y="248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AE76E9E-FF38-D6CE-3767-FBD544919CF8}"/>
              </a:ext>
            </a:extLst>
          </p:cNvPr>
          <p:cNvSpPr/>
          <p:nvPr/>
        </p:nvSpPr>
        <p:spPr>
          <a:xfrm>
            <a:off x="17409732" y="248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57B4B9E-E543-A7BE-4089-99BD6BEF5144}"/>
              </a:ext>
            </a:extLst>
          </p:cNvPr>
          <p:cNvSpPr/>
          <p:nvPr/>
        </p:nvSpPr>
        <p:spPr>
          <a:xfrm>
            <a:off x="22446314" y="248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71FBA1C-758B-7A7C-5C89-E599EEECA94C}"/>
              </a:ext>
            </a:extLst>
          </p:cNvPr>
          <p:cNvSpPr/>
          <p:nvPr/>
        </p:nvSpPr>
        <p:spPr>
          <a:xfrm>
            <a:off x="20767454" y="248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B2B0545-B474-7D3E-E818-696B335C0C01}"/>
              </a:ext>
            </a:extLst>
          </p:cNvPr>
          <p:cNvSpPr/>
          <p:nvPr/>
        </p:nvSpPr>
        <p:spPr>
          <a:xfrm>
            <a:off x="19088593" y="248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56E4CEE-94D9-08D4-98CD-A52BD0E99267}"/>
              </a:ext>
            </a:extLst>
          </p:cNvPr>
          <p:cNvSpPr/>
          <p:nvPr/>
        </p:nvSpPr>
        <p:spPr>
          <a:xfrm>
            <a:off x="15730871" y="248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33E75A8-AA55-A961-B529-8F81B305DFA3}"/>
              </a:ext>
            </a:extLst>
          </p:cNvPr>
          <p:cNvSpPr/>
          <p:nvPr/>
        </p:nvSpPr>
        <p:spPr>
          <a:xfrm>
            <a:off x="12373149" y="248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393939B-0B05-1BED-48AC-29BD819B90C9}"/>
              </a:ext>
            </a:extLst>
          </p:cNvPr>
          <p:cNvCxnSpPr>
            <a:cxnSpLocks/>
          </p:cNvCxnSpPr>
          <p:nvPr/>
        </p:nvCxnSpPr>
        <p:spPr>
          <a:xfrm flipV="1">
            <a:off x="19758107" y="2012809"/>
            <a:ext cx="0" cy="868024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!!box1">
            <a:extLst>
              <a:ext uri="{FF2B5EF4-FFF2-40B4-BE49-F238E27FC236}">
                <a16:creationId xmlns:a16="http://schemas.microsoft.com/office/drawing/2014/main" id="{472B9B89-3F89-59E8-D59A-59840E0E8B2B}"/>
              </a:ext>
            </a:extLst>
          </p:cNvPr>
          <p:cNvSpPr/>
          <p:nvPr/>
        </p:nvSpPr>
        <p:spPr>
          <a:xfrm>
            <a:off x="18525655" y="3147533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low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9807806-2BAA-5232-8DF3-5392FD4A9D48}"/>
              </a:ext>
            </a:extLst>
          </p:cNvPr>
          <p:cNvCxnSpPr>
            <a:cxnSpLocks/>
          </p:cNvCxnSpPr>
          <p:nvPr/>
        </p:nvCxnSpPr>
        <p:spPr>
          <a:xfrm flipV="1">
            <a:off x="23151547" y="2012809"/>
            <a:ext cx="0" cy="868024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" name="!!box2">
            <a:extLst>
              <a:ext uri="{FF2B5EF4-FFF2-40B4-BE49-F238E27FC236}">
                <a16:creationId xmlns:a16="http://schemas.microsoft.com/office/drawing/2014/main" id="{AF7D06D9-1B7C-07DB-997B-85058DB9C052}"/>
              </a:ext>
            </a:extLst>
          </p:cNvPr>
          <p:cNvSpPr/>
          <p:nvPr/>
        </p:nvSpPr>
        <p:spPr>
          <a:xfrm>
            <a:off x="21919095" y="3147533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high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6DD4119E-D6A1-F701-21E6-B26AF64B9492}"/>
              </a:ext>
            </a:extLst>
          </p:cNvPr>
          <p:cNvSpPr/>
          <p:nvPr/>
        </p:nvSpPr>
        <p:spPr>
          <a:xfrm>
            <a:off x="6690070" y="5770880"/>
            <a:ext cx="589280" cy="2174240"/>
          </a:xfrm>
          <a:prstGeom prst="rightBrace">
            <a:avLst/>
          </a:prstGeom>
          <a:noFill/>
          <a:ln w="127000" cap="flat">
            <a:solidFill>
              <a:schemeClr val="bg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539DF93F-58CD-3B80-3A80-B69823F71CF3}"/>
                  </a:ext>
                </a:extLst>
              </p:cNvPr>
              <p:cNvSpPr/>
              <p:nvPr/>
            </p:nvSpPr>
            <p:spPr>
              <a:xfrm>
                <a:off x="7283821" y="6494780"/>
                <a:ext cx="2038994" cy="72644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𝑘𝑛</m:t>
                      </m:r>
                    </m:oMath>
                  </m:oMathPara>
                </a14:m>
                <a:endParaRPr lang="en-US" sz="36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539DF93F-58CD-3B80-3A80-B69823F71C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3821" y="6494780"/>
                <a:ext cx="2038994" cy="72644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Oval 25">
            <a:extLst>
              <a:ext uri="{FF2B5EF4-FFF2-40B4-BE49-F238E27FC236}">
                <a16:creationId xmlns:a16="http://schemas.microsoft.com/office/drawing/2014/main" id="{2C00F08C-773A-3F81-B840-795700E21F98}"/>
              </a:ext>
            </a:extLst>
          </p:cNvPr>
          <p:cNvSpPr/>
          <p:nvPr/>
        </p:nvSpPr>
        <p:spPr>
          <a:xfrm>
            <a:off x="14325600" y="5094068"/>
            <a:ext cx="3065446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0,n-1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2F0003EB-4668-E08C-700F-2BE501C78452}"/>
              </a:ext>
            </a:extLst>
          </p:cNvPr>
          <p:cNvSpPr/>
          <p:nvPr/>
        </p:nvSpPr>
        <p:spPr>
          <a:xfrm>
            <a:off x="20528593" y="4367628"/>
            <a:ext cx="2038994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ounded Rectangle 27">
                <a:extLst>
                  <a:ext uri="{FF2B5EF4-FFF2-40B4-BE49-F238E27FC236}">
                    <a16:creationId xmlns:a16="http://schemas.microsoft.com/office/drawing/2014/main" id="{07221C97-AA3D-E300-1A60-7F7564EEBBA4}"/>
                  </a:ext>
                </a:extLst>
              </p:cNvPr>
              <p:cNvSpPr/>
              <p:nvPr/>
            </p:nvSpPr>
            <p:spPr>
              <a:xfrm>
                <a:off x="20481314" y="5387249"/>
                <a:ext cx="2038994" cy="72644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36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28" name="Rounded Rectangle 27">
                <a:extLst>
                  <a:ext uri="{FF2B5EF4-FFF2-40B4-BE49-F238E27FC236}">
                    <a16:creationId xmlns:a16="http://schemas.microsoft.com/office/drawing/2014/main" id="{07221C97-AA3D-E300-1A60-7F7564EEBB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81314" y="5387249"/>
                <a:ext cx="2038994" cy="72644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Oval 28">
            <a:extLst>
              <a:ext uri="{FF2B5EF4-FFF2-40B4-BE49-F238E27FC236}">
                <a16:creationId xmlns:a16="http://schemas.microsoft.com/office/drawing/2014/main" id="{CA6E2B2A-03A3-BF56-F7CE-EE19E895C699}"/>
              </a:ext>
            </a:extLst>
          </p:cNvPr>
          <p:cNvSpPr/>
          <p:nvPr/>
        </p:nvSpPr>
        <p:spPr>
          <a:xfrm>
            <a:off x="11471320" y="7268490"/>
            <a:ext cx="3065446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0,p-1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B3EEF4A-B536-26C5-2A75-46390D98006A}"/>
              </a:ext>
            </a:extLst>
          </p:cNvPr>
          <p:cNvSpPr/>
          <p:nvPr/>
        </p:nvSpPr>
        <p:spPr>
          <a:xfrm>
            <a:off x="17170870" y="7309130"/>
            <a:ext cx="414481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p+1,n-1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AA91F5D-B252-01B9-BD17-C548659B84E8}"/>
              </a:ext>
            </a:extLst>
          </p:cNvPr>
          <p:cNvCxnSpPr>
            <a:cxnSpLocks/>
            <a:stCxn id="26" idx="4"/>
            <a:endCxn id="29" idx="0"/>
          </p:cNvCxnSpPr>
          <p:nvPr/>
        </p:nvCxnSpPr>
        <p:spPr>
          <a:xfrm flipH="1">
            <a:off x="13004043" y="6406871"/>
            <a:ext cx="2854280" cy="86161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F45EDC5-A9EC-212C-0676-B77C92B827B1}"/>
              </a:ext>
            </a:extLst>
          </p:cNvPr>
          <p:cNvCxnSpPr>
            <a:cxnSpLocks/>
            <a:stCxn id="26" idx="4"/>
            <a:endCxn id="30" idx="0"/>
          </p:cNvCxnSpPr>
          <p:nvPr/>
        </p:nvCxnSpPr>
        <p:spPr>
          <a:xfrm>
            <a:off x="15858323" y="6406871"/>
            <a:ext cx="3384952" cy="90225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AE8D8D6-5983-640A-0E30-8A4008F4A879}"/>
              </a:ext>
            </a:extLst>
          </p:cNvPr>
          <p:cNvSpPr/>
          <p:nvPr/>
        </p:nvSpPr>
        <p:spPr>
          <a:xfrm>
            <a:off x="18891945" y="-107499"/>
            <a:ext cx="5217732" cy="2052320"/>
          </a:xfrm>
          <a:prstGeom prst="roundRect">
            <a:avLst/>
          </a:prstGeom>
          <a:solidFill>
            <a:schemeClr val="accent4">
              <a:lumMod val="40000"/>
              <a:lumOff val="60000"/>
              <a:alpha val="4817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CC06DD78-2578-9536-1677-AC5D11A32F11}"/>
                  </a:ext>
                </a:extLst>
              </p:cNvPr>
              <p:cNvSpPr/>
              <p:nvPr/>
            </p:nvSpPr>
            <p:spPr>
              <a:xfrm>
                <a:off x="20528593" y="7602311"/>
                <a:ext cx="2038994" cy="72644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36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CC06DD78-2578-9536-1677-AC5D11A32F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28593" y="7602311"/>
                <a:ext cx="2038994" cy="72644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10959E47-9E43-84B8-15C8-D3D080C7F544}"/>
                  </a:ext>
                </a:extLst>
              </p:cNvPr>
              <p:cNvSpPr/>
              <p:nvPr/>
            </p:nvSpPr>
            <p:spPr>
              <a:xfrm>
                <a:off x="20564462" y="7597891"/>
                <a:ext cx="2038994" cy="72644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𝑝𝑛</m:t>
                      </m:r>
                    </m:oMath>
                  </m:oMathPara>
                </a14:m>
                <a:endParaRPr lang="en-US" sz="36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10959E47-9E43-84B8-15C8-D3D080C7F5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64462" y="7597891"/>
                <a:ext cx="2038994" cy="726440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66748BF6-FD04-9B18-EB32-E2F190AD1276}"/>
                  </a:ext>
                </a:extLst>
              </p:cNvPr>
              <p:cNvSpPr/>
              <p:nvPr/>
            </p:nvSpPr>
            <p:spPr>
              <a:xfrm>
                <a:off x="20564462" y="7589142"/>
                <a:ext cx="2038994" cy="72644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36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66748BF6-FD04-9B18-EB32-E2F190AD12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64462" y="7589142"/>
                <a:ext cx="2038994" cy="726440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>
            <a:extLst>
              <a:ext uri="{FF2B5EF4-FFF2-40B4-BE49-F238E27FC236}">
                <a16:creationId xmlns:a16="http://schemas.microsoft.com/office/drawing/2014/main" id="{CE50554B-BA00-2B7F-1C23-885E56C7D7DC}"/>
              </a:ext>
            </a:extLst>
          </p:cNvPr>
          <p:cNvSpPr/>
          <p:nvPr/>
        </p:nvSpPr>
        <p:spPr>
          <a:xfrm>
            <a:off x="9652209" y="9688175"/>
            <a:ext cx="3065446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5541C96-4D65-29D4-CCB2-A0D68489235D}"/>
              </a:ext>
            </a:extLst>
          </p:cNvPr>
          <p:cNvSpPr/>
          <p:nvPr/>
        </p:nvSpPr>
        <p:spPr>
          <a:xfrm>
            <a:off x="13383694" y="9688174"/>
            <a:ext cx="3065446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5446FC1-5CAE-4779-A87E-9DA503B1720F}"/>
              </a:ext>
            </a:extLst>
          </p:cNvPr>
          <p:cNvSpPr/>
          <p:nvPr/>
        </p:nvSpPr>
        <p:spPr>
          <a:xfrm>
            <a:off x="16743382" y="9757529"/>
            <a:ext cx="3065446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11239C8-0AFF-6AF0-534B-B7096B3260FB}"/>
              </a:ext>
            </a:extLst>
          </p:cNvPr>
          <p:cNvSpPr/>
          <p:nvPr/>
        </p:nvSpPr>
        <p:spPr>
          <a:xfrm>
            <a:off x="20164265" y="9817374"/>
            <a:ext cx="3065446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E0A99D-E19B-D867-1CE4-91AE38ACEB30}"/>
              </a:ext>
            </a:extLst>
          </p:cNvPr>
          <p:cNvCxnSpPr>
            <a:cxnSpLocks/>
            <a:stCxn id="29" idx="4"/>
            <a:endCxn id="7" idx="0"/>
          </p:cNvCxnSpPr>
          <p:nvPr/>
        </p:nvCxnSpPr>
        <p:spPr>
          <a:xfrm flipH="1">
            <a:off x="11184932" y="8581293"/>
            <a:ext cx="1819111" cy="110688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E9EFD57-E032-7707-E84B-D73F8F566B37}"/>
              </a:ext>
            </a:extLst>
          </p:cNvPr>
          <p:cNvCxnSpPr>
            <a:cxnSpLocks/>
            <a:stCxn id="29" idx="4"/>
            <a:endCxn id="8" idx="0"/>
          </p:cNvCxnSpPr>
          <p:nvPr/>
        </p:nvCxnSpPr>
        <p:spPr>
          <a:xfrm>
            <a:off x="13004043" y="8581293"/>
            <a:ext cx="1912374" cy="110688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7B9A16F-E079-AE50-F94B-D83C0D9E5550}"/>
              </a:ext>
            </a:extLst>
          </p:cNvPr>
          <p:cNvCxnSpPr>
            <a:cxnSpLocks/>
            <a:stCxn id="30" idx="4"/>
            <a:endCxn id="9" idx="0"/>
          </p:cNvCxnSpPr>
          <p:nvPr/>
        </p:nvCxnSpPr>
        <p:spPr>
          <a:xfrm flipH="1">
            <a:off x="18276105" y="8621933"/>
            <a:ext cx="967170" cy="11355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697F27F-818B-5F39-87B4-DEEC34AE92A5}"/>
              </a:ext>
            </a:extLst>
          </p:cNvPr>
          <p:cNvCxnSpPr>
            <a:cxnSpLocks/>
            <a:stCxn id="30" idx="4"/>
            <a:endCxn id="10" idx="0"/>
          </p:cNvCxnSpPr>
          <p:nvPr/>
        </p:nvCxnSpPr>
        <p:spPr>
          <a:xfrm>
            <a:off x="19243275" y="8621933"/>
            <a:ext cx="2453713" cy="119544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300D5F75-FAE8-B7CC-D169-949F1BFA90CA}"/>
                  </a:ext>
                </a:extLst>
              </p:cNvPr>
              <p:cNvSpPr/>
              <p:nvPr/>
            </p:nvSpPr>
            <p:spPr>
              <a:xfrm>
                <a:off x="20622907" y="10020605"/>
                <a:ext cx="2038994" cy="72644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36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300D5F75-FAE8-B7CC-D169-949F1BFA90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22907" y="10020605"/>
                <a:ext cx="2038994" cy="726440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60627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43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B89D6-520F-6D9C-3228-AC6DE3529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val 25">
            <a:extLst>
              <a:ext uri="{FF2B5EF4-FFF2-40B4-BE49-F238E27FC236}">
                <a16:creationId xmlns:a16="http://schemas.microsoft.com/office/drawing/2014/main" id="{7B9D08F9-6FAB-412E-433A-B4AED4E2A03D}"/>
              </a:ext>
            </a:extLst>
          </p:cNvPr>
          <p:cNvSpPr/>
          <p:nvPr/>
        </p:nvSpPr>
        <p:spPr>
          <a:xfrm>
            <a:off x="6766560" y="1151988"/>
            <a:ext cx="3065446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0,n-1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8B1842F1-99D6-6C5A-E8B0-44B07ABA6156}"/>
              </a:ext>
            </a:extLst>
          </p:cNvPr>
          <p:cNvSpPr/>
          <p:nvPr/>
        </p:nvSpPr>
        <p:spPr>
          <a:xfrm>
            <a:off x="18346367" y="808680"/>
            <a:ext cx="2038994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ounded Rectangle 27">
                <a:extLst>
                  <a:ext uri="{FF2B5EF4-FFF2-40B4-BE49-F238E27FC236}">
                    <a16:creationId xmlns:a16="http://schemas.microsoft.com/office/drawing/2014/main" id="{B517C008-6FA6-ACC3-00A8-6443E2D456F6}"/>
                  </a:ext>
                </a:extLst>
              </p:cNvPr>
              <p:cNvSpPr/>
              <p:nvPr/>
            </p:nvSpPr>
            <p:spPr>
              <a:xfrm>
                <a:off x="18299088" y="1828301"/>
                <a:ext cx="2038994" cy="72644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36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28" name="Rounded Rectangle 27">
                <a:extLst>
                  <a:ext uri="{FF2B5EF4-FFF2-40B4-BE49-F238E27FC236}">
                    <a16:creationId xmlns:a16="http://schemas.microsoft.com/office/drawing/2014/main" id="{B517C008-6FA6-ACC3-00A8-6443E2D456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9088" y="1828301"/>
                <a:ext cx="2038994" cy="72644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Oval 28">
            <a:extLst>
              <a:ext uri="{FF2B5EF4-FFF2-40B4-BE49-F238E27FC236}">
                <a16:creationId xmlns:a16="http://schemas.microsoft.com/office/drawing/2014/main" id="{7E862FD8-3B6F-57B5-4C92-A9EF0EC7A399}"/>
              </a:ext>
            </a:extLst>
          </p:cNvPr>
          <p:cNvSpPr/>
          <p:nvPr/>
        </p:nvSpPr>
        <p:spPr>
          <a:xfrm>
            <a:off x="3912280" y="3326410"/>
            <a:ext cx="3065446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0,p-1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382562F-B82D-D9F2-9F46-B7EBAC1F95E0}"/>
              </a:ext>
            </a:extLst>
          </p:cNvPr>
          <p:cNvSpPr/>
          <p:nvPr/>
        </p:nvSpPr>
        <p:spPr>
          <a:xfrm>
            <a:off x="9611830" y="3367050"/>
            <a:ext cx="414481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p+1,n-1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5F7060B-0AE5-92A6-765F-564FC181D3E8}"/>
              </a:ext>
            </a:extLst>
          </p:cNvPr>
          <p:cNvCxnSpPr>
            <a:cxnSpLocks/>
            <a:stCxn id="26" idx="4"/>
            <a:endCxn id="29" idx="0"/>
          </p:cNvCxnSpPr>
          <p:nvPr/>
        </p:nvCxnSpPr>
        <p:spPr>
          <a:xfrm flipH="1">
            <a:off x="5445003" y="2464791"/>
            <a:ext cx="2854280" cy="86161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AE130E0-F93A-0AE3-383A-D13C68A97CFE}"/>
              </a:ext>
            </a:extLst>
          </p:cNvPr>
          <p:cNvCxnSpPr>
            <a:cxnSpLocks/>
            <a:stCxn id="26" idx="4"/>
            <a:endCxn id="30" idx="0"/>
          </p:cNvCxnSpPr>
          <p:nvPr/>
        </p:nvCxnSpPr>
        <p:spPr>
          <a:xfrm>
            <a:off x="8299283" y="2464791"/>
            <a:ext cx="3384952" cy="90225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571489DE-C691-9754-8C8A-5F9883A6C198}"/>
                  </a:ext>
                </a:extLst>
              </p:cNvPr>
              <p:cNvSpPr/>
              <p:nvPr/>
            </p:nvSpPr>
            <p:spPr>
              <a:xfrm>
                <a:off x="18382236" y="4030194"/>
                <a:ext cx="2038994" cy="72644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36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571489DE-C691-9754-8C8A-5F9883A6C1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2236" y="4030194"/>
                <a:ext cx="2038994" cy="72644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>
            <a:extLst>
              <a:ext uri="{FF2B5EF4-FFF2-40B4-BE49-F238E27FC236}">
                <a16:creationId xmlns:a16="http://schemas.microsoft.com/office/drawing/2014/main" id="{977844B9-9297-F96A-BF38-B10748FDE1A7}"/>
              </a:ext>
            </a:extLst>
          </p:cNvPr>
          <p:cNvSpPr/>
          <p:nvPr/>
        </p:nvSpPr>
        <p:spPr>
          <a:xfrm>
            <a:off x="2093169" y="5746095"/>
            <a:ext cx="3065446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2ACAA5B-B8E1-462D-1D56-B39D81F10109}"/>
              </a:ext>
            </a:extLst>
          </p:cNvPr>
          <p:cNvSpPr/>
          <p:nvPr/>
        </p:nvSpPr>
        <p:spPr>
          <a:xfrm>
            <a:off x="5824654" y="5746094"/>
            <a:ext cx="3065446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A55ED46-BEB5-BB08-0ED5-A866F920F985}"/>
              </a:ext>
            </a:extLst>
          </p:cNvPr>
          <p:cNvSpPr/>
          <p:nvPr/>
        </p:nvSpPr>
        <p:spPr>
          <a:xfrm>
            <a:off x="9184342" y="5815449"/>
            <a:ext cx="3065446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4BF40A0-7A59-DAE4-D53E-B233F4F03E29}"/>
              </a:ext>
            </a:extLst>
          </p:cNvPr>
          <p:cNvSpPr/>
          <p:nvPr/>
        </p:nvSpPr>
        <p:spPr>
          <a:xfrm>
            <a:off x="12605225" y="5875294"/>
            <a:ext cx="3065446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D469FF6-3761-88C0-6AE9-0D020C83E34B}"/>
              </a:ext>
            </a:extLst>
          </p:cNvPr>
          <p:cNvCxnSpPr>
            <a:cxnSpLocks/>
            <a:stCxn id="29" idx="4"/>
            <a:endCxn id="7" idx="0"/>
          </p:cNvCxnSpPr>
          <p:nvPr/>
        </p:nvCxnSpPr>
        <p:spPr>
          <a:xfrm flipH="1">
            <a:off x="3625892" y="4639213"/>
            <a:ext cx="1819111" cy="110688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77BB3B7-E614-2FF1-2AC1-5ED0AE3B2A45}"/>
              </a:ext>
            </a:extLst>
          </p:cNvPr>
          <p:cNvCxnSpPr>
            <a:cxnSpLocks/>
            <a:stCxn id="29" idx="4"/>
            <a:endCxn id="8" idx="0"/>
          </p:cNvCxnSpPr>
          <p:nvPr/>
        </p:nvCxnSpPr>
        <p:spPr>
          <a:xfrm>
            <a:off x="5445003" y="4639213"/>
            <a:ext cx="1912374" cy="110688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F12807D-AAC5-1841-ED1D-C7A665D7C2CC}"/>
              </a:ext>
            </a:extLst>
          </p:cNvPr>
          <p:cNvCxnSpPr>
            <a:cxnSpLocks/>
            <a:stCxn id="30" idx="4"/>
            <a:endCxn id="9" idx="0"/>
          </p:cNvCxnSpPr>
          <p:nvPr/>
        </p:nvCxnSpPr>
        <p:spPr>
          <a:xfrm flipH="1">
            <a:off x="10717065" y="4679853"/>
            <a:ext cx="967170" cy="11355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E9FF9E2-3CC7-8B9A-A66E-BEE503184B75}"/>
              </a:ext>
            </a:extLst>
          </p:cNvPr>
          <p:cNvCxnSpPr>
            <a:cxnSpLocks/>
            <a:stCxn id="30" idx="4"/>
            <a:endCxn id="10" idx="0"/>
          </p:cNvCxnSpPr>
          <p:nvPr/>
        </p:nvCxnSpPr>
        <p:spPr>
          <a:xfrm>
            <a:off x="11684235" y="4679853"/>
            <a:ext cx="2453713" cy="119544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D6944A43-68CF-1C48-5CAD-030660E9190C}"/>
                  </a:ext>
                </a:extLst>
              </p:cNvPr>
              <p:cNvSpPr/>
              <p:nvPr/>
            </p:nvSpPr>
            <p:spPr>
              <a:xfrm>
                <a:off x="18440681" y="6461657"/>
                <a:ext cx="2038994" cy="72644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36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D6944A43-68CF-1C48-5CAD-030660E919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40681" y="6461657"/>
                <a:ext cx="2038994" cy="72644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FBDD8D00-1D1E-EBF8-EE88-B188D8C2FEF9}"/>
                  </a:ext>
                </a:extLst>
              </p:cNvPr>
              <p:cNvSpPr/>
              <p:nvPr/>
            </p:nvSpPr>
            <p:spPr>
              <a:xfrm>
                <a:off x="561796" y="7814755"/>
                <a:ext cx="23375984" cy="28717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The time taken in each layer is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)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The number of layers in the worst case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FBDD8D00-1D1E-EBF8-EE88-B188D8C2FE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796" y="7814755"/>
                <a:ext cx="23375984" cy="2871708"/>
              </a:xfrm>
              <a:prstGeom prst="roundRect">
                <a:avLst/>
              </a:prstGeom>
              <a:blipFill>
                <a:blip r:embed="rId5"/>
                <a:stretch>
                  <a:fillRect l="-704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32660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C5145-0758-384C-A27A-180AB4701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val 25">
            <a:extLst>
              <a:ext uri="{FF2B5EF4-FFF2-40B4-BE49-F238E27FC236}">
                <a16:creationId xmlns:a16="http://schemas.microsoft.com/office/drawing/2014/main" id="{CA9E6B7F-8EB6-20F8-CBCF-3DFD1B13CD22}"/>
              </a:ext>
            </a:extLst>
          </p:cNvPr>
          <p:cNvSpPr/>
          <p:nvPr/>
        </p:nvSpPr>
        <p:spPr>
          <a:xfrm>
            <a:off x="6766560" y="1151988"/>
            <a:ext cx="3065446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0,n-1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FE37E68B-CF32-FCFB-C0DF-8D0043E56EC1}"/>
              </a:ext>
            </a:extLst>
          </p:cNvPr>
          <p:cNvSpPr/>
          <p:nvPr/>
        </p:nvSpPr>
        <p:spPr>
          <a:xfrm>
            <a:off x="18346367" y="808680"/>
            <a:ext cx="2038994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ounded Rectangle 27">
                <a:extLst>
                  <a:ext uri="{FF2B5EF4-FFF2-40B4-BE49-F238E27FC236}">
                    <a16:creationId xmlns:a16="http://schemas.microsoft.com/office/drawing/2014/main" id="{7335C1B4-84BB-2996-74F8-F55BA84A9AD1}"/>
                  </a:ext>
                </a:extLst>
              </p:cNvPr>
              <p:cNvSpPr/>
              <p:nvPr/>
            </p:nvSpPr>
            <p:spPr>
              <a:xfrm>
                <a:off x="18299088" y="1828301"/>
                <a:ext cx="2038994" cy="72644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36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28" name="Rounded Rectangle 27">
                <a:extLst>
                  <a:ext uri="{FF2B5EF4-FFF2-40B4-BE49-F238E27FC236}">
                    <a16:creationId xmlns:a16="http://schemas.microsoft.com/office/drawing/2014/main" id="{7335C1B4-84BB-2996-74F8-F55BA84A9A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9088" y="1828301"/>
                <a:ext cx="2038994" cy="72644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Oval 28">
            <a:extLst>
              <a:ext uri="{FF2B5EF4-FFF2-40B4-BE49-F238E27FC236}">
                <a16:creationId xmlns:a16="http://schemas.microsoft.com/office/drawing/2014/main" id="{233EA119-22C1-BE94-F055-63CA77AED56E}"/>
              </a:ext>
            </a:extLst>
          </p:cNvPr>
          <p:cNvSpPr/>
          <p:nvPr/>
        </p:nvSpPr>
        <p:spPr>
          <a:xfrm>
            <a:off x="3912280" y="3326410"/>
            <a:ext cx="3065446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0,p-1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6B34B1B-41A8-E637-6880-5B20444815B2}"/>
              </a:ext>
            </a:extLst>
          </p:cNvPr>
          <p:cNvSpPr/>
          <p:nvPr/>
        </p:nvSpPr>
        <p:spPr>
          <a:xfrm>
            <a:off x="9611830" y="3367050"/>
            <a:ext cx="414481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p+1,n-1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5E02644-4F03-4B72-3244-07E1FD0772D5}"/>
              </a:ext>
            </a:extLst>
          </p:cNvPr>
          <p:cNvCxnSpPr>
            <a:cxnSpLocks/>
            <a:stCxn id="26" idx="4"/>
            <a:endCxn id="29" idx="0"/>
          </p:cNvCxnSpPr>
          <p:nvPr/>
        </p:nvCxnSpPr>
        <p:spPr>
          <a:xfrm flipH="1">
            <a:off x="5445003" y="2464791"/>
            <a:ext cx="2854280" cy="86161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F2B2FEE-29E2-DF01-434A-10DE6061DAB8}"/>
              </a:ext>
            </a:extLst>
          </p:cNvPr>
          <p:cNvCxnSpPr>
            <a:cxnSpLocks/>
            <a:stCxn id="26" idx="4"/>
            <a:endCxn id="30" idx="0"/>
          </p:cNvCxnSpPr>
          <p:nvPr/>
        </p:nvCxnSpPr>
        <p:spPr>
          <a:xfrm>
            <a:off x="8299283" y="2464791"/>
            <a:ext cx="3384952" cy="90225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E6F4AE4A-43D7-2442-6E99-3957F9FAB1F6}"/>
                  </a:ext>
                </a:extLst>
              </p:cNvPr>
              <p:cNvSpPr/>
              <p:nvPr/>
            </p:nvSpPr>
            <p:spPr>
              <a:xfrm>
                <a:off x="18382236" y="4030194"/>
                <a:ext cx="2038994" cy="72644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36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E6F4AE4A-43D7-2442-6E99-3957F9FAB1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2236" y="4030194"/>
                <a:ext cx="2038994" cy="72644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>
            <a:extLst>
              <a:ext uri="{FF2B5EF4-FFF2-40B4-BE49-F238E27FC236}">
                <a16:creationId xmlns:a16="http://schemas.microsoft.com/office/drawing/2014/main" id="{43ADDC4B-1924-3A98-4DB9-EAA607D49ACF}"/>
              </a:ext>
            </a:extLst>
          </p:cNvPr>
          <p:cNvSpPr/>
          <p:nvPr/>
        </p:nvSpPr>
        <p:spPr>
          <a:xfrm>
            <a:off x="2093169" y="5746095"/>
            <a:ext cx="3065446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DCB52A9-32CE-8C8D-F424-E610F093F62E}"/>
              </a:ext>
            </a:extLst>
          </p:cNvPr>
          <p:cNvSpPr/>
          <p:nvPr/>
        </p:nvSpPr>
        <p:spPr>
          <a:xfrm>
            <a:off x="5824654" y="5746094"/>
            <a:ext cx="3065446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830C3DD-92FF-081E-07C7-6A61A4296516}"/>
              </a:ext>
            </a:extLst>
          </p:cNvPr>
          <p:cNvSpPr/>
          <p:nvPr/>
        </p:nvSpPr>
        <p:spPr>
          <a:xfrm>
            <a:off x="9184342" y="5815449"/>
            <a:ext cx="3065446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6EB4191-9DC6-3098-9FB9-4F7ABCD8089C}"/>
              </a:ext>
            </a:extLst>
          </p:cNvPr>
          <p:cNvSpPr/>
          <p:nvPr/>
        </p:nvSpPr>
        <p:spPr>
          <a:xfrm>
            <a:off x="12605225" y="5875294"/>
            <a:ext cx="3065446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C3582B6-AC09-A444-6054-CCEF46D5F1C4}"/>
              </a:ext>
            </a:extLst>
          </p:cNvPr>
          <p:cNvCxnSpPr>
            <a:cxnSpLocks/>
            <a:stCxn id="29" idx="4"/>
            <a:endCxn id="7" idx="0"/>
          </p:cNvCxnSpPr>
          <p:nvPr/>
        </p:nvCxnSpPr>
        <p:spPr>
          <a:xfrm flipH="1">
            <a:off x="3625892" y="4639213"/>
            <a:ext cx="1819111" cy="110688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98A1C26-AEC5-F9E7-2D79-DB9CC5DE0FDA}"/>
              </a:ext>
            </a:extLst>
          </p:cNvPr>
          <p:cNvCxnSpPr>
            <a:cxnSpLocks/>
            <a:stCxn id="29" idx="4"/>
            <a:endCxn id="8" idx="0"/>
          </p:cNvCxnSpPr>
          <p:nvPr/>
        </p:nvCxnSpPr>
        <p:spPr>
          <a:xfrm>
            <a:off x="5445003" y="4639213"/>
            <a:ext cx="1912374" cy="110688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012A33E-64AB-7C3D-8A31-3495F7E6266C}"/>
              </a:ext>
            </a:extLst>
          </p:cNvPr>
          <p:cNvCxnSpPr>
            <a:cxnSpLocks/>
            <a:stCxn id="30" idx="4"/>
            <a:endCxn id="9" idx="0"/>
          </p:cNvCxnSpPr>
          <p:nvPr/>
        </p:nvCxnSpPr>
        <p:spPr>
          <a:xfrm flipH="1">
            <a:off x="10717065" y="4679853"/>
            <a:ext cx="967170" cy="11355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958C577-0560-F023-8425-61F5F46BE916}"/>
              </a:ext>
            </a:extLst>
          </p:cNvPr>
          <p:cNvCxnSpPr>
            <a:cxnSpLocks/>
            <a:stCxn id="30" idx="4"/>
            <a:endCxn id="10" idx="0"/>
          </p:cNvCxnSpPr>
          <p:nvPr/>
        </p:nvCxnSpPr>
        <p:spPr>
          <a:xfrm>
            <a:off x="11684235" y="4679853"/>
            <a:ext cx="2453713" cy="119544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BE5000D4-FF6B-F24A-7A6D-456B5BBBBB61}"/>
                  </a:ext>
                </a:extLst>
              </p:cNvPr>
              <p:cNvSpPr/>
              <p:nvPr/>
            </p:nvSpPr>
            <p:spPr>
              <a:xfrm>
                <a:off x="18440681" y="6461657"/>
                <a:ext cx="2038994" cy="72644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36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BE5000D4-FF6B-F24A-7A6D-456B5BBBBB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40681" y="6461657"/>
                <a:ext cx="2038994" cy="72644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97956CA2-6CAB-8CCC-C066-AEF39CF5E8CE}"/>
                  </a:ext>
                </a:extLst>
              </p:cNvPr>
              <p:cNvSpPr/>
              <p:nvPr/>
            </p:nvSpPr>
            <p:spPr>
              <a:xfrm>
                <a:off x="561796" y="7814755"/>
                <a:ext cx="23375984" cy="28717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The time taken in each layer is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)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The number of layers in the worst case is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Thus, the running time of this algorithm is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)</a:t>
                </a:r>
              </a:p>
            </p:txBody>
          </p:sp>
        </mc:Choice>
        <mc:Fallback xmlns="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97956CA2-6CAB-8CCC-C066-AEF39CF5E8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796" y="7814755"/>
                <a:ext cx="23375984" cy="2871708"/>
              </a:xfrm>
              <a:prstGeom prst="roundRect">
                <a:avLst/>
              </a:prstGeom>
              <a:blipFill>
                <a:blip r:embed="rId5"/>
                <a:stretch>
                  <a:fillRect l="-704" b="-7759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ounded Rectangle 31">
                <a:extLst>
                  <a:ext uri="{FF2B5EF4-FFF2-40B4-BE49-F238E27FC236}">
                    <a16:creationId xmlns:a16="http://schemas.microsoft.com/office/drawing/2014/main" id="{6B420B34-8D3A-CE48-EE70-4C9F96FD66A2}"/>
                  </a:ext>
                </a:extLst>
              </p:cNvPr>
              <p:cNvSpPr/>
              <p:nvPr/>
            </p:nvSpPr>
            <p:spPr>
              <a:xfrm>
                <a:off x="561796" y="11628111"/>
                <a:ext cx="2337598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This problem can be solved in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5400" b="0" i="1" smtClean="0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5400" b="0" i="1" smtClean="0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5400" b="0" i="1" smtClean="0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5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 time. Do it as homework</a:t>
                </a:r>
              </a:p>
            </p:txBody>
          </p:sp>
        </mc:Choice>
        <mc:Fallback xmlns="">
          <p:sp>
            <p:nvSpPr>
              <p:cNvPr id="32" name="Rounded Rectangle 31">
                <a:extLst>
                  <a:ext uri="{FF2B5EF4-FFF2-40B4-BE49-F238E27FC236}">
                    <a16:creationId xmlns:a16="http://schemas.microsoft.com/office/drawing/2014/main" id="{6B420B34-8D3A-CE48-EE70-4C9F96FD66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796" y="11628111"/>
                <a:ext cx="23375984" cy="1032907"/>
              </a:xfrm>
              <a:prstGeom prst="roundRect">
                <a:avLst/>
              </a:prstGeom>
              <a:blipFill>
                <a:blip r:embed="rId6"/>
                <a:stretch>
                  <a:fillRect t="-3409" b="-27273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0767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3A73FA2-6963-6EC1-48DD-3C346A8D6401}"/>
              </a:ext>
            </a:extLst>
          </p:cNvPr>
          <p:cNvSpPr/>
          <p:nvPr/>
        </p:nvSpPr>
        <p:spPr>
          <a:xfrm>
            <a:off x="761821" y="725655"/>
            <a:ext cx="23375984" cy="37911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We have seen three types of traversals.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Out of them, 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postorder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is useful when the node’s result depends on the result of its children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Let us solve some problems that use 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postorder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traversal</a:t>
            </a:r>
          </a:p>
        </p:txBody>
      </p:sp>
      <p:sp>
        <p:nvSpPr>
          <p:cNvPr id="3" name="!!box">
            <a:extLst>
              <a:ext uri="{FF2B5EF4-FFF2-40B4-BE49-F238E27FC236}">
                <a16:creationId xmlns:a16="http://schemas.microsoft.com/office/drawing/2014/main" id="{6015F514-075C-C764-6F92-FC1427CAE9D0}"/>
              </a:ext>
            </a:extLst>
          </p:cNvPr>
          <p:cNvSpPr/>
          <p:nvPr/>
        </p:nvSpPr>
        <p:spPr>
          <a:xfrm>
            <a:off x="7829018" y="6414928"/>
            <a:ext cx="8169265" cy="556861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postorder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postorder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postorder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“%d”,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16611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2F61EDD0-C988-87F1-2737-6BCDF02958FA}"/>
                  </a:ext>
                </a:extLst>
              </p:cNvPr>
              <p:cNvSpPr/>
              <p:nvPr/>
            </p:nvSpPr>
            <p:spPr>
              <a:xfrm>
                <a:off x="761821" y="688801"/>
                <a:ext cx="23375984" cy="386481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Given a root of a binary tree, find the height of the tree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The height of the tree is the maximum distance from the root to a node in the tree. Formally</a:t>
                </a:r>
              </a:p>
              <a:p>
                <a:pPr lvl="1" indent="0" algn="ctr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	height of the tree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5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5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5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lim>
                        </m:limLow>
                      </m:fName>
                      <m:e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𝑑𝑖𝑠𝑡𝑎𝑛𝑐𝑒</m:t>
                        </m:r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𝑓𝑟𝑜𝑚</m:t>
                        </m:r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𝑡h𝑒</m:t>
                        </m:r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𝑟𝑜𝑜𝑡</m:t>
                        </m:r>
                      </m:e>
                    </m:func>
                    <m:r>
                      <a:rPr lang="en-US" sz="5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2F61EDD0-C988-87F1-2737-6BCDF02958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821" y="688801"/>
                <a:ext cx="23375984" cy="3864817"/>
              </a:xfrm>
              <a:prstGeom prst="roundRect">
                <a:avLst/>
              </a:prstGeom>
              <a:blipFill>
                <a:blip r:embed="rId2"/>
                <a:stretch>
                  <a:fillRect l="-487" b="-3548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84511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548F9089-E6CB-B88C-4C45-1306D61F661F}"/>
              </a:ext>
            </a:extLst>
          </p:cNvPr>
          <p:cNvSpPr/>
          <p:nvPr/>
        </p:nvSpPr>
        <p:spPr>
          <a:xfrm>
            <a:off x="5543917" y="372926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F13226B-010B-8800-4B65-46AA9F95E5E2}"/>
              </a:ext>
            </a:extLst>
          </p:cNvPr>
          <p:cNvSpPr/>
          <p:nvPr/>
        </p:nvSpPr>
        <p:spPr>
          <a:xfrm>
            <a:off x="8519855" y="17734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5D67B77-2BB8-69D1-4848-14B9CF6BAB5F}"/>
              </a:ext>
            </a:extLst>
          </p:cNvPr>
          <p:cNvSpPr/>
          <p:nvPr/>
        </p:nvSpPr>
        <p:spPr>
          <a:xfrm>
            <a:off x="11730587" y="372926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54F1212-9F31-C35B-EC79-38C33F9FE2AE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 flipH="1">
            <a:off x="6263917" y="3086216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8ADEFE-2385-1007-CA00-C8324FAA4573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>
            <a:off x="9239855" y="3086216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8513DF9A-CE9D-5696-D588-E31EB2C07E3D}"/>
              </a:ext>
            </a:extLst>
          </p:cNvPr>
          <p:cNvSpPr/>
          <p:nvPr/>
        </p:nvSpPr>
        <p:spPr>
          <a:xfrm>
            <a:off x="10340453" y="577130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2338A88-8D16-7E79-8FAB-2A4B19E2F188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 flipH="1">
            <a:off x="11060453" y="5042066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B7A6C943-F9DE-7CDA-20D0-1C5EBCDACBA6}"/>
              </a:ext>
            </a:extLst>
          </p:cNvPr>
          <p:cNvSpPr/>
          <p:nvPr/>
        </p:nvSpPr>
        <p:spPr>
          <a:xfrm>
            <a:off x="3794956" y="577130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02ACF0D-CD4C-A2A2-3F5C-CD497AB322EB}"/>
              </a:ext>
            </a:extLst>
          </p:cNvPr>
          <p:cNvCxnSpPr>
            <a:cxnSpLocks/>
            <a:stCxn id="2" idx="4"/>
            <a:endCxn id="9" idx="0"/>
          </p:cNvCxnSpPr>
          <p:nvPr/>
        </p:nvCxnSpPr>
        <p:spPr>
          <a:xfrm flipH="1">
            <a:off x="4514956" y="5042066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30D52E26-C212-4768-221A-EE2E6BF3E6A3}"/>
              </a:ext>
            </a:extLst>
          </p:cNvPr>
          <p:cNvSpPr/>
          <p:nvPr/>
        </p:nvSpPr>
        <p:spPr>
          <a:xfrm>
            <a:off x="8519855" y="81258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1E8F601-911A-34C0-883C-4186EFB4C451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9239855" y="7084105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7F6BACEB-2DCC-5D88-DB41-05D54CF6ECC9}"/>
              </a:ext>
            </a:extLst>
          </p:cNvPr>
          <p:cNvSpPr/>
          <p:nvPr/>
        </p:nvSpPr>
        <p:spPr>
          <a:xfrm>
            <a:off x="5543917" y="372926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9E9592A-5728-31DA-4186-A2223209800F}"/>
              </a:ext>
            </a:extLst>
          </p:cNvPr>
          <p:cNvSpPr/>
          <p:nvPr/>
        </p:nvSpPr>
        <p:spPr>
          <a:xfrm>
            <a:off x="8519855" y="17734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EA04347-4B01-4519-7DDD-3E987432A072}"/>
              </a:ext>
            </a:extLst>
          </p:cNvPr>
          <p:cNvSpPr/>
          <p:nvPr/>
        </p:nvSpPr>
        <p:spPr>
          <a:xfrm>
            <a:off x="11730587" y="372926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46F1A39-BE2E-D484-C620-67AF47D63510}"/>
              </a:ext>
            </a:extLst>
          </p:cNvPr>
          <p:cNvSpPr/>
          <p:nvPr/>
        </p:nvSpPr>
        <p:spPr>
          <a:xfrm>
            <a:off x="10340453" y="577130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DC5103A-1B03-7813-34B0-317533D5B122}"/>
              </a:ext>
            </a:extLst>
          </p:cNvPr>
          <p:cNvSpPr/>
          <p:nvPr/>
        </p:nvSpPr>
        <p:spPr>
          <a:xfrm>
            <a:off x="3794956" y="577130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D162583-A923-0B48-664F-9B2ADA930925}"/>
              </a:ext>
            </a:extLst>
          </p:cNvPr>
          <p:cNvSpPr/>
          <p:nvPr/>
        </p:nvSpPr>
        <p:spPr>
          <a:xfrm>
            <a:off x="8519855" y="81258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0D4CB30-627D-5878-69BA-72E815B1FEDE}"/>
              </a:ext>
            </a:extLst>
          </p:cNvPr>
          <p:cNvSpPr/>
          <p:nvPr/>
        </p:nvSpPr>
        <p:spPr>
          <a:xfrm>
            <a:off x="6913224" y="577130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188B072-72AA-BD3B-6456-5A295B6A7679}"/>
              </a:ext>
            </a:extLst>
          </p:cNvPr>
          <p:cNvCxnSpPr>
            <a:cxnSpLocks/>
            <a:stCxn id="19" idx="0"/>
            <a:endCxn id="2" idx="4"/>
          </p:cNvCxnSpPr>
          <p:nvPr/>
        </p:nvCxnSpPr>
        <p:spPr>
          <a:xfrm flipH="1" flipV="1">
            <a:off x="6263917" y="5042066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9BB73474-7A3B-73B5-92D2-205909D121DF}"/>
              </a:ext>
            </a:extLst>
          </p:cNvPr>
          <p:cNvSpPr/>
          <p:nvPr/>
        </p:nvSpPr>
        <p:spPr>
          <a:xfrm>
            <a:off x="6913224" y="577130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69EE9FF-7A23-DE5A-B7A5-18F0879A329B}"/>
              </a:ext>
            </a:extLst>
          </p:cNvPr>
          <p:cNvSpPr/>
          <p:nvPr/>
        </p:nvSpPr>
        <p:spPr>
          <a:xfrm>
            <a:off x="16017755" y="432638"/>
            <a:ext cx="2038994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Height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BF047C0-7880-4031-AF0C-0E5ABD2B1124}"/>
              </a:ext>
            </a:extLst>
          </p:cNvPr>
          <p:cNvSpPr/>
          <p:nvPr/>
        </p:nvSpPr>
        <p:spPr>
          <a:xfrm>
            <a:off x="16017755" y="1773413"/>
            <a:ext cx="2038994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0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C160519-176B-417A-5DE8-85863A91B450}"/>
              </a:ext>
            </a:extLst>
          </p:cNvPr>
          <p:cNvSpPr/>
          <p:nvPr/>
        </p:nvSpPr>
        <p:spPr>
          <a:xfrm>
            <a:off x="16017755" y="3764972"/>
            <a:ext cx="2038994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1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84B16DAD-9F85-3709-6BF0-E2E4034F6A63}"/>
              </a:ext>
            </a:extLst>
          </p:cNvPr>
          <p:cNvSpPr/>
          <p:nvPr/>
        </p:nvSpPr>
        <p:spPr>
          <a:xfrm>
            <a:off x="16017755" y="5884141"/>
            <a:ext cx="2038994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2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3349A351-F27C-FF3E-AA0C-675F057486B2}"/>
              </a:ext>
            </a:extLst>
          </p:cNvPr>
          <p:cNvSpPr/>
          <p:nvPr/>
        </p:nvSpPr>
        <p:spPr>
          <a:xfrm>
            <a:off x="16017755" y="8055832"/>
            <a:ext cx="2038994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3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7F3DE0E9-6F78-EBDA-70D0-03C7B64BC0DA}"/>
              </a:ext>
            </a:extLst>
          </p:cNvPr>
          <p:cNvSpPr/>
          <p:nvPr/>
        </p:nvSpPr>
        <p:spPr>
          <a:xfrm>
            <a:off x="5745107" y="10853957"/>
            <a:ext cx="12311642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Height of the tree is 3</a:t>
            </a:r>
          </a:p>
        </p:txBody>
      </p:sp>
    </p:spTree>
    <p:extLst>
      <p:ext uri="{BB962C8B-B14F-4D97-AF65-F5344CB8AC3E}">
        <p14:creationId xmlns:p14="http://schemas.microsoft.com/office/powerpoint/2010/main" val="14453546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F3BA7-CA0F-4DA0-5177-BF2317373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C763D020-9A81-87AA-02E6-FBE80E1AE313}"/>
                  </a:ext>
                </a:extLst>
              </p:cNvPr>
              <p:cNvSpPr/>
              <p:nvPr/>
            </p:nvSpPr>
            <p:spPr>
              <a:xfrm>
                <a:off x="761821" y="688801"/>
                <a:ext cx="23375984" cy="386481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Given a root of a binary tree, find the height of the tree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The height of the tree is the maximum distance from the root to a node in the tree. Formally</a:t>
                </a:r>
              </a:p>
              <a:p>
                <a:pPr lvl="1" indent="0" algn="ctr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	height of the tree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5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5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5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lim>
                        </m:limLow>
                      </m:fName>
                      <m:e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𝑑𝑖𝑠𝑡𝑎𝑛𝑐𝑒</m:t>
                        </m:r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𝑓𝑟𝑜𝑚</m:t>
                        </m:r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𝑡h𝑒</m:t>
                        </m:r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𝑟𝑜𝑜𝑡</m:t>
                        </m:r>
                      </m:e>
                    </m:func>
                    <m:r>
                      <a:rPr lang="en-US" sz="5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C763D020-9A81-87AA-02E6-FBE80E1AE3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821" y="688801"/>
                <a:ext cx="23375984" cy="3864817"/>
              </a:xfrm>
              <a:prstGeom prst="roundRect">
                <a:avLst/>
              </a:prstGeom>
              <a:blipFill>
                <a:blip r:embed="rId2"/>
                <a:stretch>
                  <a:fillRect l="-487" b="-3548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A9455D1-36C8-A1DD-C1E6-A623F86F96D9}"/>
              </a:ext>
            </a:extLst>
          </p:cNvPr>
          <p:cNvSpPr/>
          <p:nvPr/>
        </p:nvSpPr>
        <p:spPr>
          <a:xfrm>
            <a:off x="761821" y="6088176"/>
            <a:ext cx="23375984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Write a recursive function </a:t>
            </a: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int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</a:t>
            </a:r>
            <a:r>
              <a:rPr lang="en-US" sz="5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findHeight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( </a:t>
            </a: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struct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</a:t>
            </a: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node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*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v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) that returns the height of the subtree at v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Use 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postorder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traversal to solve this problem</a:t>
            </a:r>
          </a:p>
        </p:txBody>
      </p:sp>
    </p:spTree>
    <p:extLst>
      <p:ext uri="{BB962C8B-B14F-4D97-AF65-F5344CB8AC3E}">
        <p14:creationId xmlns:p14="http://schemas.microsoft.com/office/powerpoint/2010/main" val="19198841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EDDD9-6AC9-A1C6-1C5F-59DB9DFFD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D32B7936-2112-C847-14A2-C70C09A64C5E}"/>
              </a:ext>
            </a:extLst>
          </p:cNvPr>
          <p:cNvSpPr/>
          <p:nvPr/>
        </p:nvSpPr>
        <p:spPr>
          <a:xfrm>
            <a:off x="5543917" y="372926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D4C1406-BF9A-9AF0-8EA3-87DE0A4FD8EC}"/>
              </a:ext>
            </a:extLst>
          </p:cNvPr>
          <p:cNvSpPr/>
          <p:nvPr/>
        </p:nvSpPr>
        <p:spPr>
          <a:xfrm>
            <a:off x="8519855" y="17734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E2FB08E-FA7E-9235-18CA-E9EDB99F4E95}"/>
              </a:ext>
            </a:extLst>
          </p:cNvPr>
          <p:cNvSpPr/>
          <p:nvPr/>
        </p:nvSpPr>
        <p:spPr>
          <a:xfrm>
            <a:off x="11730587" y="372926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0178EF-2797-5792-53CD-F1F69BFB8A6D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 flipH="1">
            <a:off x="6263917" y="3086216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8FEFBCA-7D8B-3E09-968F-13E57ECC677D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>
            <a:off x="9239855" y="3086216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71C5CCFA-A47C-6E6A-E176-3E72AC9D18B2}"/>
              </a:ext>
            </a:extLst>
          </p:cNvPr>
          <p:cNvSpPr/>
          <p:nvPr/>
        </p:nvSpPr>
        <p:spPr>
          <a:xfrm>
            <a:off x="10340453" y="577130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250F9DA-3FA0-7B81-425D-42AE2CF8C62F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 flipH="1">
            <a:off x="11060453" y="5042066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CC15536-DB4E-6EDD-45B4-BFC8CD2E1631}"/>
              </a:ext>
            </a:extLst>
          </p:cNvPr>
          <p:cNvSpPr/>
          <p:nvPr/>
        </p:nvSpPr>
        <p:spPr>
          <a:xfrm>
            <a:off x="3794956" y="577130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CAA7ABC-35F5-292C-0A46-38F81552A493}"/>
              </a:ext>
            </a:extLst>
          </p:cNvPr>
          <p:cNvCxnSpPr>
            <a:cxnSpLocks/>
            <a:stCxn id="2" idx="4"/>
            <a:endCxn id="9" idx="0"/>
          </p:cNvCxnSpPr>
          <p:nvPr/>
        </p:nvCxnSpPr>
        <p:spPr>
          <a:xfrm flipH="1">
            <a:off x="4514956" y="5042066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F42C2F5A-FA01-9CF8-D422-1980BE077D4D}"/>
              </a:ext>
            </a:extLst>
          </p:cNvPr>
          <p:cNvSpPr/>
          <p:nvPr/>
        </p:nvSpPr>
        <p:spPr>
          <a:xfrm>
            <a:off x="8519855" y="81258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EA10975-BFEF-CC70-FAE5-3D05089201BD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9239855" y="7084105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AF23CF7F-5F8F-DD96-85FA-DAC09FEC0D8C}"/>
              </a:ext>
            </a:extLst>
          </p:cNvPr>
          <p:cNvSpPr/>
          <p:nvPr/>
        </p:nvSpPr>
        <p:spPr>
          <a:xfrm>
            <a:off x="5543917" y="372926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2EB206A-0F6B-087C-8F50-DC311C421541}"/>
              </a:ext>
            </a:extLst>
          </p:cNvPr>
          <p:cNvSpPr/>
          <p:nvPr/>
        </p:nvSpPr>
        <p:spPr>
          <a:xfrm>
            <a:off x="8519855" y="17734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996CA26-5FC1-61A8-2EDE-748CB489DC4B}"/>
              </a:ext>
            </a:extLst>
          </p:cNvPr>
          <p:cNvSpPr/>
          <p:nvPr/>
        </p:nvSpPr>
        <p:spPr>
          <a:xfrm>
            <a:off x="11730587" y="372926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C091475-7166-DC51-DF34-E052B93FA060}"/>
              </a:ext>
            </a:extLst>
          </p:cNvPr>
          <p:cNvSpPr/>
          <p:nvPr/>
        </p:nvSpPr>
        <p:spPr>
          <a:xfrm>
            <a:off x="10340453" y="577130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5C62E80-1492-7FF5-6846-DD1A569F9AE5}"/>
              </a:ext>
            </a:extLst>
          </p:cNvPr>
          <p:cNvSpPr/>
          <p:nvPr/>
        </p:nvSpPr>
        <p:spPr>
          <a:xfrm>
            <a:off x="3794956" y="577130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91E66B6-ADD0-E8FC-960D-4D1C364FA6D9}"/>
              </a:ext>
            </a:extLst>
          </p:cNvPr>
          <p:cNvSpPr/>
          <p:nvPr/>
        </p:nvSpPr>
        <p:spPr>
          <a:xfrm>
            <a:off x="8519855" y="81258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DAEF226-C435-17A9-1030-F2F9BF150B84}"/>
              </a:ext>
            </a:extLst>
          </p:cNvPr>
          <p:cNvSpPr/>
          <p:nvPr/>
        </p:nvSpPr>
        <p:spPr>
          <a:xfrm>
            <a:off x="6913224" y="577130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B3995AB-8AF9-5803-9095-616CBDB62F97}"/>
              </a:ext>
            </a:extLst>
          </p:cNvPr>
          <p:cNvCxnSpPr>
            <a:cxnSpLocks/>
            <a:stCxn id="19" idx="0"/>
            <a:endCxn id="2" idx="4"/>
          </p:cNvCxnSpPr>
          <p:nvPr/>
        </p:nvCxnSpPr>
        <p:spPr>
          <a:xfrm flipH="1" flipV="1">
            <a:off x="6263917" y="5042066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F09BF270-506F-C085-EDEF-42A963E553E3}"/>
              </a:ext>
            </a:extLst>
          </p:cNvPr>
          <p:cNvSpPr/>
          <p:nvPr/>
        </p:nvSpPr>
        <p:spPr>
          <a:xfrm>
            <a:off x="6913224" y="577130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EC37DBD-ABEE-BACA-5CE6-C2BDCDA28059}"/>
              </a:ext>
            </a:extLst>
          </p:cNvPr>
          <p:cNvSpPr/>
          <p:nvPr/>
        </p:nvSpPr>
        <p:spPr>
          <a:xfrm>
            <a:off x="3794956" y="600558"/>
            <a:ext cx="976492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findHeight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v 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-&gt;4)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C72FFCC5-9A80-49A6-1FE5-7A77D6730DC8}"/>
              </a:ext>
            </a:extLst>
          </p:cNvPr>
          <p:cNvSpPr/>
          <p:nvPr/>
        </p:nvSpPr>
        <p:spPr>
          <a:xfrm>
            <a:off x="1080295" y="3000027"/>
            <a:ext cx="7272930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findHeight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v 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-&gt;2)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3A1DDFD-0A47-4C21-687F-C369C8C15A00}"/>
              </a:ext>
            </a:extLst>
          </p:cNvPr>
          <p:cNvSpPr/>
          <p:nvPr/>
        </p:nvSpPr>
        <p:spPr>
          <a:xfrm>
            <a:off x="9180382" y="2930571"/>
            <a:ext cx="7272930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findHeight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v 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-&gt;9)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ADD2F9E-E276-498B-53B2-6453F656EF07}"/>
              </a:ext>
            </a:extLst>
          </p:cNvPr>
          <p:cNvCxnSpPr>
            <a:cxnSpLocks/>
          </p:cNvCxnSpPr>
          <p:nvPr/>
        </p:nvCxnSpPr>
        <p:spPr>
          <a:xfrm flipV="1">
            <a:off x="5543917" y="1612560"/>
            <a:ext cx="1470107" cy="1310254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BC3CC9C-A726-FB45-F5D9-ABC22D965963}"/>
              </a:ext>
            </a:extLst>
          </p:cNvPr>
          <p:cNvCxnSpPr>
            <a:cxnSpLocks/>
          </p:cNvCxnSpPr>
          <p:nvPr/>
        </p:nvCxnSpPr>
        <p:spPr>
          <a:xfrm flipH="1" flipV="1">
            <a:off x="11730587" y="1571342"/>
            <a:ext cx="970768" cy="1413595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0AE44C7D-AFB6-BB7C-5030-25486F56CE8E}"/>
              </a:ext>
            </a:extLst>
          </p:cNvPr>
          <p:cNvSpPr txBox="1"/>
          <p:nvPr/>
        </p:nvSpPr>
        <p:spPr>
          <a:xfrm rot="21402022">
            <a:off x="5493121" y="1207990"/>
            <a:ext cx="445635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0D4AF0-2F3E-B254-1C0C-C538D22812FC}"/>
              </a:ext>
            </a:extLst>
          </p:cNvPr>
          <p:cNvSpPr txBox="1"/>
          <p:nvPr/>
        </p:nvSpPr>
        <p:spPr>
          <a:xfrm rot="21402022">
            <a:off x="12418363" y="1272209"/>
            <a:ext cx="445635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</a:rPr>
              <a:t>2</a:t>
            </a:r>
            <a:endParaRPr kumimoji="0" lang="en-US" sz="48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7587603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4" grpId="0"/>
      <p:bldP spid="35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box">
            <a:extLst>
              <a:ext uri="{FF2B5EF4-FFF2-40B4-BE49-F238E27FC236}">
                <a16:creationId xmlns:a16="http://schemas.microsoft.com/office/drawing/2014/main" id="{D8CE08CA-D517-C510-249C-C901FA07B14D}"/>
              </a:ext>
            </a:extLst>
          </p:cNvPr>
          <p:cNvSpPr/>
          <p:nvPr/>
        </p:nvSpPr>
        <p:spPr>
          <a:xfrm>
            <a:off x="692237" y="1928884"/>
            <a:ext cx="9946026" cy="740741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findHeight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-1;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leftheight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findHeight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rightheight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findHeight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leftheight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rightheight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leftheight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rightheight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B3A61DF-7598-4EF0-FAC4-18F4703E79D6}"/>
              </a:ext>
            </a:extLst>
          </p:cNvPr>
          <p:cNvSpPr/>
          <p:nvPr/>
        </p:nvSpPr>
        <p:spPr>
          <a:xfrm>
            <a:off x="13046529" y="3877967"/>
            <a:ext cx="386722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Running Time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992EB43-BAC9-3893-A685-9085FF5822A3}"/>
              </a:ext>
            </a:extLst>
          </p:cNvPr>
          <p:cNvSpPr/>
          <p:nvPr/>
        </p:nvSpPr>
        <p:spPr>
          <a:xfrm>
            <a:off x="13046529" y="5075395"/>
            <a:ext cx="386722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O(n)</a:t>
            </a:r>
          </a:p>
        </p:txBody>
      </p:sp>
    </p:spTree>
    <p:extLst>
      <p:ext uri="{BB962C8B-B14F-4D97-AF65-F5344CB8AC3E}">
        <p14:creationId xmlns:p14="http://schemas.microsoft.com/office/powerpoint/2010/main" val="18286930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D27B794E-894A-A975-AEFD-70F8218FAC7E}"/>
              </a:ext>
            </a:extLst>
          </p:cNvPr>
          <p:cNvSpPr/>
          <p:nvPr/>
        </p:nvSpPr>
        <p:spPr>
          <a:xfrm>
            <a:off x="2343517" y="402317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48C7D08-8581-3B23-C6BF-319983CCDB65}"/>
              </a:ext>
            </a:extLst>
          </p:cNvPr>
          <p:cNvSpPr/>
          <p:nvPr/>
        </p:nvSpPr>
        <p:spPr>
          <a:xfrm>
            <a:off x="5319455" y="206732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58A2A58-BC3F-ADB9-5FD9-863434C66A70}"/>
              </a:ext>
            </a:extLst>
          </p:cNvPr>
          <p:cNvSpPr/>
          <p:nvPr/>
        </p:nvSpPr>
        <p:spPr>
          <a:xfrm>
            <a:off x="8530187" y="402317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E883744-C61E-3BFB-853E-2525DE67B62C}"/>
              </a:ext>
            </a:extLst>
          </p:cNvPr>
          <p:cNvSpPr/>
          <p:nvPr/>
        </p:nvSpPr>
        <p:spPr>
          <a:xfrm>
            <a:off x="7140053" y="606521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2DFC3DE-F6E5-C006-8CE0-EFB8519EDF22}"/>
              </a:ext>
            </a:extLst>
          </p:cNvPr>
          <p:cNvSpPr/>
          <p:nvPr/>
        </p:nvSpPr>
        <p:spPr>
          <a:xfrm>
            <a:off x="594556" y="606521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7898643-F53B-6A9E-CEF0-F2AD953358D5}"/>
              </a:ext>
            </a:extLst>
          </p:cNvPr>
          <p:cNvSpPr/>
          <p:nvPr/>
        </p:nvSpPr>
        <p:spPr>
          <a:xfrm>
            <a:off x="5319455" y="841978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0EBD151-A459-4E20-9C7C-48CD0181E4C7}"/>
              </a:ext>
            </a:extLst>
          </p:cNvPr>
          <p:cNvSpPr/>
          <p:nvPr/>
        </p:nvSpPr>
        <p:spPr>
          <a:xfrm>
            <a:off x="3712824" y="60652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B76D0F-2C53-BB29-1105-2A19A738E0DA}"/>
              </a:ext>
            </a:extLst>
          </p:cNvPr>
          <p:cNvCxnSpPr>
            <a:cxnSpLocks/>
          </p:cNvCxnSpPr>
          <p:nvPr/>
        </p:nvCxnSpPr>
        <p:spPr>
          <a:xfrm flipH="1">
            <a:off x="3063517" y="338013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38DB51-38F1-2872-9B06-86DB6D837C4B}"/>
              </a:ext>
            </a:extLst>
          </p:cNvPr>
          <p:cNvCxnSpPr>
            <a:cxnSpLocks/>
          </p:cNvCxnSpPr>
          <p:nvPr/>
        </p:nvCxnSpPr>
        <p:spPr>
          <a:xfrm>
            <a:off x="6039455" y="338013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8D24990-A6D7-EBEC-0533-AD75A12F2898}"/>
              </a:ext>
            </a:extLst>
          </p:cNvPr>
          <p:cNvCxnSpPr>
            <a:cxnSpLocks/>
          </p:cNvCxnSpPr>
          <p:nvPr/>
        </p:nvCxnSpPr>
        <p:spPr>
          <a:xfrm flipH="1">
            <a:off x="7860053" y="5335980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2A7380-7199-57F7-05A0-114845731970}"/>
              </a:ext>
            </a:extLst>
          </p:cNvPr>
          <p:cNvCxnSpPr>
            <a:cxnSpLocks/>
          </p:cNvCxnSpPr>
          <p:nvPr/>
        </p:nvCxnSpPr>
        <p:spPr>
          <a:xfrm flipH="1">
            <a:off x="1314556" y="5335980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E0B0A3E-E68C-B6C9-BD8D-2A9A63E3C6A8}"/>
              </a:ext>
            </a:extLst>
          </p:cNvPr>
          <p:cNvCxnSpPr>
            <a:cxnSpLocks/>
          </p:cNvCxnSpPr>
          <p:nvPr/>
        </p:nvCxnSpPr>
        <p:spPr>
          <a:xfrm flipH="1">
            <a:off x="6039455" y="7378019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E17E4E8-8D3D-7CD3-C029-6C109D346D55}"/>
              </a:ext>
            </a:extLst>
          </p:cNvPr>
          <p:cNvCxnSpPr>
            <a:cxnSpLocks/>
          </p:cNvCxnSpPr>
          <p:nvPr/>
        </p:nvCxnSpPr>
        <p:spPr>
          <a:xfrm flipH="1" flipV="1">
            <a:off x="3063517" y="5335980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E65B90B-59FA-2265-FB84-E1C10D8E554C}"/>
              </a:ext>
            </a:extLst>
          </p:cNvPr>
          <p:cNvSpPr/>
          <p:nvPr/>
        </p:nvSpPr>
        <p:spPr>
          <a:xfrm>
            <a:off x="11506125" y="2712740"/>
            <a:ext cx="12396886" cy="56299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The diameter of the tree is the length of the longest path in it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269070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729D0-AA2D-EE8F-4546-B16B478A7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AF45060E-E65C-19CE-14C5-F73037E8D86B}"/>
              </a:ext>
            </a:extLst>
          </p:cNvPr>
          <p:cNvSpPr/>
          <p:nvPr/>
        </p:nvSpPr>
        <p:spPr>
          <a:xfrm>
            <a:off x="2343517" y="4023176"/>
            <a:ext cx="1440000" cy="131280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224886D-A1EA-EF1A-19C1-03E9AC3DC34A}"/>
              </a:ext>
            </a:extLst>
          </p:cNvPr>
          <p:cNvSpPr/>
          <p:nvPr/>
        </p:nvSpPr>
        <p:spPr>
          <a:xfrm>
            <a:off x="5319455" y="2067327"/>
            <a:ext cx="1440000" cy="131280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F16B9D7-F6F5-3DC9-439E-1936FF0232DA}"/>
              </a:ext>
            </a:extLst>
          </p:cNvPr>
          <p:cNvSpPr/>
          <p:nvPr/>
        </p:nvSpPr>
        <p:spPr>
          <a:xfrm>
            <a:off x="8530187" y="4023177"/>
            <a:ext cx="1440000" cy="131280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60FE51A-F968-1FA4-6D2F-3CB86514A9CA}"/>
              </a:ext>
            </a:extLst>
          </p:cNvPr>
          <p:cNvSpPr/>
          <p:nvPr/>
        </p:nvSpPr>
        <p:spPr>
          <a:xfrm>
            <a:off x="7140053" y="6065216"/>
            <a:ext cx="1440000" cy="131280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92962AA-754F-921E-1ABE-8C046469B21F}"/>
              </a:ext>
            </a:extLst>
          </p:cNvPr>
          <p:cNvSpPr/>
          <p:nvPr/>
        </p:nvSpPr>
        <p:spPr>
          <a:xfrm>
            <a:off x="594556" y="6065215"/>
            <a:ext cx="1440000" cy="131280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88458FF-C28E-FEFB-3176-D6A3AF52082A}"/>
              </a:ext>
            </a:extLst>
          </p:cNvPr>
          <p:cNvSpPr/>
          <p:nvPr/>
        </p:nvSpPr>
        <p:spPr>
          <a:xfrm>
            <a:off x="5319455" y="8419785"/>
            <a:ext cx="1440000" cy="131280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10FCC48-0633-4ACD-4BA2-3D49DF87BDA7}"/>
              </a:ext>
            </a:extLst>
          </p:cNvPr>
          <p:cNvSpPr/>
          <p:nvPr/>
        </p:nvSpPr>
        <p:spPr>
          <a:xfrm>
            <a:off x="3712824" y="60652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A84E714-209C-1052-74BA-5008C4AF12B3}"/>
              </a:ext>
            </a:extLst>
          </p:cNvPr>
          <p:cNvCxnSpPr>
            <a:cxnSpLocks/>
          </p:cNvCxnSpPr>
          <p:nvPr/>
        </p:nvCxnSpPr>
        <p:spPr>
          <a:xfrm flipH="1">
            <a:off x="3063517" y="338013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5ADCCA-6C22-A495-25C7-785408856478}"/>
              </a:ext>
            </a:extLst>
          </p:cNvPr>
          <p:cNvCxnSpPr>
            <a:cxnSpLocks/>
          </p:cNvCxnSpPr>
          <p:nvPr/>
        </p:nvCxnSpPr>
        <p:spPr>
          <a:xfrm>
            <a:off x="6039455" y="338013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5F88974-47C3-BD66-112A-6FCF4DCB8938}"/>
              </a:ext>
            </a:extLst>
          </p:cNvPr>
          <p:cNvCxnSpPr>
            <a:cxnSpLocks/>
          </p:cNvCxnSpPr>
          <p:nvPr/>
        </p:nvCxnSpPr>
        <p:spPr>
          <a:xfrm flipH="1">
            <a:off x="7860053" y="5335980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765FA8F-2E32-2CD8-93F4-E7F596D25075}"/>
              </a:ext>
            </a:extLst>
          </p:cNvPr>
          <p:cNvCxnSpPr>
            <a:cxnSpLocks/>
          </p:cNvCxnSpPr>
          <p:nvPr/>
        </p:nvCxnSpPr>
        <p:spPr>
          <a:xfrm flipH="1">
            <a:off x="1314556" y="5335980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EB9DE0E-67B8-59DD-207A-FB5409A57179}"/>
              </a:ext>
            </a:extLst>
          </p:cNvPr>
          <p:cNvCxnSpPr>
            <a:cxnSpLocks/>
          </p:cNvCxnSpPr>
          <p:nvPr/>
        </p:nvCxnSpPr>
        <p:spPr>
          <a:xfrm flipH="1">
            <a:off x="6039455" y="7378019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06227D6-7261-C0EC-25F6-C3A0FE394840}"/>
              </a:ext>
            </a:extLst>
          </p:cNvPr>
          <p:cNvCxnSpPr>
            <a:cxnSpLocks/>
          </p:cNvCxnSpPr>
          <p:nvPr/>
        </p:nvCxnSpPr>
        <p:spPr>
          <a:xfrm flipH="1" flipV="1">
            <a:off x="3063517" y="5335980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5B7D29B-B4EB-D25E-8AC3-506048EA1C7D}"/>
              </a:ext>
            </a:extLst>
          </p:cNvPr>
          <p:cNvSpPr/>
          <p:nvPr/>
        </p:nvSpPr>
        <p:spPr>
          <a:xfrm>
            <a:off x="11506125" y="2712740"/>
            <a:ext cx="12396886" cy="56299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The diameter of the tree is the length of the longest path in it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3358385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CAE55-E53C-CA5B-B524-45E43FC2A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90D63010-8056-E8CC-7C12-343ACBE806F2}"/>
              </a:ext>
            </a:extLst>
          </p:cNvPr>
          <p:cNvSpPr/>
          <p:nvPr/>
        </p:nvSpPr>
        <p:spPr>
          <a:xfrm>
            <a:off x="2343517" y="402317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D0FF3BB-0061-B27F-5C03-0DAF6D790621}"/>
              </a:ext>
            </a:extLst>
          </p:cNvPr>
          <p:cNvSpPr/>
          <p:nvPr/>
        </p:nvSpPr>
        <p:spPr>
          <a:xfrm>
            <a:off x="5319455" y="206732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52602A2-F807-D1CA-569A-C5D012986EEA}"/>
              </a:ext>
            </a:extLst>
          </p:cNvPr>
          <p:cNvSpPr/>
          <p:nvPr/>
        </p:nvSpPr>
        <p:spPr>
          <a:xfrm>
            <a:off x="8530187" y="402317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7702193-E13D-2CCD-E09E-7192BD9B1B64}"/>
              </a:ext>
            </a:extLst>
          </p:cNvPr>
          <p:cNvSpPr/>
          <p:nvPr/>
        </p:nvSpPr>
        <p:spPr>
          <a:xfrm>
            <a:off x="1314556" y="834265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9BCD32B-AEFF-6C25-A2C7-8AF3E2F6EF05}"/>
              </a:ext>
            </a:extLst>
          </p:cNvPr>
          <p:cNvSpPr/>
          <p:nvPr/>
        </p:nvSpPr>
        <p:spPr>
          <a:xfrm>
            <a:off x="594556" y="606521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7496EAD-B10A-233A-2C45-3DD3FFB83E5E}"/>
              </a:ext>
            </a:extLst>
          </p:cNvPr>
          <p:cNvSpPr/>
          <p:nvPr/>
        </p:nvSpPr>
        <p:spPr>
          <a:xfrm>
            <a:off x="3712824" y="60652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646203F-A372-54F2-E741-36E9F4A34548}"/>
              </a:ext>
            </a:extLst>
          </p:cNvPr>
          <p:cNvSpPr/>
          <p:nvPr/>
        </p:nvSpPr>
        <p:spPr>
          <a:xfrm>
            <a:off x="4551486" y="834264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65C9A94-3736-D2E8-7C5E-51CECEABD013}"/>
              </a:ext>
            </a:extLst>
          </p:cNvPr>
          <p:cNvSpPr/>
          <p:nvPr/>
        </p:nvSpPr>
        <p:spPr>
          <a:xfrm>
            <a:off x="4067598" y="1062008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0E72E1C-FE12-FA51-9120-9D9283F27456}"/>
              </a:ext>
            </a:extLst>
          </p:cNvPr>
          <p:cNvSpPr/>
          <p:nvPr/>
        </p:nvSpPr>
        <p:spPr>
          <a:xfrm>
            <a:off x="749036" y="107483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B3E33D-7EF7-6F52-9265-A1317E6A6273}"/>
              </a:ext>
            </a:extLst>
          </p:cNvPr>
          <p:cNvCxnSpPr>
            <a:cxnSpLocks/>
          </p:cNvCxnSpPr>
          <p:nvPr/>
        </p:nvCxnSpPr>
        <p:spPr>
          <a:xfrm flipH="1">
            <a:off x="3063517" y="338013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B025A21-9738-C824-78B8-5F7F6ABFDB1D}"/>
              </a:ext>
            </a:extLst>
          </p:cNvPr>
          <p:cNvCxnSpPr>
            <a:cxnSpLocks/>
          </p:cNvCxnSpPr>
          <p:nvPr/>
        </p:nvCxnSpPr>
        <p:spPr>
          <a:xfrm>
            <a:off x="6039455" y="338013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885280B-C8CD-8E0B-4CA2-7AE13D74A1E6}"/>
              </a:ext>
            </a:extLst>
          </p:cNvPr>
          <p:cNvCxnSpPr>
            <a:cxnSpLocks/>
          </p:cNvCxnSpPr>
          <p:nvPr/>
        </p:nvCxnSpPr>
        <p:spPr>
          <a:xfrm flipH="1">
            <a:off x="1314556" y="5335980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ED7F298-E925-2A40-5EC7-F76CB809B2B2}"/>
              </a:ext>
            </a:extLst>
          </p:cNvPr>
          <p:cNvCxnSpPr>
            <a:cxnSpLocks/>
          </p:cNvCxnSpPr>
          <p:nvPr/>
        </p:nvCxnSpPr>
        <p:spPr>
          <a:xfrm flipH="1" flipV="1">
            <a:off x="3063517" y="5335980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2CC22B4-F622-D1AD-89E4-020DA28F7F64}"/>
              </a:ext>
            </a:extLst>
          </p:cNvPr>
          <p:cNvCxnSpPr>
            <a:cxnSpLocks/>
            <a:stCxn id="21" idx="4"/>
            <a:endCxn id="22" idx="0"/>
          </p:cNvCxnSpPr>
          <p:nvPr/>
        </p:nvCxnSpPr>
        <p:spPr>
          <a:xfrm>
            <a:off x="4432824" y="7378017"/>
            <a:ext cx="838662" cy="96463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9631909-CDE3-3EB2-C0A9-F3252E1A5DED}"/>
              </a:ext>
            </a:extLst>
          </p:cNvPr>
          <p:cNvCxnSpPr>
            <a:cxnSpLocks/>
            <a:stCxn id="22" idx="4"/>
            <a:endCxn id="24" idx="0"/>
          </p:cNvCxnSpPr>
          <p:nvPr/>
        </p:nvCxnSpPr>
        <p:spPr>
          <a:xfrm flipH="1">
            <a:off x="4787598" y="9655451"/>
            <a:ext cx="483888" cy="964633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13DA30E-7084-E2E0-2AE3-A2E27D6541C3}"/>
              </a:ext>
            </a:extLst>
          </p:cNvPr>
          <p:cNvCxnSpPr>
            <a:cxnSpLocks/>
            <a:stCxn id="17" idx="4"/>
            <a:endCxn id="16" idx="0"/>
          </p:cNvCxnSpPr>
          <p:nvPr/>
        </p:nvCxnSpPr>
        <p:spPr>
          <a:xfrm>
            <a:off x="1314556" y="7378018"/>
            <a:ext cx="720000" cy="96463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643E9B8-561E-4122-BA07-326FC549A318}"/>
              </a:ext>
            </a:extLst>
          </p:cNvPr>
          <p:cNvCxnSpPr>
            <a:cxnSpLocks/>
            <a:endCxn id="38" idx="0"/>
          </p:cNvCxnSpPr>
          <p:nvPr/>
        </p:nvCxnSpPr>
        <p:spPr>
          <a:xfrm flipH="1">
            <a:off x="1469036" y="9655453"/>
            <a:ext cx="565520" cy="109294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B8E6D43-C76E-4C2B-BF9C-A75AA1F33D97}"/>
              </a:ext>
            </a:extLst>
          </p:cNvPr>
          <p:cNvSpPr/>
          <p:nvPr/>
        </p:nvSpPr>
        <p:spPr>
          <a:xfrm>
            <a:off x="11506125" y="2712740"/>
            <a:ext cx="12396886" cy="56299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The diameter of the tree is the length of the longest path in it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348257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2AB09-84D1-2262-15A0-28AC3BCFD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52F09E4-C8F7-5CC0-4911-D11813A7C891}"/>
              </a:ext>
            </a:extLst>
          </p:cNvPr>
          <p:cNvSpPr/>
          <p:nvPr/>
        </p:nvSpPr>
        <p:spPr>
          <a:xfrm>
            <a:off x="11506125" y="2712740"/>
            <a:ext cx="12396886" cy="56299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The diameter of the tree is the length of the longest path in it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FDCD9F0-89A4-E726-672F-B7FD6A8C4B79}"/>
              </a:ext>
            </a:extLst>
          </p:cNvPr>
          <p:cNvSpPr/>
          <p:nvPr/>
        </p:nvSpPr>
        <p:spPr>
          <a:xfrm>
            <a:off x="2343517" y="4023176"/>
            <a:ext cx="1440000" cy="131280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A292BFA-A5CD-267B-65D0-4C4863C76CE4}"/>
              </a:ext>
            </a:extLst>
          </p:cNvPr>
          <p:cNvSpPr/>
          <p:nvPr/>
        </p:nvSpPr>
        <p:spPr>
          <a:xfrm>
            <a:off x="5319455" y="206732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10A1149-349E-F4F8-0AE6-9C36C5B64890}"/>
              </a:ext>
            </a:extLst>
          </p:cNvPr>
          <p:cNvSpPr/>
          <p:nvPr/>
        </p:nvSpPr>
        <p:spPr>
          <a:xfrm>
            <a:off x="8530187" y="402317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9BCF253-BB8B-3201-D489-EC7CF981620F}"/>
              </a:ext>
            </a:extLst>
          </p:cNvPr>
          <p:cNvSpPr/>
          <p:nvPr/>
        </p:nvSpPr>
        <p:spPr>
          <a:xfrm>
            <a:off x="1314556" y="8342650"/>
            <a:ext cx="1440000" cy="131280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C3929A-5A6D-D460-8D5D-441AE687DE3C}"/>
              </a:ext>
            </a:extLst>
          </p:cNvPr>
          <p:cNvSpPr/>
          <p:nvPr/>
        </p:nvSpPr>
        <p:spPr>
          <a:xfrm>
            <a:off x="594556" y="6065215"/>
            <a:ext cx="1440000" cy="131280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A19809C-7AAB-E37B-CD2B-8F233902EB2F}"/>
              </a:ext>
            </a:extLst>
          </p:cNvPr>
          <p:cNvSpPr/>
          <p:nvPr/>
        </p:nvSpPr>
        <p:spPr>
          <a:xfrm>
            <a:off x="3712824" y="6065214"/>
            <a:ext cx="1440000" cy="131280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183B307-05B4-A3CF-DE54-41007B6FDBCA}"/>
              </a:ext>
            </a:extLst>
          </p:cNvPr>
          <p:cNvSpPr/>
          <p:nvPr/>
        </p:nvSpPr>
        <p:spPr>
          <a:xfrm>
            <a:off x="4551486" y="8342648"/>
            <a:ext cx="1440000" cy="131280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257583D-7322-C9C4-43A9-972D1D6D6F42}"/>
              </a:ext>
            </a:extLst>
          </p:cNvPr>
          <p:cNvSpPr/>
          <p:nvPr/>
        </p:nvSpPr>
        <p:spPr>
          <a:xfrm>
            <a:off x="4067598" y="10620084"/>
            <a:ext cx="1440000" cy="131280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86ED065-4CDA-F339-61C9-1BCECA9AE9BA}"/>
              </a:ext>
            </a:extLst>
          </p:cNvPr>
          <p:cNvSpPr/>
          <p:nvPr/>
        </p:nvSpPr>
        <p:spPr>
          <a:xfrm>
            <a:off x="749036" y="10748393"/>
            <a:ext cx="1440000" cy="131280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96141A8-FD58-509F-D4E1-C660B31E39DC}"/>
              </a:ext>
            </a:extLst>
          </p:cNvPr>
          <p:cNvCxnSpPr>
            <a:cxnSpLocks/>
          </p:cNvCxnSpPr>
          <p:nvPr/>
        </p:nvCxnSpPr>
        <p:spPr>
          <a:xfrm flipH="1">
            <a:off x="3063517" y="338013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0E9DDD3-5487-662C-2305-4EF1297BA8AD}"/>
              </a:ext>
            </a:extLst>
          </p:cNvPr>
          <p:cNvCxnSpPr>
            <a:cxnSpLocks/>
          </p:cNvCxnSpPr>
          <p:nvPr/>
        </p:nvCxnSpPr>
        <p:spPr>
          <a:xfrm>
            <a:off x="6039455" y="338013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FA0AF66-9758-ACB2-A724-94832EF91E4F}"/>
              </a:ext>
            </a:extLst>
          </p:cNvPr>
          <p:cNvCxnSpPr>
            <a:cxnSpLocks/>
          </p:cNvCxnSpPr>
          <p:nvPr/>
        </p:nvCxnSpPr>
        <p:spPr>
          <a:xfrm flipH="1">
            <a:off x="1314556" y="5335980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483E563-CFDC-68D5-680D-8058FFB4EE08}"/>
              </a:ext>
            </a:extLst>
          </p:cNvPr>
          <p:cNvCxnSpPr>
            <a:cxnSpLocks/>
          </p:cNvCxnSpPr>
          <p:nvPr/>
        </p:nvCxnSpPr>
        <p:spPr>
          <a:xfrm flipH="1" flipV="1">
            <a:off x="3063517" y="5335980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E2EAB70-4862-5D5F-3043-76B20F654903}"/>
              </a:ext>
            </a:extLst>
          </p:cNvPr>
          <p:cNvCxnSpPr>
            <a:cxnSpLocks/>
            <a:stCxn id="12" idx="4"/>
            <a:endCxn id="18" idx="0"/>
          </p:cNvCxnSpPr>
          <p:nvPr/>
        </p:nvCxnSpPr>
        <p:spPr>
          <a:xfrm>
            <a:off x="4432824" y="7378017"/>
            <a:ext cx="838662" cy="96463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3BE94D8-EB75-3865-FE09-381DEFF933AB}"/>
              </a:ext>
            </a:extLst>
          </p:cNvPr>
          <p:cNvCxnSpPr>
            <a:cxnSpLocks/>
            <a:stCxn id="18" idx="4"/>
            <a:endCxn id="19" idx="0"/>
          </p:cNvCxnSpPr>
          <p:nvPr/>
        </p:nvCxnSpPr>
        <p:spPr>
          <a:xfrm flipH="1">
            <a:off x="4787598" y="9655451"/>
            <a:ext cx="483888" cy="964633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69E8E23-92D7-2734-AA67-A08946D3ECEC}"/>
              </a:ext>
            </a:extLst>
          </p:cNvPr>
          <p:cNvCxnSpPr>
            <a:cxnSpLocks/>
            <a:stCxn id="11" idx="4"/>
            <a:endCxn id="9" idx="0"/>
          </p:cNvCxnSpPr>
          <p:nvPr/>
        </p:nvCxnSpPr>
        <p:spPr>
          <a:xfrm>
            <a:off x="1314556" y="7378018"/>
            <a:ext cx="720000" cy="96463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F2B63F8-E5F3-4216-29C0-6804C4921D10}"/>
              </a:ext>
            </a:extLst>
          </p:cNvPr>
          <p:cNvCxnSpPr>
            <a:cxnSpLocks/>
            <a:endCxn id="26" idx="0"/>
          </p:cNvCxnSpPr>
          <p:nvPr/>
        </p:nvCxnSpPr>
        <p:spPr>
          <a:xfrm flipH="1">
            <a:off x="1469036" y="9655453"/>
            <a:ext cx="565520" cy="109294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42623334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F502F-E7F6-355E-F8F8-9B0AECD54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818AFADC-C7E4-150E-5AAF-FF0CEDED0D65}"/>
              </a:ext>
            </a:extLst>
          </p:cNvPr>
          <p:cNvSpPr/>
          <p:nvPr/>
        </p:nvSpPr>
        <p:spPr>
          <a:xfrm>
            <a:off x="2343517" y="402317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6F384A8-1D10-1F06-9F99-3BC152EA917B}"/>
              </a:ext>
            </a:extLst>
          </p:cNvPr>
          <p:cNvSpPr/>
          <p:nvPr/>
        </p:nvSpPr>
        <p:spPr>
          <a:xfrm>
            <a:off x="5319455" y="206732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0D90AB6-7D78-3C64-F381-8EDA0DF9EFF4}"/>
              </a:ext>
            </a:extLst>
          </p:cNvPr>
          <p:cNvSpPr/>
          <p:nvPr/>
        </p:nvSpPr>
        <p:spPr>
          <a:xfrm>
            <a:off x="8530187" y="402317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F7A9A80-7B5D-060C-1FF4-5B24574FD252}"/>
              </a:ext>
            </a:extLst>
          </p:cNvPr>
          <p:cNvSpPr/>
          <p:nvPr/>
        </p:nvSpPr>
        <p:spPr>
          <a:xfrm>
            <a:off x="1314556" y="834265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E527DFD-E7DC-989F-55DC-22F98D377036}"/>
              </a:ext>
            </a:extLst>
          </p:cNvPr>
          <p:cNvSpPr/>
          <p:nvPr/>
        </p:nvSpPr>
        <p:spPr>
          <a:xfrm>
            <a:off x="594556" y="606521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E0954E8-A1AA-8D50-0FD9-E7B0D81BE0ED}"/>
              </a:ext>
            </a:extLst>
          </p:cNvPr>
          <p:cNvSpPr/>
          <p:nvPr/>
        </p:nvSpPr>
        <p:spPr>
          <a:xfrm>
            <a:off x="3712824" y="60652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43E2BF5-61A2-8191-2755-119161641B93}"/>
              </a:ext>
            </a:extLst>
          </p:cNvPr>
          <p:cNvSpPr/>
          <p:nvPr/>
        </p:nvSpPr>
        <p:spPr>
          <a:xfrm>
            <a:off x="4551486" y="834264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0ED1C3B-0557-18BB-D222-417C212AD045}"/>
              </a:ext>
            </a:extLst>
          </p:cNvPr>
          <p:cNvSpPr/>
          <p:nvPr/>
        </p:nvSpPr>
        <p:spPr>
          <a:xfrm>
            <a:off x="4067598" y="1062008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DE3B426-4A4D-9900-51BC-E026850407EE}"/>
              </a:ext>
            </a:extLst>
          </p:cNvPr>
          <p:cNvSpPr/>
          <p:nvPr/>
        </p:nvSpPr>
        <p:spPr>
          <a:xfrm>
            <a:off x="749036" y="107483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A6F5D0E-DF84-70E8-AAFA-BD7692EAE18F}"/>
              </a:ext>
            </a:extLst>
          </p:cNvPr>
          <p:cNvCxnSpPr>
            <a:cxnSpLocks/>
          </p:cNvCxnSpPr>
          <p:nvPr/>
        </p:nvCxnSpPr>
        <p:spPr>
          <a:xfrm flipH="1">
            <a:off x="3063517" y="338013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752FE2-7937-0C98-B482-99CB645E82DB}"/>
              </a:ext>
            </a:extLst>
          </p:cNvPr>
          <p:cNvCxnSpPr>
            <a:cxnSpLocks/>
          </p:cNvCxnSpPr>
          <p:nvPr/>
        </p:nvCxnSpPr>
        <p:spPr>
          <a:xfrm>
            <a:off x="6039455" y="338013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A0B954-CFE7-E60F-5BD6-C467CDB95C86}"/>
              </a:ext>
            </a:extLst>
          </p:cNvPr>
          <p:cNvCxnSpPr>
            <a:cxnSpLocks/>
          </p:cNvCxnSpPr>
          <p:nvPr/>
        </p:nvCxnSpPr>
        <p:spPr>
          <a:xfrm flipH="1">
            <a:off x="1314556" y="5335980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D0BF824-BC2C-71B2-89C1-208067F9244F}"/>
              </a:ext>
            </a:extLst>
          </p:cNvPr>
          <p:cNvCxnSpPr>
            <a:cxnSpLocks/>
          </p:cNvCxnSpPr>
          <p:nvPr/>
        </p:nvCxnSpPr>
        <p:spPr>
          <a:xfrm flipH="1" flipV="1">
            <a:off x="3063517" y="5335980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9BD239E9-3312-24B1-FF94-F5CB90742639}"/>
              </a:ext>
            </a:extLst>
          </p:cNvPr>
          <p:cNvSpPr/>
          <p:nvPr/>
        </p:nvSpPr>
        <p:spPr>
          <a:xfrm>
            <a:off x="11506125" y="2712740"/>
            <a:ext cx="12396886" cy="56299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The diameter of the tree is the length of the longest path in it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Given a tree, find its diameter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Write a function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	</a:t>
            </a: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int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</a:t>
            </a:r>
            <a:r>
              <a:rPr lang="en-US" sz="5400" dirty="0">
                <a:solidFill>
                  <a:schemeClr val="accent2">
                    <a:lumMod val="40000"/>
                    <a:lumOff val="60000"/>
                  </a:schemeClr>
                </a:solidFill>
                <a:latin typeface="Bradley Hand" pitchFamily="2" charset="77"/>
              </a:rPr>
              <a:t>diameter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( </a:t>
            </a: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struct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</a:t>
            </a: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node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*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v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) that  	finds the diameter of the  tree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F9DB72C-9508-8846-F6F1-E94A586C6D37}"/>
              </a:ext>
            </a:extLst>
          </p:cNvPr>
          <p:cNvCxnSpPr>
            <a:cxnSpLocks/>
            <a:stCxn id="21" idx="4"/>
            <a:endCxn id="22" idx="0"/>
          </p:cNvCxnSpPr>
          <p:nvPr/>
        </p:nvCxnSpPr>
        <p:spPr>
          <a:xfrm>
            <a:off x="4432824" y="7378017"/>
            <a:ext cx="838662" cy="96463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27281F3-D1A0-6F8C-BF7D-E02A880D10A9}"/>
              </a:ext>
            </a:extLst>
          </p:cNvPr>
          <p:cNvCxnSpPr>
            <a:cxnSpLocks/>
            <a:stCxn id="22" idx="4"/>
            <a:endCxn id="24" idx="0"/>
          </p:cNvCxnSpPr>
          <p:nvPr/>
        </p:nvCxnSpPr>
        <p:spPr>
          <a:xfrm flipH="1">
            <a:off x="4787598" y="9655451"/>
            <a:ext cx="483888" cy="964633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5C75348-75F5-E311-C570-E697DB2A5317}"/>
              </a:ext>
            </a:extLst>
          </p:cNvPr>
          <p:cNvCxnSpPr>
            <a:cxnSpLocks/>
            <a:stCxn id="17" idx="4"/>
            <a:endCxn id="16" idx="0"/>
          </p:cNvCxnSpPr>
          <p:nvPr/>
        </p:nvCxnSpPr>
        <p:spPr>
          <a:xfrm>
            <a:off x="1314556" y="7378018"/>
            <a:ext cx="720000" cy="96463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62C362-56BD-8307-BF73-6DF6DC30ABD1}"/>
              </a:ext>
            </a:extLst>
          </p:cNvPr>
          <p:cNvCxnSpPr>
            <a:cxnSpLocks/>
            <a:endCxn id="7" idx="0"/>
          </p:cNvCxnSpPr>
          <p:nvPr/>
        </p:nvCxnSpPr>
        <p:spPr>
          <a:xfrm flipH="1">
            <a:off x="1469036" y="9655453"/>
            <a:ext cx="565520" cy="109294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8708006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FFB0DAC6-AA41-419E-34C5-7D62B6D96D8A}"/>
              </a:ext>
            </a:extLst>
          </p:cNvPr>
          <p:cNvSpPr/>
          <p:nvPr/>
        </p:nvSpPr>
        <p:spPr>
          <a:xfrm>
            <a:off x="692237" y="1928884"/>
            <a:ext cx="9946026" cy="740741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findHeight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-1;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leftheight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findHeight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rightheight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findHeight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leftheight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rightheight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leftheight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rightheight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640023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6D3DB-136A-6B2E-976C-38CC59D4C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DB1B424A-816A-D6BD-1F1E-034AE7449B4C}"/>
              </a:ext>
            </a:extLst>
          </p:cNvPr>
          <p:cNvSpPr/>
          <p:nvPr/>
        </p:nvSpPr>
        <p:spPr>
          <a:xfrm>
            <a:off x="692237" y="1928884"/>
            <a:ext cx="9946026" cy="740741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36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diameter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-1;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leftheight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6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diameter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rightheight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6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diameter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leftheight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rightheight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leftheight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rightheight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BFF636A-6247-2252-F72B-A3DB1738670C}"/>
              </a:ext>
            </a:extLst>
          </p:cNvPr>
          <p:cNvSpPr/>
          <p:nvPr/>
        </p:nvSpPr>
        <p:spPr>
          <a:xfrm>
            <a:off x="10989127" y="2052012"/>
            <a:ext cx="11368863" cy="56299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The function </a:t>
            </a:r>
            <a:r>
              <a:rPr lang="en-US" sz="5400" dirty="0">
                <a:solidFill>
                  <a:schemeClr val="accent2">
                    <a:lumMod val="40000"/>
                    <a:lumOff val="60000"/>
                  </a:schemeClr>
                </a:solidFill>
                <a:latin typeface="Bradley Hand" pitchFamily="2" charset="77"/>
              </a:rPr>
              <a:t>diameter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will also return the height of  subtree rooted at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v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But we will use this answer to find the longest path that passes through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6353693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49322-BDF8-BBBB-9815-CE2E0AEF0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3A1A861B-982A-3EAB-470E-91F5D956524F}"/>
              </a:ext>
            </a:extLst>
          </p:cNvPr>
          <p:cNvSpPr/>
          <p:nvPr/>
        </p:nvSpPr>
        <p:spPr>
          <a:xfrm>
            <a:off x="610593" y="1487527"/>
            <a:ext cx="10215249" cy="1098812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maxdistance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36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diameter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-1;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leftheight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6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diameter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rightheight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6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diameter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longestPathThroughv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				                		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leftheight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rightheight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longestPathThroughv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maxdistance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maxdistance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longestPathThroughv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leftheight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rightheight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leftheight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rightheight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height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FA59816-F92F-7632-4E08-26026D98D7FE}"/>
              </a:ext>
            </a:extLst>
          </p:cNvPr>
          <p:cNvSpPr/>
          <p:nvPr/>
        </p:nvSpPr>
        <p:spPr>
          <a:xfrm>
            <a:off x="10989127" y="2052012"/>
            <a:ext cx="11368863" cy="56299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The function </a:t>
            </a:r>
            <a:r>
              <a:rPr lang="en-US" sz="5400" dirty="0">
                <a:solidFill>
                  <a:schemeClr val="accent2">
                    <a:lumMod val="40000"/>
                    <a:lumOff val="60000"/>
                  </a:schemeClr>
                </a:solidFill>
                <a:latin typeface="Bradley Hand" pitchFamily="2" charset="77"/>
              </a:rPr>
              <a:t>diameter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will also return the height of  subtree rooted at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v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But we will use this answer to find the longest path that passes through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16835420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73D806AE-251F-43CB-81EB-992FEFEAF610}"/>
              </a:ext>
            </a:extLst>
          </p:cNvPr>
          <p:cNvSpPr/>
          <p:nvPr/>
        </p:nvSpPr>
        <p:spPr>
          <a:xfrm>
            <a:off x="2343517" y="4023176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4422591-18C0-DA50-2107-6A02AC9F6D13}"/>
              </a:ext>
            </a:extLst>
          </p:cNvPr>
          <p:cNvSpPr/>
          <p:nvPr/>
        </p:nvSpPr>
        <p:spPr>
          <a:xfrm>
            <a:off x="5319455" y="2067327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8BBADF0-2A3D-E5B7-8270-325DF7C94A9B}"/>
              </a:ext>
            </a:extLst>
          </p:cNvPr>
          <p:cNvSpPr/>
          <p:nvPr/>
        </p:nvSpPr>
        <p:spPr>
          <a:xfrm>
            <a:off x="8530187" y="4023177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8452FD4-3176-C1FF-95DD-03E7D566B30E}"/>
              </a:ext>
            </a:extLst>
          </p:cNvPr>
          <p:cNvSpPr/>
          <p:nvPr/>
        </p:nvSpPr>
        <p:spPr>
          <a:xfrm>
            <a:off x="7140053" y="6065216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3CC75D7-6CB5-3376-62BF-C39E6DA158B5}"/>
              </a:ext>
            </a:extLst>
          </p:cNvPr>
          <p:cNvSpPr/>
          <p:nvPr/>
        </p:nvSpPr>
        <p:spPr>
          <a:xfrm>
            <a:off x="594556" y="6065215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25D6C1E-7343-331F-F4B6-74999DC3CEA4}"/>
              </a:ext>
            </a:extLst>
          </p:cNvPr>
          <p:cNvSpPr/>
          <p:nvPr/>
        </p:nvSpPr>
        <p:spPr>
          <a:xfrm>
            <a:off x="5319455" y="8419785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4766F62-0A0D-E4FF-D320-1A23E351C44C}"/>
              </a:ext>
            </a:extLst>
          </p:cNvPr>
          <p:cNvSpPr/>
          <p:nvPr/>
        </p:nvSpPr>
        <p:spPr>
          <a:xfrm>
            <a:off x="3712824" y="6065214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Triangle 22">
            <a:extLst>
              <a:ext uri="{FF2B5EF4-FFF2-40B4-BE49-F238E27FC236}">
                <a16:creationId xmlns:a16="http://schemas.microsoft.com/office/drawing/2014/main" id="{509C7A92-1744-B0D5-6E71-2D874242CEF9}"/>
              </a:ext>
            </a:extLst>
          </p:cNvPr>
          <p:cNvSpPr/>
          <p:nvPr/>
        </p:nvSpPr>
        <p:spPr>
          <a:xfrm>
            <a:off x="-389408" y="2837574"/>
            <a:ext cx="6663657" cy="4917282"/>
          </a:xfrm>
          <a:prstGeom prst="triangle">
            <a:avLst/>
          </a:prstGeom>
          <a:solidFill>
            <a:schemeClr val="accent3">
              <a:lumMod val="40000"/>
              <a:lumOff val="60000"/>
              <a:alpha val="4450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562AF7A-C8AF-A702-54AC-51ABB68A47B7}"/>
              </a:ext>
            </a:extLst>
          </p:cNvPr>
          <p:cNvCxnSpPr>
            <a:cxnSpLocks/>
          </p:cNvCxnSpPr>
          <p:nvPr/>
        </p:nvCxnSpPr>
        <p:spPr>
          <a:xfrm flipH="1">
            <a:off x="3063517" y="338013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37D5A6C-03A7-8069-1822-3CA6F297D484}"/>
              </a:ext>
            </a:extLst>
          </p:cNvPr>
          <p:cNvCxnSpPr>
            <a:cxnSpLocks/>
          </p:cNvCxnSpPr>
          <p:nvPr/>
        </p:nvCxnSpPr>
        <p:spPr>
          <a:xfrm>
            <a:off x="6039455" y="338013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46013E3-DF5B-6501-4662-F5AEB02CA089}"/>
              </a:ext>
            </a:extLst>
          </p:cNvPr>
          <p:cNvCxnSpPr>
            <a:cxnSpLocks/>
          </p:cNvCxnSpPr>
          <p:nvPr/>
        </p:nvCxnSpPr>
        <p:spPr>
          <a:xfrm flipH="1">
            <a:off x="7860053" y="5335980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2C155A-4D3C-1FD0-B04A-D6500D0EEEE3}"/>
              </a:ext>
            </a:extLst>
          </p:cNvPr>
          <p:cNvCxnSpPr>
            <a:cxnSpLocks/>
          </p:cNvCxnSpPr>
          <p:nvPr/>
        </p:nvCxnSpPr>
        <p:spPr>
          <a:xfrm flipH="1">
            <a:off x="1314556" y="5335980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33206CF-1E7C-3B93-EACE-269F38A3047B}"/>
              </a:ext>
            </a:extLst>
          </p:cNvPr>
          <p:cNvCxnSpPr>
            <a:cxnSpLocks/>
          </p:cNvCxnSpPr>
          <p:nvPr/>
        </p:nvCxnSpPr>
        <p:spPr>
          <a:xfrm flipH="1">
            <a:off x="6039455" y="7378019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1B77D7D-90F3-57D9-DAE5-ECD26D75DF46}"/>
              </a:ext>
            </a:extLst>
          </p:cNvPr>
          <p:cNvCxnSpPr>
            <a:cxnSpLocks/>
          </p:cNvCxnSpPr>
          <p:nvPr/>
        </p:nvCxnSpPr>
        <p:spPr>
          <a:xfrm flipH="1" flipV="1">
            <a:off x="3063517" y="5335980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423B8D0-25B8-9CC9-7157-9D9108605B2A}"/>
              </a:ext>
            </a:extLst>
          </p:cNvPr>
          <p:cNvSpPr/>
          <p:nvPr/>
        </p:nvSpPr>
        <p:spPr>
          <a:xfrm>
            <a:off x="11506125" y="873939"/>
            <a:ext cx="12396886" cy="930751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You are given a tree where each node is colored red or yellow.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Given a node in the tree, its subtree contains all the nodes in its left and right subtree plus the node itself 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7198806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66A93-DB0A-9220-85E9-4B82BB5CB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841AF96C-71E3-CE35-61F2-EC7A3D2C2457}"/>
              </a:ext>
            </a:extLst>
          </p:cNvPr>
          <p:cNvSpPr/>
          <p:nvPr/>
        </p:nvSpPr>
        <p:spPr>
          <a:xfrm>
            <a:off x="2343517" y="4023176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46CC63-F72D-1743-731B-B989987C0F27}"/>
              </a:ext>
            </a:extLst>
          </p:cNvPr>
          <p:cNvSpPr/>
          <p:nvPr/>
        </p:nvSpPr>
        <p:spPr>
          <a:xfrm>
            <a:off x="5319455" y="2067327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0ADB453-7F31-8AAA-A863-97D3D38510C2}"/>
              </a:ext>
            </a:extLst>
          </p:cNvPr>
          <p:cNvSpPr/>
          <p:nvPr/>
        </p:nvSpPr>
        <p:spPr>
          <a:xfrm>
            <a:off x="8530187" y="4023177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2018267-955C-53E9-25DF-49F2CDE2E01C}"/>
              </a:ext>
            </a:extLst>
          </p:cNvPr>
          <p:cNvSpPr/>
          <p:nvPr/>
        </p:nvSpPr>
        <p:spPr>
          <a:xfrm>
            <a:off x="7140053" y="6065216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CD067EA-5FF8-07B7-56C2-E05A4CE12F60}"/>
              </a:ext>
            </a:extLst>
          </p:cNvPr>
          <p:cNvSpPr/>
          <p:nvPr/>
        </p:nvSpPr>
        <p:spPr>
          <a:xfrm>
            <a:off x="594556" y="6065215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5A015F8-0FE8-6FF3-E7CA-251AAD25D0AF}"/>
              </a:ext>
            </a:extLst>
          </p:cNvPr>
          <p:cNvSpPr/>
          <p:nvPr/>
        </p:nvSpPr>
        <p:spPr>
          <a:xfrm>
            <a:off x="5319455" y="8419785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BC9DDA7-B739-1CE6-5554-DD6DCB0954C3}"/>
              </a:ext>
            </a:extLst>
          </p:cNvPr>
          <p:cNvSpPr/>
          <p:nvPr/>
        </p:nvSpPr>
        <p:spPr>
          <a:xfrm>
            <a:off x="3712824" y="6065214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76AEB43-CFC9-BB6A-19C4-EF75A89E1E3C}"/>
              </a:ext>
            </a:extLst>
          </p:cNvPr>
          <p:cNvCxnSpPr>
            <a:cxnSpLocks/>
          </p:cNvCxnSpPr>
          <p:nvPr/>
        </p:nvCxnSpPr>
        <p:spPr>
          <a:xfrm flipH="1">
            <a:off x="3063517" y="338013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ACB6E1D-E639-4B56-F558-57327ADFF3FD}"/>
              </a:ext>
            </a:extLst>
          </p:cNvPr>
          <p:cNvCxnSpPr>
            <a:cxnSpLocks/>
          </p:cNvCxnSpPr>
          <p:nvPr/>
        </p:nvCxnSpPr>
        <p:spPr>
          <a:xfrm>
            <a:off x="6039455" y="338013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6A64630-EFAF-A883-270A-A7AB8E0BBAD6}"/>
              </a:ext>
            </a:extLst>
          </p:cNvPr>
          <p:cNvCxnSpPr>
            <a:cxnSpLocks/>
          </p:cNvCxnSpPr>
          <p:nvPr/>
        </p:nvCxnSpPr>
        <p:spPr>
          <a:xfrm flipH="1">
            <a:off x="7860053" y="5335980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E2519B-6CF7-C3C3-8836-C38A8FE0ABDC}"/>
              </a:ext>
            </a:extLst>
          </p:cNvPr>
          <p:cNvCxnSpPr>
            <a:cxnSpLocks/>
          </p:cNvCxnSpPr>
          <p:nvPr/>
        </p:nvCxnSpPr>
        <p:spPr>
          <a:xfrm flipH="1">
            <a:off x="1314556" y="5335980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D7150F4-B29B-29B3-0053-AC2833407976}"/>
              </a:ext>
            </a:extLst>
          </p:cNvPr>
          <p:cNvCxnSpPr>
            <a:cxnSpLocks/>
          </p:cNvCxnSpPr>
          <p:nvPr/>
        </p:nvCxnSpPr>
        <p:spPr>
          <a:xfrm flipH="1">
            <a:off x="6039455" y="7378019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98F29E8-5F78-0136-D6F4-B98F8D2DC0E1}"/>
              </a:ext>
            </a:extLst>
          </p:cNvPr>
          <p:cNvCxnSpPr>
            <a:cxnSpLocks/>
          </p:cNvCxnSpPr>
          <p:nvPr/>
        </p:nvCxnSpPr>
        <p:spPr>
          <a:xfrm flipH="1" flipV="1">
            <a:off x="3063517" y="5335980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BE77321-1C0F-7353-8095-47AA959854FF}"/>
              </a:ext>
            </a:extLst>
          </p:cNvPr>
          <p:cNvSpPr/>
          <p:nvPr/>
        </p:nvSpPr>
        <p:spPr>
          <a:xfrm>
            <a:off x="11506125" y="873939"/>
            <a:ext cx="12396886" cy="930751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You are given a tree where each node is colored red or yellow.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Given a node in the tree, its subtree contains all the nodes in its left and right subtree plus the node itself 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A node is called yellow-heavy if its subtree contains more yellow nodes than red nodes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Else the node is called red heavy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9B4C63F-1074-98C4-9983-CF74497DBD0E}"/>
              </a:ext>
            </a:extLst>
          </p:cNvPr>
          <p:cNvSpPr/>
          <p:nvPr/>
        </p:nvSpPr>
        <p:spPr>
          <a:xfrm>
            <a:off x="368438" y="7637837"/>
            <a:ext cx="182059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red-heavy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0F488C55-4781-A00B-B1EA-51F526AED31D}"/>
              </a:ext>
            </a:extLst>
          </p:cNvPr>
          <p:cNvSpPr/>
          <p:nvPr/>
        </p:nvSpPr>
        <p:spPr>
          <a:xfrm>
            <a:off x="3450888" y="7650786"/>
            <a:ext cx="182059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red-heavy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19026F6-9922-15FE-3D20-5BE8BCB17FEA}"/>
              </a:ext>
            </a:extLst>
          </p:cNvPr>
          <p:cNvSpPr/>
          <p:nvPr/>
        </p:nvSpPr>
        <p:spPr>
          <a:xfrm>
            <a:off x="5034006" y="9956447"/>
            <a:ext cx="2010897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yellow-heavy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C0778C0B-2D34-135E-2D64-FCFC3E60C33F}"/>
              </a:ext>
            </a:extLst>
          </p:cNvPr>
          <p:cNvSpPr/>
          <p:nvPr/>
        </p:nvSpPr>
        <p:spPr>
          <a:xfrm>
            <a:off x="7385094" y="7882973"/>
            <a:ext cx="2010897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red-heavy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366FB5BB-2FC9-0BC8-B4B3-638E67923816}"/>
              </a:ext>
            </a:extLst>
          </p:cNvPr>
          <p:cNvSpPr/>
          <p:nvPr/>
        </p:nvSpPr>
        <p:spPr>
          <a:xfrm>
            <a:off x="1940672" y="3209250"/>
            <a:ext cx="2010897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red-heavy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3714088A-AF19-7003-D35A-68825829ACA6}"/>
              </a:ext>
            </a:extLst>
          </p:cNvPr>
          <p:cNvSpPr/>
          <p:nvPr/>
        </p:nvSpPr>
        <p:spPr>
          <a:xfrm>
            <a:off x="8698239" y="3244954"/>
            <a:ext cx="2010897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yellow-heavy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BB22FAEA-826F-FA3C-BE80-D551DD41E9A3}"/>
              </a:ext>
            </a:extLst>
          </p:cNvPr>
          <p:cNvSpPr/>
          <p:nvPr/>
        </p:nvSpPr>
        <p:spPr>
          <a:xfrm>
            <a:off x="5034006" y="1289048"/>
            <a:ext cx="2010897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red-heavy</a:t>
            </a:r>
          </a:p>
        </p:txBody>
      </p:sp>
    </p:spTree>
    <p:extLst>
      <p:ext uri="{BB962C8B-B14F-4D97-AF65-F5344CB8AC3E}">
        <p14:creationId xmlns:p14="http://schemas.microsoft.com/office/powerpoint/2010/main" val="29148549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C379091-E48F-4C01-6110-A9AE3E947160}"/>
              </a:ext>
            </a:extLst>
          </p:cNvPr>
          <p:cNvSpPr/>
          <p:nvPr/>
        </p:nvSpPr>
        <p:spPr>
          <a:xfrm>
            <a:off x="631193" y="510133"/>
            <a:ext cx="23375984" cy="65493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Write a recursive function </a:t>
            </a: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int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</a:t>
            </a:r>
            <a:r>
              <a:rPr lang="en-US" sz="54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Bradley Hand" pitchFamily="2" charset="77"/>
              </a:rPr>
              <a:t>findHeavy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( </a:t>
            </a: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struct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</a:t>
            </a: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node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*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v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) that does the post-order traversal of the tree and prints if the node is yellow-heavy or red-heavy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Each node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v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contains a variable color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If the node is yellow,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v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-&gt;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color 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= 1, else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v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-&gt;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color 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= 0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In the post-order traversal of the tree, for each yellow-heavy node print 1, else print 0. All the numbers must be printed on a new line</a:t>
            </a:r>
          </a:p>
        </p:txBody>
      </p:sp>
    </p:spTree>
    <p:extLst>
      <p:ext uri="{BB962C8B-B14F-4D97-AF65-F5344CB8AC3E}">
        <p14:creationId xmlns:p14="http://schemas.microsoft.com/office/powerpoint/2010/main" val="64971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4EE2A4AF-0F2F-A5D9-9A41-BBBCD48F2F4F}"/>
              </a:ext>
            </a:extLst>
          </p:cNvPr>
          <p:cNvSpPr/>
          <p:nvPr/>
        </p:nvSpPr>
        <p:spPr>
          <a:xfrm>
            <a:off x="2343517" y="4023176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5E99A83-3108-C166-2A4D-F81986953853}"/>
              </a:ext>
            </a:extLst>
          </p:cNvPr>
          <p:cNvSpPr/>
          <p:nvPr/>
        </p:nvSpPr>
        <p:spPr>
          <a:xfrm>
            <a:off x="5319455" y="2067327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D3EDE88-16FB-DE08-533F-B7EE144C0A20}"/>
              </a:ext>
            </a:extLst>
          </p:cNvPr>
          <p:cNvSpPr/>
          <p:nvPr/>
        </p:nvSpPr>
        <p:spPr>
          <a:xfrm>
            <a:off x="8530187" y="4023177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6B0324E-2B26-070B-FA31-F5004D33BA1F}"/>
              </a:ext>
            </a:extLst>
          </p:cNvPr>
          <p:cNvSpPr/>
          <p:nvPr/>
        </p:nvSpPr>
        <p:spPr>
          <a:xfrm>
            <a:off x="7140053" y="6065216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B2C0D41-0705-AA99-CDFA-1FFA2BACC2F0}"/>
              </a:ext>
            </a:extLst>
          </p:cNvPr>
          <p:cNvSpPr/>
          <p:nvPr/>
        </p:nvSpPr>
        <p:spPr>
          <a:xfrm>
            <a:off x="594556" y="6065215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5250215-047E-0351-4AA7-7B9B8DED28A4}"/>
              </a:ext>
            </a:extLst>
          </p:cNvPr>
          <p:cNvSpPr/>
          <p:nvPr/>
        </p:nvSpPr>
        <p:spPr>
          <a:xfrm>
            <a:off x="5319455" y="8419785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08B4826-74A3-B93D-F5F1-B409357DE2A0}"/>
              </a:ext>
            </a:extLst>
          </p:cNvPr>
          <p:cNvSpPr/>
          <p:nvPr/>
        </p:nvSpPr>
        <p:spPr>
          <a:xfrm>
            <a:off x="3712824" y="6065214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3A2EF20-424D-BF42-5149-AA6655E3EF74}"/>
              </a:ext>
            </a:extLst>
          </p:cNvPr>
          <p:cNvCxnSpPr>
            <a:cxnSpLocks/>
          </p:cNvCxnSpPr>
          <p:nvPr/>
        </p:nvCxnSpPr>
        <p:spPr>
          <a:xfrm flipH="1">
            <a:off x="3063517" y="338013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0812AA1-71A7-022F-A062-DF025BE2D1FF}"/>
              </a:ext>
            </a:extLst>
          </p:cNvPr>
          <p:cNvCxnSpPr>
            <a:cxnSpLocks/>
          </p:cNvCxnSpPr>
          <p:nvPr/>
        </p:nvCxnSpPr>
        <p:spPr>
          <a:xfrm>
            <a:off x="6039455" y="338013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6EA25E-E75E-324E-F6BF-5907AA9646D9}"/>
              </a:ext>
            </a:extLst>
          </p:cNvPr>
          <p:cNvCxnSpPr>
            <a:cxnSpLocks/>
          </p:cNvCxnSpPr>
          <p:nvPr/>
        </p:nvCxnSpPr>
        <p:spPr>
          <a:xfrm flipH="1">
            <a:off x="7860053" y="5335980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C702D98-C14F-3EF1-F878-1BEC3FA1434F}"/>
              </a:ext>
            </a:extLst>
          </p:cNvPr>
          <p:cNvCxnSpPr>
            <a:cxnSpLocks/>
          </p:cNvCxnSpPr>
          <p:nvPr/>
        </p:nvCxnSpPr>
        <p:spPr>
          <a:xfrm flipH="1">
            <a:off x="1314556" y="5335980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B493A0-8540-BF66-9002-CD6DE0290FB3}"/>
              </a:ext>
            </a:extLst>
          </p:cNvPr>
          <p:cNvCxnSpPr>
            <a:cxnSpLocks/>
          </p:cNvCxnSpPr>
          <p:nvPr/>
        </p:nvCxnSpPr>
        <p:spPr>
          <a:xfrm flipH="1">
            <a:off x="6039455" y="7378019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C0A7B49-E3B0-3E66-3845-B82C56E46C5E}"/>
              </a:ext>
            </a:extLst>
          </p:cNvPr>
          <p:cNvCxnSpPr>
            <a:cxnSpLocks/>
          </p:cNvCxnSpPr>
          <p:nvPr/>
        </p:nvCxnSpPr>
        <p:spPr>
          <a:xfrm flipH="1" flipV="1">
            <a:off x="3063517" y="5335980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8E2DB0C-0985-3E3A-B24F-F2D9A084BA10}"/>
              </a:ext>
            </a:extLst>
          </p:cNvPr>
          <p:cNvSpPr/>
          <p:nvPr/>
        </p:nvSpPr>
        <p:spPr>
          <a:xfrm>
            <a:off x="368438" y="7637837"/>
            <a:ext cx="182059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red-heavy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D098A3A-D0B0-2DED-2501-3D85211DAFF4}"/>
              </a:ext>
            </a:extLst>
          </p:cNvPr>
          <p:cNvSpPr/>
          <p:nvPr/>
        </p:nvSpPr>
        <p:spPr>
          <a:xfrm>
            <a:off x="3450888" y="7650786"/>
            <a:ext cx="182059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red-heavy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6F6219F-F191-4ADE-7DEE-FE3D7379EAFE}"/>
              </a:ext>
            </a:extLst>
          </p:cNvPr>
          <p:cNvSpPr/>
          <p:nvPr/>
        </p:nvSpPr>
        <p:spPr>
          <a:xfrm>
            <a:off x="5034006" y="9956447"/>
            <a:ext cx="2010897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yellow-heavy</a:t>
            </a:r>
          </a:p>
        </p:txBody>
      </p:sp>
      <p:sp>
        <p:nvSpPr>
          <p:cNvPr id="25" name="!!box">
            <a:extLst>
              <a:ext uri="{FF2B5EF4-FFF2-40B4-BE49-F238E27FC236}">
                <a16:creationId xmlns:a16="http://schemas.microsoft.com/office/drawing/2014/main" id="{B3AA124A-A13C-CBC0-DB32-FF99147945F1}"/>
              </a:ext>
            </a:extLst>
          </p:cNvPr>
          <p:cNvSpPr/>
          <p:nvPr/>
        </p:nvSpPr>
        <p:spPr>
          <a:xfrm>
            <a:off x="7385094" y="7882973"/>
            <a:ext cx="2010897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red-heavy</a:t>
            </a:r>
          </a:p>
        </p:txBody>
      </p:sp>
      <p:sp>
        <p:nvSpPr>
          <p:cNvPr id="26" name="!!box2">
            <a:extLst>
              <a:ext uri="{FF2B5EF4-FFF2-40B4-BE49-F238E27FC236}">
                <a16:creationId xmlns:a16="http://schemas.microsoft.com/office/drawing/2014/main" id="{C40C1E76-B533-C0AA-D30F-E84358CB4CBC}"/>
              </a:ext>
            </a:extLst>
          </p:cNvPr>
          <p:cNvSpPr/>
          <p:nvPr/>
        </p:nvSpPr>
        <p:spPr>
          <a:xfrm>
            <a:off x="1940672" y="3209250"/>
            <a:ext cx="2010897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red-heavy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301C612C-3A8E-DBB1-FA3F-4222D00699DC}"/>
              </a:ext>
            </a:extLst>
          </p:cNvPr>
          <p:cNvSpPr/>
          <p:nvPr/>
        </p:nvSpPr>
        <p:spPr>
          <a:xfrm>
            <a:off x="8698239" y="3244954"/>
            <a:ext cx="2010897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yellow-heavy</a:t>
            </a:r>
          </a:p>
        </p:txBody>
      </p:sp>
      <p:sp>
        <p:nvSpPr>
          <p:cNvPr id="28" name="!!box1">
            <a:extLst>
              <a:ext uri="{FF2B5EF4-FFF2-40B4-BE49-F238E27FC236}">
                <a16:creationId xmlns:a16="http://schemas.microsoft.com/office/drawing/2014/main" id="{F17D3E24-EDBF-2062-BBAB-C6F7C316B22A}"/>
              </a:ext>
            </a:extLst>
          </p:cNvPr>
          <p:cNvSpPr/>
          <p:nvPr/>
        </p:nvSpPr>
        <p:spPr>
          <a:xfrm>
            <a:off x="5034006" y="1289048"/>
            <a:ext cx="2010897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red-heavy</a:t>
            </a:r>
          </a:p>
        </p:txBody>
      </p:sp>
    </p:spTree>
    <p:extLst>
      <p:ext uri="{BB962C8B-B14F-4D97-AF65-F5344CB8AC3E}">
        <p14:creationId xmlns:p14="http://schemas.microsoft.com/office/powerpoint/2010/main" val="14995611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6D2D5-1F9A-F520-02BE-104ED7823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65F20625-F277-BAD2-35DF-498985F73387}"/>
              </a:ext>
            </a:extLst>
          </p:cNvPr>
          <p:cNvSpPr/>
          <p:nvPr/>
        </p:nvSpPr>
        <p:spPr>
          <a:xfrm>
            <a:off x="2343517" y="4023176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FA70362-4CDA-00D4-10F7-6668E31C4B62}"/>
              </a:ext>
            </a:extLst>
          </p:cNvPr>
          <p:cNvSpPr/>
          <p:nvPr/>
        </p:nvSpPr>
        <p:spPr>
          <a:xfrm>
            <a:off x="5319455" y="2067327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C20E999-8D29-98A9-7B19-81C415E7CAF9}"/>
              </a:ext>
            </a:extLst>
          </p:cNvPr>
          <p:cNvSpPr/>
          <p:nvPr/>
        </p:nvSpPr>
        <p:spPr>
          <a:xfrm>
            <a:off x="8530187" y="4023177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B0A2281-3F93-A3FD-8BDA-83EFF3B73DA4}"/>
              </a:ext>
            </a:extLst>
          </p:cNvPr>
          <p:cNvSpPr/>
          <p:nvPr/>
        </p:nvSpPr>
        <p:spPr>
          <a:xfrm>
            <a:off x="7140053" y="6065216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46EE31-336C-8B51-95C9-C75CBB74C394}"/>
              </a:ext>
            </a:extLst>
          </p:cNvPr>
          <p:cNvSpPr/>
          <p:nvPr/>
        </p:nvSpPr>
        <p:spPr>
          <a:xfrm>
            <a:off x="594556" y="6065215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06A34BC-5835-54F7-765B-C3D7615AA0E2}"/>
              </a:ext>
            </a:extLst>
          </p:cNvPr>
          <p:cNvSpPr/>
          <p:nvPr/>
        </p:nvSpPr>
        <p:spPr>
          <a:xfrm>
            <a:off x="5319455" y="8419785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9F75B70-14AA-6066-AE34-7EF5D332B749}"/>
              </a:ext>
            </a:extLst>
          </p:cNvPr>
          <p:cNvSpPr/>
          <p:nvPr/>
        </p:nvSpPr>
        <p:spPr>
          <a:xfrm>
            <a:off x="3712824" y="6065214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DA7D0D7-1BF7-3976-A6E7-B899DD01D0E8}"/>
              </a:ext>
            </a:extLst>
          </p:cNvPr>
          <p:cNvCxnSpPr>
            <a:cxnSpLocks/>
          </p:cNvCxnSpPr>
          <p:nvPr/>
        </p:nvCxnSpPr>
        <p:spPr>
          <a:xfrm flipH="1">
            <a:off x="3063517" y="338013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DAF6912-8745-E32D-DF6C-05C837F29F25}"/>
              </a:ext>
            </a:extLst>
          </p:cNvPr>
          <p:cNvCxnSpPr>
            <a:cxnSpLocks/>
          </p:cNvCxnSpPr>
          <p:nvPr/>
        </p:nvCxnSpPr>
        <p:spPr>
          <a:xfrm>
            <a:off x="6039455" y="338013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86FE126-4B14-DF0E-0932-65278A1F85DF}"/>
              </a:ext>
            </a:extLst>
          </p:cNvPr>
          <p:cNvCxnSpPr>
            <a:cxnSpLocks/>
          </p:cNvCxnSpPr>
          <p:nvPr/>
        </p:nvCxnSpPr>
        <p:spPr>
          <a:xfrm flipH="1">
            <a:off x="7860053" y="5335980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14B4564-8E3E-47E2-EFCB-E4EFAE959BD6}"/>
              </a:ext>
            </a:extLst>
          </p:cNvPr>
          <p:cNvCxnSpPr>
            <a:cxnSpLocks/>
          </p:cNvCxnSpPr>
          <p:nvPr/>
        </p:nvCxnSpPr>
        <p:spPr>
          <a:xfrm flipH="1">
            <a:off x="1314556" y="5335980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3CCA40-C268-504E-046D-45CE43EB3B17}"/>
              </a:ext>
            </a:extLst>
          </p:cNvPr>
          <p:cNvCxnSpPr>
            <a:cxnSpLocks/>
          </p:cNvCxnSpPr>
          <p:nvPr/>
        </p:nvCxnSpPr>
        <p:spPr>
          <a:xfrm flipH="1">
            <a:off x="6039455" y="7378019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523EA3A-319E-E543-E4D1-EFE6D0AEA9DC}"/>
              </a:ext>
            </a:extLst>
          </p:cNvPr>
          <p:cNvCxnSpPr>
            <a:cxnSpLocks/>
          </p:cNvCxnSpPr>
          <p:nvPr/>
        </p:nvCxnSpPr>
        <p:spPr>
          <a:xfrm flipH="1" flipV="1">
            <a:off x="3063517" y="5335980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252BB223-575E-450B-ADA4-5F2855E2F6BC}"/>
              </a:ext>
            </a:extLst>
          </p:cNvPr>
          <p:cNvSpPr/>
          <p:nvPr/>
        </p:nvSpPr>
        <p:spPr>
          <a:xfrm>
            <a:off x="368438" y="7637837"/>
            <a:ext cx="182059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0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69E3C352-CED5-E196-1705-2548AA8E9E8B}"/>
              </a:ext>
            </a:extLst>
          </p:cNvPr>
          <p:cNvSpPr/>
          <p:nvPr/>
        </p:nvSpPr>
        <p:spPr>
          <a:xfrm>
            <a:off x="3450888" y="7650786"/>
            <a:ext cx="182059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0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CBAC3A48-8265-BC2F-293F-7A6947F492DA}"/>
              </a:ext>
            </a:extLst>
          </p:cNvPr>
          <p:cNvSpPr/>
          <p:nvPr/>
        </p:nvSpPr>
        <p:spPr>
          <a:xfrm>
            <a:off x="5034006" y="9956447"/>
            <a:ext cx="2010897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1</a:t>
            </a:r>
          </a:p>
        </p:txBody>
      </p:sp>
      <p:sp>
        <p:nvSpPr>
          <p:cNvPr id="25" name="!!box">
            <a:extLst>
              <a:ext uri="{FF2B5EF4-FFF2-40B4-BE49-F238E27FC236}">
                <a16:creationId xmlns:a16="http://schemas.microsoft.com/office/drawing/2014/main" id="{2571DAC4-708C-E651-0461-34DDCE4B8ABC}"/>
              </a:ext>
            </a:extLst>
          </p:cNvPr>
          <p:cNvSpPr/>
          <p:nvPr/>
        </p:nvSpPr>
        <p:spPr>
          <a:xfrm>
            <a:off x="7385094" y="7882973"/>
            <a:ext cx="2010897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0</a:t>
            </a:r>
          </a:p>
        </p:txBody>
      </p:sp>
      <p:sp>
        <p:nvSpPr>
          <p:cNvPr id="26" name="!!box2">
            <a:extLst>
              <a:ext uri="{FF2B5EF4-FFF2-40B4-BE49-F238E27FC236}">
                <a16:creationId xmlns:a16="http://schemas.microsoft.com/office/drawing/2014/main" id="{E34B1EFA-0DD9-F310-2C89-FC0D5D6C9044}"/>
              </a:ext>
            </a:extLst>
          </p:cNvPr>
          <p:cNvSpPr/>
          <p:nvPr/>
        </p:nvSpPr>
        <p:spPr>
          <a:xfrm>
            <a:off x="1940672" y="3209250"/>
            <a:ext cx="2010897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0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38B03C2-3820-CCC6-3EBF-5751B4931463}"/>
              </a:ext>
            </a:extLst>
          </p:cNvPr>
          <p:cNvSpPr/>
          <p:nvPr/>
        </p:nvSpPr>
        <p:spPr>
          <a:xfrm>
            <a:off x="8698239" y="3244954"/>
            <a:ext cx="2010897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1</a:t>
            </a:r>
          </a:p>
        </p:txBody>
      </p:sp>
      <p:sp>
        <p:nvSpPr>
          <p:cNvPr id="28" name="!!box1">
            <a:extLst>
              <a:ext uri="{FF2B5EF4-FFF2-40B4-BE49-F238E27FC236}">
                <a16:creationId xmlns:a16="http://schemas.microsoft.com/office/drawing/2014/main" id="{02FE8DA7-D991-1864-C6A3-1E6DFE14774F}"/>
              </a:ext>
            </a:extLst>
          </p:cNvPr>
          <p:cNvSpPr/>
          <p:nvPr/>
        </p:nvSpPr>
        <p:spPr>
          <a:xfrm>
            <a:off x="5034006" y="1289048"/>
            <a:ext cx="2010897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000495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F215C-5B3E-CF8A-AAE2-9900FEE03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9BE3A60A-7B9D-96AD-97E3-A377B8A88037}"/>
              </a:ext>
            </a:extLst>
          </p:cNvPr>
          <p:cNvSpPr/>
          <p:nvPr/>
        </p:nvSpPr>
        <p:spPr>
          <a:xfrm>
            <a:off x="2343517" y="4023176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DEE2A11-38B4-15B5-71CF-6487B519BA97}"/>
              </a:ext>
            </a:extLst>
          </p:cNvPr>
          <p:cNvSpPr/>
          <p:nvPr/>
        </p:nvSpPr>
        <p:spPr>
          <a:xfrm>
            <a:off x="5319455" y="2067327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0E1AD69-D1DD-9404-3752-81EC3B8DE874}"/>
              </a:ext>
            </a:extLst>
          </p:cNvPr>
          <p:cNvSpPr/>
          <p:nvPr/>
        </p:nvSpPr>
        <p:spPr>
          <a:xfrm>
            <a:off x="8530187" y="4023177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02FB4D7-7F40-D998-0F73-EECC1B4FE5A0}"/>
              </a:ext>
            </a:extLst>
          </p:cNvPr>
          <p:cNvSpPr/>
          <p:nvPr/>
        </p:nvSpPr>
        <p:spPr>
          <a:xfrm>
            <a:off x="7140053" y="6065216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587758A-CE52-F488-6CF9-A8EE27692493}"/>
              </a:ext>
            </a:extLst>
          </p:cNvPr>
          <p:cNvSpPr/>
          <p:nvPr/>
        </p:nvSpPr>
        <p:spPr>
          <a:xfrm>
            <a:off x="594556" y="6065215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7F0A389-1ACD-F48C-78B1-2DA83C0FB48D}"/>
              </a:ext>
            </a:extLst>
          </p:cNvPr>
          <p:cNvSpPr/>
          <p:nvPr/>
        </p:nvSpPr>
        <p:spPr>
          <a:xfrm>
            <a:off x="5319455" y="8419785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027A52A-F6A3-8E29-1D2F-846FF0E626E3}"/>
              </a:ext>
            </a:extLst>
          </p:cNvPr>
          <p:cNvSpPr/>
          <p:nvPr/>
        </p:nvSpPr>
        <p:spPr>
          <a:xfrm>
            <a:off x="3712824" y="6065214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6A8B391-61B0-100B-C938-9591F9957688}"/>
              </a:ext>
            </a:extLst>
          </p:cNvPr>
          <p:cNvCxnSpPr>
            <a:cxnSpLocks/>
          </p:cNvCxnSpPr>
          <p:nvPr/>
        </p:nvCxnSpPr>
        <p:spPr>
          <a:xfrm flipH="1">
            <a:off x="3063517" y="338013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902CDF1-9AEF-361C-B4E5-115F6ECC81E3}"/>
              </a:ext>
            </a:extLst>
          </p:cNvPr>
          <p:cNvCxnSpPr>
            <a:cxnSpLocks/>
          </p:cNvCxnSpPr>
          <p:nvPr/>
        </p:nvCxnSpPr>
        <p:spPr>
          <a:xfrm>
            <a:off x="6039455" y="338013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7EE9A5-9DF8-49FC-F28C-94F69F857F20}"/>
              </a:ext>
            </a:extLst>
          </p:cNvPr>
          <p:cNvCxnSpPr>
            <a:cxnSpLocks/>
          </p:cNvCxnSpPr>
          <p:nvPr/>
        </p:nvCxnSpPr>
        <p:spPr>
          <a:xfrm flipH="1">
            <a:off x="7860053" y="5335980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DE5872-A20B-4FAE-062D-F97B9C4C2A40}"/>
              </a:ext>
            </a:extLst>
          </p:cNvPr>
          <p:cNvCxnSpPr>
            <a:cxnSpLocks/>
          </p:cNvCxnSpPr>
          <p:nvPr/>
        </p:nvCxnSpPr>
        <p:spPr>
          <a:xfrm flipH="1">
            <a:off x="1314556" y="5335980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D583E59-1F75-9A37-662A-3F756AEABBF3}"/>
              </a:ext>
            </a:extLst>
          </p:cNvPr>
          <p:cNvCxnSpPr>
            <a:cxnSpLocks/>
          </p:cNvCxnSpPr>
          <p:nvPr/>
        </p:nvCxnSpPr>
        <p:spPr>
          <a:xfrm flipH="1">
            <a:off x="6039455" y="7378019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D3F7819-63E1-B1E8-B99A-FCC2AD16D545}"/>
              </a:ext>
            </a:extLst>
          </p:cNvPr>
          <p:cNvCxnSpPr>
            <a:cxnSpLocks/>
          </p:cNvCxnSpPr>
          <p:nvPr/>
        </p:nvCxnSpPr>
        <p:spPr>
          <a:xfrm flipH="1" flipV="1">
            <a:off x="3063517" y="5335980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71D9BF8A-8C40-3F10-3877-4AFD9D5F258D}"/>
              </a:ext>
            </a:extLst>
          </p:cNvPr>
          <p:cNvSpPr/>
          <p:nvPr/>
        </p:nvSpPr>
        <p:spPr>
          <a:xfrm>
            <a:off x="3450888" y="7650786"/>
            <a:ext cx="182059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0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8EE2489-0FCB-B678-0F21-7B3D8AF4EF02}"/>
              </a:ext>
            </a:extLst>
          </p:cNvPr>
          <p:cNvSpPr/>
          <p:nvPr/>
        </p:nvSpPr>
        <p:spPr>
          <a:xfrm>
            <a:off x="5034006" y="9956447"/>
            <a:ext cx="2010897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1</a:t>
            </a:r>
          </a:p>
        </p:txBody>
      </p:sp>
      <p:sp>
        <p:nvSpPr>
          <p:cNvPr id="25" name="!!box">
            <a:extLst>
              <a:ext uri="{FF2B5EF4-FFF2-40B4-BE49-F238E27FC236}">
                <a16:creationId xmlns:a16="http://schemas.microsoft.com/office/drawing/2014/main" id="{83AC47E5-BB95-1259-5A70-C95B181CF0F3}"/>
              </a:ext>
            </a:extLst>
          </p:cNvPr>
          <p:cNvSpPr/>
          <p:nvPr/>
        </p:nvSpPr>
        <p:spPr>
          <a:xfrm>
            <a:off x="7385094" y="7882973"/>
            <a:ext cx="2010897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0</a:t>
            </a:r>
          </a:p>
        </p:txBody>
      </p:sp>
      <p:sp>
        <p:nvSpPr>
          <p:cNvPr id="26" name="!!box2">
            <a:extLst>
              <a:ext uri="{FF2B5EF4-FFF2-40B4-BE49-F238E27FC236}">
                <a16:creationId xmlns:a16="http://schemas.microsoft.com/office/drawing/2014/main" id="{37094CFE-3225-CD59-64F7-3C46636A7704}"/>
              </a:ext>
            </a:extLst>
          </p:cNvPr>
          <p:cNvSpPr/>
          <p:nvPr/>
        </p:nvSpPr>
        <p:spPr>
          <a:xfrm>
            <a:off x="1940672" y="3209250"/>
            <a:ext cx="2010897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0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1804C8A8-693F-C995-6195-C1DE4D12431F}"/>
              </a:ext>
            </a:extLst>
          </p:cNvPr>
          <p:cNvSpPr/>
          <p:nvPr/>
        </p:nvSpPr>
        <p:spPr>
          <a:xfrm>
            <a:off x="8698239" y="3244954"/>
            <a:ext cx="2010897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1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BF4D7797-FFCA-5820-CBC8-CE23CCAC7393}"/>
              </a:ext>
            </a:extLst>
          </p:cNvPr>
          <p:cNvSpPr/>
          <p:nvPr/>
        </p:nvSpPr>
        <p:spPr>
          <a:xfrm>
            <a:off x="213958" y="12368496"/>
            <a:ext cx="182059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0</a:t>
            </a:r>
          </a:p>
        </p:txBody>
      </p:sp>
      <p:sp>
        <p:nvSpPr>
          <p:cNvPr id="31" name="!!box1">
            <a:extLst>
              <a:ext uri="{FF2B5EF4-FFF2-40B4-BE49-F238E27FC236}">
                <a16:creationId xmlns:a16="http://schemas.microsoft.com/office/drawing/2014/main" id="{D179A946-9A5C-F9DE-0FF1-E1126F3B2B9B}"/>
              </a:ext>
            </a:extLst>
          </p:cNvPr>
          <p:cNvSpPr/>
          <p:nvPr/>
        </p:nvSpPr>
        <p:spPr>
          <a:xfrm>
            <a:off x="5034006" y="1289048"/>
            <a:ext cx="2010897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4537860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0F453-CC89-5826-4A01-674AC36BA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1DC92F1F-6495-65E2-3D56-65BFA51C3B71}"/>
              </a:ext>
            </a:extLst>
          </p:cNvPr>
          <p:cNvSpPr/>
          <p:nvPr/>
        </p:nvSpPr>
        <p:spPr>
          <a:xfrm>
            <a:off x="2343517" y="4023176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B8BE6E0-3D4F-3904-E306-16F72CECDDD1}"/>
              </a:ext>
            </a:extLst>
          </p:cNvPr>
          <p:cNvSpPr/>
          <p:nvPr/>
        </p:nvSpPr>
        <p:spPr>
          <a:xfrm>
            <a:off x="5319455" y="2067327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D73747E-9C52-C54F-BE8C-C4CB1AD9C1F8}"/>
              </a:ext>
            </a:extLst>
          </p:cNvPr>
          <p:cNvSpPr/>
          <p:nvPr/>
        </p:nvSpPr>
        <p:spPr>
          <a:xfrm>
            <a:off x="8530187" y="4023177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C1FC7A6-85EF-EC53-C8E1-EC62CA5A7321}"/>
              </a:ext>
            </a:extLst>
          </p:cNvPr>
          <p:cNvSpPr/>
          <p:nvPr/>
        </p:nvSpPr>
        <p:spPr>
          <a:xfrm>
            <a:off x="7140053" y="6065216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DA97F97-3D53-5A7F-4D35-EC93E8E25C19}"/>
              </a:ext>
            </a:extLst>
          </p:cNvPr>
          <p:cNvSpPr/>
          <p:nvPr/>
        </p:nvSpPr>
        <p:spPr>
          <a:xfrm>
            <a:off x="594556" y="6065215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EA98616-F084-A193-AE6D-34B659E65FC9}"/>
              </a:ext>
            </a:extLst>
          </p:cNvPr>
          <p:cNvSpPr/>
          <p:nvPr/>
        </p:nvSpPr>
        <p:spPr>
          <a:xfrm>
            <a:off x="5319455" y="8419785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2EDD2B1-4638-01E6-3C19-3474B418B6A3}"/>
              </a:ext>
            </a:extLst>
          </p:cNvPr>
          <p:cNvSpPr/>
          <p:nvPr/>
        </p:nvSpPr>
        <p:spPr>
          <a:xfrm>
            <a:off x="3712824" y="6065214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F4A63BD-A0A1-60DB-0297-464340BCD57F}"/>
              </a:ext>
            </a:extLst>
          </p:cNvPr>
          <p:cNvCxnSpPr>
            <a:cxnSpLocks/>
          </p:cNvCxnSpPr>
          <p:nvPr/>
        </p:nvCxnSpPr>
        <p:spPr>
          <a:xfrm flipH="1">
            <a:off x="3063517" y="338013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75FA580-F54C-6341-E77F-B08D50AEF24E}"/>
              </a:ext>
            </a:extLst>
          </p:cNvPr>
          <p:cNvCxnSpPr>
            <a:cxnSpLocks/>
          </p:cNvCxnSpPr>
          <p:nvPr/>
        </p:nvCxnSpPr>
        <p:spPr>
          <a:xfrm>
            <a:off x="6039455" y="338013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37C0120-E0F3-0E12-F888-BE4FD5CDF755}"/>
              </a:ext>
            </a:extLst>
          </p:cNvPr>
          <p:cNvCxnSpPr>
            <a:cxnSpLocks/>
          </p:cNvCxnSpPr>
          <p:nvPr/>
        </p:nvCxnSpPr>
        <p:spPr>
          <a:xfrm flipH="1">
            <a:off x="7860053" y="5335980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C1A579-B7E5-A341-64C5-19AEE0853E3B}"/>
              </a:ext>
            </a:extLst>
          </p:cNvPr>
          <p:cNvCxnSpPr>
            <a:cxnSpLocks/>
          </p:cNvCxnSpPr>
          <p:nvPr/>
        </p:nvCxnSpPr>
        <p:spPr>
          <a:xfrm flipH="1">
            <a:off x="1314556" y="5335980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1BFA85D-3B9E-52A1-D3D0-030CB06DF227}"/>
              </a:ext>
            </a:extLst>
          </p:cNvPr>
          <p:cNvCxnSpPr>
            <a:cxnSpLocks/>
          </p:cNvCxnSpPr>
          <p:nvPr/>
        </p:nvCxnSpPr>
        <p:spPr>
          <a:xfrm flipH="1">
            <a:off x="6039455" y="7378019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898E578-9247-AEBD-4B7C-29F9BE94C837}"/>
              </a:ext>
            </a:extLst>
          </p:cNvPr>
          <p:cNvCxnSpPr>
            <a:cxnSpLocks/>
          </p:cNvCxnSpPr>
          <p:nvPr/>
        </p:nvCxnSpPr>
        <p:spPr>
          <a:xfrm flipH="1" flipV="1">
            <a:off x="3063517" y="5335980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C3597AD5-1FFF-3D88-0723-C1B2710CD7EC}"/>
              </a:ext>
            </a:extLst>
          </p:cNvPr>
          <p:cNvSpPr/>
          <p:nvPr/>
        </p:nvSpPr>
        <p:spPr>
          <a:xfrm>
            <a:off x="5034006" y="9956447"/>
            <a:ext cx="2010897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1</a:t>
            </a:r>
          </a:p>
        </p:txBody>
      </p:sp>
      <p:sp>
        <p:nvSpPr>
          <p:cNvPr id="25" name="!!box">
            <a:extLst>
              <a:ext uri="{FF2B5EF4-FFF2-40B4-BE49-F238E27FC236}">
                <a16:creationId xmlns:a16="http://schemas.microsoft.com/office/drawing/2014/main" id="{07E8B965-054A-CF68-5E60-CEF1111186F9}"/>
              </a:ext>
            </a:extLst>
          </p:cNvPr>
          <p:cNvSpPr/>
          <p:nvPr/>
        </p:nvSpPr>
        <p:spPr>
          <a:xfrm>
            <a:off x="7385094" y="7882973"/>
            <a:ext cx="2010897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0</a:t>
            </a:r>
          </a:p>
        </p:txBody>
      </p:sp>
      <p:sp>
        <p:nvSpPr>
          <p:cNvPr id="26" name="!!box2">
            <a:extLst>
              <a:ext uri="{FF2B5EF4-FFF2-40B4-BE49-F238E27FC236}">
                <a16:creationId xmlns:a16="http://schemas.microsoft.com/office/drawing/2014/main" id="{6E1B6FD9-A8BA-94DB-2A0B-DF8566B0A894}"/>
              </a:ext>
            </a:extLst>
          </p:cNvPr>
          <p:cNvSpPr/>
          <p:nvPr/>
        </p:nvSpPr>
        <p:spPr>
          <a:xfrm>
            <a:off x="1940672" y="3209250"/>
            <a:ext cx="2010897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0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5786C3C-0B57-63AC-D69F-775EC58C64E5}"/>
              </a:ext>
            </a:extLst>
          </p:cNvPr>
          <p:cNvSpPr/>
          <p:nvPr/>
        </p:nvSpPr>
        <p:spPr>
          <a:xfrm>
            <a:off x="8698239" y="3244954"/>
            <a:ext cx="2010897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1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78F08ABE-760A-198C-A73A-63C77956E1FE}"/>
              </a:ext>
            </a:extLst>
          </p:cNvPr>
          <p:cNvSpPr/>
          <p:nvPr/>
        </p:nvSpPr>
        <p:spPr>
          <a:xfrm>
            <a:off x="213958" y="12368496"/>
            <a:ext cx="182059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0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1B76F9CA-C016-A6C4-8BBD-B6FCAC2B65D9}"/>
              </a:ext>
            </a:extLst>
          </p:cNvPr>
          <p:cNvSpPr/>
          <p:nvPr/>
        </p:nvSpPr>
        <p:spPr>
          <a:xfrm>
            <a:off x="2427754" y="12368496"/>
            <a:ext cx="182059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0</a:t>
            </a:r>
          </a:p>
        </p:txBody>
      </p:sp>
      <p:sp>
        <p:nvSpPr>
          <p:cNvPr id="32" name="!!box1">
            <a:extLst>
              <a:ext uri="{FF2B5EF4-FFF2-40B4-BE49-F238E27FC236}">
                <a16:creationId xmlns:a16="http://schemas.microsoft.com/office/drawing/2014/main" id="{3BC62E6A-1814-42BA-4F71-3CA102FCC032}"/>
              </a:ext>
            </a:extLst>
          </p:cNvPr>
          <p:cNvSpPr/>
          <p:nvPr/>
        </p:nvSpPr>
        <p:spPr>
          <a:xfrm>
            <a:off x="5034006" y="1289048"/>
            <a:ext cx="2010897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8898752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43022-B0C2-9FD0-6DB1-F130EC6E3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32E40556-D095-399D-2A3C-A6D200C3B353}"/>
              </a:ext>
            </a:extLst>
          </p:cNvPr>
          <p:cNvSpPr/>
          <p:nvPr/>
        </p:nvSpPr>
        <p:spPr>
          <a:xfrm>
            <a:off x="2343517" y="4023176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52FA423-C0D2-4ABC-6533-CC32B844F955}"/>
              </a:ext>
            </a:extLst>
          </p:cNvPr>
          <p:cNvSpPr/>
          <p:nvPr/>
        </p:nvSpPr>
        <p:spPr>
          <a:xfrm>
            <a:off x="5319455" y="2067327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282C0A2-13DD-0703-A7F6-2EF74A64FAB0}"/>
              </a:ext>
            </a:extLst>
          </p:cNvPr>
          <p:cNvSpPr/>
          <p:nvPr/>
        </p:nvSpPr>
        <p:spPr>
          <a:xfrm>
            <a:off x="8530187" y="4023177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FB134B6-104D-B682-DA14-ED0E10F76179}"/>
              </a:ext>
            </a:extLst>
          </p:cNvPr>
          <p:cNvSpPr/>
          <p:nvPr/>
        </p:nvSpPr>
        <p:spPr>
          <a:xfrm>
            <a:off x="7140053" y="6065216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C33BB8A-719F-0106-49E4-4D640B101E91}"/>
              </a:ext>
            </a:extLst>
          </p:cNvPr>
          <p:cNvSpPr/>
          <p:nvPr/>
        </p:nvSpPr>
        <p:spPr>
          <a:xfrm>
            <a:off x="594556" y="6065215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F38F4F4-538E-BDD6-3E73-6D66506E92BF}"/>
              </a:ext>
            </a:extLst>
          </p:cNvPr>
          <p:cNvSpPr/>
          <p:nvPr/>
        </p:nvSpPr>
        <p:spPr>
          <a:xfrm>
            <a:off x="5319455" y="8419785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6BEA300-6604-71B9-F8B6-4424F644A1EC}"/>
              </a:ext>
            </a:extLst>
          </p:cNvPr>
          <p:cNvSpPr/>
          <p:nvPr/>
        </p:nvSpPr>
        <p:spPr>
          <a:xfrm>
            <a:off x="3712824" y="6065214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8728FE2-51B0-870B-0ADD-DB28D9891EB1}"/>
              </a:ext>
            </a:extLst>
          </p:cNvPr>
          <p:cNvCxnSpPr>
            <a:cxnSpLocks/>
          </p:cNvCxnSpPr>
          <p:nvPr/>
        </p:nvCxnSpPr>
        <p:spPr>
          <a:xfrm flipH="1">
            <a:off x="3063517" y="338013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4B4B99-40C4-160E-AA9D-2306D5C815B4}"/>
              </a:ext>
            </a:extLst>
          </p:cNvPr>
          <p:cNvCxnSpPr>
            <a:cxnSpLocks/>
          </p:cNvCxnSpPr>
          <p:nvPr/>
        </p:nvCxnSpPr>
        <p:spPr>
          <a:xfrm>
            <a:off x="6039455" y="338013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282660-0C94-49E1-5E3B-7AE49967FC75}"/>
              </a:ext>
            </a:extLst>
          </p:cNvPr>
          <p:cNvCxnSpPr>
            <a:cxnSpLocks/>
          </p:cNvCxnSpPr>
          <p:nvPr/>
        </p:nvCxnSpPr>
        <p:spPr>
          <a:xfrm flipH="1">
            <a:off x="7860053" y="5335980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9F6DEBB-8E20-CA65-CBC4-D87C41B4116E}"/>
              </a:ext>
            </a:extLst>
          </p:cNvPr>
          <p:cNvCxnSpPr>
            <a:cxnSpLocks/>
          </p:cNvCxnSpPr>
          <p:nvPr/>
        </p:nvCxnSpPr>
        <p:spPr>
          <a:xfrm flipH="1">
            <a:off x="1314556" y="5335980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F6A5417-FA3F-CAD7-5669-ED5BE64309B4}"/>
              </a:ext>
            </a:extLst>
          </p:cNvPr>
          <p:cNvCxnSpPr>
            <a:cxnSpLocks/>
          </p:cNvCxnSpPr>
          <p:nvPr/>
        </p:nvCxnSpPr>
        <p:spPr>
          <a:xfrm flipH="1">
            <a:off x="6039455" y="7378019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29FF988-2FC1-C37B-3464-591035A8DF12}"/>
              </a:ext>
            </a:extLst>
          </p:cNvPr>
          <p:cNvCxnSpPr>
            <a:cxnSpLocks/>
          </p:cNvCxnSpPr>
          <p:nvPr/>
        </p:nvCxnSpPr>
        <p:spPr>
          <a:xfrm flipH="1" flipV="1">
            <a:off x="3063517" y="5335980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52957DB-428B-DC9B-F9EE-89D5ED118060}"/>
              </a:ext>
            </a:extLst>
          </p:cNvPr>
          <p:cNvSpPr/>
          <p:nvPr/>
        </p:nvSpPr>
        <p:spPr>
          <a:xfrm>
            <a:off x="5034006" y="9956447"/>
            <a:ext cx="2010897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1</a:t>
            </a:r>
          </a:p>
        </p:txBody>
      </p:sp>
      <p:sp>
        <p:nvSpPr>
          <p:cNvPr id="25" name="!!box">
            <a:extLst>
              <a:ext uri="{FF2B5EF4-FFF2-40B4-BE49-F238E27FC236}">
                <a16:creationId xmlns:a16="http://schemas.microsoft.com/office/drawing/2014/main" id="{89278C64-F0F7-F8EF-E4B3-FFE54A9616C6}"/>
              </a:ext>
            </a:extLst>
          </p:cNvPr>
          <p:cNvSpPr/>
          <p:nvPr/>
        </p:nvSpPr>
        <p:spPr>
          <a:xfrm>
            <a:off x="7385094" y="7882973"/>
            <a:ext cx="2010897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0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EEBBFE35-F5AE-6B8B-215C-DB5994CB143B}"/>
              </a:ext>
            </a:extLst>
          </p:cNvPr>
          <p:cNvSpPr/>
          <p:nvPr/>
        </p:nvSpPr>
        <p:spPr>
          <a:xfrm>
            <a:off x="8698239" y="3244954"/>
            <a:ext cx="2010897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1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EA5B8CF5-DC34-5675-2FE7-79A8A2033D5E}"/>
              </a:ext>
            </a:extLst>
          </p:cNvPr>
          <p:cNvSpPr/>
          <p:nvPr/>
        </p:nvSpPr>
        <p:spPr>
          <a:xfrm>
            <a:off x="213958" y="12368496"/>
            <a:ext cx="182059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0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A8C4801D-B312-1198-A75A-99DB21825D24}"/>
              </a:ext>
            </a:extLst>
          </p:cNvPr>
          <p:cNvSpPr/>
          <p:nvPr/>
        </p:nvSpPr>
        <p:spPr>
          <a:xfrm>
            <a:off x="2427754" y="12368496"/>
            <a:ext cx="182059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0</a:t>
            </a:r>
          </a:p>
        </p:txBody>
      </p:sp>
      <p:sp>
        <p:nvSpPr>
          <p:cNvPr id="33" name="!!box2">
            <a:extLst>
              <a:ext uri="{FF2B5EF4-FFF2-40B4-BE49-F238E27FC236}">
                <a16:creationId xmlns:a16="http://schemas.microsoft.com/office/drawing/2014/main" id="{8C20274C-0CF1-F22B-961D-C4A183043033}"/>
              </a:ext>
            </a:extLst>
          </p:cNvPr>
          <p:cNvSpPr/>
          <p:nvPr/>
        </p:nvSpPr>
        <p:spPr>
          <a:xfrm>
            <a:off x="4641550" y="12368496"/>
            <a:ext cx="2010897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0</a:t>
            </a:r>
          </a:p>
        </p:txBody>
      </p:sp>
      <p:sp>
        <p:nvSpPr>
          <p:cNvPr id="35" name="!!box1">
            <a:extLst>
              <a:ext uri="{FF2B5EF4-FFF2-40B4-BE49-F238E27FC236}">
                <a16:creationId xmlns:a16="http://schemas.microsoft.com/office/drawing/2014/main" id="{38EFE3E3-6D91-EB0B-C9AE-48270933DD80}"/>
              </a:ext>
            </a:extLst>
          </p:cNvPr>
          <p:cNvSpPr/>
          <p:nvPr/>
        </p:nvSpPr>
        <p:spPr>
          <a:xfrm>
            <a:off x="5034006" y="1289048"/>
            <a:ext cx="2010897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2943935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52FF2-BB25-2B6B-6757-152E6F4A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3766C7A8-88F7-6E23-6638-BD279038C540}"/>
              </a:ext>
            </a:extLst>
          </p:cNvPr>
          <p:cNvSpPr/>
          <p:nvPr/>
        </p:nvSpPr>
        <p:spPr>
          <a:xfrm>
            <a:off x="2343517" y="4023176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3DC1A25-925F-3EA9-2A93-A7334E0318A3}"/>
              </a:ext>
            </a:extLst>
          </p:cNvPr>
          <p:cNvSpPr/>
          <p:nvPr/>
        </p:nvSpPr>
        <p:spPr>
          <a:xfrm>
            <a:off x="5319455" y="2067327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0404229-ACAA-ACB2-2212-BB4040CB95E2}"/>
              </a:ext>
            </a:extLst>
          </p:cNvPr>
          <p:cNvSpPr/>
          <p:nvPr/>
        </p:nvSpPr>
        <p:spPr>
          <a:xfrm>
            <a:off x="8530187" y="4023177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EC88FB0-FBFF-DE34-911D-915C0E46AC94}"/>
              </a:ext>
            </a:extLst>
          </p:cNvPr>
          <p:cNvSpPr/>
          <p:nvPr/>
        </p:nvSpPr>
        <p:spPr>
          <a:xfrm>
            <a:off x="7140053" y="6065216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47EAC38-DE58-450A-126D-4EE32A8AA870}"/>
              </a:ext>
            </a:extLst>
          </p:cNvPr>
          <p:cNvSpPr/>
          <p:nvPr/>
        </p:nvSpPr>
        <p:spPr>
          <a:xfrm>
            <a:off x="594556" y="6065215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B8730AC-F42A-5855-D0E8-C0F7467855F5}"/>
              </a:ext>
            </a:extLst>
          </p:cNvPr>
          <p:cNvSpPr/>
          <p:nvPr/>
        </p:nvSpPr>
        <p:spPr>
          <a:xfrm>
            <a:off x="5319455" y="8419785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61106F7-09AF-CE94-A1B3-D61D11EFA516}"/>
              </a:ext>
            </a:extLst>
          </p:cNvPr>
          <p:cNvSpPr/>
          <p:nvPr/>
        </p:nvSpPr>
        <p:spPr>
          <a:xfrm>
            <a:off x="3712824" y="6065214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9D5059F-5D31-0E94-BD4B-7310BA1D4931}"/>
              </a:ext>
            </a:extLst>
          </p:cNvPr>
          <p:cNvCxnSpPr>
            <a:cxnSpLocks/>
          </p:cNvCxnSpPr>
          <p:nvPr/>
        </p:nvCxnSpPr>
        <p:spPr>
          <a:xfrm flipH="1">
            <a:off x="3063517" y="338013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1E018D-E3FB-02BF-4FA0-02FC8210303F}"/>
              </a:ext>
            </a:extLst>
          </p:cNvPr>
          <p:cNvCxnSpPr>
            <a:cxnSpLocks/>
          </p:cNvCxnSpPr>
          <p:nvPr/>
        </p:nvCxnSpPr>
        <p:spPr>
          <a:xfrm>
            <a:off x="6039455" y="338013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E44DE86-CFEE-D99A-E980-767B8B0B3288}"/>
              </a:ext>
            </a:extLst>
          </p:cNvPr>
          <p:cNvCxnSpPr>
            <a:cxnSpLocks/>
          </p:cNvCxnSpPr>
          <p:nvPr/>
        </p:nvCxnSpPr>
        <p:spPr>
          <a:xfrm flipH="1">
            <a:off x="7860053" y="5335980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B22D270-2993-16A7-F667-00FBB866D029}"/>
              </a:ext>
            </a:extLst>
          </p:cNvPr>
          <p:cNvCxnSpPr>
            <a:cxnSpLocks/>
          </p:cNvCxnSpPr>
          <p:nvPr/>
        </p:nvCxnSpPr>
        <p:spPr>
          <a:xfrm flipH="1">
            <a:off x="1314556" y="5335980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24D39BB-51E5-EE75-A85B-EE1C3047ADE2}"/>
              </a:ext>
            </a:extLst>
          </p:cNvPr>
          <p:cNvCxnSpPr>
            <a:cxnSpLocks/>
          </p:cNvCxnSpPr>
          <p:nvPr/>
        </p:nvCxnSpPr>
        <p:spPr>
          <a:xfrm flipH="1">
            <a:off x="6039455" y="7378019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D649561-9B67-4AC1-5083-3ECE00CEFD99}"/>
              </a:ext>
            </a:extLst>
          </p:cNvPr>
          <p:cNvCxnSpPr>
            <a:cxnSpLocks/>
          </p:cNvCxnSpPr>
          <p:nvPr/>
        </p:nvCxnSpPr>
        <p:spPr>
          <a:xfrm flipH="1" flipV="1">
            <a:off x="3063517" y="5335980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45AD75E7-550C-AD8A-2645-E4C0886125C8}"/>
              </a:ext>
            </a:extLst>
          </p:cNvPr>
          <p:cNvSpPr/>
          <p:nvPr/>
        </p:nvSpPr>
        <p:spPr>
          <a:xfrm>
            <a:off x="213958" y="12368496"/>
            <a:ext cx="182059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0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5E87FA40-ED39-7FFA-BDC5-4D330287D73D}"/>
              </a:ext>
            </a:extLst>
          </p:cNvPr>
          <p:cNvSpPr/>
          <p:nvPr/>
        </p:nvSpPr>
        <p:spPr>
          <a:xfrm>
            <a:off x="2427754" y="12368496"/>
            <a:ext cx="182059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0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E8B0EC63-A6D8-0F16-862F-EC5DD3BBE79B}"/>
              </a:ext>
            </a:extLst>
          </p:cNvPr>
          <p:cNvSpPr/>
          <p:nvPr/>
        </p:nvSpPr>
        <p:spPr>
          <a:xfrm>
            <a:off x="7045645" y="12368496"/>
            <a:ext cx="2010897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1</a:t>
            </a:r>
          </a:p>
        </p:txBody>
      </p:sp>
      <p:sp>
        <p:nvSpPr>
          <p:cNvPr id="32" name="!!box">
            <a:extLst>
              <a:ext uri="{FF2B5EF4-FFF2-40B4-BE49-F238E27FC236}">
                <a16:creationId xmlns:a16="http://schemas.microsoft.com/office/drawing/2014/main" id="{1F75B668-1F5F-C3EE-9267-B66E6F872471}"/>
              </a:ext>
            </a:extLst>
          </p:cNvPr>
          <p:cNvSpPr/>
          <p:nvPr/>
        </p:nvSpPr>
        <p:spPr>
          <a:xfrm>
            <a:off x="9449740" y="12368496"/>
            <a:ext cx="2010897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0</a:t>
            </a:r>
          </a:p>
        </p:txBody>
      </p:sp>
      <p:sp>
        <p:nvSpPr>
          <p:cNvPr id="33" name="!!box2">
            <a:extLst>
              <a:ext uri="{FF2B5EF4-FFF2-40B4-BE49-F238E27FC236}">
                <a16:creationId xmlns:a16="http://schemas.microsoft.com/office/drawing/2014/main" id="{89EB2032-6BB0-C796-16D6-5B6525B6D49E}"/>
              </a:ext>
            </a:extLst>
          </p:cNvPr>
          <p:cNvSpPr/>
          <p:nvPr/>
        </p:nvSpPr>
        <p:spPr>
          <a:xfrm>
            <a:off x="4641550" y="12368496"/>
            <a:ext cx="2010897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0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047A646E-A6BF-A3DB-892A-94D72AF22040}"/>
              </a:ext>
            </a:extLst>
          </p:cNvPr>
          <p:cNvSpPr/>
          <p:nvPr/>
        </p:nvSpPr>
        <p:spPr>
          <a:xfrm>
            <a:off x="11853835" y="12368496"/>
            <a:ext cx="2010897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1</a:t>
            </a:r>
          </a:p>
        </p:txBody>
      </p:sp>
      <p:sp>
        <p:nvSpPr>
          <p:cNvPr id="36" name="!!box1">
            <a:extLst>
              <a:ext uri="{FF2B5EF4-FFF2-40B4-BE49-F238E27FC236}">
                <a16:creationId xmlns:a16="http://schemas.microsoft.com/office/drawing/2014/main" id="{DABDEE3E-B43E-66ED-153F-E943167D615F}"/>
              </a:ext>
            </a:extLst>
          </p:cNvPr>
          <p:cNvSpPr/>
          <p:nvPr/>
        </p:nvSpPr>
        <p:spPr>
          <a:xfrm>
            <a:off x="5034006" y="1289048"/>
            <a:ext cx="2010897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882404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93E84-CAEC-D8CC-BB19-74A1C195E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9D59A284-7609-D393-5CBF-3513345445D1}"/>
              </a:ext>
            </a:extLst>
          </p:cNvPr>
          <p:cNvSpPr/>
          <p:nvPr/>
        </p:nvSpPr>
        <p:spPr>
          <a:xfrm>
            <a:off x="2343517" y="4023176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569ED88-28A7-02AD-BEA1-4255DF2C85AB}"/>
              </a:ext>
            </a:extLst>
          </p:cNvPr>
          <p:cNvSpPr/>
          <p:nvPr/>
        </p:nvSpPr>
        <p:spPr>
          <a:xfrm>
            <a:off x="5319455" y="2067327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4CED2D8-1BED-C7A7-6EDC-F5FDC59CEDD0}"/>
              </a:ext>
            </a:extLst>
          </p:cNvPr>
          <p:cNvSpPr/>
          <p:nvPr/>
        </p:nvSpPr>
        <p:spPr>
          <a:xfrm>
            <a:off x="8530187" y="4023177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478D754-C005-1E82-A7C1-F02DE36BC36E}"/>
              </a:ext>
            </a:extLst>
          </p:cNvPr>
          <p:cNvSpPr/>
          <p:nvPr/>
        </p:nvSpPr>
        <p:spPr>
          <a:xfrm>
            <a:off x="7140053" y="6065216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1309378-7B77-DE72-D7ED-F9FF55D07CEC}"/>
              </a:ext>
            </a:extLst>
          </p:cNvPr>
          <p:cNvSpPr/>
          <p:nvPr/>
        </p:nvSpPr>
        <p:spPr>
          <a:xfrm>
            <a:off x="594556" y="6065215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005D78A-A52E-8E77-74FC-C9711C261C00}"/>
              </a:ext>
            </a:extLst>
          </p:cNvPr>
          <p:cNvSpPr/>
          <p:nvPr/>
        </p:nvSpPr>
        <p:spPr>
          <a:xfrm>
            <a:off x="5319455" y="8419785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5CF880F-F554-9580-C1B1-698030F4A5F2}"/>
              </a:ext>
            </a:extLst>
          </p:cNvPr>
          <p:cNvSpPr/>
          <p:nvPr/>
        </p:nvSpPr>
        <p:spPr>
          <a:xfrm>
            <a:off x="3712824" y="6065214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0B4C073-0449-D6D4-2053-8154482810B0}"/>
              </a:ext>
            </a:extLst>
          </p:cNvPr>
          <p:cNvCxnSpPr>
            <a:cxnSpLocks/>
          </p:cNvCxnSpPr>
          <p:nvPr/>
        </p:nvCxnSpPr>
        <p:spPr>
          <a:xfrm flipH="1">
            <a:off x="3063517" y="338013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1B8519A-9334-B85A-7E66-FDF6431B4A31}"/>
              </a:ext>
            </a:extLst>
          </p:cNvPr>
          <p:cNvCxnSpPr>
            <a:cxnSpLocks/>
          </p:cNvCxnSpPr>
          <p:nvPr/>
        </p:nvCxnSpPr>
        <p:spPr>
          <a:xfrm>
            <a:off x="6039455" y="338013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2E8734-3912-6840-B05A-F4327E19598A}"/>
              </a:ext>
            </a:extLst>
          </p:cNvPr>
          <p:cNvCxnSpPr>
            <a:cxnSpLocks/>
          </p:cNvCxnSpPr>
          <p:nvPr/>
        </p:nvCxnSpPr>
        <p:spPr>
          <a:xfrm flipH="1">
            <a:off x="7860053" y="5335980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4980123-B413-04E7-1C3D-D6FD864867D4}"/>
              </a:ext>
            </a:extLst>
          </p:cNvPr>
          <p:cNvCxnSpPr>
            <a:cxnSpLocks/>
          </p:cNvCxnSpPr>
          <p:nvPr/>
        </p:nvCxnSpPr>
        <p:spPr>
          <a:xfrm flipH="1">
            <a:off x="1314556" y="5335980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3B2BB24-7BBA-ED98-3804-DCF0CEEF4487}"/>
              </a:ext>
            </a:extLst>
          </p:cNvPr>
          <p:cNvCxnSpPr>
            <a:cxnSpLocks/>
          </p:cNvCxnSpPr>
          <p:nvPr/>
        </p:nvCxnSpPr>
        <p:spPr>
          <a:xfrm flipH="1">
            <a:off x="6039455" y="7378019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3E03A6D-FCEC-524D-9A10-5B12886C4DFF}"/>
              </a:ext>
            </a:extLst>
          </p:cNvPr>
          <p:cNvCxnSpPr>
            <a:cxnSpLocks/>
          </p:cNvCxnSpPr>
          <p:nvPr/>
        </p:nvCxnSpPr>
        <p:spPr>
          <a:xfrm flipH="1" flipV="1">
            <a:off x="3063517" y="5335980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9FCECB4-8279-3449-BD34-F6EA94DF3984}"/>
              </a:ext>
            </a:extLst>
          </p:cNvPr>
          <p:cNvSpPr/>
          <p:nvPr/>
        </p:nvSpPr>
        <p:spPr>
          <a:xfrm>
            <a:off x="213958" y="12368496"/>
            <a:ext cx="182059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0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D9B8CA4-743B-6C0A-D315-C22699B1491A}"/>
              </a:ext>
            </a:extLst>
          </p:cNvPr>
          <p:cNvSpPr/>
          <p:nvPr/>
        </p:nvSpPr>
        <p:spPr>
          <a:xfrm>
            <a:off x="2427754" y="12368496"/>
            <a:ext cx="182059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0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F357C5D-01BD-DEAC-CA1F-65C2752A6DF4}"/>
              </a:ext>
            </a:extLst>
          </p:cNvPr>
          <p:cNvSpPr/>
          <p:nvPr/>
        </p:nvSpPr>
        <p:spPr>
          <a:xfrm>
            <a:off x="7045645" y="12368496"/>
            <a:ext cx="2010897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1</a:t>
            </a:r>
          </a:p>
        </p:txBody>
      </p:sp>
      <p:sp>
        <p:nvSpPr>
          <p:cNvPr id="25" name="!!box">
            <a:extLst>
              <a:ext uri="{FF2B5EF4-FFF2-40B4-BE49-F238E27FC236}">
                <a16:creationId xmlns:a16="http://schemas.microsoft.com/office/drawing/2014/main" id="{61885BE1-A79E-1712-5F8C-95A3E6F1A2F8}"/>
              </a:ext>
            </a:extLst>
          </p:cNvPr>
          <p:cNvSpPr/>
          <p:nvPr/>
        </p:nvSpPr>
        <p:spPr>
          <a:xfrm>
            <a:off x="9449740" y="12368496"/>
            <a:ext cx="2010897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0</a:t>
            </a:r>
          </a:p>
        </p:txBody>
      </p:sp>
      <p:sp>
        <p:nvSpPr>
          <p:cNvPr id="26" name="!!box2">
            <a:extLst>
              <a:ext uri="{FF2B5EF4-FFF2-40B4-BE49-F238E27FC236}">
                <a16:creationId xmlns:a16="http://schemas.microsoft.com/office/drawing/2014/main" id="{6AB0D5E7-9F05-1D44-B339-8CEE8C6621B0}"/>
              </a:ext>
            </a:extLst>
          </p:cNvPr>
          <p:cNvSpPr/>
          <p:nvPr/>
        </p:nvSpPr>
        <p:spPr>
          <a:xfrm>
            <a:off x="4641550" y="12368496"/>
            <a:ext cx="2010897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0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9566BEB4-24F8-3743-C7F9-326B01F4E265}"/>
              </a:ext>
            </a:extLst>
          </p:cNvPr>
          <p:cNvSpPr/>
          <p:nvPr/>
        </p:nvSpPr>
        <p:spPr>
          <a:xfrm>
            <a:off x="11853835" y="12368496"/>
            <a:ext cx="2010897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1</a:t>
            </a:r>
          </a:p>
        </p:txBody>
      </p:sp>
      <p:sp>
        <p:nvSpPr>
          <p:cNvPr id="28" name="!!box1">
            <a:extLst>
              <a:ext uri="{FF2B5EF4-FFF2-40B4-BE49-F238E27FC236}">
                <a16:creationId xmlns:a16="http://schemas.microsoft.com/office/drawing/2014/main" id="{F3ED5749-E185-CFF3-EB9C-D2D1F9111C31}"/>
              </a:ext>
            </a:extLst>
          </p:cNvPr>
          <p:cNvSpPr/>
          <p:nvPr/>
        </p:nvSpPr>
        <p:spPr>
          <a:xfrm>
            <a:off x="14257931" y="12368496"/>
            <a:ext cx="2010897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583247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6757E-1DBA-ED2A-A7A2-1CA5925A0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F827067-24B4-EF6F-835B-21133C0E90B7}"/>
              </a:ext>
            </a:extLst>
          </p:cNvPr>
          <p:cNvSpPr/>
          <p:nvPr/>
        </p:nvSpPr>
        <p:spPr>
          <a:xfrm>
            <a:off x="631193" y="510133"/>
            <a:ext cx="23375984" cy="65493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Write a recursive function </a:t>
            </a: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int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</a:t>
            </a:r>
            <a:r>
              <a:rPr lang="en-US" sz="5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findHeavy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( </a:t>
            </a: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struct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</a:t>
            </a: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node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*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v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) that does the post-order traversal of the tree and prints if the node is yellow-heavy or red-heavy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Each node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v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contains a variable color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If the node is yellow,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v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-&gt;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color 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= 1, else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v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-&gt;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color 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= 0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In the post-order traversal of the tree, for each yellow-heavy node print 1, else print 0. All the numbers must be printed on a new line</a:t>
            </a:r>
          </a:p>
        </p:txBody>
      </p:sp>
    </p:spTree>
    <p:extLst>
      <p:ext uri="{BB962C8B-B14F-4D97-AF65-F5344CB8AC3E}">
        <p14:creationId xmlns:p14="http://schemas.microsoft.com/office/powerpoint/2010/main" val="71424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4">
            <a:extLst>
              <a:ext uri="{FF2B5EF4-FFF2-40B4-BE49-F238E27FC236}">
                <a16:creationId xmlns:a16="http://schemas.microsoft.com/office/drawing/2014/main" id="{88A9DB4B-C9DD-B852-971C-2F2A3E943E73}"/>
              </a:ext>
            </a:extLst>
          </p:cNvPr>
          <p:cNvSpPr/>
          <p:nvPr/>
        </p:nvSpPr>
        <p:spPr>
          <a:xfrm>
            <a:off x="12320275" y="6857999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F65094E-2594-588A-02C4-553A083095D2}"/>
              </a:ext>
            </a:extLst>
          </p:cNvPr>
          <p:cNvSpPr/>
          <p:nvPr/>
        </p:nvSpPr>
        <p:spPr>
          <a:xfrm>
            <a:off x="15296213" y="4902150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71B3A00-8A30-92CD-8462-59FF0B813B24}"/>
              </a:ext>
            </a:extLst>
          </p:cNvPr>
          <p:cNvSpPr/>
          <p:nvPr/>
        </p:nvSpPr>
        <p:spPr>
          <a:xfrm>
            <a:off x="18506945" y="6858000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C581951-625C-BA1F-E285-76DF6C5665A1}"/>
              </a:ext>
            </a:extLst>
          </p:cNvPr>
          <p:cNvSpPr/>
          <p:nvPr/>
        </p:nvSpPr>
        <p:spPr>
          <a:xfrm>
            <a:off x="17116811" y="8900039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F95F5BE-C5C0-07EB-04D1-21FE01AFDB35}"/>
              </a:ext>
            </a:extLst>
          </p:cNvPr>
          <p:cNvSpPr/>
          <p:nvPr/>
        </p:nvSpPr>
        <p:spPr>
          <a:xfrm>
            <a:off x="10571314" y="8900038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CB42C1B-4031-EA49-3F49-A31A519034C3}"/>
              </a:ext>
            </a:extLst>
          </p:cNvPr>
          <p:cNvSpPr/>
          <p:nvPr/>
        </p:nvSpPr>
        <p:spPr>
          <a:xfrm>
            <a:off x="15296213" y="11254608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129F727-CE88-AF95-5622-C3B2247F318F}"/>
              </a:ext>
            </a:extLst>
          </p:cNvPr>
          <p:cNvSpPr/>
          <p:nvPr/>
        </p:nvSpPr>
        <p:spPr>
          <a:xfrm>
            <a:off x="13689582" y="8900037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ox">
            <a:extLst>
              <a:ext uri="{FF2B5EF4-FFF2-40B4-BE49-F238E27FC236}">
                <a16:creationId xmlns:a16="http://schemas.microsoft.com/office/drawing/2014/main" id="{D4145EFE-0A87-F85E-0F75-EB0896BE08DB}"/>
              </a:ext>
            </a:extLst>
          </p:cNvPr>
          <p:cNvSpPr/>
          <p:nvPr/>
        </p:nvSpPr>
        <p:spPr>
          <a:xfrm>
            <a:off x="366861" y="310055"/>
            <a:ext cx="8169265" cy="56299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findHeavy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9C576BF-496D-83BB-4107-07B30D7CE0D7}"/>
              </a:ext>
            </a:extLst>
          </p:cNvPr>
          <p:cNvSpPr/>
          <p:nvPr/>
        </p:nvSpPr>
        <p:spPr>
          <a:xfrm>
            <a:off x="9046028" y="455000"/>
            <a:ext cx="11368863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Return the difference between the yellow and red nodes in the subtree under v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74D311-EDE2-E21A-276F-608ED7D0D75F}"/>
              </a:ext>
            </a:extLst>
          </p:cNvPr>
          <p:cNvCxnSpPr>
            <a:cxnSpLocks/>
          </p:cNvCxnSpPr>
          <p:nvPr/>
        </p:nvCxnSpPr>
        <p:spPr>
          <a:xfrm flipH="1">
            <a:off x="13040275" y="6214953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CC3E728-B926-F6D5-D116-58B7F9AA69D1}"/>
              </a:ext>
            </a:extLst>
          </p:cNvPr>
          <p:cNvCxnSpPr>
            <a:cxnSpLocks/>
          </p:cNvCxnSpPr>
          <p:nvPr/>
        </p:nvCxnSpPr>
        <p:spPr>
          <a:xfrm>
            <a:off x="16016213" y="6214953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A22D352-E18E-1721-61DF-C4B9450FA225}"/>
              </a:ext>
            </a:extLst>
          </p:cNvPr>
          <p:cNvCxnSpPr>
            <a:cxnSpLocks/>
          </p:cNvCxnSpPr>
          <p:nvPr/>
        </p:nvCxnSpPr>
        <p:spPr>
          <a:xfrm flipH="1">
            <a:off x="17836811" y="8170803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1BC1C40-36E0-F7A6-7BC5-7614A3522FDB}"/>
              </a:ext>
            </a:extLst>
          </p:cNvPr>
          <p:cNvCxnSpPr>
            <a:cxnSpLocks/>
          </p:cNvCxnSpPr>
          <p:nvPr/>
        </p:nvCxnSpPr>
        <p:spPr>
          <a:xfrm flipH="1">
            <a:off x="11291314" y="8170803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D1A9F1E-9FF5-6C33-3920-A00C062F812A}"/>
              </a:ext>
            </a:extLst>
          </p:cNvPr>
          <p:cNvCxnSpPr>
            <a:cxnSpLocks/>
          </p:cNvCxnSpPr>
          <p:nvPr/>
        </p:nvCxnSpPr>
        <p:spPr>
          <a:xfrm flipH="1">
            <a:off x="16016213" y="10212842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B459A6E-0C23-BEBB-EEEA-42B49E9DA2BA}"/>
              </a:ext>
            </a:extLst>
          </p:cNvPr>
          <p:cNvCxnSpPr>
            <a:cxnSpLocks/>
          </p:cNvCxnSpPr>
          <p:nvPr/>
        </p:nvCxnSpPr>
        <p:spPr>
          <a:xfrm flipH="1" flipV="1">
            <a:off x="13040275" y="8170803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none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FE02DAAB-0D5C-6C1E-D6C1-C1B42E29734B}"/>
              </a:ext>
            </a:extLst>
          </p:cNvPr>
          <p:cNvSpPr/>
          <p:nvPr/>
        </p:nvSpPr>
        <p:spPr>
          <a:xfrm>
            <a:off x="14123804" y="10472660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-1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D9B5F284-EC8B-BC05-D9B5-CE1CC42DD709}"/>
              </a:ext>
            </a:extLst>
          </p:cNvPr>
          <p:cNvSpPr/>
          <p:nvPr/>
        </p:nvSpPr>
        <p:spPr>
          <a:xfrm>
            <a:off x="10896310" y="10472660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-1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6D2BB55-DE8E-B14D-4FB5-9E851BC6F5ED}"/>
              </a:ext>
            </a:extLst>
          </p:cNvPr>
          <p:cNvSpPr/>
          <p:nvPr/>
        </p:nvSpPr>
        <p:spPr>
          <a:xfrm>
            <a:off x="401113" y="7341132"/>
            <a:ext cx="21602853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At v, if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Yellow nodes in the subtree of v – red nodes in the subtree of v &gt; 0, then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597332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4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A561D-A391-6596-7474-F5E9A3CEF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4">
            <a:extLst>
              <a:ext uri="{FF2B5EF4-FFF2-40B4-BE49-F238E27FC236}">
                <a16:creationId xmlns:a16="http://schemas.microsoft.com/office/drawing/2014/main" id="{439585B3-8EE7-4025-4E71-3452B30B9389}"/>
              </a:ext>
            </a:extLst>
          </p:cNvPr>
          <p:cNvSpPr/>
          <p:nvPr/>
        </p:nvSpPr>
        <p:spPr>
          <a:xfrm>
            <a:off x="12320275" y="6857999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AA2A4CD-710B-2861-217C-412212932132}"/>
              </a:ext>
            </a:extLst>
          </p:cNvPr>
          <p:cNvSpPr/>
          <p:nvPr/>
        </p:nvSpPr>
        <p:spPr>
          <a:xfrm>
            <a:off x="15296213" y="4902150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1ABF9E4-A170-FCDD-6934-A46E8C3E42BF}"/>
              </a:ext>
            </a:extLst>
          </p:cNvPr>
          <p:cNvSpPr/>
          <p:nvPr/>
        </p:nvSpPr>
        <p:spPr>
          <a:xfrm>
            <a:off x="18506945" y="6858000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9975B0D-2F85-0643-1706-88D8A95B14AC}"/>
              </a:ext>
            </a:extLst>
          </p:cNvPr>
          <p:cNvSpPr/>
          <p:nvPr/>
        </p:nvSpPr>
        <p:spPr>
          <a:xfrm>
            <a:off x="17116811" y="8900039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D452A09-6859-389E-AAD7-3E7581812BE1}"/>
              </a:ext>
            </a:extLst>
          </p:cNvPr>
          <p:cNvSpPr/>
          <p:nvPr/>
        </p:nvSpPr>
        <p:spPr>
          <a:xfrm>
            <a:off x="10571314" y="8900038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A32F04E-1950-10FA-BC95-B6E748A1B2EB}"/>
              </a:ext>
            </a:extLst>
          </p:cNvPr>
          <p:cNvSpPr/>
          <p:nvPr/>
        </p:nvSpPr>
        <p:spPr>
          <a:xfrm>
            <a:off x="15296213" y="11254608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DC0D380-8674-A6A9-D0FE-5D0D7602995B}"/>
              </a:ext>
            </a:extLst>
          </p:cNvPr>
          <p:cNvSpPr/>
          <p:nvPr/>
        </p:nvSpPr>
        <p:spPr>
          <a:xfrm>
            <a:off x="13689582" y="8900037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ox">
            <a:extLst>
              <a:ext uri="{FF2B5EF4-FFF2-40B4-BE49-F238E27FC236}">
                <a16:creationId xmlns:a16="http://schemas.microsoft.com/office/drawing/2014/main" id="{831F4538-B07B-64E0-7320-A5E4790B9C4C}"/>
              </a:ext>
            </a:extLst>
          </p:cNvPr>
          <p:cNvSpPr/>
          <p:nvPr/>
        </p:nvSpPr>
        <p:spPr>
          <a:xfrm>
            <a:off x="366861" y="310055"/>
            <a:ext cx="8169265" cy="56299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findHeavy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FF043C3-06C5-921E-7D1A-D685DC56957A}"/>
              </a:ext>
            </a:extLst>
          </p:cNvPr>
          <p:cNvSpPr/>
          <p:nvPr/>
        </p:nvSpPr>
        <p:spPr>
          <a:xfrm>
            <a:off x="9046028" y="455000"/>
            <a:ext cx="11368863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Return the difference between the yellow and red nodes in the subtree under v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152613F-8A10-CA37-C5AF-3692759F139C}"/>
              </a:ext>
            </a:extLst>
          </p:cNvPr>
          <p:cNvCxnSpPr>
            <a:cxnSpLocks/>
          </p:cNvCxnSpPr>
          <p:nvPr/>
        </p:nvCxnSpPr>
        <p:spPr>
          <a:xfrm flipH="1">
            <a:off x="13040275" y="6214953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72BF80F-D2DE-907C-24DF-479304002CA8}"/>
              </a:ext>
            </a:extLst>
          </p:cNvPr>
          <p:cNvCxnSpPr>
            <a:cxnSpLocks/>
          </p:cNvCxnSpPr>
          <p:nvPr/>
        </p:nvCxnSpPr>
        <p:spPr>
          <a:xfrm>
            <a:off x="16016213" y="6214953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4D6B14E-A03C-C0D8-39D2-04E2C245A37C}"/>
              </a:ext>
            </a:extLst>
          </p:cNvPr>
          <p:cNvCxnSpPr>
            <a:cxnSpLocks/>
          </p:cNvCxnSpPr>
          <p:nvPr/>
        </p:nvCxnSpPr>
        <p:spPr>
          <a:xfrm flipH="1">
            <a:off x="17836811" y="8170803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2FFE3E4-B6E5-789C-5725-83E24443AFCA}"/>
              </a:ext>
            </a:extLst>
          </p:cNvPr>
          <p:cNvCxnSpPr>
            <a:cxnSpLocks/>
          </p:cNvCxnSpPr>
          <p:nvPr/>
        </p:nvCxnSpPr>
        <p:spPr>
          <a:xfrm flipH="1">
            <a:off x="11291314" y="8170803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FF44503-8A57-84BD-D469-81DB565BDFD1}"/>
              </a:ext>
            </a:extLst>
          </p:cNvPr>
          <p:cNvCxnSpPr>
            <a:cxnSpLocks/>
          </p:cNvCxnSpPr>
          <p:nvPr/>
        </p:nvCxnSpPr>
        <p:spPr>
          <a:xfrm flipH="1">
            <a:off x="16016213" y="10212842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501E850-1B63-218B-EDF7-1C4A4CC3D6E6}"/>
              </a:ext>
            </a:extLst>
          </p:cNvPr>
          <p:cNvCxnSpPr>
            <a:cxnSpLocks/>
          </p:cNvCxnSpPr>
          <p:nvPr/>
        </p:nvCxnSpPr>
        <p:spPr>
          <a:xfrm flipH="1" flipV="1">
            <a:off x="13040275" y="8170803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none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2FC13963-5EEF-6E75-A0E2-C98AE0F6BB00}"/>
              </a:ext>
            </a:extLst>
          </p:cNvPr>
          <p:cNvSpPr/>
          <p:nvPr/>
        </p:nvSpPr>
        <p:spPr>
          <a:xfrm>
            <a:off x="14123804" y="10472660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-1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DF469205-E467-F87B-0859-C8F51EC53F95}"/>
              </a:ext>
            </a:extLst>
          </p:cNvPr>
          <p:cNvSpPr/>
          <p:nvPr/>
        </p:nvSpPr>
        <p:spPr>
          <a:xfrm>
            <a:off x="10896310" y="10472660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-1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3326200-ED48-4538-86C3-D2CEC3A0C788}"/>
              </a:ext>
            </a:extLst>
          </p:cNvPr>
          <p:cNvSpPr/>
          <p:nvPr/>
        </p:nvSpPr>
        <p:spPr>
          <a:xfrm>
            <a:off x="401113" y="7341132"/>
            <a:ext cx="21602853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At v, if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Yellow nodes in the subtree of v – red nodes in the subtree of v &gt; 0, then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V is yellow-heavy, else v is red-heavy</a:t>
            </a:r>
          </a:p>
        </p:txBody>
      </p:sp>
    </p:spTree>
    <p:extLst>
      <p:ext uri="{BB962C8B-B14F-4D97-AF65-F5344CB8AC3E}">
        <p14:creationId xmlns:p14="http://schemas.microsoft.com/office/powerpoint/2010/main" val="10220619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4E312-3053-5675-2307-174E3EA1F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4">
            <a:extLst>
              <a:ext uri="{FF2B5EF4-FFF2-40B4-BE49-F238E27FC236}">
                <a16:creationId xmlns:a16="http://schemas.microsoft.com/office/drawing/2014/main" id="{2DCCDA95-4DA3-08C3-2B16-725F295A7019}"/>
              </a:ext>
            </a:extLst>
          </p:cNvPr>
          <p:cNvSpPr/>
          <p:nvPr/>
        </p:nvSpPr>
        <p:spPr>
          <a:xfrm>
            <a:off x="12320275" y="6857999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331A2FF-B763-EA00-2B95-34EAF55D79C7}"/>
              </a:ext>
            </a:extLst>
          </p:cNvPr>
          <p:cNvSpPr/>
          <p:nvPr/>
        </p:nvSpPr>
        <p:spPr>
          <a:xfrm>
            <a:off x="15296213" y="4902150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6C19627-711A-654A-8FB5-D9694FD1756E}"/>
              </a:ext>
            </a:extLst>
          </p:cNvPr>
          <p:cNvSpPr/>
          <p:nvPr/>
        </p:nvSpPr>
        <p:spPr>
          <a:xfrm>
            <a:off x="18506945" y="6858000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E6951ED-4589-500C-EDE6-1EF6FB6F16DA}"/>
              </a:ext>
            </a:extLst>
          </p:cNvPr>
          <p:cNvSpPr/>
          <p:nvPr/>
        </p:nvSpPr>
        <p:spPr>
          <a:xfrm>
            <a:off x="17116811" y="8900039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224550A-419C-2313-C757-2DA69FF60378}"/>
              </a:ext>
            </a:extLst>
          </p:cNvPr>
          <p:cNvSpPr/>
          <p:nvPr/>
        </p:nvSpPr>
        <p:spPr>
          <a:xfrm>
            <a:off x="10571314" y="8900038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B616A59-2F75-1814-5CCE-F33197B161E5}"/>
              </a:ext>
            </a:extLst>
          </p:cNvPr>
          <p:cNvSpPr/>
          <p:nvPr/>
        </p:nvSpPr>
        <p:spPr>
          <a:xfrm>
            <a:off x="15296213" y="11254608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06C7F99-2D68-23BF-B1E9-9E68459ADFEA}"/>
              </a:ext>
            </a:extLst>
          </p:cNvPr>
          <p:cNvSpPr/>
          <p:nvPr/>
        </p:nvSpPr>
        <p:spPr>
          <a:xfrm>
            <a:off x="13689582" y="8900037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ox">
            <a:extLst>
              <a:ext uri="{FF2B5EF4-FFF2-40B4-BE49-F238E27FC236}">
                <a16:creationId xmlns:a16="http://schemas.microsoft.com/office/drawing/2014/main" id="{33A40779-BEFE-E593-2816-BD7782CA8AB0}"/>
              </a:ext>
            </a:extLst>
          </p:cNvPr>
          <p:cNvSpPr/>
          <p:nvPr/>
        </p:nvSpPr>
        <p:spPr>
          <a:xfrm>
            <a:off x="366861" y="310055"/>
            <a:ext cx="8169265" cy="56299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findHeavy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19D730C-B8EF-2A3F-F74F-6D23268381E3}"/>
              </a:ext>
            </a:extLst>
          </p:cNvPr>
          <p:cNvSpPr/>
          <p:nvPr/>
        </p:nvSpPr>
        <p:spPr>
          <a:xfrm>
            <a:off x="9046028" y="455000"/>
            <a:ext cx="11368863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Return the difference between the yellow and red nodes in the subtree under v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B2FB38B-DFB0-C3A9-7B0A-B72C0F1AC40E}"/>
              </a:ext>
            </a:extLst>
          </p:cNvPr>
          <p:cNvCxnSpPr>
            <a:cxnSpLocks/>
          </p:cNvCxnSpPr>
          <p:nvPr/>
        </p:nvCxnSpPr>
        <p:spPr>
          <a:xfrm flipH="1">
            <a:off x="13040275" y="6214953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21BD046-D6B2-7688-6BB9-D566F09D7801}"/>
              </a:ext>
            </a:extLst>
          </p:cNvPr>
          <p:cNvCxnSpPr>
            <a:cxnSpLocks/>
          </p:cNvCxnSpPr>
          <p:nvPr/>
        </p:nvCxnSpPr>
        <p:spPr>
          <a:xfrm>
            <a:off x="16016213" y="6214953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F43E3A9-F874-4138-1EE6-FEDD2BCE2ED5}"/>
              </a:ext>
            </a:extLst>
          </p:cNvPr>
          <p:cNvCxnSpPr>
            <a:cxnSpLocks/>
          </p:cNvCxnSpPr>
          <p:nvPr/>
        </p:nvCxnSpPr>
        <p:spPr>
          <a:xfrm flipH="1">
            <a:off x="17836811" y="8170803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95976D7-02AD-8495-14CF-6B0AA4BD00D0}"/>
              </a:ext>
            </a:extLst>
          </p:cNvPr>
          <p:cNvCxnSpPr>
            <a:cxnSpLocks/>
          </p:cNvCxnSpPr>
          <p:nvPr/>
        </p:nvCxnSpPr>
        <p:spPr>
          <a:xfrm flipH="1">
            <a:off x="11291314" y="8170803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BA9BE6-63EE-036B-1B62-02BC20E670A8}"/>
              </a:ext>
            </a:extLst>
          </p:cNvPr>
          <p:cNvCxnSpPr>
            <a:cxnSpLocks/>
          </p:cNvCxnSpPr>
          <p:nvPr/>
        </p:nvCxnSpPr>
        <p:spPr>
          <a:xfrm flipH="1">
            <a:off x="16016213" y="10212842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964AE2D-0321-3139-F3DE-9067BFB1E418}"/>
              </a:ext>
            </a:extLst>
          </p:cNvPr>
          <p:cNvCxnSpPr>
            <a:cxnSpLocks/>
          </p:cNvCxnSpPr>
          <p:nvPr/>
        </p:nvCxnSpPr>
        <p:spPr>
          <a:xfrm flipH="1" flipV="1">
            <a:off x="13040275" y="8170803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none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94CDC275-6369-2BAC-E549-DDC14F54E7C1}"/>
              </a:ext>
            </a:extLst>
          </p:cNvPr>
          <p:cNvSpPr/>
          <p:nvPr/>
        </p:nvSpPr>
        <p:spPr>
          <a:xfrm>
            <a:off x="14123804" y="10472660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-1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A2AA9875-6842-93FD-D50D-81068802D931}"/>
              </a:ext>
            </a:extLst>
          </p:cNvPr>
          <p:cNvSpPr/>
          <p:nvPr/>
        </p:nvSpPr>
        <p:spPr>
          <a:xfrm>
            <a:off x="10896310" y="10472660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22661718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8842E-CFF1-2560-1C34-5B6903CE1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4">
            <a:extLst>
              <a:ext uri="{FF2B5EF4-FFF2-40B4-BE49-F238E27FC236}">
                <a16:creationId xmlns:a16="http://schemas.microsoft.com/office/drawing/2014/main" id="{CB375DD4-CB90-DA29-C184-DFFC0F6C9C0A}"/>
              </a:ext>
            </a:extLst>
          </p:cNvPr>
          <p:cNvSpPr/>
          <p:nvPr/>
        </p:nvSpPr>
        <p:spPr>
          <a:xfrm>
            <a:off x="12320275" y="6857999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E61A26E-B004-8CCA-EC30-5155D8A49148}"/>
              </a:ext>
            </a:extLst>
          </p:cNvPr>
          <p:cNvSpPr/>
          <p:nvPr/>
        </p:nvSpPr>
        <p:spPr>
          <a:xfrm>
            <a:off x="15296213" y="4902150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946A78E-6DBC-264A-0B75-38E6E457A9C6}"/>
              </a:ext>
            </a:extLst>
          </p:cNvPr>
          <p:cNvSpPr/>
          <p:nvPr/>
        </p:nvSpPr>
        <p:spPr>
          <a:xfrm>
            <a:off x="18506945" y="6858000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83453F3-B202-443E-EFAD-F5D8ACA57A26}"/>
              </a:ext>
            </a:extLst>
          </p:cNvPr>
          <p:cNvSpPr/>
          <p:nvPr/>
        </p:nvSpPr>
        <p:spPr>
          <a:xfrm>
            <a:off x="17116811" y="8900039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0FCD292-7E63-A772-8F34-A957F0017C6B}"/>
              </a:ext>
            </a:extLst>
          </p:cNvPr>
          <p:cNvSpPr/>
          <p:nvPr/>
        </p:nvSpPr>
        <p:spPr>
          <a:xfrm>
            <a:off x="10571314" y="8900038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13C8F51-1B9F-B217-B4CB-6023ADF86945}"/>
              </a:ext>
            </a:extLst>
          </p:cNvPr>
          <p:cNvSpPr/>
          <p:nvPr/>
        </p:nvSpPr>
        <p:spPr>
          <a:xfrm>
            <a:off x="15296213" y="11254608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1310DC7-6E06-C302-7E11-715165318AC7}"/>
              </a:ext>
            </a:extLst>
          </p:cNvPr>
          <p:cNvSpPr/>
          <p:nvPr/>
        </p:nvSpPr>
        <p:spPr>
          <a:xfrm>
            <a:off x="13689582" y="8900037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ox">
            <a:extLst>
              <a:ext uri="{FF2B5EF4-FFF2-40B4-BE49-F238E27FC236}">
                <a16:creationId xmlns:a16="http://schemas.microsoft.com/office/drawing/2014/main" id="{B2A52CB4-521F-DE46-095A-E8F56C861E02}"/>
              </a:ext>
            </a:extLst>
          </p:cNvPr>
          <p:cNvSpPr/>
          <p:nvPr/>
        </p:nvSpPr>
        <p:spPr>
          <a:xfrm>
            <a:off x="366861" y="310055"/>
            <a:ext cx="8169265" cy="56299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findHeavy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BF9DE84-1B67-1529-3A21-6D311768A5E7}"/>
              </a:ext>
            </a:extLst>
          </p:cNvPr>
          <p:cNvSpPr/>
          <p:nvPr/>
        </p:nvSpPr>
        <p:spPr>
          <a:xfrm>
            <a:off x="9046028" y="455000"/>
            <a:ext cx="11368863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Return the difference between the yellow and red nodes in the subtree under v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574EB06-244A-64A2-37E6-623FA08F6D42}"/>
              </a:ext>
            </a:extLst>
          </p:cNvPr>
          <p:cNvCxnSpPr>
            <a:cxnSpLocks/>
          </p:cNvCxnSpPr>
          <p:nvPr/>
        </p:nvCxnSpPr>
        <p:spPr>
          <a:xfrm flipH="1">
            <a:off x="13040275" y="6214953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92F6DFD-74F6-3915-95F9-9E7B60CE6642}"/>
              </a:ext>
            </a:extLst>
          </p:cNvPr>
          <p:cNvCxnSpPr>
            <a:cxnSpLocks/>
          </p:cNvCxnSpPr>
          <p:nvPr/>
        </p:nvCxnSpPr>
        <p:spPr>
          <a:xfrm>
            <a:off x="16016213" y="6214953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F76CF2C-3BCF-0C73-D400-FBA5E519DEDB}"/>
              </a:ext>
            </a:extLst>
          </p:cNvPr>
          <p:cNvCxnSpPr>
            <a:cxnSpLocks/>
          </p:cNvCxnSpPr>
          <p:nvPr/>
        </p:nvCxnSpPr>
        <p:spPr>
          <a:xfrm flipH="1">
            <a:off x="17836811" y="8170803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7D46B5-1CE5-FF7E-CEA3-E753A575D5C8}"/>
              </a:ext>
            </a:extLst>
          </p:cNvPr>
          <p:cNvCxnSpPr>
            <a:cxnSpLocks/>
          </p:cNvCxnSpPr>
          <p:nvPr/>
        </p:nvCxnSpPr>
        <p:spPr>
          <a:xfrm flipH="1">
            <a:off x="11291314" y="8170803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6D1379B-8270-C2F3-2B83-79765C25FBBF}"/>
              </a:ext>
            </a:extLst>
          </p:cNvPr>
          <p:cNvCxnSpPr>
            <a:cxnSpLocks/>
          </p:cNvCxnSpPr>
          <p:nvPr/>
        </p:nvCxnSpPr>
        <p:spPr>
          <a:xfrm flipH="1">
            <a:off x="16016213" y="10212842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42158FA-BFE5-FD6F-F7B5-170CF3992168}"/>
              </a:ext>
            </a:extLst>
          </p:cNvPr>
          <p:cNvCxnSpPr>
            <a:cxnSpLocks/>
          </p:cNvCxnSpPr>
          <p:nvPr/>
        </p:nvCxnSpPr>
        <p:spPr>
          <a:xfrm flipH="1" flipV="1">
            <a:off x="13040275" y="8170803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none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D78190CD-2890-8193-4B5C-659C50898F7B}"/>
              </a:ext>
            </a:extLst>
          </p:cNvPr>
          <p:cNvSpPr/>
          <p:nvPr/>
        </p:nvSpPr>
        <p:spPr>
          <a:xfrm>
            <a:off x="9558686" y="6596934"/>
            <a:ext cx="2622963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1+-1+(-1)=-1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248CB70-1BEF-2B00-763F-3FDA8808B3D9}"/>
              </a:ext>
            </a:extLst>
          </p:cNvPr>
          <p:cNvSpPr/>
          <p:nvPr/>
        </p:nvSpPr>
        <p:spPr>
          <a:xfrm>
            <a:off x="13687951" y="8215556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-1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1183CAE7-9B6A-3FE9-9DB9-75037AA6E444}"/>
              </a:ext>
            </a:extLst>
          </p:cNvPr>
          <p:cNvSpPr/>
          <p:nvPr/>
        </p:nvSpPr>
        <p:spPr>
          <a:xfrm>
            <a:off x="11539058" y="8239398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6700088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44C74-0182-5B02-5A11-03E8389C2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4">
            <a:extLst>
              <a:ext uri="{FF2B5EF4-FFF2-40B4-BE49-F238E27FC236}">
                <a16:creationId xmlns:a16="http://schemas.microsoft.com/office/drawing/2014/main" id="{C39EA18D-96ED-42E5-713E-5B19FF958E17}"/>
              </a:ext>
            </a:extLst>
          </p:cNvPr>
          <p:cNvSpPr/>
          <p:nvPr/>
        </p:nvSpPr>
        <p:spPr>
          <a:xfrm>
            <a:off x="12320275" y="6857999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3889C82-381C-AB6B-FB03-B825AA9BDB76}"/>
              </a:ext>
            </a:extLst>
          </p:cNvPr>
          <p:cNvSpPr/>
          <p:nvPr/>
        </p:nvSpPr>
        <p:spPr>
          <a:xfrm>
            <a:off x="15296213" y="4902150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B7F3428-432E-E55C-B2D5-143E3C017DFA}"/>
              </a:ext>
            </a:extLst>
          </p:cNvPr>
          <p:cNvSpPr/>
          <p:nvPr/>
        </p:nvSpPr>
        <p:spPr>
          <a:xfrm>
            <a:off x="18506945" y="6858000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816945F-E72B-1C64-6C0C-514125CCA69F}"/>
              </a:ext>
            </a:extLst>
          </p:cNvPr>
          <p:cNvSpPr/>
          <p:nvPr/>
        </p:nvSpPr>
        <p:spPr>
          <a:xfrm>
            <a:off x="17116811" y="8900039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895A71E-DF88-AA62-4B2F-77971F04BC38}"/>
              </a:ext>
            </a:extLst>
          </p:cNvPr>
          <p:cNvSpPr/>
          <p:nvPr/>
        </p:nvSpPr>
        <p:spPr>
          <a:xfrm>
            <a:off x="10571314" y="8900038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4742671-B4F3-1965-9CB1-A19EECC5895A}"/>
              </a:ext>
            </a:extLst>
          </p:cNvPr>
          <p:cNvSpPr/>
          <p:nvPr/>
        </p:nvSpPr>
        <p:spPr>
          <a:xfrm>
            <a:off x="15296213" y="11254608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63AE57A-0156-462B-FC86-6D9EEF6F0440}"/>
              </a:ext>
            </a:extLst>
          </p:cNvPr>
          <p:cNvSpPr/>
          <p:nvPr/>
        </p:nvSpPr>
        <p:spPr>
          <a:xfrm>
            <a:off x="13689582" y="8900037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ox">
            <a:extLst>
              <a:ext uri="{FF2B5EF4-FFF2-40B4-BE49-F238E27FC236}">
                <a16:creationId xmlns:a16="http://schemas.microsoft.com/office/drawing/2014/main" id="{B432080C-29BC-9AC2-AA21-DA1A4DEF8CFB}"/>
              </a:ext>
            </a:extLst>
          </p:cNvPr>
          <p:cNvSpPr/>
          <p:nvPr/>
        </p:nvSpPr>
        <p:spPr>
          <a:xfrm>
            <a:off x="366861" y="310055"/>
            <a:ext cx="8169265" cy="56299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findHeavy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E5FAC9E-FD97-D484-9837-67F5B185C02A}"/>
              </a:ext>
            </a:extLst>
          </p:cNvPr>
          <p:cNvSpPr/>
          <p:nvPr/>
        </p:nvSpPr>
        <p:spPr>
          <a:xfrm>
            <a:off x="9046028" y="455000"/>
            <a:ext cx="11368863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Return the difference between the yellow and red nodes in the subtree under v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45839E-838B-074C-CAEF-2EBDFE57B105}"/>
              </a:ext>
            </a:extLst>
          </p:cNvPr>
          <p:cNvCxnSpPr>
            <a:cxnSpLocks/>
          </p:cNvCxnSpPr>
          <p:nvPr/>
        </p:nvCxnSpPr>
        <p:spPr>
          <a:xfrm flipH="1">
            <a:off x="13040275" y="6214953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9899F43-1B93-A41A-710E-B8C0051D25FE}"/>
              </a:ext>
            </a:extLst>
          </p:cNvPr>
          <p:cNvCxnSpPr>
            <a:cxnSpLocks/>
          </p:cNvCxnSpPr>
          <p:nvPr/>
        </p:nvCxnSpPr>
        <p:spPr>
          <a:xfrm>
            <a:off x="16016213" y="6214953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0DE6DF5-0DF6-2288-38A7-3C9C5FB3F290}"/>
              </a:ext>
            </a:extLst>
          </p:cNvPr>
          <p:cNvCxnSpPr>
            <a:cxnSpLocks/>
          </p:cNvCxnSpPr>
          <p:nvPr/>
        </p:nvCxnSpPr>
        <p:spPr>
          <a:xfrm flipH="1">
            <a:off x="17836811" y="8170803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F447BD-0962-11AC-828E-2EDB96C7A4B7}"/>
              </a:ext>
            </a:extLst>
          </p:cNvPr>
          <p:cNvCxnSpPr>
            <a:cxnSpLocks/>
          </p:cNvCxnSpPr>
          <p:nvPr/>
        </p:nvCxnSpPr>
        <p:spPr>
          <a:xfrm flipH="1">
            <a:off x="11291314" y="8170803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76B22A4-6909-0BCD-1DE3-64549A687ED3}"/>
              </a:ext>
            </a:extLst>
          </p:cNvPr>
          <p:cNvCxnSpPr>
            <a:cxnSpLocks/>
          </p:cNvCxnSpPr>
          <p:nvPr/>
        </p:nvCxnSpPr>
        <p:spPr>
          <a:xfrm flipH="1">
            <a:off x="16016213" y="10212842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B620DAD-F24C-1B47-152F-932C1B844A6B}"/>
              </a:ext>
            </a:extLst>
          </p:cNvPr>
          <p:cNvCxnSpPr>
            <a:cxnSpLocks/>
          </p:cNvCxnSpPr>
          <p:nvPr/>
        </p:nvCxnSpPr>
        <p:spPr>
          <a:xfrm flipH="1" flipV="1">
            <a:off x="13040275" y="8170803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none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DB797C2-8779-1A65-1B5D-A4CAEF81ECFF}"/>
              </a:ext>
            </a:extLst>
          </p:cNvPr>
          <p:cNvSpPr/>
          <p:nvPr/>
        </p:nvSpPr>
        <p:spPr>
          <a:xfrm>
            <a:off x="11291314" y="6596934"/>
            <a:ext cx="890335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-1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5AAB78D5-2094-F5BC-B536-34163F1A226A}"/>
              </a:ext>
            </a:extLst>
          </p:cNvPr>
          <p:cNvSpPr/>
          <p:nvPr/>
        </p:nvSpPr>
        <p:spPr>
          <a:xfrm>
            <a:off x="13687951" y="8215556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-1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6416E66-6973-8C8D-7ECF-E4A56389E5A6}"/>
              </a:ext>
            </a:extLst>
          </p:cNvPr>
          <p:cNvSpPr/>
          <p:nvPr/>
        </p:nvSpPr>
        <p:spPr>
          <a:xfrm>
            <a:off x="11539058" y="8239398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-1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AA4F02D-B965-D792-1B82-AA8645AD1FF5}"/>
              </a:ext>
            </a:extLst>
          </p:cNvPr>
          <p:cNvSpPr/>
          <p:nvPr/>
        </p:nvSpPr>
        <p:spPr>
          <a:xfrm>
            <a:off x="15505865" y="12738871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763359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93EDA-614C-070E-3D8B-CE4A214A8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4">
            <a:extLst>
              <a:ext uri="{FF2B5EF4-FFF2-40B4-BE49-F238E27FC236}">
                <a16:creationId xmlns:a16="http://schemas.microsoft.com/office/drawing/2014/main" id="{0375B371-F6C9-AF89-EC5E-B0EF2F13B515}"/>
              </a:ext>
            </a:extLst>
          </p:cNvPr>
          <p:cNvSpPr/>
          <p:nvPr/>
        </p:nvSpPr>
        <p:spPr>
          <a:xfrm>
            <a:off x="12320275" y="6857999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28C86B0-AB30-CD05-D16E-ECF22DFF0077}"/>
              </a:ext>
            </a:extLst>
          </p:cNvPr>
          <p:cNvSpPr/>
          <p:nvPr/>
        </p:nvSpPr>
        <p:spPr>
          <a:xfrm>
            <a:off x="15296213" y="4902150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095BF55-F953-F50F-9895-C5BC256CDCCA}"/>
              </a:ext>
            </a:extLst>
          </p:cNvPr>
          <p:cNvSpPr/>
          <p:nvPr/>
        </p:nvSpPr>
        <p:spPr>
          <a:xfrm>
            <a:off x="18506945" y="6858000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3D722B7-760B-FE0E-6D56-6312E421CE6B}"/>
              </a:ext>
            </a:extLst>
          </p:cNvPr>
          <p:cNvSpPr/>
          <p:nvPr/>
        </p:nvSpPr>
        <p:spPr>
          <a:xfrm>
            <a:off x="17116811" y="8900039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48417C7-273D-82A0-D81E-4C8344BB3AE8}"/>
              </a:ext>
            </a:extLst>
          </p:cNvPr>
          <p:cNvSpPr/>
          <p:nvPr/>
        </p:nvSpPr>
        <p:spPr>
          <a:xfrm>
            <a:off x="10571314" y="8900038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0B9B2C4-058D-372A-AE7C-40359CB04AF0}"/>
              </a:ext>
            </a:extLst>
          </p:cNvPr>
          <p:cNvSpPr/>
          <p:nvPr/>
        </p:nvSpPr>
        <p:spPr>
          <a:xfrm>
            <a:off x="15296213" y="11254608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81DFC03-5A22-4EF6-5FF8-B986334707C0}"/>
              </a:ext>
            </a:extLst>
          </p:cNvPr>
          <p:cNvSpPr/>
          <p:nvPr/>
        </p:nvSpPr>
        <p:spPr>
          <a:xfrm>
            <a:off x="13689582" y="8900037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ox">
            <a:extLst>
              <a:ext uri="{FF2B5EF4-FFF2-40B4-BE49-F238E27FC236}">
                <a16:creationId xmlns:a16="http://schemas.microsoft.com/office/drawing/2014/main" id="{61DD32C6-4E6C-0A5C-A37F-A806EF7ADE59}"/>
              </a:ext>
            </a:extLst>
          </p:cNvPr>
          <p:cNvSpPr/>
          <p:nvPr/>
        </p:nvSpPr>
        <p:spPr>
          <a:xfrm>
            <a:off x="366861" y="310055"/>
            <a:ext cx="8169265" cy="56299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findHeavy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4E24BBC-47C9-E8C0-8F1D-2B88BE29036E}"/>
              </a:ext>
            </a:extLst>
          </p:cNvPr>
          <p:cNvSpPr/>
          <p:nvPr/>
        </p:nvSpPr>
        <p:spPr>
          <a:xfrm>
            <a:off x="9046028" y="455000"/>
            <a:ext cx="11368863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Return the difference between the yellow and red nodes in the subtree under v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4362830-D410-E8D4-C20B-202EB108B7B1}"/>
              </a:ext>
            </a:extLst>
          </p:cNvPr>
          <p:cNvCxnSpPr>
            <a:cxnSpLocks/>
          </p:cNvCxnSpPr>
          <p:nvPr/>
        </p:nvCxnSpPr>
        <p:spPr>
          <a:xfrm flipH="1">
            <a:off x="13040275" y="6214953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12B659-FA24-B407-740C-8BE8706B3CF2}"/>
              </a:ext>
            </a:extLst>
          </p:cNvPr>
          <p:cNvCxnSpPr>
            <a:cxnSpLocks/>
          </p:cNvCxnSpPr>
          <p:nvPr/>
        </p:nvCxnSpPr>
        <p:spPr>
          <a:xfrm>
            <a:off x="16016213" y="6214953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6CD774-128C-1BF7-BEB9-F522FA78C545}"/>
              </a:ext>
            </a:extLst>
          </p:cNvPr>
          <p:cNvCxnSpPr>
            <a:cxnSpLocks/>
          </p:cNvCxnSpPr>
          <p:nvPr/>
        </p:nvCxnSpPr>
        <p:spPr>
          <a:xfrm flipH="1">
            <a:off x="17836811" y="8170803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3C6EAB-EC9A-690D-A3CD-B68C6D227C24}"/>
              </a:ext>
            </a:extLst>
          </p:cNvPr>
          <p:cNvCxnSpPr>
            <a:cxnSpLocks/>
          </p:cNvCxnSpPr>
          <p:nvPr/>
        </p:nvCxnSpPr>
        <p:spPr>
          <a:xfrm flipH="1">
            <a:off x="11291314" y="8170803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860C679-575D-D479-0699-07A8B7CECBE9}"/>
              </a:ext>
            </a:extLst>
          </p:cNvPr>
          <p:cNvCxnSpPr>
            <a:cxnSpLocks/>
          </p:cNvCxnSpPr>
          <p:nvPr/>
        </p:nvCxnSpPr>
        <p:spPr>
          <a:xfrm flipH="1">
            <a:off x="16016213" y="10212842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666A286-1D3B-1E32-78EC-453A62A9AE64}"/>
              </a:ext>
            </a:extLst>
          </p:cNvPr>
          <p:cNvCxnSpPr>
            <a:cxnSpLocks/>
          </p:cNvCxnSpPr>
          <p:nvPr/>
        </p:nvCxnSpPr>
        <p:spPr>
          <a:xfrm flipH="1" flipV="1">
            <a:off x="13040275" y="8170803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none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05690CF5-A262-F0BD-BC06-BEA815406C12}"/>
              </a:ext>
            </a:extLst>
          </p:cNvPr>
          <p:cNvSpPr/>
          <p:nvPr/>
        </p:nvSpPr>
        <p:spPr>
          <a:xfrm>
            <a:off x="11291314" y="6596934"/>
            <a:ext cx="890335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-1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EBFC4D7C-570A-E9F5-6023-A119BFA14FB4}"/>
              </a:ext>
            </a:extLst>
          </p:cNvPr>
          <p:cNvSpPr/>
          <p:nvPr/>
        </p:nvSpPr>
        <p:spPr>
          <a:xfrm>
            <a:off x="13687951" y="8215556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-1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E46E2883-9EF4-95EB-43F4-531360C5C7F4}"/>
              </a:ext>
            </a:extLst>
          </p:cNvPr>
          <p:cNvSpPr/>
          <p:nvPr/>
        </p:nvSpPr>
        <p:spPr>
          <a:xfrm>
            <a:off x="11539058" y="8239398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-1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20A6971-2019-B833-AA98-DC138D9CF16C}"/>
              </a:ext>
            </a:extLst>
          </p:cNvPr>
          <p:cNvSpPr/>
          <p:nvPr/>
        </p:nvSpPr>
        <p:spPr>
          <a:xfrm>
            <a:off x="16490047" y="10472660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1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898EDBEE-A49C-FFC9-CB97-1B404C5ACCCA}"/>
              </a:ext>
            </a:extLst>
          </p:cNvPr>
          <p:cNvSpPr/>
          <p:nvPr/>
        </p:nvSpPr>
        <p:spPr>
          <a:xfrm>
            <a:off x="18923597" y="9305950"/>
            <a:ext cx="2622963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1+(-1)=0</a:t>
            </a:r>
          </a:p>
        </p:txBody>
      </p:sp>
    </p:spTree>
    <p:extLst>
      <p:ext uri="{BB962C8B-B14F-4D97-AF65-F5344CB8AC3E}">
        <p14:creationId xmlns:p14="http://schemas.microsoft.com/office/powerpoint/2010/main" val="2823282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E5014-8B72-B7A0-9DF0-4A827FF3F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4">
            <a:extLst>
              <a:ext uri="{FF2B5EF4-FFF2-40B4-BE49-F238E27FC236}">
                <a16:creationId xmlns:a16="http://schemas.microsoft.com/office/drawing/2014/main" id="{866076CA-1C9B-68BF-D96D-D39CA544F065}"/>
              </a:ext>
            </a:extLst>
          </p:cNvPr>
          <p:cNvSpPr/>
          <p:nvPr/>
        </p:nvSpPr>
        <p:spPr>
          <a:xfrm>
            <a:off x="12320275" y="6857999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835766F-98B4-7756-E5C1-36E1CE8A64D1}"/>
              </a:ext>
            </a:extLst>
          </p:cNvPr>
          <p:cNvSpPr/>
          <p:nvPr/>
        </p:nvSpPr>
        <p:spPr>
          <a:xfrm>
            <a:off x="15296213" y="4902150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8DC2C6E-485E-2EFC-B6C5-2C773746A9F9}"/>
              </a:ext>
            </a:extLst>
          </p:cNvPr>
          <p:cNvSpPr/>
          <p:nvPr/>
        </p:nvSpPr>
        <p:spPr>
          <a:xfrm>
            <a:off x="18506945" y="6858000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D4D289E-E656-A729-D323-AED21561B994}"/>
              </a:ext>
            </a:extLst>
          </p:cNvPr>
          <p:cNvSpPr/>
          <p:nvPr/>
        </p:nvSpPr>
        <p:spPr>
          <a:xfrm>
            <a:off x="17116811" y="8900039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4E5126E-B7D4-BFE5-70EC-D178ECBACF28}"/>
              </a:ext>
            </a:extLst>
          </p:cNvPr>
          <p:cNvSpPr/>
          <p:nvPr/>
        </p:nvSpPr>
        <p:spPr>
          <a:xfrm>
            <a:off x="10571314" y="8900038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0CFCCDB-3088-9A38-E2E9-BD524D6539E6}"/>
              </a:ext>
            </a:extLst>
          </p:cNvPr>
          <p:cNvSpPr/>
          <p:nvPr/>
        </p:nvSpPr>
        <p:spPr>
          <a:xfrm>
            <a:off x="15296213" y="11254608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B159C8E-31B6-DD87-5EDD-1B39A7433B48}"/>
              </a:ext>
            </a:extLst>
          </p:cNvPr>
          <p:cNvSpPr/>
          <p:nvPr/>
        </p:nvSpPr>
        <p:spPr>
          <a:xfrm>
            <a:off x="13689582" y="8900037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ox">
            <a:extLst>
              <a:ext uri="{FF2B5EF4-FFF2-40B4-BE49-F238E27FC236}">
                <a16:creationId xmlns:a16="http://schemas.microsoft.com/office/drawing/2014/main" id="{D2F871FC-9F3F-9ED4-AEB9-03363AD65790}"/>
              </a:ext>
            </a:extLst>
          </p:cNvPr>
          <p:cNvSpPr/>
          <p:nvPr/>
        </p:nvSpPr>
        <p:spPr>
          <a:xfrm>
            <a:off x="366861" y="310055"/>
            <a:ext cx="8169265" cy="56299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findHeavy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51F1616-F6C4-4AFB-D39D-D5DDAD8F15CB}"/>
              </a:ext>
            </a:extLst>
          </p:cNvPr>
          <p:cNvSpPr/>
          <p:nvPr/>
        </p:nvSpPr>
        <p:spPr>
          <a:xfrm>
            <a:off x="9046028" y="455000"/>
            <a:ext cx="11368863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Return the difference between the yellow and red nodes in the subtree under v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43E400-3E6F-39B1-EBE9-5875D0B4C26E}"/>
              </a:ext>
            </a:extLst>
          </p:cNvPr>
          <p:cNvCxnSpPr>
            <a:cxnSpLocks/>
          </p:cNvCxnSpPr>
          <p:nvPr/>
        </p:nvCxnSpPr>
        <p:spPr>
          <a:xfrm flipH="1">
            <a:off x="13040275" y="6214953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8BA9270-A043-B98E-B0EC-294C8B197C45}"/>
              </a:ext>
            </a:extLst>
          </p:cNvPr>
          <p:cNvCxnSpPr>
            <a:cxnSpLocks/>
          </p:cNvCxnSpPr>
          <p:nvPr/>
        </p:nvCxnSpPr>
        <p:spPr>
          <a:xfrm>
            <a:off x="16016213" y="6214953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BAE9D46-A1FE-49C1-C194-7CDBDBAC6730}"/>
              </a:ext>
            </a:extLst>
          </p:cNvPr>
          <p:cNvCxnSpPr>
            <a:cxnSpLocks/>
          </p:cNvCxnSpPr>
          <p:nvPr/>
        </p:nvCxnSpPr>
        <p:spPr>
          <a:xfrm flipH="1">
            <a:off x="17836811" y="8170803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FD35B9-9C04-942E-A1FD-0639C27B3D20}"/>
              </a:ext>
            </a:extLst>
          </p:cNvPr>
          <p:cNvCxnSpPr>
            <a:cxnSpLocks/>
          </p:cNvCxnSpPr>
          <p:nvPr/>
        </p:nvCxnSpPr>
        <p:spPr>
          <a:xfrm flipH="1">
            <a:off x="11291314" y="8170803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8BAED18-C5FA-D018-6780-F497EAD6A051}"/>
              </a:ext>
            </a:extLst>
          </p:cNvPr>
          <p:cNvCxnSpPr>
            <a:cxnSpLocks/>
          </p:cNvCxnSpPr>
          <p:nvPr/>
        </p:nvCxnSpPr>
        <p:spPr>
          <a:xfrm flipH="1">
            <a:off x="16016213" y="10212842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7AA1FAF-69F9-AE66-F265-8D62B965DA78}"/>
              </a:ext>
            </a:extLst>
          </p:cNvPr>
          <p:cNvCxnSpPr>
            <a:cxnSpLocks/>
          </p:cNvCxnSpPr>
          <p:nvPr/>
        </p:nvCxnSpPr>
        <p:spPr>
          <a:xfrm flipH="1" flipV="1">
            <a:off x="13040275" y="8170803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none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1A407EF9-6864-5ECB-38E8-6CD75534D749}"/>
              </a:ext>
            </a:extLst>
          </p:cNvPr>
          <p:cNvSpPr/>
          <p:nvPr/>
        </p:nvSpPr>
        <p:spPr>
          <a:xfrm>
            <a:off x="11291314" y="6596934"/>
            <a:ext cx="890335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-1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598ABF03-7644-A0BC-23DE-4C2FBDFF637F}"/>
              </a:ext>
            </a:extLst>
          </p:cNvPr>
          <p:cNvSpPr/>
          <p:nvPr/>
        </p:nvSpPr>
        <p:spPr>
          <a:xfrm>
            <a:off x="13687951" y="8215556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-1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69D7FD56-DF46-4134-9AEF-B583F8940020}"/>
              </a:ext>
            </a:extLst>
          </p:cNvPr>
          <p:cNvSpPr/>
          <p:nvPr/>
        </p:nvSpPr>
        <p:spPr>
          <a:xfrm>
            <a:off x="11539058" y="8239398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-1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E795C16-6C65-FF20-2C15-1E7400674BDA}"/>
              </a:ext>
            </a:extLst>
          </p:cNvPr>
          <p:cNvSpPr/>
          <p:nvPr/>
        </p:nvSpPr>
        <p:spPr>
          <a:xfrm>
            <a:off x="16490047" y="10472660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1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FE67D4E7-7F9C-5440-C59B-57B8BF938A44}"/>
              </a:ext>
            </a:extLst>
          </p:cNvPr>
          <p:cNvSpPr/>
          <p:nvPr/>
        </p:nvSpPr>
        <p:spPr>
          <a:xfrm>
            <a:off x="18923598" y="9305950"/>
            <a:ext cx="733812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9174687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9CA39-AF12-AFC5-453A-E3CB2CBEE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4">
            <a:extLst>
              <a:ext uri="{FF2B5EF4-FFF2-40B4-BE49-F238E27FC236}">
                <a16:creationId xmlns:a16="http://schemas.microsoft.com/office/drawing/2014/main" id="{3C3B1D60-4B26-B1BF-7D3D-5F08EAB993F4}"/>
              </a:ext>
            </a:extLst>
          </p:cNvPr>
          <p:cNvSpPr/>
          <p:nvPr/>
        </p:nvSpPr>
        <p:spPr>
          <a:xfrm>
            <a:off x="12320275" y="6857999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1151F7B-2A64-9710-4C89-F8B25CCBC318}"/>
              </a:ext>
            </a:extLst>
          </p:cNvPr>
          <p:cNvSpPr/>
          <p:nvPr/>
        </p:nvSpPr>
        <p:spPr>
          <a:xfrm>
            <a:off x="15296213" y="4902150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C03B87C-7C04-DBCD-A5C6-3436FD59F914}"/>
              </a:ext>
            </a:extLst>
          </p:cNvPr>
          <p:cNvSpPr/>
          <p:nvPr/>
        </p:nvSpPr>
        <p:spPr>
          <a:xfrm>
            <a:off x="18506945" y="6858000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5E6E4FF-FFE4-D09C-AE2E-57D704A42868}"/>
              </a:ext>
            </a:extLst>
          </p:cNvPr>
          <p:cNvSpPr/>
          <p:nvPr/>
        </p:nvSpPr>
        <p:spPr>
          <a:xfrm>
            <a:off x="17116811" y="8900039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96017A3-E294-C85B-4A8F-2F3BFA15E420}"/>
              </a:ext>
            </a:extLst>
          </p:cNvPr>
          <p:cNvSpPr/>
          <p:nvPr/>
        </p:nvSpPr>
        <p:spPr>
          <a:xfrm>
            <a:off x="10571314" y="8900038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C79F1A6-2A6E-8668-2BDF-4D19C920E89F}"/>
              </a:ext>
            </a:extLst>
          </p:cNvPr>
          <p:cNvSpPr/>
          <p:nvPr/>
        </p:nvSpPr>
        <p:spPr>
          <a:xfrm>
            <a:off x="15296213" y="11254608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FACF15E-4C7F-6A99-E691-B6B3176F6FF2}"/>
              </a:ext>
            </a:extLst>
          </p:cNvPr>
          <p:cNvSpPr/>
          <p:nvPr/>
        </p:nvSpPr>
        <p:spPr>
          <a:xfrm>
            <a:off x="13689582" y="8900037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ox">
            <a:extLst>
              <a:ext uri="{FF2B5EF4-FFF2-40B4-BE49-F238E27FC236}">
                <a16:creationId xmlns:a16="http://schemas.microsoft.com/office/drawing/2014/main" id="{44785AEB-D8B2-1F06-E22B-7CD78C7B95B2}"/>
              </a:ext>
            </a:extLst>
          </p:cNvPr>
          <p:cNvSpPr/>
          <p:nvPr/>
        </p:nvSpPr>
        <p:spPr>
          <a:xfrm>
            <a:off x="366861" y="310055"/>
            <a:ext cx="8169265" cy="56299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findHeavy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FC6D76B-F9E2-018E-2342-BF70031C01BE}"/>
              </a:ext>
            </a:extLst>
          </p:cNvPr>
          <p:cNvSpPr/>
          <p:nvPr/>
        </p:nvSpPr>
        <p:spPr>
          <a:xfrm>
            <a:off x="9046028" y="455000"/>
            <a:ext cx="11368863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Return the difference between the yellow and red nodes in the subtree under v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6B1F2E-A454-92D9-F721-F1428F8F1344}"/>
              </a:ext>
            </a:extLst>
          </p:cNvPr>
          <p:cNvCxnSpPr>
            <a:cxnSpLocks/>
          </p:cNvCxnSpPr>
          <p:nvPr/>
        </p:nvCxnSpPr>
        <p:spPr>
          <a:xfrm flipH="1">
            <a:off x="13040275" y="6214953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EB77241-50AE-83BA-2DAA-9B5FFAA3B798}"/>
              </a:ext>
            </a:extLst>
          </p:cNvPr>
          <p:cNvCxnSpPr>
            <a:cxnSpLocks/>
          </p:cNvCxnSpPr>
          <p:nvPr/>
        </p:nvCxnSpPr>
        <p:spPr>
          <a:xfrm>
            <a:off x="16016213" y="6214953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FA55FE-02B9-7E74-6568-3AFBCD7665AB}"/>
              </a:ext>
            </a:extLst>
          </p:cNvPr>
          <p:cNvCxnSpPr>
            <a:cxnSpLocks/>
          </p:cNvCxnSpPr>
          <p:nvPr/>
        </p:nvCxnSpPr>
        <p:spPr>
          <a:xfrm flipH="1">
            <a:off x="17836811" y="8170803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66A3EA5-3167-6AD5-BF73-74E0C02325B1}"/>
              </a:ext>
            </a:extLst>
          </p:cNvPr>
          <p:cNvCxnSpPr>
            <a:cxnSpLocks/>
          </p:cNvCxnSpPr>
          <p:nvPr/>
        </p:nvCxnSpPr>
        <p:spPr>
          <a:xfrm flipH="1">
            <a:off x="11291314" y="8170803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78677B5-610D-9252-10BB-77C53B564EF9}"/>
              </a:ext>
            </a:extLst>
          </p:cNvPr>
          <p:cNvCxnSpPr>
            <a:cxnSpLocks/>
          </p:cNvCxnSpPr>
          <p:nvPr/>
        </p:nvCxnSpPr>
        <p:spPr>
          <a:xfrm flipH="1">
            <a:off x="16016213" y="10212842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93246B8-8346-0D40-1366-37486518F448}"/>
              </a:ext>
            </a:extLst>
          </p:cNvPr>
          <p:cNvCxnSpPr>
            <a:cxnSpLocks/>
          </p:cNvCxnSpPr>
          <p:nvPr/>
        </p:nvCxnSpPr>
        <p:spPr>
          <a:xfrm flipH="1" flipV="1">
            <a:off x="13040275" y="8170803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none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0F5F987F-4FD1-E194-B0D1-89FED2DEE7E3}"/>
              </a:ext>
            </a:extLst>
          </p:cNvPr>
          <p:cNvSpPr/>
          <p:nvPr/>
        </p:nvSpPr>
        <p:spPr>
          <a:xfrm>
            <a:off x="11291314" y="6596934"/>
            <a:ext cx="890335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-1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26872D37-EE41-93D3-8511-77B3DC33B1DA}"/>
              </a:ext>
            </a:extLst>
          </p:cNvPr>
          <p:cNvSpPr/>
          <p:nvPr/>
        </p:nvSpPr>
        <p:spPr>
          <a:xfrm>
            <a:off x="13687951" y="8215556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-1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17B9920-66F2-9DE1-F40C-4E0AB405F043}"/>
              </a:ext>
            </a:extLst>
          </p:cNvPr>
          <p:cNvSpPr/>
          <p:nvPr/>
        </p:nvSpPr>
        <p:spPr>
          <a:xfrm>
            <a:off x="11539058" y="8239398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-1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91852BE2-45E5-1242-4B31-CC018D9C77A6}"/>
              </a:ext>
            </a:extLst>
          </p:cNvPr>
          <p:cNvSpPr/>
          <p:nvPr/>
        </p:nvSpPr>
        <p:spPr>
          <a:xfrm>
            <a:off x="16490047" y="10472660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1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F94FD9A-B357-D22D-4E0A-F01BAA1DD2AF}"/>
              </a:ext>
            </a:extLst>
          </p:cNvPr>
          <p:cNvSpPr/>
          <p:nvPr/>
        </p:nvSpPr>
        <p:spPr>
          <a:xfrm>
            <a:off x="18140039" y="8305075"/>
            <a:ext cx="733812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0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15DA36E4-6751-812D-8B0F-DAFF3A0C9CF6}"/>
              </a:ext>
            </a:extLst>
          </p:cNvPr>
          <p:cNvSpPr/>
          <p:nvPr/>
        </p:nvSpPr>
        <p:spPr>
          <a:xfrm>
            <a:off x="19946945" y="6857998"/>
            <a:ext cx="2622963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1+0=1</a:t>
            </a:r>
          </a:p>
        </p:txBody>
      </p:sp>
    </p:spTree>
    <p:extLst>
      <p:ext uri="{BB962C8B-B14F-4D97-AF65-F5344CB8AC3E}">
        <p14:creationId xmlns:p14="http://schemas.microsoft.com/office/powerpoint/2010/main" val="6943982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65825-8AC9-B253-1C43-6CE6DE28A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4">
            <a:extLst>
              <a:ext uri="{FF2B5EF4-FFF2-40B4-BE49-F238E27FC236}">
                <a16:creationId xmlns:a16="http://schemas.microsoft.com/office/drawing/2014/main" id="{C0288074-8735-30BE-9059-CC8D620A4299}"/>
              </a:ext>
            </a:extLst>
          </p:cNvPr>
          <p:cNvSpPr/>
          <p:nvPr/>
        </p:nvSpPr>
        <p:spPr>
          <a:xfrm>
            <a:off x="12320275" y="6857999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F1F3790-23A9-03EF-A836-D024321B00D9}"/>
              </a:ext>
            </a:extLst>
          </p:cNvPr>
          <p:cNvSpPr/>
          <p:nvPr/>
        </p:nvSpPr>
        <p:spPr>
          <a:xfrm>
            <a:off x="15296213" y="4902150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404D84F-311E-0B9D-7280-0401293F0E79}"/>
              </a:ext>
            </a:extLst>
          </p:cNvPr>
          <p:cNvSpPr/>
          <p:nvPr/>
        </p:nvSpPr>
        <p:spPr>
          <a:xfrm>
            <a:off x="18506945" y="6858000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AED4D67-8AE8-F289-DE85-D76BE80102F8}"/>
              </a:ext>
            </a:extLst>
          </p:cNvPr>
          <p:cNvSpPr/>
          <p:nvPr/>
        </p:nvSpPr>
        <p:spPr>
          <a:xfrm>
            <a:off x="17116811" y="8900039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B543C8D-F639-4130-5E7D-0E3E11321001}"/>
              </a:ext>
            </a:extLst>
          </p:cNvPr>
          <p:cNvSpPr/>
          <p:nvPr/>
        </p:nvSpPr>
        <p:spPr>
          <a:xfrm>
            <a:off x="10571314" y="8900038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467364C-B463-A3AC-FAEF-7CB901EBF757}"/>
              </a:ext>
            </a:extLst>
          </p:cNvPr>
          <p:cNvSpPr/>
          <p:nvPr/>
        </p:nvSpPr>
        <p:spPr>
          <a:xfrm>
            <a:off x="15296213" y="11254608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8CE290A-E318-6FBA-EF43-9A6EE5E7634E}"/>
              </a:ext>
            </a:extLst>
          </p:cNvPr>
          <p:cNvSpPr/>
          <p:nvPr/>
        </p:nvSpPr>
        <p:spPr>
          <a:xfrm>
            <a:off x="13689582" y="8900037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ox">
            <a:extLst>
              <a:ext uri="{FF2B5EF4-FFF2-40B4-BE49-F238E27FC236}">
                <a16:creationId xmlns:a16="http://schemas.microsoft.com/office/drawing/2014/main" id="{2B81FAFE-9A73-C5EB-C9F2-D5CD240365DE}"/>
              </a:ext>
            </a:extLst>
          </p:cNvPr>
          <p:cNvSpPr/>
          <p:nvPr/>
        </p:nvSpPr>
        <p:spPr>
          <a:xfrm>
            <a:off x="366861" y="310055"/>
            <a:ext cx="8169265" cy="56299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findHeavy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F2B2D70-C39A-A70E-F990-3CF43DA70839}"/>
              </a:ext>
            </a:extLst>
          </p:cNvPr>
          <p:cNvSpPr/>
          <p:nvPr/>
        </p:nvSpPr>
        <p:spPr>
          <a:xfrm>
            <a:off x="9046028" y="455000"/>
            <a:ext cx="11368863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Return the difference between the yellow and red nodes in the subtree under v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7F24748-D934-20BA-15BB-057F65C528B3}"/>
              </a:ext>
            </a:extLst>
          </p:cNvPr>
          <p:cNvCxnSpPr>
            <a:cxnSpLocks/>
          </p:cNvCxnSpPr>
          <p:nvPr/>
        </p:nvCxnSpPr>
        <p:spPr>
          <a:xfrm flipH="1">
            <a:off x="13040275" y="6214953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AA1481-E739-7566-CB72-DF31347AFDBA}"/>
              </a:ext>
            </a:extLst>
          </p:cNvPr>
          <p:cNvCxnSpPr>
            <a:cxnSpLocks/>
          </p:cNvCxnSpPr>
          <p:nvPr/>
        </p:nvCxnSpPr>
        <p:spPr>
          <a:xfrm>
            <a:off x="16016213" y="6214953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A4B6103-DC9B-BA6D-8CA6-5A18038D91C6}"/>
              </a:ext>
            </a:extLst>
          </p:cNvPr>
          <p:cNvCxnSpPr>
            <a:cxnSpLocks/>
          </p:cNvCxnSpPr>
          <p:nvPr/>
        </p:nvCxnSpPr>
        <p:spPr>
          <a:xfrm flipH="1">
            <a:off x="17836811" y="8170803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2C9EBC-4D9D-4CDC-697B-384FA2148EEE}"/>
              </a:ext>
            </a:extLst>
          </p:cNvPr>
          <p:cNvCxnSpPr>
            <a:cxnSpLocks/>
          </p:cNvCxnSpPr>
          <p:nvPr/>
        </p:nvCxnSpPr>
        <p:spPr>
          <a:xfrm flipH="1">
            <a:off x="11291314" y="8170803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7DD8100-2254-F1C1-A7B3-E177CF800A86}"/>
              </a:ext>
            </a:extLst>
          </p:cNvPr>
          <p:cNvCxnSpPr>
            <a:cxnSpLocks/>
          </p:cNvCxnSpPr>
          <p:nvPr/>
        </p:nvCxnSpPr>
        <p:spPr>
          <a:xfrm flipH="1">
            <a:off x="16016213" y="10212842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FAFB47D-BB92-3831-557F-FCB67A6C73A9}"/>
              </a:ext>
            </a:extLst>
          </p:cNvPr>
          <p:cNvCxnSpPr>
            <a:cxnSpLocks/>
          </p:cNvCxnSpPr>
          <p:nvPr/>
        </p:nvCxnSpPr>
        <p:spPr>
          <a:xfrm flipH="1" flipV="1">
            <a:off x="13040275" y="8170803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none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151DC8BD-65E5-CC34-A1ED-CE209D3C54C6}"/>
              </a:ext>
            </a:extLst>
          </p:cNvPr>
          <p:cNvSpPr/>
          <p:nvPr/>
        </p:nvSpPr>
        <p:spPr>
          <a:xfrm>
            <a:off x="11291314" y="6596934"/>
            <a:ext cx="890335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-1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880774D-381D-DC21-8533-64F0676B2414}"/>
              </a:ext>
            </a:extLst>
          </p:cNvPr>
          <p:cNvSpPr/>
          <p:nvPr/>
        </p:nvSpPr>
        <p:spPr>
          <a:xfrm>
            <a:off x="13687951" y="8215556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-1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1DA9A59D-758F-DEF9-E038-D3E91D30A382}"/>
              </a:ext>
            </a:extLst>
          </p:cNvPr>
          <p:cNvSpPr/>
          <p:nvPr/>
        </p:nvSpPr>
        <p:spPr>
          <a:xfrm>
            <a:off x="11539058" y="8239398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-1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06D97E81-344B-DE34-BE5D-90E7F24A2C52}"/>
              </a:ext>
            </a:extLst>
          </p:cNvPr>
          <p:cNvSpPr/>
          <p:nvPr/>
        </p:nvSpPr>
        <p:spPr>
          <a:xfrm>
            <a:off x="16490047" y="10472660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1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68F8F924-DCB2-2AE2-DA51-2F2F19EA2D86}"/>
              </a:ext>
            </a:extLst>
          </p:cNvPr>
          <p:cNvSpPr/>
          <p:nvPr/>
        </p:nvSpPr>
        <p:spPr>
          <a:xfrm>
            <a:off x="18140039" y="8305075"/>
            <a:ext cx="733812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0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7935A84A-949E-E6C8-0327-8865CFF822BD}"/>
              </a:ext>
            </a:extLst>
          </p:cNvPr>
          <p:cNvSpPr/>
          <p:nvPr/>
        </p:nvSpPr>
        <p:spPr>
          <a:xfrm>
            <a:off x="19946946" y="6857998"/>
            <a:ext cx="81593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452363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92244-2E33-61E9-2F9D-895E0A946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4">
            <a:extLst>
              <a:ext uri="{FF2B5EF4-FFF2-40B4-BE49-F238E27FC236}">
                <a16:creationId xmlns:a16="http://schemas.microsoft.com/office/drawing/2014/main" id="{E913A1AA-DE9B-BF72-45F9-1F90FE2257EC}"/>
              </a:ext>
            </a:extLst>
          </p:cNvPr>
          <p:cNvSpPr/>
          <p:nvPr/>
        </p:nvSpPr>
        <p:spPr>
          <a:xfrm>
            <a:off x="12320275" y="6857999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DC12330-2437-3E1E-D6B6-05396530CDFE}"/>
              </a:ext>
            </a:extLst>
          </p:cNvPr>
          <p:cNvSpPr/>
          <p:nvPr/>
        </p:nvSpPr>
        <p:spPr>
          <a:xfrm>
            <a:off x="15296213" y="4902150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EF883AF-E258-8657-D914-88B81E044FB6}"/>
              </a:ext>
            </a:extLst>
          </p:cNvPr>
          <p:cNvSpPr/>
          <p:nvPr/>
        </p:nvSpPr>
        <p:spPr>
          <a:xfrm>
            <a:off x="18506945" y="6858000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3DB12DE-B691-B13D-DAF8-6111B345CE83}"/>
              </a:ext>
            </a:extLst>
          </p:cNvPr>
          <p:cNvSpPr/>
          <p:nvPr/>
        </p:nvSpPr>
        <p:spPr>
          <a:xfrm>
            <a:off x="17116811" y="8900039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3DB5A4E-D052-3523-5496-C9EB5D6432B8}"/>
              </a:ext>
            </a:extLst>
          </p:cNvPr>
          <p:cNvSpPr/>
          <p:nvPr/>
        </p:nvSpPr>
        <p:spPr>
          <a:xfrm>
            <a:off x="10571314" y="8900038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0BCA9AA-F027-308C-98F9-051C26B44415}"/>
              </a:ext>
            </a:extLst>
          </p:cNvPr>
          <p:cNvSpPr/>
          <p:nvPr/>
        </p:nvSpPr>
        <p:spPr>
          <a:xfrm>
            <a:off x="15296213" y="11254608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B5B9536-8D87-44A1-CC9E-B69181D19C56}"/>
              </a:ext>
            </a:extLst>
          </p:cNvPr>
          <p:cNvSpPr/>
          <p:nvPr/>
        </p:nvSpPr>
        <p:spPr>
          <a:xfrm>
            <a:off x="13689582" y="8900037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ox">
            <a:extLst>
              <a:ext uri="{FF2B5EF4-FFF2-40B4-BE49-F238E27FC236}">
                <a16:creationId xmlns:a16="http://schemas.microsoft.com/office/drawing/2014/main" id="{E47982F1-6233-7808-542D-FC51DA2DD6F2}"/>
              </a:ext>
            </a:extLst>
          </p:cNvPr>
          <p:cNvSpPr/>
          <p:nvPr/>
        </p:nvSpPr>
        <p:spPr>
          <a:xfrm>
            <a:off x="366861" y="310055"/>
            <a:ext cx="8169265" cy="56299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findHeavy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909497E-553A-801E-5658-33676C85D382}"/>
              </a:ext>
            </a:extLst>
          </p:cNvPr>
          <p:cNvSpPr/>
          <p:nvPr/>
        </p:nvSpPr>
        <p:spPr>
          <a:xfrm>
            <a:off x="9046028" y="455000"/>
            <a:ext cx="11368863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Return the difference between the yellow and red nodes in the subtree under v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F7D91A-D93A-F3F8-057B-19348FFB51BB}"/>
              </a:ext>
            </a:extLst>
          </p:cNvPr>
          <p:cNvCxnSpPr>
            <a:cxnSpLocks/>
          </p:cNvCxnSpPr>
          <p:nvPr/>
        </p:nvCxnSpPr>
        <p:spPr>
          <a:xfrm flipH="1">
            <a:off x="13040275" y="6214953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DF7A5DA-1356-398F-F92B-CD054BE83EF3}"/>
              </a:ext>
            </a:extLst>
          </p:cNvPr>
          <p:cNvCxnSpPr>
            <a:cxnSpLocks/>
          </p:cNvCxnSpPr>
          <p:nvPr/>
        </p:nvCxnSpPr>
        <p:spPr>
          <a:xfrm>
            <a:off x="16016213" y="6214953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745045D-7076-78BF-193F-182FD672D70B}"/>
              </a:ext>
            </a:extLst>
          </p:cNvPr>
          <p:cNvCxnSpPr>
            <a:cxnSpLocks/>
          </p:cNvCxnSpPr>
          <p:nvPr/>
        </p:nvCxnSpPr>
        <p:spPr>
          <a:xfrm flipH="1">
            <a:off x="17836811" y="8170803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E671ADB-95B3-41E9-0D0A-B36C199AADF2}"/>
              </a:ext>
            </a:extLst>
          </p:cNvPr>
          <p:cNvCxnSpPr>
            <a:cxnSpLocks/>
          </p:cNvCxnSpPr>
          <p:nvPr/>
        </p:nvCxnSpPr>
        <p:spPr>
          <a:xfrm flipH="1">
            <a:off x="11291314" y="8170803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43F1A14-C09D-3824-49D2-C2D9A5067879}"/>
              </a:ext>
            </a:extLst>
          </p:cNvPr>
          <p:cNvCxnSpPr>
            <a:cxnSpLocks/>
          </p:cNvCxnSpPr>
          <p:nvPr/>
        </p:nvCxnSpPr>
        <p:spPr>
          <a:xfrm flipH="1">
            <a:off x="16016213" y="10212842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3778AE4-19D0-D544-4AFD-48CEBDF46AF6}"/>
              </a:ext>
            </a:extLst>
          </p:cNvPr>
          <p:cNvCxnSpPr>
            <a:cxnSpLocks/>
          </p:cNvCxnSpPr>
          <p:nvPr/>
        </p:nvCxnSpPr>
        <p:spPr>
          <a:xfrm flipH="1" flipV="1">
            <a:off x="13040275" y="8170803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none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99671CE8-EAAF-EF5D-12BB-F5B25B27DD7C}"/>
              </a:ext>
            </a:extLst>
          </p:cNvPr>
          <p:cNvSpPr/>
          <p:nvPr/>
        </p:nvSpPr>
        <p:spPr>
          <a:xfrm>
            <a:off x="13898901" y="6335871"/>
            <a:ext cx="890335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-1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08FC15E9-05D9-0BDB-419B-E2287BA6A6E3}"/>
              </a:ext>
            </a:extLst>
          </p:cNvPr>
          <p:cNvSpPr/>
          <p:nvPr/>
        </p:nvSpPr>
        <p:spPr>
          <a:xfrm>
            <a:off x="13687951" y="8215556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-1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1AF82545-48E9-E728-A42B-5D1B981B4301}"/>
              </a:ext>
            </a:extLst>
          </p:cNvPr>
          <p:cNvSpPr/>
          <p:nvPr/>
        </p:nvSpPr>
        <p:spPr>
          <a:xfrm>
            <a:off x="11539058" y="8239398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-1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95561432-C95A-4FFD-F0D1-57588F05A609}"/>
              </a:ext>
            </a:extLst>
          </p:cNvPr>
          <p:cNvSpPr/>
          <p:nvPr/>
        </p:nvSpPr>
        <p:spPr>
          <a:xfrm>
            <a:off x="16490047" y="10472660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1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8F282E02-7FDF-8C2F-89E1-50D0688FBD27}"/>
              </a:ext>
            </a:extLst>
          </p:cNvPr>
          <p:cNvSpPr/>
          <p:nvPr/>
        </p:nvSpPr>
        <p:spPr>
          <a:xfrm>
            <a:off x="18140039" y="8305075"/>
            <a:ext cx="733812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0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B953D559-3D20-320D-8535-15EE5A7BAC39}"/>
              </a:ext>
            </a:extLst>
          </p:cNvPr>
          <p:cNvSpPr/>
          <p:nvPr/>
        </p:nvSpPr>
        <p:spPr>
          <a:xfrm>
            <a:off x="17252460" y="6268423"/>
            <a:ext cx="81593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1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628678C7-A392-FE10-D19F-C93C26D1D887}"/>
              </a:ext>
            </a:extLst>
          </p:cNvPr>
          <p:cNvSpPr/>
          <p:nvPr/>
        </p:nvSpPr>
        <p:spPr>
          <a:xfrm>
            <a:off x="17195463" y="5053787"/>
            <a:ext cx="2622963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1+(-1)-1=-1</a:t>
            </a:r>
          </a:p>
        </p:txBody>
      </p:sp>
    </p:spTree>
    <p:extLst>
      <p:ext uri="{BB962C8B-B14F-4D97-AF65-F5344CB8AC3E}">
        <p14:creationId xmlns:p14="http://schemas.microsoft.com/office/powerpoint/2010/main" val="29548526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4F887-9D87-49DE-44A3-979C46DE6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4">
            <a:extLst>
              <a:ext uri="{FF2B5EF4-FFF2-40B4-BE49-F238E27FC236}">
                <a16:creationId xmlns:a16="http://schemas.microsoft.com/office/drawing/2014/main" id="{7DE824C3-3AD1-4877-D2D5-DC6F80D15B9E}"/>
              </a:ext>
            </a:extLst>
          </p:cNvPr>
          <p:cNvSpPr/>
          <p:nvPr/>
        </p:nvSpPr>
        <p:spPr>
          <a:xfrm>
            <a:off x="12320275" y="6857999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55B5B27-75E3-A1D1-9555-9A99C1577361}"/>
              </a:ext>
            </a:extLst>
          </p:cNvPr>
          <p:cNvSpPr/>
          <p:nvPr/>
        </p:nvSpPr>
        <p:spPr>
          <a:xfrm>
            <a:off x="15296213" y="4902150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0D7DBA4-C6BC-95D3-84C1-8320B53737A5}"/>
              </a:ext>
            </a:extLst>
          </p:cNvPr>
          <p:cNvSpPr/>
          <p:nvPr/>
        </p:nvSpPr>
        <p:spPr>
          <a:xfrm>
            <a:off x="18506945" y="6858000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4AB0017-0A4F-C071-7E87-E1918ABD38D9}"/>
              </a:ext>
            </a:extLst>
          </p:cNvPr>
          <p:cNvSpPr/>
          <p:nvPr/>
        </p:nvSpPr>
        <p:spPr>
          <a:xfrm>
            <a:off x="17116811" y="8900039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63B5F0B-9F57-16BD-75EE-7FF5EAE598D7}"/>
              </a:ext>
            </a:extLst>
          </p:cNvPr>
          <p:cNvSpPr/>
          <p:nvPr/>
        </p:nvSpPr>
        <p:spPr>
          <a:xfrm>
            <a:off x="10571314" y="8900038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38D36F5-3213-361F-8F81-3A1F3F119EFE}"/>
              </a:ext>
            </a:extLst>
          </p:cNvPr>
          <p:cNvSpPr/>
          <p:nvPr/>
        </p:nvSpPr>
        <p:spPr>
          <a:xfrm>
            <a:off x="15296213" y="11254608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6A9A3C8-5531-8FD4-492A-0D6B358BCA0D}"/>
              </a:ext>
            </a:extLst>
          </p:cNvPr>
          <p:cNvSpPr/>
          <p:nvPr/>
        </p:nvSpPr>
        <p:spPr>
          <a:xfrm>
            <a:off x="13689582" y="8900037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ox">
            <a:extLst>
              <a:ext uri="{FF2B5EF4-FFF2-40B4-BE49-F238E27FC236}">
                <a16:creationId xmlns:a16="http://schemas.microsoft.com/office/drawing/2014/main" id="{2FAED3FD-BA5F-844E-F0FF-AA37DDFB75E0}"/>
              </a:ext>
            </a:extLst>
          </p:cNvPr>
          <p:cNvSpPr/>
          <p:nvPr/>
        </p:nvSpPr>
        <p:spPr>
          <a:xfrm>
            <a:off x="366861" y="310055"/>
            <a:ext cx="8169265" cy="56299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findHeavy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4386865-975A-710E-471D-25E62AAB7110}"/>
              </a:ext>
            </a:extLst>
          </p:cNvPr>
          <p:cNvSpPr/>
          <p:nvPr/>
        </p:nvSpPr>
        <p:spPr>
          <a:xfrm>
            <a:off x="9046028" y="455000"/>
            <a:ext cx="11368863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Return the difference between the yellow and red nodes in the subtree under v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E4C3B48-7127-EEB3-F976-4EE8302A6ED7}"/>
              </a:ext>
            </a:extLst>
          </p:cNvPr>
          <p:cNvCxnSpPr>
            <a:cxnSpLocks/>
          </p:cNvCxnSpPr>
          <p:nvPr/>
        </p:nvCxnSpPr>
        <p:spPr>
          <a:xfrm flipH="1">
            <a:off x="13040275" y="6214953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54A2BE-D274-4B02-639E-32675D2F2EA8}"/>
              </a:ext>
            </a:extLst>
          </p:cNvPr>
          <p:cNvCxnSpPr>
            <a:cxnSpLocks/>
          </p:cNvCxnSpPr>
          <p:nvPr/>
        </p:nvCxnSpPr>
        <p:spPr>
          <a:xfrm>
            <a:off x="16016213" y="6214953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4B70F6-37A0-A9BB-091B-A3CDA56C4582}"/>
              </a:ext>
            </a:extLst>
          </p:cNvPr>
          <p:cNvCxnSpPr>
            <a:cxnSpLocks/>
          </p:cNvCxnSpPr>
          <p:nvPr/>
        </p:nvCxnSpPr>
        <p:spPr>
          <a:xfrm flipH="1">
            <a:off x="17836811" y="8170803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0F946F6-AB9F-480A-ED90-23D5E4F32D7A}"/>
              </a:ext>
            </a:extLst>
          </p:cNvPr>
          <p:cNvCxnSpPr>
            <a:cxnSpLocks/>
          </p:cNvCxnSpPr>
          <p:nvPr/>
        </p:nvCxnSpPr>
        <p:spPr>
          <a:xfrm flipH="1">
            <a:off x="11291314" y="8170803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CC3A377-11B4-78D7-CC23-5E6FC4C82897}"/>
              </a:ext>
            </a:extLst>
          </p:cNvPr>
          <p:cNvCxnSpPr>
            <a:cxnSpLocks/>
          </p:cNvCxnSpPr>
          <p:nvPr/>
        </p:nvCxnSpPr>
        <p:spPr>
          <a:xfrm flipH="1">
            <a:off x="16016213" y="10212842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F6C8D7D-C86B-93E7-83A0-9BC07781C566}"/>
              </a:ext>
            </a:extLst>
          </p:cNvPr>
          <p:cNvCxnSpPr>
            <a:cxnSpLocks/>
          </p:cNvCxnSpPr>
          <p:nvPr/>
        </p:nvCxnSpPr>
        <p:spPr>
          <a:xfrm flipH="1" flipV="1">
            <a:off x="13040275" y="8170803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headEnd type="none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1817CE39-42B5-99B2-2BE0-DF517805977C}"/>
              </a:ext>
            </a:extLst>
          </p:cNvPr>
          <p:cNvSpPr/>
          <p:nvPr/>
        </p:nvSpPr>
        <p:spPr>
          <a:xfrm>
            <a:off x="13898901" y="6335871"/>
            <a:ext cx="890335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-1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09237A5-1EBB-9E23-DA5C-C5B212778D20}"/>
              </a:ext>
            </a:extLst>
          </p:cNvPr>
          <p:cNvSpPr/>
          <p:nvPr/>
        </p:nvSpPr>
        <p:spPr>
          <a:xfrm>
            <a:off x="13687951" y="8215556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-1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D95CF732-F790-159E-58C8-61200A981355}"/>
              </a:ext>
            </a:extLst>
          </p:cNvPr>
          <p:cNvSpPr/>
          <p:nvPr/>
        </p:nvSpPr>
        <p:spPr>
          <a:xfrm>
            <a:off x="11539058" y="8239398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-1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9CBA653-683B-613D-CB8B-FA2A782E83A3}"/>
              </a:ext>
            </a:extLst>
          </p:cNvPr>
          <p:cNvSpPr/>
          <p:nvPr/>
        </p:nvSpPr>
        <p:spPr>
          <a:xfrm>
            <a:off x="16490047" y="10472660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1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4ECE0B31-96D3-AF9A-006C-0B0E5A745697}"/>
              </a:ext>
            </a:extLst>
          </p:cNvPr>
          <p:cNvSpPr/>
          <p:nvPr/>
        </p:nvSpPr>
        <p:spPr>
          <a:xfrm>
            <a:off x="18140039" y="8305075"/>
            <a:ext cx="733812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0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5FF9ACE-C361-D01F-BF8D-9AF4EAF3E291}"/>
              </a:ext>
            </a:extLst>
          </p:cNvPr>
          <p:cNvSpPr/>
          <p:nvPr/>
        </p:nvSpPr>
        <p:spPr>
          <a:xfrm>
            <a:off x="17252460" y="6268423"/>
            <a:ext cx="81593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1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A1E5E8D0-5F4C-8F7C-CE5C-14FF3E3D4994}"/>
              </a:ext>
            </a:extLst>
          </p:cNvPr>
          <p:cNvSpPr/>
          <p:nvPr/>
        </p:nvSpPr>
        <p:spPr>
          <a:xfrm>
            <a:off x="17195463" y="5053787"/>
            <a:ext cx="872935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41211945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8B0EA-F14D-4E08-DA9D-6E9BB9B76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B2E5F950-F650-8E83-81FD-688652BB4BF4}"/>
              </a:ext>
            </a:extLst>
          </p:cNvPr>
          <p:cNvSpPr/>
          <p:nvPr/>
        </p:nvSpPr>
        <p:spPr>
          <a:xfrm>
            <a:off x="464831" y="2795369"/>
            <a:ext cx="11210097" cy="706008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findHeavy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findHeavy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findHeavy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color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1+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-1;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&gt;= 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(“1\n”);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(“0\n”);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001009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9259E-1D19-CC3C-4F61-F8987E49A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1193544C-7674-A9DE-8221-6AF48ED4532E}"/>
              </a:ext>
            </a:extLst>
          </p:cNvPr>
          <p:cNvSpPr/>
          <p:nvPr/>
        </p:nvSpPr>
        <p:spPr>
          <a:xfrm>
            <a:off x="2343517" y="4023176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E83DC1C-C1F3-49B8-A2B2-59C632768DB3}"/>
              </a:ext>
            </a:extLst>
          </p:cNvPr>
          <p:cNvSpPr/>
          <p:nvPr/>
        </p:nvSpPr>
        <p:spPr>
          <a:xfrm>
            <a:off x="5319455" y="2067327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026BB06-89C0-9289-EE5D-738A845BD0C4}"/>
              </a:ext>
            </a:extLst>
          </p:cNvPr>
          <p:cNvSpPr/>
          <p:nvPr/>
        </p:nvSpPr>
        <p:spPr>
          <a:xfrm>
            <a:off x="8530187" y="4023177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682D470-C878-D8AF-49F5-393F06EB9476}"/>
              </a:ext>
            </a:extLst>
          </p:cNvPr>
          <p:cNvSpPr/>
          <p:nvPr/>
        </p:nvSpPr>
        <p:spPr>
          <a:xfrm>
            <a:off x="7140053" y="6065216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BAC8DC9-B4E6-E0C4-4199-C109F9C77CDA}"/>
              </a:ext>
            </a:extLst>
          </p:cNvPr>
          <p:cNvSpPr/>
          <p:nvPr/>
        </p:nvSpPr>
        <p:spPr>
          <a:xfrm>
            <a:off x="594556" y="6065215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06F6164-8613-3967-E583-2B45D4A57FFA}"/>
              </a:ext>
            </a:extLst>
          </p:cNvPr>
          <p:cNvSpPr/>
          <p:nvPr/>
        </p:nvSpPr>
        <p:spPr>
          <a:xfrm>
            <a:off x="5319455" y="8419785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B745623-A14F-30D4-E055-18DF55E930B6}"/>
              </a:ext>
            </a:extLst>
          </p:cNvPr>
          <p:cNvSpPr/>
          <p:nvPr/>
        </p:nvSpPr>
        <p:spPr>
          <a:xfrm>
            <a:off x="3712824" y="6065214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DD638B9-6D1F-7AF0-FD04-B51AB2894970}"/>
              </a:ext>
            </a:extLst>
          </p:cNvPr>
          <p:cNvCxnSpPr>
            <a:cxnSpLocks/>
          </p:cNvCxnSpPr>
          <p:nvPr/>
        </p:nvCxnSpPr>
        <p:spPr>
          <a:xfrm flipH="1">
            <a:off x="3063517" y="338013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2F72DDA-917C-85D6-4FD0-E5A0034B4FD2}"/>
              </a:ext>
            </a:extLst>
          </p:cNvPr>
          <p:cNvCxnSpPr>
            <a:cxnSpLocks/>
          </p:cNvCxnSpPr>
          <p:nvPr/>
        </p:nvCxnSpPr>
        <p:spPr>
          <a:xfrm>
            <a:off x="6039455" y="338013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AFD025-595E-FE14-C7F3-88FB980FCF1C}"/>
              </a:ext>
            </a:extLst>
          </p:cNvPr>
          <p:cNvCxnSpPr>
            <a:cxnSpLocks/>
          </p:cNvCxnSpPr>
          <p:nvPr/>
        </p:nvCxnSpPr>
        <p:spPr>
          <a:xfrm flipH="1">
            <a:off x="7860053" y="5335980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E06126-5546-D3D2-DA05-9F9092E71264}"/>
              </a:ext>
            </a:extLst>
          </p:cNvPr>
          <p:cNvCxnSpPr>
            <a:cxnSpLocks/>
          </p:cNvCxnSpPr>
          <p:nvPr/>
        </p:nvCxnSpPr>
        <p:spPr>
          <a:xfrm flipH="1">
            <a:off x="1314556" y="5335980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C05BFAB-427F-6062-CD91-9074C341A2A0}"/>
              </a:ext>
            </a:extLst>
          </p:cNvPr>
          <p:cNvCxnSpPr>
            <a:cxnSpLocks/>
          </p:cNvCxnSpPr>
          <p:nvPr/>
        </p:nvCxnSpPr>
        <p:spPr>
          <a:xfrm flipH="1">
            <a:off x="6039455" y="7378019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3674E7B-9222-9815-41EE-B8CF37B712B2}"/>
              </a:ext>
            </a:extLst>
          </p:cNvPr>
          <p:cNvCxnSpPr>
            <a:cxnSpLocks/>
          </p:cNvCxnSpPr>
          <p:nvPr/>
        </p:nvCxnSpPr>
        <p:spPr>
          <a:xfrm flipH="1" flipV="1">
            <a:off x="3063517" y="5335980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4BCDFA-D50A-6AFA-6406-9D9163059634}"/>
              </a:ext>
            </a:extLst>
          </p:cNvPr>
          <p:cNvSpPr/>
          <p:nvPr/>
        </p:nvSpPr>
        <p:spPr>
          <a:xfrm>
            <a:off x="11506125" y="1793340"/>
            <a:ext cx="12396886" cy="74687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You are given a tree where each node is colored red or yellow.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Find the minimal subtree that connects all the yellow nodes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9370496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7CF01-3C61-2B8D-2DEF-979092DAE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8ECFA77A-7E7A-E4C3-B039-3E977840F5CA}"/>
              </a:ext>
            </a:extLst>
          </p:cNvPr>
          <p:cNvSpPr/>
          <p:nvPr/>
        </p:nvSpPr>
        <p:spPr>
          <a:xfrm>
            <a:off x="2343517" y="4023176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5EAC5B6-75BA-668C-EB02-CD91C089381D}"/>
              </a:ext>
            </a:extLst>
          </p:cNvPr>
          <p:cNvSpPr/>
          <p:nvPr/>
        </p:nvSpPr>
        <p:spPr>
          <a:xfrm>
            <a:off x="5319455" y="2067327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B63D0D4-D85B-1C62-5753-CFD0B7DC9458}"/>
              </a:ext>
            </a:extLst>
          </p:cNvPr>
          <p:cNvSpPr/>
          <p:nvPr/>
        </p:nvSpPr>
        <p:spPr>
          <a:xfrm>
            <a:off x="8530187" y="4023177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3219B09-4C17-683D-20C9-C7DE9EF1FEC0}"/>
              </a:ext>
            </a:extLst>
          </p:cNvPr>
          <p:cNvSpPr/>
          <p:nvPr/>
        </p:nvSpPr>
        <p:spPr>
          <a:xfrm>
            <a:off x="7140053" y="6065216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A690304-6914-6DF7-9EC2-A1CB6722B637}"/>
              </a:ext>
            </a:extLst>
          </p:cNvPr>
          <p:cNvSpPr/>
          <p:nvPr/>
        </p:nvSpPr>
        <p:spPr>
          <a:xfrm>
            <a:off x="5319455" y="8419785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2062FC-4FCF-3B97-F607-B0B834CC187A}"/>
              </a:ext>
            </a:extLst>
          </p:cNvPr>
          <p:cNvCxnSpPr>
            <a:cxnSpLocks/>
          </p:cNvCxnSpPr>
          <p:nvPr/>
        </p:nvCxnSpPr>
        <p:spPr>
          <a:xfrm flipH="1">
            <a:off x="3063517" y="338013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F9E78B4-2DC5-6D9F-5DC7-341B64FC5766}"/>
              </a:ext>
            </a:extLst>
          </p:cNvPr>
          <p:cNvCxnSpPr>
            <a:cxnSpLocks/>
          </p:cNvCxnSpPr>
          <p:nvPr/>
        </p:nvCxnSpPr>
        <p:spPr>
          <a:xfrm>
            <a:off x="6039455" y="338013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5CEFFD2-5416-492A-BD72-5166F139A266}"/>
              </a:ext>
            </a:extLst>
          </p:cNvPr>
          <p:cNvCxnSpPr>
            <a:cxnSpLocks/>
          </p:cNvCxnSpPr>
          <p:nvPr/>
        </p:nvCxnSpPr>
        <p:spPr>
          <a:xfrm flipH="1">
            <a:off x="7860053" y="5335980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32FCF7F-1A93-6C75-0EEA-AA6600AE84F5}"/>
              </a:ext>
            </a:extLst>
          </p:cNvPr>
          <p:cNvCxnSpPr>
            <a:cxnSpLocks/>
          </p:cNvCxnSpPr>
          <p:nvPr/>
        </p:nvCxnSpPr>
        <p:spPr>
          <a:xfrm flipH="1">
            <a:off x="6039455" y="7378019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96624C8-4773-B34F-6822-A94E3F2174B8}"/>
              </a:ext>
            </a:extLst>
          </p:cNvPr>
          <p:cNvSpPr/>
          <p:nvPr/>
        </p:nvSpPr>
        <p:spPr>
          <a:xfrm>
            <a:off x="11506125" y="1793340"/>
            <a:ext cx="12396886" cy="74687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You are given a tree where each node is colored red or yellow.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Find the minimal subtree that connects all the yellow nodes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020117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3DDDF-8E77-1542-5D9E-1EB3B8451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FEACEB21-9E41-B03F-9452-CF53FFDCD615}"/>
              </a:ext>
            </a:extLst>
          </p:cNvPr>
          <p:cNvSpPr/>
          <p:nvPr/>
        </p:nvSpPr>
        <p:spPr>
          <a:xfrm>
            <a:off x="2343517" y="4023176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57BB8B8-CAEB-C0C7-ECFC-F725FEB2D1C0}"/>
              </a:ext>
            </a:extLst>
          </p:cNvPr>
          <p:cNvSpPr/>
          <p:nvPr/>
        </p:nvSpPr>
        <p:spPr>
          <a:xfrm>
            <a:off x="5319455" y="2067327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CB2375D-1A10-E5A6-176B-5C27C5041A31}"/>
              </a:ext>
            </a:extLst>
          </p:cNvPr>
          <p:cNvSpPr/>
          <p:nvPr/>
        </p:nvSpPr>
        <p:spPr>
          <a:xfrm>
            <a:off x="8530187" y="4023177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581FE36-22BC-DBB5-85B9-0DD3B277D428}"/>
              </a:ext>
            </a:extLst>
          </p:cNvPr>
          <p:cNvSpPr/>
          <p:nvPr/>
        </p:nvSpPr>
        <p:spPr>
          <a:xfrm>
            <a:off x="7140053" y="6065216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5ABF0F1-D38C-573D-F60C-763C8E1B4CCF}"/>
              </a:ext>
            </a:extLst>
          </p:cNvPr>
          <p:cNvSpPr/>
          <p:nvPr/>
        </p:nvSpPr>
        <p:spPr>
          <a:xfrm>
            <a:off x="594556" y="6065215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4E79131-A4D3-B643-3763-13F40DCCC4FF}"/>
              </a:ext>
            </a:extLst>
          </p:cNvPr>
          <p:cNvSpPr/>
          <p:nvPr/>
        </p:nvSpPr>
        <p:spPr>
          <a:xfrm>
            <a:off x="5319455" y="8419785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CC3B910-6C52-9FE3-0BF4-C0BC8BB42307}"/>
              </a:ext>
            </a:extLst>
          </p:cNvPr>
          <p:cNvSpPr/>
          <p:nvPr/>
        </p:nvSpPr>
        <p:spPr>
          <a:xfrm>
            <a:off x="3712824" y="6065214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D699422-224F-AD60-77BD-B1284800E3C1}"/>
              </a:ext>
            </a:extLst>
          </p:cNvPr>
          <p:cNvCxnSpPr>
            <a:cxnSpLocks/>
          </p:cNvCxnSpPr>
          <p:nvPr/>
        </p:nvCxnSpPr>
        <p:spPr>
          <a:xfrm flipH="1">
            <a:off x="3063517" y="338013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41CE845-4405-420A-9FBF-8563A5C74302}"/>
              </a:ext>
            </a:extLst>
          </p:cNvPr>
          <p:cNvCxnSpPr>
            <a:cxnSpLocks/>
          </p:cNvCxnSpPr>
          <p:nvPr/>
        </p:nvCxnSpPr>
        <p:spPr>
          <a:xfrm>
            <a:off x="6039455" y="338013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4763F28-6EA4-E013-868E-A70C33BC00CE}"/>
              </a:ext>
            </a:extLst>
          </p:cNvPr>
          <p:cNvCxnSpPr>
            <a:cxnSpLocks/>
          </p:cNvCxnSpPr>
          <p:nvPr/>
        </p:nvCxnSpPr>
        <p:spPr>
          <a:xfrm flipH="1">
            <a:off x="7860053" y="5335980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218F809-F2FB-193E-D35D-A41EE57B92FB}"/>
              </a:ext>
            </a:extLst>
          </p:cNvPr>
          <p:cNvCxnSpPr>
            <a:cxnSpLocks/>
          </p:cNvCxnSpPr>
          <p:nvPr/>
        </p:nvCxnSpPr>
        <p:spPr>
          <a:xfrm flipH="1">
            <a:off x="1314556" y="5335980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E1A1F2D-FF95-4B53-410A-1C601363AC2A}"/>
              </a:ext>
            </a:extLst>
          </p:cNvPr>
          <p:cNvCxnSpPr>
            <a:cxnSpLocks/>
          </p:cNvCxnSpPr>
          <p:nvPr/>
        </p:nvCxnSpPr>
        <p:spPr>
          <a:xfrm flipH="1">
            <a:off x="6039455" y="7378019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126E239-2B84-6C9C-8A95-E33D4F53EB60}"/>
              </a:ext>
            </a:extLst>
          </p:cNvPr>
          <p:cNvCxnSpPr>
            <a:cxnSpLocks/>
          </p:cNvCxnSpPr>
          <p:nvPr/>
        </p:nvCxnSpPr>
        <p:spPr>
          <a:xfrm flipH="1" flipV="1">
            <a:off x="3063517" y="5335980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A1BF02A-5244-0BCA-D4FD-4148198CC429}"/>
              </a:ext>
            </a:extLst>
          </p:cNvPr>
          <p:cNvSpPr/>
          <p:nvPr/>
        </p:nvSpPr>
        <p:spPr>
          <a:xfrm>
            <a:off x="11506125" y="1793340"/>
            <a:ext cx="12396886" cy="74687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You are given a tree where each node is colored red or yellow.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Find the minimal subtree that connects all the yellow nodes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116240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ED921-61CC-ABBA-2FD4-AC66CE5E9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01B8B795-85F9-B40C-6E7C-DC3E6E32C7D9}"/>
              </a:ext>
            </a:extLst>
          </p:cNvPr>
          <p:cNvSpPr/>
          <p:nvPr/>
        </p:nvSpPr>
        <p:spPr>
          <a:xfrm>
            <a:off x="2343517" y="4023176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5F98592-06AE-674D-C254-DF731C717165}"/>
              </a:ext>
            </a:extLst>
          </p:cNvPr>
          <p:cNvSpPr/>
          <p:nvPr/>
        </p:nvSpPr>
        <p:spPr>
          <a:xfrm>
            <a:off x="594556" y="6065215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8F767C5-6F2E-C415-1A9F-49B37653B7C7}"/>
              </a:ext>
            </a:extLst>
          </p:cNvPr>
          <p:cNvSpPr/>
          <p:nvPr/>
        </p:nvSpPr>
        <p:spPr>
          <a:xfrm>
            <a:off x="3712824" y="6065214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C03E64-DB2C-7B66-44BF-6316C5B890D7}"/>
              </a:ext>
            </a:extLst>
          </p:cNvPr>
          <p:cNvCxnSpPr>
            <a:cxnSpLocks/>
          </p:cNvCxnSpPr>
          <p:nvPr/>
        </p:nvCxnSpPr>
        <p:spPr>
          <a:xfrm flipH="1">
            <a:off x="1314556" y="5335980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BDC4F12-7241-FFD1-2B1C-A770E4387502}"/>
              </a:ext>
            </a:extLst>
          </p:cNvPr>
          <p:cNvCxnSpPr>
            <a:cxnSpLocks/>
          </p:cNvCxnSpPr>
          <p:nvPr/>
        </p:nvCxnSpPr>
        <p:spPr>
          <a:xfrm flipH="1" flipV="1">
            <a:off x="3063517" y="5335980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0FE0594-3E82-BD04-4CA8-5BD718DCF5BB}"/>
              </a:ext>
            </a:extLst>
          </p:cNvPr>
          <p:cNvSpPr/>
          <p:nvPr/>
        </p:nvSpPr>
        <p:spPr>
          <a:xfrm>
            <a:off x="11506125" y="1793340"/>
            <a:ext cx="12396886" cy="74687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You are given a tree where each node is colored red or yellow.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Find the minimal subtree that connects all the yellow nodes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Write a function 						</a:t>
            </a: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int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</a:t>
            </a:r>
            <a:r>
              <a:rPr lang="en-US" sz="5400" dirty="0">
                <a:solidFill>
                  <a:schemeClr val="accent2">
                    <a:lumMod val="40000"/>
                    <a:lumOff val="60000"/>
                  </a:schemeClr>
                </a:solidFill>
                <a:latin typeface="Bradley Hand" pitchFamily="2" charset="77"/>
              </a:rPr>
              <a:t>minimal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struct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</a:t>
            </a: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node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*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v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) 	   that finds the number of nodes in the minimal subtree</a:t>
            </a:r>
          </a:p>
        </p:txBody>
      </p:sp>
    </p:spTree>
    <p:extLst>
      <p:ext uri="{BB962C8B-B14F-4D97-AF65-F5344CB8AC3E}">
        <p14:creationId xmlns:p14="http://schemas.microsoft.com/office/powerpoint/2010/main" val="8731119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85D72777-2DF2-EA09-3D3A-6D28D17559DF}"/>
              </a:ext>
            </a:extLst>
          </p:cNvPr>
          <p:cNvSpPr/>
          <p:nvPr/>
        </p:nvSpPr>
        <p:spPr>
          <a:xfrm>
            <a:off x="464831" y="2795369"/>
            <a:ext cx="11210097" cy="706008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findHeavy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findHeavy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findHeavy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color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1+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-1;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&gt;= 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(“1\n”);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(“0\n”);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118726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75AE0-E283-29CE-ED5A-331C1C3BC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E27541CB-616F-5BFA-08F0-0D51F96B3914}"/>
              </a:ext>
            </a:extLst>
          </p:cNvPr>
          <p:cNvSpPr/>
          <p:nvPr/>
        </p:nvSpPr>
        <p:spPr>
          <a:xfrm>
            <a:off x="464831" y="3203993"/>
            <a:ext cx="11210097" cy="624284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0;</a:t>
            </a:r>
            <a:endParaRPr lang="en-IN" sz="2400" dirty="0">
              <a:solidFill>
                <a:schemeClr val="accent6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minimal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minimal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minimal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FA09149-EC0C-5A66-FA28-B7C253697862}"/>
              </a:ext>
            </a:extLst>
          </p:cNvPr>
          <p:cNvSpPr/>
          <p:nvPr/>
        </p:nvSpPr>
        <p:spPr>
          <a:xfrm>
            <a:off x="11919857" y="4171066"/>
            <a:ext cx="11368863" cy="430869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If the subtree of </a:t>
            </a:r>
            <a:r>
              <a:rPr lang="en-US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v </a:t>
            </a: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contains yellow nodes, </a:t>
            </a:r>
          </a:p>
          <a:p>
            <a:pPr defTabSz="825500"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	return </a:t>
            </a:r>
            <a:r>
              <a:rPr lang="en-IN" sz="4400" dirty="0">
                <a:solidFill>
                  <a:schemeClr val="bg1"/>
                </a:solidFill>
                <a:latin typeface="Bradley Hand" pitchFamily="2" charset="77"/>
              </a:rPr>
              <a:t>the number of nodes in the 	smallest connected subtree containing v 	and all those 	yellow nodes</a:t>
            </a:r>
          </a:p>
          <a:p>
            <a:pPr defTabSz="825500"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	return 0</a:t>
            </a:r>
          </a:p>
        </p:txBody>
      </p:sp>
    </p:spTree>
    <p:extLst>
      <p:ext uri="{BB962C8B-B14F-4D97-AF65-F5344CB8AC3E}">
        <p14:creationId xmlns:p14="http://schemas.microsoft.com/office/powerpoint/2010/main" val="37376046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1E834-4BF5-19B4-3BBE-08E7287B6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33B9377F-9DDA-2C72-31CA-2057FB2267B9}"/>
              </a:ext>
            </a:extLst>
          </p:cNvPr>
          <p:cNvSpPr/>
          <p:nvPr/>
        </p:nvSpPr>
        <p:spPr>
          <a:xfrm>
            <a:off x="464831" y="436225"/>
            <a:ext cx="9903811" cy="128435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minimal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minimal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minimal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0){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 ||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color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color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414DA7A-A650-62DA-9997-C8D3EDCBE47E}"/>
              </a:ext>
            </a:extLst>
          </p:cNvPr>
          <p:cNvSpPr/>
          <p:nvPr/>
        </p:nvSpPr>
        <p:spPr>
          <a:xfrm>
            <a:off x="11919857" y="4171066"/>
            <a:ext cx="11368863" cy="430869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If the subtree of </a:t>
            </a:r>
            <a:r>
              <a:rPr lang="en-US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v </a:t>
            </a: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contains yellow nodes, </a:t>
            </a:r>
          </a:p>
          <a:p>
            <a:pPr defTabSz="825500"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	return </a:t>
            </a:r>
            <a:r>
              <a:rPr lang="en-IN" sz="4400" dirty="0">
                <a:solidFill>
                  <a:schemeClr val="bg1"/>
                </a:solidFill>
                <a:latin typeface="Bradley Hand" pitchFamily="2" charset="77"/>
              </a:rPr>
              <a:t>the number of nodes in the 	smallest connected subtree containing v 	and all those 	yellow nodes</a:t>
            </a:r>
          </a:p>
          <a:p>
            <a:pPr defTabSz="825500"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	return 0</a:t>
            </a:r>
          </a:p>
        </p:txBody>
      </p:sp>
    </p:spTree>
    <p:extLst>
      <p:ext uri="{BB962C8B-B14F-4D97-AF65-F5344CB8AC3E}">
        <p14:creationId xmlns:p14="http://schemas.microsoft.com/office/powerpoint/2010/main" val="13372309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ndy: A problem on leetcode"/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r>
              <a:rPr lang="en-US" sz="10000" dirty="0">
                <a:latin typeface="Chalkduster" panose="03050602040202020205" pitchFamily="66" charset="77"/>
                <a:cs typeface="Fave Script Bold Pro" panose="020F0502020204030204" pitchFamily="34" charset="0"/>
              </a:rPr>
              <a:t>Case 1: Exactly one subtree contains yellow nodes</a:t>
            </a:r>
            <a:endParaRPr sz="100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C840A-98E3-5A06-97DE-8773DA42A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184F1FF5-EB65-E416-966C-F19C961FB35E}"/>
              </a:ext>
            </a:extLst>
          </p:cNvPr>
          <p:cNvSpPr/>
          <p:nvPr/>
        </p:nvSpPr>
        <p:spPr>
          <a:xfrm>
            <a:off x="464831" y="436225"/>
            <a:ext cx="9903811" cy="128435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minimal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minimal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minimal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0){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 ||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color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color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97F0D5D-7EFE-4A1C-EF71-5F09549BB414}"/>
              </a:ext>
            </a:extLst>
          </p:cNvPr>
          <p:cNvSpPr/>
          <p:nvPr/>
        </p:nvSpPr>
        <p:spPr>
          <a:xfrm>
            <a:off x="14191332" y="5002891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E00F0A1-0E35-ABA7-7522-B4574B778099}"/>
              </a:ext>
            </a:extLst>
          </p:cNvPr>
          <p:cNvSpPr/>
          <p:nvPr/>
        </p:nvSpPr>
        <p:spPr>
          <a:xfrm>
            <a:off x="17167270" y="3047042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89AEA0D-498C-09DF-9790-00D4409B7868}"/>
              </a:ext>
            </a:extLst>
          </p:cNvPr>
          <p:cNvSpPr/>
          <p:nvPr/>
        </p:nvSpPr>
        <p:spPr>
          <a:xfrm>
            <a:off x="20378002" y="5002892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B652547-8FE7-5599-1B29-284AAC6BE387}"/>
              </a:ext>
            </a:extLst>
          </p:cNvPr>
          <p:cNvSpPr/>
          <p:nvPr/>
        </p:nvSpPr>
        <p:spPr>
          <a:xfrm>
            <a:off x="18987868" y="7044931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B2305B-15BE-6060-51B8-0A33E389C0EC}"/>
              </a:ext>
            </a:extLst>
          </p:cNvPr>
          <p:cNvSpPr/>
          <p:nvPr/>
        </p:nvSpPr>
        <p:spPr>
          <a:xfrm>
            <a:off x="12442371" y="7044930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E6712CA-9A3D-5AA4-2E45-E92A6E2BD58F}"/>
              </a:ext>
            </a:extLst>
          </p:cNvPr>
          <p:cNvSpPr/>
          <p:nvPr/>
        </p:nvSpPr>
        <p:spPr>
          <a:xfrm>
            <a:off x="17167270" y="9399500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39C7CE2-DB03-61C5-5001-4BE789C347A5}"/>
              </a:ext>
            </a:extLst>
          </p:cNvPr>
          <p:cNvSpPr/>
          <p:nvPr/>
        </p:nvSpPr>
        <p:spPr>
          <a:xfrm>
            <a:off x="15560639" y="7044929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CFC1F0A-BC27-2CE6-B4E5-C779C5CF0487}"/>
              </a:ext>
            </a:extLst>
          </p:cNvPr>
          <p:cNvCxnSpPr>
            <a:cxnSpLocks/>
          </p:cNvCxnSpPr>
          <p:nvPr/>
        </p:nvCxnSpPr>
        <p:spPr>
          <a:xfrm flipH="1">
            <a:off x="14911332" y="4359845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F347715-832B-C4E8-5E38-CC2126DE27AC}"/>
              </a:ext>
            </a:extLst>
          </p:cNvPr>
          <p:cNvCxnSpPr>
            <a:cxnSpLocks/>
          </p:cNvCxnSpPr>
          <p:nvPr/>
        </p:nvCxnSpPr>
        <p:spPr>
          <a:xfrm>
            <a:off x="17887270" y="4359845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69CB613-152C-EA4E-859D-C5432FB3E098}"/>
              </a:ext>
            </a:extLst>
          </p:cNvPr>
          <p:cNvCxnSpPr>
            <a:cxnSpLocks/>
          </p:cNvCxnSpPr>
          <p:nvPr/>
        </p:nvCxnSpPr>
        <p:spPr>
          <a:xfrm flipH="1">
            <a:off x="19707868" y="6315695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D854BB0-6E14-1708-8165-70D35F2E308C}"/>
              </a:ext>
            </a:extLst>
          </p:cNvPr>
          <p:cNvCxnSpPr>
            <a:cxnSpLocks/>
          </p:cNvCxnSpPr>
          <p:nvPr/>
        </p:nvCxnSpPr>
        <p:spPr>
          <a:xfrm flipH="1">
            <a:off x="13162371" y="6315695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B36A5E8-6821-AE99-036A-14C74270DA89}"/>
              </a:ext>
            </a:extLst>
          </p:cNvPr>
          <p:cNvCxnSpPr>
            <a:cxnSpLocks/>
          </p:cNvCxnSpPr>
          <p:nvPr/>
        </p:nvCxnSpPr>
        <p:spPr>
          <a:xfrm flipH="1">
            <a:off x="17887270" y="8357734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CE56308-C21B-23D2-51C9-291A34BADF17}"/>
              </a:ext>
            </a:extLst>
          </p:cNvPr>
          <p:cNvCxnSpPr>
            <a:cxnSpLocks/>
          </p:cNvCxnSpPr>
          <p:nvPr/>
        </p:nvCxnSpPr>
        <p:spPr>
          <a:xfrm flipH="1" flipV="1">
            <a:off x="14911332" y="6315695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8B5CBBA-B497-DE9F-E533-CAE8310C5031}"/>
              </a:ext>
            </a:extLst>
          </p:cNvPr>
          <p:cNvSpPr/>
          <p:nvPr/>
        </p:nvSpPr>
        <p:spPr>
          <a:xfrm>
            <a:off x="517605" y="3225268"/>
            <a:ext cx="9851037" cy="367018"/>
          </a:xfrm>
          <a:prstGeom prst="roundRect">
            <a:avLst/>
          </a:prstGeom>
          <a:solidFill>
            <a:schemeClr val="accent3">
              <a:lumMod val="40000"/>
              <a:lumOff val="60000"/>
              <a:alpha val="33117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2174733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6020B-670D-36DA-80CF-0CB38CC19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F39DCCAC-DFCF-8970-F3CB-7D1715E7C8C9}"/>
              </a:ext>
            </a:extLst>
          </p:cNvPr>
          <p:cNvSpPr/>
          <p:nvPr/>
        </p:nvSpPr>
        <p:spPr>
          <a:xfrm>
            <a:off x="464831" y="436225"/>
            <a:ext cx="9903811" cy="128435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minimal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minimal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minimal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0){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 ||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color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color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8CABE73-7FB5-DBD7-149D-54E7C51EEC04}"/>
              </a:ext>
            </a:extLst>
          </p:cNvPr>
          <p:cNvSpPr/>
          <p:nvPr/>
        </p:nvSpPr>
        <p:spPr>
          <a:xfrm>
            <a:off x="14191332" y="5002891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92843F4-0A50-D416-39FE-5BF1B0D89A09}"/>
              </a:ext>
            </a:extLst>
          </p:cNvPr>
          <p:cNvSpPr/>
          <p:nvPr/>
        </p:nvSpPr>
        <p:spPr>
          <a:xfrm>
            <a:off x="17167270" y="3047042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38F8E76-156A-AF2C-6673-81DD3EF0C74E}"/>
              </a:ext>
            </a:extLst>
          </p:cNvPr>
          <p:cNvSpPr/>
          <p:nvPr/>
        </p:nvSpPr>
        <p:spPr>
          <a:xfrm>
            <a:off x="20378002" y="5002892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B75B502-F1F1-2A68-ECB1-200F019FD284}"/>
              </a:ext>
            </a:extLst>
          </p:cNvPr>
          <p:cNvSpPr/>
          <p:nvPr/>
        </p:nvSpPr>
        <p:spPr>
          <a:xfrm>
            <a:off x="18987868" y="7044931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4420645-AD2B-EA09-0360-FF0D8DE01FDF}"/>
              </a:ext>
            </a:extLst>
          </p:cNvPr>
          <p:cNvSpPr/>
          <p:nvPr/>
        </p:nvSpPr>
        <p:spPr>
          <a:xfrm>
            <a:off x="12442371" y="7044930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8C9CFFC-C19E-7813-AB18-28888EE27318}"/>
              </a:ext>
            </a:extLst>
          </p:cNvPr>
          <p:cNvSpPr/>
          <p:nvPr/>
        </p:nvSpPr>
        <p:spPr>
          <a:xfrm>
            <a:off x="17167270" y="9399500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A9C77CE-4A53-56F1-5D18-CB7DAD7A75FD}"/>
              </a:ext>
            </a:extLst>
          </p:cNvPr>
          <p:cNvSpPr/>
          <p:nvPr/>
        </p:nvSpPr>
        <p:spPr>
          <a:xfrm>
            <a:off x="15560639" y="7044929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22289ED-284B-7FF5-F966-068B0AEE63B6}"/>
              </a:ext>
            </a:extLst>
          </p:cNvPr>
          <p:cNvCxnSpPr>
            <a:cxnSpLocks/>
          </p:cNvCxnSpPr>
          <p:nvPr/>
        </p:nvCxnSpPr>
        <p:spPr>
          <a:xfrm flipH="1">
            <a:off x="14911332" y="4359845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4EB8504-994C-4430-627C-163BA700D8B4}"/>
              </a:ext>
            </a:extLst>
          </p:cNvPr>
          <p:cNvCxnSpPr>
            <a:cxnSpLocks/>
          </p:cNvCxnSpPr>
          <p:nvPr/>
        </p:nvCxnSpPr>
        <p:spPr>
          <a:xfrm>
            <a:off x="17887270" y="4359845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27EEB77-5A78-B048-D878-F916FED56076}"/>
              </a:ext>
            </a:extLst>
          </p:cNvPr>
          <p:cNvCxnSpPr>
            <a:cxnSpLocks/>
          </p:cNvCxnSpPr>
          <p:nvPr/>
        </p:nvCxnSpPr>
        <p:spPr>
          <a:xfrm flipH="1">
            <a:off x="19707868" y="6315695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9C3D556-6293-0550-EC83-9BCEA6F22E4A}"/>
              </a:ext>
            </a:extLst>
          </p:cNvPr>
          <p:cNvCxnSpPr>
            <a:cxnSpLocks/>
          </p:cNvCxnSpPr>
          <p:nvPr/>
        </p:nvCxnSpPr>
        <p:spPr>
          <a:xfrm flipH="1">
            <a:off x="13162371" y="6315695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D5530D7-ED60-5BE9-F05E-A7543694D46B}"/>
              </a:ext>
            </a:extLst>
          </p:cNvPr>
          <p:cNvCxnSpPr>
            <a:cxnSpLocks/>
          </p:cNvCxnSpPr>
          <p:nvPr/>
        </p:nvCxnSpPr>
        <p:spPr>
          <a:xfrm flipH="1">
            <a:off x="17887270" y="8357734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F041BAE-C170-FBB6-AD39-B409B33B1767}"/>
              </a:ext>
            </a:extLst>
          </p:cNvPr>
          <p:cNvCxnSpPr>
            <a:cxnSpLocks/>
          </p:cNvCxnSpPr>
          <p:nvPr/>
        </p:nvCxnSpPr>
        <p:spPr>
          <a:xfrm flipH="1" flipV="1">
            <a:off x="14911332" y="6315695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3990E079-418C-2231-E127-C993B5B5D493}"/>
              </a:ext>
            </a:extLst>
          </p:cNvPr>
          <p:cNvSpPr/>
          <p:nvPr/>
        </p:nvSpPr>
        <p:spPr>
          <a:xfrm>
            <a:off x="491217" y="3604000"/>
            <a:ext cx="9851037" cy="367018"/>
          </a:xfrm>
          <a:prstGeom prst="roundRect">
            <a:avLst/>
          </a:prstGeom>
          <a:solidFill>
            <a:schemeClr val="accent3">
              <a:lumMod val="40000"/>
              <a:lumOff val="60000"/>
              <a:alpha val="33117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D0223D4-FD2B-0B84-CB3C-72ACF025F93E}"/>
              </a:ext>
            </a:extLst>
          </p:cNvPr>
          <p:cNvSpPr/>
          <p:nvPr/>
        </p:nvSpPr>
        <p:spPr>
          <a:xfrm>
            <a:off x="15963075" y="4420303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3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B090B06-6EE9-018E-A0AB-27CFF4C2AA74}"/>
              </a:ext>
            </a:extLst>
          </p:cNvPr>
          <p:cNvSpPr/>
          <p:nvPr/>
        </p:nvSpPr>
        <p:spPr>
          <a:xfrm>
            <a:off x="12815263" y="11545004"/>
            <a:ext cx="2256007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 err="1">
                <a:solidFill>
                  <a:schemeClr val="bg1"/>
                </a:solidFill>
                <a:latin typeface="Bradley Hand" pitchFamily="2" charset="77"/>
              </a:rPr>
              <a:t>maxAns</a:t>
            </a: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 = 3</a:t>
            </a:r>
          </a:p>
        </p:txBody>
      </p:sp>
    </p:spTree>
    <p:extLst>
      <p:ext uri="{BB962C8B-B14F-4D97-AF65-F5344CB8AC3E}">
        <p14:creationId xmlns:p14="http://schemas.microsoft.com/office/powerpoint/2010/main" val="13957950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BFBCC-FB8A-F4BF-F6F9-7A3A60A22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8DA323CD-6D9B-6245-BDE4-696C7E941174}"/>
              </a:ext>
            </a:extLst>
          </p:cNvPr>
          <p:cNvSpPr/>
          <p:nvPr/>
        </p:nvSpPr>
        <p:spPr>
          <a:xfrm>
            <a:off x="464831" y="436225"/>
            <a:ext cx="9903811" cy="128435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minimal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minimal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minimal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0){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 ||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color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color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518A3D3-808D-EAB6-0600-41DE34B4F8B5}"/>
              </a:ext>
            </a:extLst>
          </p:cNvPr>
          <p:cNvSpPr/>
          <p:nvPr/>
        </p:nvSpPr>
        <p:spPr>
          <a:xfrm>
            <a:off x="14191332" y="5002891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5F11210-8D97-804E-0A40-353E2E0A672E}"/>
              </a:ext>
            </a:extLst>
          </p:cNvPr>
          <p:cNvSpPr/>
          <p:nvPr/>
        </p:nvSpPr>
        <p:spPr>
          <a:xfrm>
            <a:off x="17167270" y="3047042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593D220-7473-582F-36B1-E03DD6DB9991}"/>
              </a:ext>
            </a:extLst>
          </p:cNvPr>
          <p:cNvSpPr/>
          <p:nvPr/>
        </p:nvSpPr>
        <p:spPr>
          <a:xfrm>
            <a:off x="20378002" y="5002892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A081B26-9F97-9632-15F5-BD6A8B519BAF}"/>
              </a:ext>
            </a:extLst>
          </p:cNvPr>
          <p:cNvSpPr/>
          <p:nvPr/>
        </p:nvSpPr>
        <p:spPr>
          <a:xfrm>
            <a:off x="18987868" y="7044931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6E0B149-FA01-304D-F93A-352F2B6352F2}"/>
              </a:ext>
            </a:extLst>
          </p:cNvPr>
          <p:cNvSpPr/>
          <p:nvPr/>
        </p:nvSpPr>
        <p:spPr>
          <a:xfrm>
            <a:off x="12442371" y="7044930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0947D41-85AB-6EE9-6C25-432114C35465}"/>
              </a:ext>
            </a:extLst>
          </p:cNvPr>
          <p:cNvSpPr/>
          <p:nvPr/>
        </p:nvSpPr>
        <p:spPr>
          <a:xfrm>
            <a:off x="17167270" y="9399500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06A4E97-E831-3415-21FA-F4E73D19C623}"/>
              </a:ext>
            </a:extLst>
          </p:cNvPr>
          <p:cNvSpPr/>
          <p:nvPr/>
        </p:nvSpPr>
        <p:spPr>
          <a:xfrm>
            <a:off x="15560639" y="7044929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649B60E-40F6-868D-A94A-AA9928396F9B}"/>
              </a:ext>
            </a:extLst>
          </p:cNvPr>
          <p:cNvCxnSpPr>
            <a:cxnSpLocks/>
          </p:cNvCxnSpPr>
          <p:nvPr/>
        </p:nvCxnSpPr>
        <p:spPr>
          <a:xfrm flipH="1">
            <a:off x="14911332" y="4359845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1B66802-B6D1-6DC8-7E19-2CCB89DC84EE}"/>
              </a:ext>
            </a:extLst>
          </p:cNvPr>
          <p:cNvCxnSpPr>
            <a:cxnSpLocks/>
          </p:cNvCxnSpPr>
          <p:nvPr/>
        </p:nvCxnSpPr>
        <p:spPr>
          <a:xfrm>
            <a:off x="17887270" y="4359845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C048F39-8E73-9164-B8E6-E8213C1DDBE9}"/>
              </a:ext>
            </a:extLst>
          </p:cNvPr>
          <p:cNvCxnSpPr>
            <a:cxnSpLocks/>
          </p:cNvCxnSpPr>
          <p:nvPr/>
        </p:nvCxnSpPr>
        <p:spPr>
          <a:xfrm flipH="1">
            <a:off x="19707868" y="6315695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2896E3D-8AED-144E-7703-842CA1AE5B12}"/>
              </a:ext>
            </a:extLst>
          </p:cNvPr>
          <p:cNvCxnSpPr>
            <a:cxnSpLocks/>
          </p:cNvCxnSpPr>
          <p:nvPr/>
        </p:nvCxnSpPr>
        <p:spPr>
          <a:xfrm flipH="1">
            <a:off x="13162371" y="6315695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48475A2-81B6-208A-46D7-D14DB0581567}"/>
              </a:ext>
            </a:extLst>
          </p:cNvPr>
          <p:cNvCxnSpPr>
            <a:cxnSpLocks/>
          </p:cNvCxnSpPr>
          <p:nvPr/>
        </p:nvCxnSpPr>
        <p:spPr>
          <a:xfrm flipH="1">
            <a:off x="17887270" y="8357734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4CB37A2-F3D1-BFB5-081B-2D12B1D40801}"/>
              </a:ext>
            </a:extLst>
          </p:cNvPr>
          <p:cNvCxnSpPr>
            <a:cxnSpLocks/>
          </p:cNvCxnSpPr>
          <p:nvPr/>
        </p:nvCxnSpPr>
        <p:spPr>
          <a:xfrm flipH="1" flipV="1">
            <a:off x="14911332" y="6315695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8D3D7ED8-B004-0F1A-0F06-429ABFD717DE}"/>
              </a:ext>
            </a:extLst>
          </p:cNvPr>
          <p:cNvSpPr/>
          <p:nvPr/>
        </p:nvSpPr>
        <p:spPr>
          <a:xfrm>
            <a:off x="464831" y="4314349"/>
            <a:ext cx="9851037" cy="367018"/>
          </a:xfrm>
          <a:prstGeom prst="roundRect">
            <a:avLst/>
          </a:prstGeom>
          <a:solidFill>
            <a:schemeClr val="accent3">
              <a:lumMod val="40000"/>
              <a:lumOff val="60000"/>
              <a:alpha val="33117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AE9B6B6-E831-C277-1205-5778B1B9C35E}"/>
              </a:ext>
            </a:extLst>
          </p:cNvPr>
          <p:cNvSpPr/>
          <p:nvPr/>
        </p:nvSpPr>
        <p:spPr>
          <a:xfrm>
            <a:off x="15963075" y="4420303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3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B6D684B-A559-2456-BC5B-9D20327274F2}"/>
              </a:ext>
            </a:extLst>
          </p:cNvPr>
          <p:cNvSpPr/>
          <p:nvPr/>
        </p:nvSpPr>
        <p:spPr>
          <a:xfrm>
            <a:off x="19256577" y="4420303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0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DD21333-E20D-8C99-727F-D03C74E62786}"/>
              </a:ext>
            </a:extLst>
          </p:cNvPr>
          <p:cNvSpPr/>
          <p:nvPr/>
        </p:nvSpPr>
        <p:spPr>
          <a:xfrm>
            <a:off x="12815263" y="11545004"/>
            <a:ext cx="2256007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 err="1">
                <a:solidFill>
                  <a:schemeClr val="bg1"/>
                </a:solidFill>
                <a:latin typeface="Bradley Hand" pitchFamily="2" charset="77"/>
              </a:rPr>
              <a:t>maxAns</a:t>
            </a: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 = 3</a:t>
            </a:r>
          </a:p>
        </p:txBody>
      </p:sp>
    </p:spTree>
    <p:extLst>
      <p:ext uri="{BB962C8B-B14F-4D97-AF65-F5344CB8AC3E}">
        <p14:creationId xmlns:p14="http://schemas.microsoft.com/office/powerpoint/2010/main" val="42833126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86B34-D676-699A-0657-AB3C36472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C4F5CAB7-0EC6-1A81-B030-D693A68B2C46}"/>
              </a:ext>
            </a:extLst>
          </p:cNvPr>
          <p:cNvSpPr/>
          <p:nvPr/>
        </p:nvSpPr>
        <p:spPr>
          <a:xfrm>
            <a:off x="464831" y="436225"/>
            <a:ext cx="9903811" cy="128435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minimal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minimal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minimal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0){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 ||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color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color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D268B44-FBCD-28B0-1DFD-A661C2C28812}"/>
              </a:ext>
            </a:extLst>
          </p:cNvPr>
          <p:cNvSpPr/>
          <p:nvPr/>
        </p:nvSpPr>
        <p:spPr>
          <a:xfrm>
            <a:off x="14191332" y="5002891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B1EC258-F8A4-C5DC-6A61-3F0D5CBEE7DA}"/>
              </a:ext>
            </a:extLst>
          </p:cNvPr>
          <p:cNvSpPr/>
          <p:nvPr/>
        </p:nvSpPr>
        <p:spPr>
          <a:xfrm>
            <a:off x="17167270" y="3047042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D4B2E0C-F835-F1EC-4C9C-84663857CBCD}"/>
              </a:ext>
            </a:extLst>
          </p:cNvPr>
          <p:cNvSpPr/>
          <p:nvPr/>
        </p:nvSpPr>
        <p:spPr>
          <a:xfrm>
            <a:off x="20378002" y="5002892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3752E6-6D48-D1A5-C7CA-81297AEDF8DE}"/>
              </a:ext>
            </a:extLst>
          </p:cNvPr>
          <p:cNvSpPr/>
          <p:nvPr/>
        </p:nvSpPr>
        <p:spPr>
          <a:xfrm>
            <a:off x="18987868" y="7044931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15BB54D-C635-B01C-4EAD-0A00EC425ABF}"/>
              </a:ext>
            </a:extLst>
          </p:cNvPr>
          <p:cNvSpPr/>
          <p:nvPr/>
        </p:nvSpPr>
        <p:spPr>
          <a:xfrm>
            <a:off x="12442371" y="7044930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A642D1C-F9CD-0339-BE32-536A55E19939}"/>
              </a:ext>
            </a:extLst>
          </p:cNvPr>
          <p:cNvSpPr/>
          <p:nvPr/>
        </p:nvSpPr>
        <p:spPr>
          <a:xfrm>
            <a:off x="17167270" y="9399500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9154D92-C372-44DA-B387-F450F0E5735A}"/>
              </a:ext>
            </a:extLst>
          </p:cNvPr>
          <p:cNvSpPr/>
          <p:nvPr/>
        </p:nvSpPr>
        <p:spPr>
          <a:xfrm>
            <a:off x="15560639" y="7044929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3DD559D-664C-0D09-529E-A37D27EF57A6}"/>
              </a:ext>
            </a:extLst>
          </p:cNvPr>
          <p:cNvCxnSpPr>
            <a:cxnSpLocks/>
          </p:cNvCxnSpPr>
          <p:nvPr/>
        </p:nvCxnSpPr>
        <p:spPr>
          <a:xfrm flipH="1">
            <a:off x="14911332" y="4359845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DB74907-CD0C-62C1-FB5E-7B17CD230089}"/>
              </a:ext>
            </a:extLst>
          </p:cNvPr>
          <p:cNvCxnSpPr>
            <a:cxnSpLocks/>
          </p:cNvCxnSpPr>
          <p:nvPr/>
        </p:nvCxnSpPr>
        <p:spPr>
          <a:xfrm>
            <a:off x="17887270" y="4359845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6262F26-1C12-3258-B425-539C274FF3B6}"/>
              </a:ext>
            </a:extLst>
          </p:cNvPr>
          <p:cNvCxnSpPr>
            <a:cxnSpLocks/>
          </p:cNvCxnSpPr>
          <p:nvPr/>
        </p:nvCxnSpPr>
        <p:spPr>
          <a:xfrm flipH="1">
            <a:off x="19707868" y="6315695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F2A3F8B-DA83-8268-245E-9A2BC157E412}"/>
              </a:ext>
            </a:extLst>
          </p:cNvPr>
          <p:cNvCxnSpPr>
            <a:cxnSpLocks/>
          </p:cNvCxnSpPr>
          <p:nvPr/>
        </p:nvCxnSpPr>
        <p:spPr>
          <a:xfrm flipH="1">
            <a:off x="13162371" y="6315695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6CA9F2E-0648-87CC-4545-ABEA8FF05A96}"/>
              </a:ext>
            </a:extLst>
          </p:cNvPr>
          <p:cNvCxnSpPr>
            <a:cxnSpLocks/>
          </p:cNvCxnSpPr>
          <p:nvPr/>
        </p:nvCxnSpPr>
        <p:spPr>
          <a:xfrm flipH="1">
            <a:off x="17887270" y="8357734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8921973-5EEA-5EE9-A7DB-0FBAE5B37CD7}"/>
              </a:ext>
            </a:extLst>
          </p:cNvPr>
          <p:cNvCxnSpPr>
            <a:cxnSpLocks/>
          </p:cNvCxnSpPr>
          <p:nvPr/>
        </p:nvCxnSpPr>
        <p:spPr>
          <a:xfrm flipH="1" flipV="1">
            <a:off x="14911332" y="6315695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B82147C7-A2D9-4CE5-89D2-5229D31103BC}"/>
              </a:ext>
            </a:extLst>
          </p:cNvPr>
          <p:cNvSpPr/>
          <p:nvPr/>
        </p:nvSpPr>
        <p:spPr>
          <a:xfrm>
            <a:off x="464831" y="4681367"/>
            <a:ext cx="9851037" cy="367018"/>
          </a:xfrm>
          <a:prstGeom prst="roundRect">
            <a:avLst/>
          </a:prstGeom>
          <a:solidFill>
            <a:schemeClr val="accent3">
              <a:lumMod val="40000"/>
              <a:lumOff val="60000"/>
              <a:alpha val="33117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2E3281F-DB1B-B774-4D73-4F517D7016A6}"/>
              </a:ext>
            </a:extLst>
          </p:cNvPr>
          <p:cNvSpPr/>
          <p:nvPr/>
        </p:nvSpPr>
        <p:spPr>
          <a:xfrm>
            <a:off x="15963075" y="4420303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3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BBB6A62-D30E-E98B-FBEF-A9E147C67624}"/>
              </a:ext>
            </a:extLst>
          </p:cNvPr>
          <p:cNvSpPr/>
          <p:nvPr/>
        </p:nvSpPr>
        <p:spPr>
          <a:xfrm>
            <a:off x="19256577" y="4420303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0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1C30404-BC95-A79E-E7E7-313B48360495}"/>
              </a:ext>
            </a:extLst>
          </p:cNvPr>
          <p:cNvSpPr/>
          <p:nvPr/>
        </p:nvSpPr>
        <p:spPr>
          <a:xfrm>
            <a:off x="12815263" y="11545004"/>
            <a:ext cx="2256007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 err="1">
                <a:solidFill>
                  <a:schemeClr val="bg1"/>
                </a:solidFill>
                <a:latin typeface="Bradley Hand" pitchFamily="2" charset="77"/>
              </a:rPr>
              <a:t>maxAns</a:t>
            </a: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 = 3</a:t>
            </a:r>
          </a:p>
        </p:txBody>
      </p:sp>
    </p:spTree>
    <p:extLst>
      <p:ext uri="{BB962C8B-B14F-4D97-AF65-F5344CB8AC3E}">
        <p14:creationId xmlns:p14="http://schemas.microsoft.com/office/powerpoint/2010/main" val="13347051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297FC-AB22-20A7-A50A-160C2E5F8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A64C69DC-6930-F6FD-F3AE-7BF1FB60C705}"/>
              </a:ext>
            </a:extLst>
          </p:cNvPr>
          <p:cNvSpPr/>
          <p:nvPr/>
        </p:nvSpPr>
        <p:spPr>
          <a:xfrm>
            <a:off x="464831" y="436225"/>
            <a:ext cx="9903811" cy="128435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minimal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minimal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minimal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0){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 ||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color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color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6017F82-EB4C-2D4E-6726-C3569C64F0A4}"/>
              </a:ext>
            </a:extLst>
          </p:cNvPr>
          <p:cNvSpPr/>
          <p:nvPr/>
        </p:nvSpPr>
        <p:spPr>
          <a:xfrm>
            <a:off x="14191332" y="5002891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A9DFB8C-1F59-44FE-5781-C01490C5C7DF}"/>
              </a:ext>
            </a:extLst>
          </p:cNvPr>
          <p:cNvSpPr/>
          <p:nvPr/>
        </p:nvSpPr>
        <p:spPr>
          <a:xfrm>
            <a:off x="17167270" y="3047042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B6B1F94-6C23-68A5-7A58-258CC9689501}"/>
              </a:ext>
            </a:extLst>
          </p:cNvPr>
          <p:cNvSpPr/>
          <p:nvPr/>
        </p:nvSpPr>
        <p:spPr>
          <a:xfrm>
            <a:off x="20378002" y="5002892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655188E-69ED-C71F-3879-BD413F11933A}"/>
              </a:ext>
            </a:extLst>
          </p:cNvPr>
          <p:cNvSpPr/>
          <p:nvPr/>
        </p:nvSpPr>
        <p:spPr>
          <a:xfrm>
            <a:off x="18987868" y="7044931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E65AC89-1171-53F9-D7B8-72609D81D5B9}"/>
              </a:ext>
            </a:extLst>
          </p:cNvPr>
          <p:cNvSpPr/>
          <p:nvPr/>
        </p:nvSpPr>
        <p:spPr>
          <a:xfrm>
            <a:off x="12442371" y="7044930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85149D7-6553-CBD7-8320-A5C7B00E1BA3}"/>
              </a:ext>
            </a:extLst>
          </p:cNvPr>
          <p:cNvSpPr/>
          <p:nvPr/>
        </p:nvSpPr>
        <p:spPr>
          <a:xfrm>
            <a:off x="17167270" y="9399500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1B2E8C3-3AA9-2477-E442-90F4DB5C8AA0}"/>
              </a:ext>
            </a:extLst>
          </p:cNvPr>
          <p:cNvSpPr/>
          <p:nvPr/>
        </p:nvSpPr>
        <p:spPr>
          <a:xfrm>
            <a:off x="15560639" y="7044929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B45360B-1B31-92DF-A411-92D8ED785D5C}"/>
              </a:ext>
            </a:extLst>
          </p:cNvPr>
          <p:cNvCxnSpPr>
            <a:cxnSpLocks/>
          </p:cNvCxnSpPr>
          <p:nvPr/>
        </p:nvCxnSpPr>
        <p:spPr>
          <a:xfrm flipH="1">
            <a:off x="14911332" y="4359845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658B4B8-F7DB-6F0F-D0C0-3130DEB1BFB2}"/>
              </a:ext>
            </a:extLst>
          </p:cNvPr>
          <p:cNvCxnSpPr>
            <a:cxnSpLocks/>
          </p:cNvCxnSpPr>
          <p:nvPr/>
        </p:nvCxnSpPr>
        <p:spPr>
          <a:xfrm>
            <a:off x="17887270" y="4359845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3D5BC1C-1FF6-16B5-4A20-077E0E864B9E}"/>
              </a:ext>
            </a:extLst>
          </p:cNvPr>
          <p:cNvCxnSpPr>
            <a:cxnSpLocks/>
          </p:cNvCxnSpPr>
          <p:nvPr/>
        </p:nvCxnSpPr>
        <p:spPr>
          <a:xfrm flipH="1">
            <a:off x="19707868" y="6315695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64DE0FE-D457-85E6-EB38-1575F39A749B}"/>
              </a:ext>
            </a:extLst>
          </p:cNvPr>
          <p:cNvCxnSpPr>
            <a:cxnSpLocks/>
          </p:cNvCxnSpPr>
          <p:nvPr/>
        </p:nvCxnSpPr>
        <p:spPr>
          <a:xfrm flipH="1">
            <a:off x="13162371" y="6315695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2C6D126-0683-DA86-0660-AC2591A1E455}"/>
              </a:ext>
            </a:extLst>
          </p:cNvPr>
          <p:cNvCxnSpPr>
            <a:cxnSpLocks/>
          </p:cNvCxnSpPr>
          <p:nvPr/>
        </p:nvCxnSpPr>
        <p:spPr>
          <a:xfrm flipH="1">
            <a:off x="17887270" y="8357734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B64E34C-05AF-5A72-1241-1E8CBB910C52}"/>
              </a:ext>
            </a:extLst>
          </p:cNvPr>
          <p:cNvCxnSpPr>
            <a:cxnSpLocks/>
          </p:cNvCxnSpPr>
          <p:nvPr/>
        </p:nvCxnSpPr>
        <p:spPr>
          <a:xfrm flipH="1" flipV="1">
            <a:off x="14911332" y="6315695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D12E134B-E2BF-B8F8-ECF7-A785848A3660}"/>
              </a:ext>
            </a:extLst>
          </p:cNvPr>
          <p:cNvSpPr/>
          <p:nvPr/>
        </p:nvSpPr>
        <p:spPr>
          <a:xfrm>
            <a:off x="517605" y="5002891"/>
            <a:ext cx="9851037" cy="367018"/>
          </a:xfrm>
          <a:prstGeom prst="roundRect">
            <a:avLst/>
          </a:prstGeom>
          <a:solidFill>
            <a:schemeClr val="accent3">
              <a:lumMod val="40000"/>
              <a:lumOff val="60000"/>
              <a:alpha val="33117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93923E0-E5ED-25C7-60BB-D7550E0994C6}"/>
              </a:ext>
            </a:extLst>
          </p:cNvPr>
          <p:cNvSpPr/>
          <p:nvPr/>
        </p:nvSpPr>
        <p:spPr>
          <a:xfrm>
            <a:off x="15963075" y="4420303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3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DEB80A7-2DA8-6421-0978-067C7F8ADB15}"/>
              </a:ext>
            </a:extLst>
          </p:cNvPr>
          <p:cNvSpPr/>
          <p:nvPr/>
        </p:nvSpPr>
        <p:spPr>
          <a:xfrm>
            <a:off x="19256577" y="4420303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0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566C3EC-BF1E-6FF2-2C3D-658878B7B69C}"/>
              </a:ext>
            </a:extLst>
          </p:cNvPr>
          <p:cNvSpPr/>
          <p:nvPr/>
        </p:nvSpPr>
        <p:spPr>
          <a:xfrm>
            <a:off x="12815263" y="11545004"/>
            <a:ext cx="2256007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 err="1">
                <a:solidFill>
                  <a:schemeClr val="bg1"/>
                </a:solidFill>
                <a:latin typeface="Bradley Hand" pitchFamily="2" charset="77"/>
              </a:rPr>
              <a:t>maxAns</a:t>
            </a: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 = 3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17F0881-9AA6-2BF9-AF9C-5034851D202D}"/>
              </a:ext>
            </a:extLst>
          </p:cNvPr>
          <p:cNvSpPr/>
          <p:nvPr/>
        </p:nvSpPr>
        <p:spPr>
          <a:xfrm>
            <a:off x="17569706" y="2421360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9352095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A4211-F6CB-BA5D-5BE2-E9D71E978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678D74FD-AA95-9537-A3B1-ED88414C0727}"/>
              </a:ext>
            </a:extLst>
          </p:cNvPr>
          <p:cNvSpPr/>
          <p:nvPr/>
        </p:nvSpPr>
        <p:spPr>
          <a:xfrm>
            <a:off x="464831" y="436225"/>
            <a:ext cx="9903811" cy="128435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minimal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minimal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minimal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0){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 ||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color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color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CD1EBD7-C8D2-A982-DFEF-8C2DF4AE092F}"/>
              </a:ext>
            </a:extLst>
          </p:cNvPr>
          <p:cNvSpPr/>
          <p:nvPr/>
        </p:nvSpPr>
        <p:spPr>
          <a:xfrm>
            <a:off x="14191332" y="5002891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F1696CF-E825-3FC5-CFB0-7DE587C5A4FB}"/>
              </a:ext>
            </a:extLst>
          </p:cNvPr>
          <p:cNvSpPr/>
          <p:nvPr/>
        </p:nvSpPr>
        <p:spPr>
          <a:xfrm>
            <a:off x="17167270" y="3047042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07F487A-6E18-CAF8-5C94-2AC19C68E419}"/>
              </a:ext>
            </a:extLst>
          </p:cNvPr>
          <p:cNvSpPr/>
          <p:nvPr/>
        </p:nvSpPr>
        <p:spPr>
          <a:xfrm>
            <a:off x="20378002" y="5002892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BC1EBEC-4681-3C4E-1485-6D4682C66122}"/>
              </a:ext>
            </a:extLst>
          </p:cNvPr>
          <p:cNvSpPr/>
          <p:nvPr/>
        </p:nvSpPr>
        <p:spPr>
          <a:xfrm>
            <a:off x="18987868" y="7044931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ADBF1CB-3580-E33F-91DA-F08A4AAA3C11}"/>
              </a:ext>
            </a:extLst>
          </p:cNvPr>
          <p:cNvSpPr/>
          <p:nvPr/>
        </p:nvSpPr>
        <p:spPr>
          <a:xfrm>
            <a:off x="12442371" y="7044930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6DB0A1B-6D8F-8BF6-657E-520A4311C6FE}"/>
              </a:ext>
            </a:extLst>
          </p:cNvPr>
          <p:cNvSpPr/>
          <p:nvPr/>
        </p:nvSpPr>
        <p:spPr>
          <a:xfrm>
            <a:off x="17167270" y="9399500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42E74E9-0186-E8AF-6921-F715D170A967}"/>
              </a:ext>
            </a:extLst>
          </p:cNvPr>
          <p:cNvSpPr/>
          <p:nvPr/>
        </p:nvSpPr>
        <p:spPr>
          <a:xfrm>
            <a:off x="15560639" y="7044929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6CE6EA3-3B06-0EE5-F445-F1638032C765}"/>
              </a:ext>
            </a:extLst>
          </p:cNvPr>
          <p:cNvCxnSpPr>
            <a:cxnSpLocks/>
          </p:cNvCxnSpPr>
          <p:nvPr/>
        </p:nvCxnSpPr>
        <p:spPr>
          <a:xfrm flipH="1">
            <a:off x="14911332" y="4359845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2DCC39F-8056-82A4-3C94-BDD033834A1E}"/>
              </a:ext>
            </a:extLst>
          </p:cNvPr>
          <p:cNvCxnSpPr>
            <a:cxnSpLocks/>
          </p:cNvCxnSpPr>
          <p:nvPr/>
        </p:nvCxnSpPr>
        <p:spPr>
          <a:xfrm>
            <a:off x="17887270" y="4359845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D12DAA1-76B6-0338-8692-44E1FDCB22C2}"/>
              </a:ext>
            </a:extLst>
          </p:cNvPr>
          <p:cNvCxnSpPr>
            <a:cxnSpLocks/>
          </p:cNvCxnSpPr>
          <p:nvPr/>
        </p:nvCxnSpPr>
        <p:spPr>
          <a:xfrm flipH="1">
            <a:off x="19707868" y="6315695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4A72D6-6000-348C-2557-62AE20666807}"/>
              </a:ext>
            </a:extLst>
          </p:cNvPr>
          <p:cNvCxnSpPr>
            <a:cxnSpLocks/>
          </p:cNvCxnSpPr>
          <p:nvPr/>
        </p:nvCxnSpPr>
        <p:spPr>
          <a:xfrm flipH="1">
            <a:off x="13162371" y="6315695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B6C89AB-132E-98AA-7B45-AA1AADAB66F6}"/>
              </a:ext>
            </a:extLst>
          </p:cNvPr>
          <p:cNvCxnSpPr>
            <a:cxnSpLocks/>
          </p:cNvCxnSpPr>
          <p:nvPr/>
        </p:nvCxnSpPr>
        <p:spPr>
          <a:xfrm flipH="1">
            <a:off x="17887270" y="8357734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B6A21A5-E321-C2E3-5CA5-772AB51BB03C}"/>
              </a:ext>
            </a:extLst>
          </p:cNvPr>
          <p:cNvCxnSpPr>
            <a:cxnSpLocks/>
          </p:cNvCxnSpPr>
          <p:nvPr/>
        </p:nvCxnSpPr>
        <p:spPr>
          <a:xfrm flipH="1" flipV="1">
            <a:off x="14911332" y="6315695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1B4C18D2-2D81-9B17-1F0D-37FF4336EB5F}"/>
              </a:ext>
            </a:extLst>
          </p:cNvPr>
          <p:cNvSpPr/>
          <p:nvPr/>
        </p:nvSpPr>
        <p:spPr>
          <a:xfrm>
            <a:off x="464831" y="5787879"/>
            <a:ext cx="9851037" cy="367018"/>
          </a:xfrm>
          <a:prstGeom prst="roundRect">
            <a:avLst/>
          </a:prstGeom>
          <a:solidFill>
            <a:schemeClr val="accent3">
              <a:lumMod val="40000"/>
              <a:lumOff val="60000"/>
              <a:alpha val="33117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498633B-31A9-ADE6-E12F-C547D8DE6E94}"/>
              </a:ext>
            </a:extLst>
          </p:cNvPr>
          <p:cNvSpPr/>
          <p:nvPr/>
        </p:nvSpPr>
        <p:spPr>
          <a:xfrm>
            <a:off x="15963075" y="4420303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3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47CD476-811E-CA37-7328-9EB19B5FA538}"/>
              </a:ext>
            </a:extLst>
          </p:cNvPr>
          <p:cNvSpPr/>
          <p:nvPr/>
        </p:nvSpPr>
        <p:spPr>
          <a:xfrm>
            <a:off x="19256577" y="4420303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0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301F957-E900-AA74-B9BA-515FD3B10151}"/>
              </a:ext>
            </a:extLst>
          </p:cNvPr>
          <p:cNvSpPr/>
          <p:nvPr/>
        </p:nvSpPr>
        <p:spPr>
          <a:xfrm>
            <a:off x="12815263" y="11545004"/>
            <a:ext cx="2256007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 err="1">
                <a:solidFill>
                  <a:schemeClr val="bg1"/>
                </a:solidFill>
                <a:latin typeface="Bradley Hand" pitchFamily="2" charset="77"/>
              </a:rPr>
              <a:t>maxAns</a:t>
            </a: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 = 3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4769D40-C248-9244-77F4-05655A9238C4}"/>
              </a:ext>
            </a:extLst>
          </p:cNvPr>
          <p:cNvSpPr/>
          <p:nvPr/>
        </p:nvSpPr>
        <p:spPr>
          <a:xfrm>
            <a:off x="17569706" y="2421360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931735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D4EE4-8116-D08F-6673-BA4FC5CBB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BEDB6724-44E3-EC80-A6D5-27C20B7F08ED}"/>
              </a:ext>
            </a:extLst>
          </p:cNvPr>
          <p:cNvSpPr/>
          <p:nvPr/>
        </p:nvSpPr>
        <p:spPr>
          <a:xfrm>
            <a:off x="464831" y="436225"/>
            <a:ext cx="9903811" cy="128435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minimal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minimal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minimal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0){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 ||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color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color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BCE3A6B-A0E6-5FCC-F073-438FE6BBEF64}"/>
              </a:ext>
            </a:extLst>
          </p:cNvPr>
          <p:cNvSpPr/>
          <p:nvPr/>
        </p:nvSpPr>
        <p:spPr>
          <a:xfrm>
            <a:off x="14191332" y="5002891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E0F9444-668F-C214-B28A-AA0762BE2B5B}"/>
              </a:ext>
            </a:extLst>
          </p:cNvPr>
          <p:cNvSpPr/>
          <p:nvPr/>
        </p:nvSpPr>
        <p:spPr>
          <a:xfrm>
            <a:off x="17167270" y="3047042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C991A8E-688D-D85A-CB34-62A582ED15AE}"/>
              </a:ext>
            </a:extLst>
          </p:cNvPr>
          <p:cNvSpPr/>
          <p:nvPr/>
        </p:nvSpPr>
        <p:spPr>
          <a:xfrm>
            <a:off x="20378002" y="5002892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358186A-89CE-DF25-32FE-495360E9A94B}"/>
              </a:ext>
            </a:extLst>
          </p:cNvPr>
          <p:cNvSpPr/>
          <p:nvPr/>
        </p:nvSpPr>
        <p:spPr>
          <a:xfrm>
            <a:off x="18987868" y="7044931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1BDE093-E510-F39D-EE66-DDC5BC45F43C}"/>
              </a:ext>
            </a:extLst>
          </p:cNvPr>
          <p:cNvSpPr/>
          <p:nvPr/>
        </p:nvSpPr>
        <p:spPr>
          <a:xfrm>
            <a:off x="12442371" y="7044930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0370236-CF19-2E0C-012C-26873056D699}"/>
              </a:ext>
            </a:extLst>
          </p:cNvPr>
          <p:cNvSpPr/>
          <p:nvPr/>
        </p:nvSpPr>
        <p:spPr>
          <a:xfrm>
            <a:off x="17167270" y="9399500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0D92668-B20A-4A2A-F458-91C0D8642C30}"/>
              </a:ext>
            </a:extLst>
          </p:cNvPr>
          <p:cNvSpPr/>
          <p:nvPr/>
        </p:nvSpPr>
        <p:spPr>
          <a:xfrm>
            <a:off x="15560639" y="7044929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2C5DD4-9748-326B-04DB-A94EB561F50C}"/>
              </a:ext>
            </a:extLst>
          </p:cNvPr>
          <p:cNvCxnSpPr>
            <a:cxnSpLocks/>
          </p:cNvCxnSpPr>
          <p:nvPr/>
        </p:nvCxnSpPr>
        <p:spPr>
          <a:xfrm flipH="1">
            <a:off x="14911332" y="4359845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5657E6E-868B-8704-8FBE-EF9AE308A2B4}"/>
              </a:ext>
            </a:extLst>
          </p:cNvPr>
          <p:cNvCxnSpPr>
            <a:cxnSpLocks/>
          </p:cNvCxnSpPr>
          <p:nvPr/>
        </p:nvCxnSpPr>
        <p:spPr>
          <a:xfrm>
            <a:off x="17887270" y="4359845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998C9E6-4F70-FB09-EE87-1A8C9CB6944D}"/>
              </a:ext>
            </a:extLst>
          </p:cNvPr>
          <p:cNvCxnSpPr>
            <a:cxnSpLocks/>
          </p:cNvCxnSpPr>
          <p:nvPr/>
        </p:nvCxnSpPr>
        <p:spPr>
          <a:xfrm flipH="1">
            <a:off x="19707868" y="6315695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ED8F2F9-3D74-1787-0F2D-6D9C535A43EF}"/>
              </a:ext>
            </a:extLst>
          </p:cNvPr>
          <p:cNvCxnSpPr>
            <a:cxnSpLocks/>
          </p:cNvCxnSpPr>
          <p:nvPr/>
        </p:nvCxnSpPr>
        <p:spPr>
          <a:xfrm flipH="1">
            <a:off x="13162371" y="6315695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7FA083F-38CE-80D2-9150-F9678ED7F0E2}"/>
              </a:ext>
            </a:extLst>
          </p:cNvPr>
          <p:cNvCxnSpPr>
            <a:cxnSpLocks/>
          </p:cNvCxnSpPr>
          <p:nvPr/>
        </p:nvCxnSpPr>
        <p:spPr>
          <a:xfrm flipH="1">
            <a:off x="17887270" y="8357734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7C4771F-50D0-22F4-D817-87BB3F5E237C}"/>
              </a:ext>
            </a:extLst>
          </p:cNvPr>
          <p:cNvCxnSpPr>
            <a:cxnSpLocks/>
          </p:cNvCxnSpPr>
          <p:nvPr/>
        </p:nvCxnSpPr>
        <p:spPr>
          <a:xfrm flipH="1" flipV="1">
            <a:off x="14911332" y="6315695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226E3F46-A225-81D3-9029-A1AC1151BD52}"/>
              </a:ext>
            </a:extLst>
          </p:cNvPr>
          <p:cNvSpPr/>
          <p:nvPr/>
        </p:nvSpPr>
        <p:spPr>
          <a:xfrm>
            <a:off x="464831" y="5787879"/>
            <a:ext cx="9851037" cy="367018"/>
          </a:xfrm>
          <a:prstGeom prst="roundRect">
            <a:avLst/>
          </a:prstGeom>
          <a:solidFill>
            <a:schemeClr val="accent3">
              <a:lumMod val="40000"/>
              <a:lumOff val="60000"/>
              <a:alpha val="33117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B858350-7878-C2BB-FD04-5A0572117F7B}"/>
              </a:ext>
            </a:extLst>
          </p:cNvPr>
          <p:cNvSpPr/>
          <p:nvPr/>
        </p:nvSpPr>
        <p:spPr>
          <a:xfrm>
            <a:off x="15963075" y="4420303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3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6F3E2CE-3397-BB10-E8EF-87CF21E848E4}"/>
              </a:ext>
            </a:extLst>
          </p:cNvPr>
          <p:cNvSpPr/>
          <p:nvPr/>
        </p:nvSpPr>
        <p:spPr>
          <a:xfrm>
            <a:off x="19256577" y="4420303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0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CA7FFE3-E8D4-543C-AFB0-76FD1C1BD91B}"/>
              </a:ext>
            </a:extLst>
          </p:cNvPr>
          <p:cNvSpPr/>
          <p:nvPr/>
        </p:nvSpPr>
        <p:spPr>
          <a:xfrm>
            <a:off x="12815263" y="11545004"/>
            <a:ext cx="2256007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 err="1">
                <a:solidFill>
                  <a:schemeClr val="bg1"/>
                </a:solidFill>
                <a:latin typeface="Bradley Hand" pitchFamily="2" charset="77"/>
              </a:rPr>
              <a:t>maxAns</a:t>
            </a: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 = 3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3D980B1-15CF-6D82-530D-0BBA5B3507EF}"/>
              </a:ext>
            </a:extLst>
          </p:cNvPr>
          <p:cNvSpPr/>
          <p:nvPr/>
        </p:nvSpPr>
        <p:spPr>
          <a:xfrm>
            <a:off x="17569706" y="2421360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874350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A5D24-D9E1-B66D-D042-27F0024ED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1F51EE05-AD73-BA17-D314-6B986058D03A}"/>
              </a:ext>
            </a:extLst>
          </p:cNvPr>
          <p:cNvSpPr/>
          <p:nvPr/>
        </p:nvSpPr>
        <p:spPr>
          <a:xfrm>
            <a:off x="464831" y="436225"/>
            <a:ext cx="9903811" cy="128435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minimal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minimal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minimal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0){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 ||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color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color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CAFE6C8-1044-3344-30EE-80E9C31405D4}"/>
              </a:ext>
            </a:extLst>
          </p:cNvPr>
          <p:cNvSpPr/>
          <p:nvPr/>
        </p:nvSpPr>
        <p:spPr>
          <a:xfrm>
            <a:off x="14191332" y="5002891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EEA9716-D7BB-4CDC-C80C-4CA7DB5F5893}"/>
              </a:ext>
            </a:extLst>
          </p:cNvPr>
          <p:cNvSpPr/>
          <p:nvPr/>
        </p:nvSpPr>
        <p:spPr>
          <a:xfrm>
            <a:off x="17167270" y="3047042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0B22F9E-3D8C-46C8-B39E-613F05750CE0}"/>
              </a:ext>
            </a:extLst>
          </p:cNvPr>
          <p:cNvSpPr/>
          <p:nvPr/>
        </p:nvSpPr>
        <p:spPr>
          <a:xfrm>
            <a:off x="20378002" y="5002892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1003FFF-D0DC-EAF8-24CE-1C945D6FCCFC}"/>
              </a:ext>
            </a:extLst>
          </p:cNvPr>
          <p:cNvSpPr/>
          <p:nvPr/>
        </p:nvSpPr>
        <p:spPr>
          <a:xfrm>
            <a:off x="18987868" y="7044931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9736489-A890-7A86-ACBF-E23004F01E9D}"/>
              </a:ext>
            </a:extLst>
          </p:cNvPr>
          <p:cNvSpPr/>
          <p:nvPr/>
        </p:nvSpPr>
        <p:spPr>
          <a:xfrm>
            <a:off x="12442371" y="7044930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B773108-05A1-3F07-58E2-7D6D6745BE02}"/>
              </a:ext>
            </a:extLst>
          </p:cNvPr>
          <p:cNvSpPr/>
          <p:nvPr/>
        </p:nvSpPr>
        <p:spPr>
          <a:xfrm>
            <a:off x="17167270" y="9399500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120BB2E-D1B4-41C5-FC0B-C7A543B7F13B}"/>
              </a:ext>
            </a:extLst>
          </p:cNvPr>
          <p:cNvSpPr/>
          <p:nvPr/>
        </p:nvSpPr>
        <p:spPr>
          <a:xfrm>
            <a:off x="15560639" y="7044929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5FC8506-4643-C201-6F4A-5A50C177427D}"/>
              </a:ext>
            </a:extLst>
          </p:cNvPr>
          <p:cNvCxnSpPr>
            <a:cxnSpLocks/>
          </p:cNvCxnSpPr>
          <p:nvPr/>
        </p:nvCxnSpPr>
        <p:spPr>
          <a:xfrm flipH="1">
            <a:off x="14911332" y="4359845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35B8795-B99D-465C-E7FD-7B7766889DC7}"/>
              </a:ext>
            </a:extLst>
          </p:cNvPr>
          <p:cNvCxnSpPr>
            <a:cxnSpLocks/>
          </p:cNvCxnSpPr>
          <p:nvPr/>
        </p:nvCxnSpPr>
        <p:spPr>
          <a:xfrm>
            <a:off x="17887270" y="4359845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64D1152-E2FB-D9E8-7C58-56F34532C61E}"/>
              </a:ext>
            </a:extLst>
          </p:cNvPr>
          <p:cNvCxnSpPr>
            <a:cxnSpLocks/>
          </p:cNvCxnSpPr>
          <p:nvPr/>
        </p:nvCxnSpPr>
        <p:spPr>
          <a:xfrm flipH="1">
            <a:off x="19707868" y="6315695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52DE2B3-B0CA-8F14-A239-D77DC707D2AD}"/>
              </a:ext>
            </a:extLst>
          </p:cNvPr>
          <p:cNvCxnSpPr>
            <a:cxnSpLocks/>
          </p:cNvCxnSpPr>
          <p:nvPr/>
        </p:nvCxnSpPr>
        <p:spPr>
          <a:xfrm flipH="1">
            <a:off x="13162371" y="6315695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39A6003-73AC-5DE0-1109-08F80DA78DF1}"/>
              </a:ext>
            </a:extLst>
          </p:cNvPr>
          <p:cNvCxnSpPr>
            <a:cxnSpLocks/>
          </p:cNvCxnSpPr>
          <p:nvPr/>
        </p:nvCxnSpPr>
        <p:spPr>
          <a:xfrm flipH="1">
            <a:off x="17887270" y="8357734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90B9430-5BEC-5C6F-4994-55CFACEFFA98}"/>
              </a:ext>
            </a:extLst>
          </p:cNvPr>
          <p:cNvCxnSpPr>
            <a:cxnSpLocks/>
          </p:cNvCxnSpPr>
          <p:nvPr/>
        </p:nvCxnSpPr>
        <p:spPr>
          <a:xfrm flipH="1" flipV="1">
            <a:off x="14911332" y="6315695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112ABD51-D0FA-A136-30F5-CB176CF5CF65}"/>
              </a:ext>
            </a:extLst>
          </p:cNvPr>
          <p:cNvSpPr/>
          <p:nvPr/>
        </p:nvSpPr>
        <p:spPr>
          <a:xfrm>
            <a:off x="459430" y="6132185"/>
            <a:ext cx="9851037" cy="367018"/>
          </a:xfrm>
          <a:prstGeom prst="roundRect">
            <a:avLst/>
          </a:prstGeom>
          <a:solidFill>
            <a:schemeClr val="accent3">
              <a:lumMod val="40000"/>
              <a:lumOff val="60000"/>
              <a:alpha val="33117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0649FDB-812E-4ADA-C2F4-6738C169A112}"/>
              </a:ext>
            </a:extLst>
          </p:cNvPr>
          <p:cNvSpPr/>
          <p:nvPr/>
        </p:nvSpPr>
        <p:spPr>
          <a:xfrm>
            <a:off x="15963075" y="4420303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3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E6809F7-EED5-01B8-0C60-8634EA4F7E66}"/>
              </a:ext>
            </a:extLst>
          </p:cNvPr>
          <p:cNvSpPr/>
          <p:nvPr/>
        </p:nvSpPr>
        <p:spPr>
          <a:xfrm>
            <a:off x="19256577" y="4420303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0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7B6D2E3-6A27-1D2E-A373-4D5ACAC7F9B2}"/>
              </a:ext>
            </a:extLst>
          </p:cNvPr>
          <p:cNvSpPr/>
          <p:nvPr/>
        </p:nvSpPr>
        <p:spPr>
          <a:xfrm>
            <a:off x="12815263" y="11545004"/>
            <a:ext cx="2256007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 err="1">
                <a:solidFill>
                  <a:schemeClr val="bg1"/>
                </a:solidFill>
                <a:latin typeface="Bradley Hand" pitchFamily="2" charset="77"/>
              </a:rPr>
              <a:t>maxAns</a:t>
            </a: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 = 3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DB047CE-2A63-AEE8-1806-0D55681F0E98}"/>
              </a:ext>
            </a:extLst>
          </p:cNvPr>
          <p:cNvSpPr/>
          <p:nvPr/>
        </p:nvSpPr>
        <p:spPr>
          <a:xfrm>
            <a:off x="17569706" y="2421360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5253074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C146F-689A-5B38-8651-18D3A5739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AA9ED2DB-0BEE-5AD5-28E7-6E7B73200F86}"/>
              </a:ext>
            </a:extLst>
          </p:cNvPr>
          <p:cNvSpPr/>
          <p:nvPr/>
        </p:nvSpPr>
        <p:spPr>
          <a:xfrm>
            <a:off x="464831" y="436225"/>
            <a:ext cx="9903811" cy="128435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minimal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minimal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minimal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0){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 ||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color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color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A18FAD9-50AF-890F-32A3-BFE68ACC4AA5}"/>
              </a:ext>
            </a:extLst>
          </p:cNvPr>
          <p:cNvSpPr/>
          <p:nvPr/>
        </p:nvSpPr>
        <p:spPr>
          <a:xfrm>
            <a:off x="14191332" y="5002891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56C9189-31CF-3AC6-9C56-FCF28EC44869}"/>
              </a:ext>
            </a:extLst>
          </p:cNvPr>
          <p:cNvSpPr/>
          <p:nvPr/>
        </p:nvSpPr>
        <p:spPr>
          <a:xfrm>
            <a:off x="17167270" y="3047042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3C22E34-C93D-978B-C29C-1042C000FDD3}"/>
              </a:ext>
            </a:extLst>
          </p:cNvPr>
          <p:cNvSpPr/>
          <p:nvPr/>
        </p:nvSpPr>
        <p:spPr>
          <a:xfrm>
            <a:off x="20378002" y="5002892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8944792-D4DF-2490-3097-A1FFA01511EC}"/>
              </a:ext>
            </a:extLst>
          </p:cNvPr>
          <p:cNvSpPr/>
          <p:nvPr/>
        </p:nvSpPr>
        <p:spPr>
          <a:xfrm>
            <a:off x="18987868" y="7044931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A334513-1652-1EA7-D970-5E8F25F6B924}"/>
              </a:ext>
            </a:extLst>
          </p:cNvPr>
          <p:cNvSpPr/>
          <p:nvPr/>
        </p:nvSpPr>
        <p:spPr>
          <a:xfrm>
            <a:off x="12442371" y="7044930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7ADDF50-9867-A3C4-AF93-8C33E0EA17CA}"/>
              </a:ext>
            </a:extLst>
          </p:cNvPr>
          <p:cNvSpPr/>
          <p:nvPr/>
        </p:nvSpPr>
        <p:spPr>
          <a:xfrm>
            <a:off x="17167270" y="9399500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99964CA-A6E9-9711-C752-E1CDDBAA84E0}"/>
              </a:ext>
            </a:extLst>
          </p:cNvPr>
          <p:cNvSpPr/>
          <p:nvPr/>
        </p:nvSpPr>
        <p:spPr>
          <a:xfrm>
            <a:off x="15560639" y="7044929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E25A1F8-40D8-C353-550E-8B45210434DA}"/>
              </a:ext>
            </a:extLst>
          </p:cNvPr>
          <p:cNvCxnSpPr>
            <a:cxnSpLocks/>
          </p:cNvCxnSpPr>
          <p:nvPr/>
        </p:nvCxnSpPr>
        <p:spPr>
          <a:xfrm flipH="1">
            <a:off x="14911332" y="4359845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14F8ACB-A86E-331E-13A1-65DECB40C24F}"/>
              </a:ext>
            </a:extLst>
          </p:cNvPr>
          <p:cNvCxnSpPr>
            <a:cxnSpLocks/>
          </p:cNvCxnSpPr>
          <p:nvPr/>
        </p:nvCxnSpPr>
        <p:spPr>
          <a:xfrm>
            <a:off x="17887270" y="4359845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3754388-FA4A-AA83-C28A-6E98AB832BBB}"/>
              </a:ext>
            </a:extLst>
          </p:cNvPr>
          <p:cNvCxnSpPr>
            <a:cxnSpLocks/>
          </p:cNvCxnSpPr>
          <p:nvPr/>
        </p:nvCxnSpPr>
        <p:spPr>
          <a:xfrm flipH="1">
            <a:off x="19707868" y="6315695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3D724A9-4DB7-F550-CA09-C71683AD2C42}"/>
              </a:ext>
            </a:extLst>
          </p:cNvPr>
          <p:cNvCxnSpPr>
            <a:cxnSpLocks/>
          </p:cNvCxnSpPr>
          <p:nvPr/>
        </p:nvCxnSpPr>
        <p:spPr>
          <a:xfrm flipH="1">
            <a:off x="13162371" y="6315695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8DD1E5E-F496-1A1C-6D58-20360744E84E}"/>
              </a:ext>
            </a:extLst>
          </p:cNvPr>
          <p:cNvCxnSpPr>
            <a:cxnSpLocks/>
          </p:cNvCxnSpPr>
          <p:nvPr/>
        </p:nvCxnSpPr>
        <p:spPr>
          <a:xfrm flipH="1">
            <a:off x="17887270" y="8357734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7F27DDA-ABC8-4BFE-348B-CE44CF1A0047}"/>
              </a:ext>
            </a:extLst>
          </p:cNvPr>
          <p:cNvCxnSpPr>
            <a:cxnSpLocks/>
          </p:cNvCxnSpPr>
          <p:nvPr/>
        </p:nvCxnSpPr>
        <p:spPr>
          <a:xfrm flipH="1" flipV="1">
            <a:off x="14911332" y="6315695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7AEEAAF9-1E1A-855C-F0D7-CB108AE0638E}"/>
              </a:ext>
            </a:extLst>
          </p:cNvPr>
          <p:cNvSpPr/>
          <p:nvPr/>
        </p:nvSpPr>
        <p:spPr>
          <a:xfrm>
            <a:off x="491217" y="6496803"/>
            <a:ext cx="9851037" cy="367018"/>
          </a:xfrm>
          <a:prstGeom prst="roundRect">
            <a:avLst/>
          </a:prstGeom>
          <a:solidFill>
            <a:schemeClr val="accent3">
              <a:lumMod val="40000"/>
              <a:lumOff val="60000"/>
              <a:alpha val="33117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50FEC9A-69F1-C5DD-90FB-3FD50543E86E}"/>
              </a:ext>
            </a:extLst>
          </p:cNvPr>
          <p:cNvSpPr/>
          <p:nvPr/>
        </p:nvSpPr>
        <p:spPr>
          <a:xfrm>
            <a:off x="15963075" y="4420303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3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B3781A5-65CB-E73D-5912-E49E88B15EDA}"/>
              </a:ext>
            </a:extLst>
          </p:cNvPr>
          <p:cNvSpPr/>
          <p:nvPr/>
        </p:nvSpPr>
        <p:spPr>
          <a:xfrm>
            <a:off x="19256577" y="4420303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0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F2895CF-1255-63F4-DAE3-D9102133D126}"/>
              </a:ext>
            </a:extLst>
          </p:cNvPr>
          <p:cNvSpPr/>
          <p:nvPr/>
        </p:nvSpPr>
        <p:spPr>
          <a:xfrm>
            <a:off x="12815263" y="11545004"/>
            <a:ext cx="2256007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 err="1">
                <a:solidFill>
                  <a:schemeClr val="bg1"/>
                </a:solidFill>
                <a:latin typeface="Bradley Hand" pitchFamily="2" charset="77"/>
              </a:rPr>
              <a:t>maxAns</a:t>
            </a: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 = 4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4FD5E2E-0CD2-A54C-528C-E9A4F062CC7D}"/>
              </a:ext>
            </a:extLst>
          </p:cNvPr>
          <p:cNvSpPr/>
          <p:nvPr/>
        </p:nvSpPr>
        <p:spPr>
          <a:xfrm>
            <a:off x="17569706" y="2421360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1125169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D23F0-5A3E-85A8-8E2A-D7B1E9D07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ndy: A problem on leetcode">
            <a:extLst>
              <a:ext uri="{FF2B5EF4-FFF2-40B4-BE49-F238E27FC236}">
                <a16:creationId xmlns:a16="http://schemas.microsoft.com/office/drawing/2014/main" id="{5E27E728-FFB3-2B29-E178-5C0A6925CD80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r>
              <a:rPr lang="en-US" sz="10000" dirty="0">
                <a:latin typeface="Chalkduster" panose="03050602040202020205" pitchFamily="66" charset="77"/>
                <a:cs typeface="Fave Script Bold Pro" panose="020F0502020204030204" pitchFamily="34" charset="0"/>
              </a:rPr>
              <a:t>Case 2: Both subtrees contain yellow nodes</a:t>
            </a:r>
            <a:endParaRPr sz="100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65574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E295B-52E6-F78E-6214-ED0CF15EE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9D2021DA-27DC-E9B5-2713-1336EDC88209}"/>
              </a:ext>
            </a:extLst>
          </p:cNvPr>
          <p:cNvSpPr/>
          <p:nvPr/>
        </p:nvSpPr>
        <p:spPr>
          <a:xfrm>
            <a:off x="464831" y="436225"/>
            <a:ext cx="9903811" cy="128435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minimal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minimal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minimal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0){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 ||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color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color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BE71A97-A084-8C86-0449-BD9D4AFB9240}"/>
              </a:ext>
            </a:extLst>
          </p:cNvPr>
          <p:cNvSpPr/>
          <p:nvPr/>
        </p:nvSpPr>
        <p:spPr>
          <a:xfrm>
            <a:off x="14191332" y="5002891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A52DBA6-8C58-1A53-EF88-4E997654041D}"/>
              </a:ext>
            </a:extLst>
          </p:cNvPr>
          <p:cNvSpPr/>
          <p:nvPr/>
        </p:nvSpPr>
        <p:spPr>
          <a:xfrm>
            <a:off x="17167270" y="3047042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0BFD6BE-9235-6AD9-9247-3F9C837C9546}"/>
              </a:ext>
            </a:extLst>
          </p:cNvPr>
          <p:cNvSpPr/>
          <p:nvPr/>
        </p:nvSpPr>
        <p:spPr>
          <a:xfrm>
            <a:off x="20378002" y="5002892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F3965B7-03B0-7F0B-C59C-1F93D167E562}"/>
              </a:ext>
            </a:extLst>
          </p:cNvPr>
          <p:cNvSpPr/>
          <p:nvPr/>
        </p:nvSpPr>
        <p:spPr>
          <a:xfrm>
            <a:off x="18987868" y="7044931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33E7888-EEDF-DBEA-154A-3D63E07C45BD}"/>
              </a:ext>
            </a:extLst>
          </p:cNvPr>
          <p:cNvSpPr/>
          <p:nvPr/>
        </p:nvSpPr>
        <p:spPr>
          <a:xfrm>
            <a:off x="12442371" y="7044930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698522A-97E8-E0FD-93B7-8DAA9D41B389}"/>
              </a:ext>
            </a:extLst>
          </p:cNvPr>
          <p:cNvSpPr/>
          <p:nvPr/>
        </p:nvSpPr>
        <p:spPr>
          <a:xfrm>
            <a:off x="17167270" y="9399500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BD166F1-2898-11E2-D59C-1AC13D9DC56C}"/>
              </a:ext>
            </a:extLst>
          </p:cNvPr>
          <p:cNvSpPr/>
          <p:nvPr/>
        </p:nvSpPr>
        <p:spPr>
          <a:xfrm>
            <a:off x="15560639" y="7044929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23E2FF0-8113-516F-E480-B7BEE59DE942}"/>
              </a:ext>
            </a:extLst>
          </p:cNvPr>
          <p:cNvCxnSpPr>
            <a:cxnSpLocks/>
          </p:cNvCxnSpPr>
          <p:nvPr/>
        </p:nvCxnSpPr>
        <p:spPr>
          <a:xfrm flipH="1">
            <a:off x="14911332" y="4359845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06E17E9-B8D6-11DE-F116-A80EEC2CA513}"/>
              </a:ext>
            </a:extLst>
          </p:cNvPr>
          <p:cNvCxnSpPr>
            <a:cxnSpLocks/>
          </p:cNvCxnSpPr>
          <p:nvPr/>
        </p:nvCxnSpPr>
        <p:spPr>
          <a:xfrm>
            <a:off x="17887270" y="4359845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AF653F4-3425-8CC5-9674-1578C1455F3E}"/>
              </a:ext>
            </a:extLst>
          </p:cNvPr>
          <p:cNvCxnSpPr>
            <a:cxnSpLocks/>
          </p:cNvCxnSpPr>
          <p:nvPr/>
        </p:nvCxnSpPr>
        <p:spPr>
          <a:xfrm flipH="1">
            <a:off x="19707868" y="6315695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81451AB-2E49-984B-6C96-6077E5400529}"/>
              </a:ext>
            </a:extLst>
          </p:cNvPr>
          <p:cNvCxnSpPr>
            <a:cxnSpLocks/>
          </p:cNvCxnSpPr>
          <p:nvPr/>
        </p:nvCxnSpPr>
        <p:spPr>
          <a:xfrm flipH="1">
            <a:off x="13162371" y="6315695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565A997-03AF-80FC-5084-66808A62375B}"/>
              </a:ext>
            </a:extLst>
          </p:cNvPr>
          <p:cNvCxnSpPr>
            <a:cxnSpLocks/>
          </p:cNvCxnSpPr>
          <p:nvPr/>
        </p:nvCxnSpPr>
        <p:spPr>
          <a:xfrm flipH="1">
            <a:off x="17887270" y="8357734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EC21945-646D-624E-9CA9-3CDF6DB5802C}"/>
              </a:ext>
            </a:extLst>
          </p:cNvPr>
          <p:cNvCxnSpPr>
            <a:cxnSpLocks/>
          </p:cNvCxnSpPr>
          <p:nvPr/>
        </p:nvCxnSpPr>
        <p:spPr>
          <a:xfrm flipH="1" flipV="1">
            <a:off x="14911332" y="6315695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63CB98DC-58DA-FF6B-E849-DD570775E330}"/>
              </a:ext>
            </a:extLst>
          </p:cNvPr>
          <p:cNvSpPr/>
          <p:nvPr/>
        </p:nvSpPr>
        <p:spPr>
          <a:xfrm>
            <a:off x="541986" y="4695252"/>
            <a:ext cx="9851037" cy="367018"/>
          </a:xfrm>
          <a:prstGeom prst="roundRect">
            <a:avLst/>
          </a:prstGeom>
          <a:solidFill>
            <a:schemeClr val="accent3">
              <a:lumMod val="40000"/>
              <a:lumOff val="60000"/>
              <a:alpha val="33117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EC901EF-FD8C-BA6B-DD8E-90F4E070D592}"/>
              </a:ext>
            </a:extLst>
          </p:cNvPr>
          <p:cNvSpPr/>
          <p:nvPr/>
        </p:nvSpPr>
        <p:spPr>
          <a:xfrm>
            <a:off x="15963075" y="4420303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3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69C1F14-D385-BC82-7672-C5FA047E7906}"/>
              </a:ext>
            </a:extLst>
          </p:cNvPr>
          <p:cNvSpPr/>
          <p:nvPr/>
        </p:nvSpPr>
        <p:spPr>
          <a:xfrm>
            <a:off x="19256577" y="4420303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2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641BE65-B555-BF6B-480F-9B63C0706CD8}"/>
              </a:ext>
            </a:extLst>
          </p:cNvPr>
          <p:cNvSpPr/>
          <p:nvPr/>
        </p:nvSpPr>
        <p:spPr>
          <a:xfrm>
            <a:off x="12815263" y="11545004"/>
            <a:ext cx="2256007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 err="1">
                <a:solidFill>
                  <a:schemeClr val="bg1"/>
                </a:solidFill>
                <a:latin typeface="Bradley Hand" pitchFamily="2" charset="77"/>
              </a:rPr>
              <a:t>maxAns</a:t>
            </a: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 = 3</a:t>
            </a:r>
          </a:p>
        </p:txBody>
      </p:sp>
    </p:spTree>
    <p:extLst>
      <p:ext uri="{BB962C8B-B14F-4D97-AF65-F5344CB8AC3E}">
        <p14:creationId xmlns:p14="http://schemas.microsoft.com/office/powerpoint/2010/main" val="35631079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4D879-C3A3-9A76-126E-DFA752402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5F26C733-C728-3AC7-2EF9-9C60C3B3CD99}"/>
              </a:ext>
            </a:extLst>
          </p:cNvPr>
          <p:cNvSpPr/>
          <p:nvPr/>
        </p:nvSpPr>
        <p:spPr>
          <a:xfrm>
            <a:off x="464831" y="436225"/>
            <a:ext cx="9903811" cy="128435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minimal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minimal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minimal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0){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 ||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color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color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7B9D454-A180-0270-CD1F-81D7B1F3CA3E}"/>
              </a:ext>
            </a:extLst>
          </p:cNvPr>
          <p:cNvSpPr/>
          <p:nvPr/>
        </p:nvSpPr>
        <p:spPr>
          <a:xfrm>
            <a:off x="14191332" y="5002891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CAC996A-4BFC-D5AF-34A8-0BA50C97296B}"/>
              </a:ext>
            </a:extLst>
          </p:cNvPr>
          <p:cNvSpPr/>
          <p:nvPr/>
        </p:nvSpPr>
        <p:spPr>
          <a:xfrm>
            <a:off x="17167270" y="3047042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F5C17A2-7D00-FB4D-DD36-F69BDEA55F39}"/>
              </a:ext>
            </a:extLst>
          </p:cNvPr>
          <p:cNvSpPr/>
          <p:nvPr/>
        </p:nvSpPr>
        <p:spPr>
          <a:xfrm>
            <a:off x="20378002" y="5002892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8877376-BF45-0795-2B92-B6EF930F63DA}"/>
              </a:ext>
            </a:extLst>
          </p:cNvPr>
          <p:cNvSpPr/>
          <p:nvPr/>
        </p:nvSpPr>
        <p:spPr>
          <a:xfrm>
            <a:off x="18987868" y="7044931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80B59DB-4CC4-1A0E-DB53-9EF157F61387}"/>
              </a:ext>
            </a:extLst>
          </p:cNvPr>
          <p:cNvSpPr/>
          <p:nvPr/>
        </p:nvSpPr>
        <p:spPr>
          <a:xfrm>
            <a:off x="12442371" y="7044930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ECF01C3-234F-0F82-ADF0-24A2F2B99A78}"/>
              </a:ext>
            </a:extLst>
          </p:cNvPr>
          <p:cNvSpPr/>
          <p:nvPr/>
        </p:nvSpPr>
        <p:spPr>
          <a:xfrm>
            <a:off x="17167270" y="9399500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1E06969-69F9-3B30-0B73-5B340DE44ECA}"/>
              </a:ext>
            </a:extLst>
          </p:cNvPr>
          <p:cNvSpPr/>
          <p:nvPr/>
        </p:nvSpPr>
        <p:spPr>
          <a:xfrm>
            <a:off x="15560639" y="7044929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4159D60-9D77-9849-8D9A-37C494340528}"/>
              </a:ext>
            </a:extLst>
          </p:cNvPr>
          <p:cNvCxnSpPr>
            <a:cxnSpLocks/>
          </p:cNvCxnSpPr>
          <p:nvPr/>
        </p:nvCxnSpPr>
        <p:spPr>
          <a:xfrm flipH="1">
            <a:off x="14911332" y="4359845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50E0218-BCBA-FDE3-F5F8-85B6B2F47B57}"/>
              </a:ext>
            </a:extLst>
          </p:cNvPr>
          <p:cNvCxnSpPr>
            <a:cxnSpLocks/>
          </p:cNvCxnSpPr>
          <p:nvPr/>
        </p:nvCxnSpPr>
        <p:spPr>
          <a:xfrm>
            <a:off x="17887270" y="4359845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CF7B6CB-FD9D-467F-818C-83A1A84A78B3}"/>
              </a:ext>
            </a:extLst>
          </p:cNvPr>
          <p:cNvCxnSpPr>
            <a:cxnSpLocks/>
          </p:cNvCxnSpPr>
          <p:nvPr/>
        </p:nvCxnSpPr>
        <p:spPr>
          <a:xfrm flipH="1">
            <a:off x="19707868" y="6315695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323068A-8EE9-CC9A-2F5E-2A03CF1D0033}"/>
              </a:ext>
            </a:extLst>
          </p:cNvPr>
          <p:cNvCxnSpPr>
            <a:cxnSpLocks/>
          </p:cNvCxnSpPr>
          <p:nvPr/>
        </p:nvCxnSpPr>
        <p:spPr>
          <a:xfrm flipH="1">
            <a:off x="13162371" y="6315695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0029BE5-812C-BE43-998B-F85B2960A44C}"/>
              </a:ext>
            </a:extLst>
          </p:cNvPr>
          <p:cNvCxnSpPr>
            <a:cxnSpLocks/>
          </p:cNvCxnSpPr>
          <p:nvPr/>
        </p:nvCxnSpPr>
        <p:spPr>
          <a:xfrm flipH="1">
            <a:off x="17887270" y="8357734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CB65651-6528-DD70-C523-B32BE8B098B8}"/>
              </a:ext>
            </a:extLst>
          </p:cNvPr>
          <p:cNvCxnSpPr>
            <a:cxnSpLocks/>
          </p:cNvCxnSpPr>
          <p:nvPr/>
        </p:nvCxnSpPr>
        <p:spPr>
          <a:xfrm flipH="1" flipV="1">
            <a:off x="14911332" y="6315695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888F23D1-B85A-F096-50CD-1E3095C72662}"/>
              </a:ext>
            </a:extLst>
          </p:cNvPr>
          <p:cNvSpPr/>
          <p:nvPr/>
        </p:nvSpPr>
        <p:spPr>
          <a:xfrm>
            <a:off x="517605" y="5024997"/>
            <a:ext cx="9851037" cy="367018"/>
          </a:xfrm>
          <a:prstGeom prst="roundRect">
            <a:avLst/>
          </a:prstGeom>
          <a:solidFill>
            <a:schemeClr val="accent3">
              <a:lumMod val="40000"/>
              <a:lumOff val="60000"/>
              <a:alpha val="33117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6731625-C3B6-8C65-14F5-9DDCE08022BD}"/>
              </a:ext>
            </a:extLst>
          </p:cNvPr>
          <p:cNvSpPr/>
          <p:nvPr/>
        </p:nvSpPr>
        <p:spPr>
          <a:xfrm>
            <a:off x="15963075" y="4420303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3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D1F6B72-69D4-E047-520B-C5B2A735FED5}"/>
              </a:ext>
            </a:extLst>
          </p:cNvPr>
          <p:cNvSpPr/>
          <p:nvPr/>
        </p:nvSpPr>
        <p:spPr>
          <a:xfrm>
            <a:off x="12815263" y="11545004"/>
            <a:ext cx="2256007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 err="1">
                <a:solidFill>
                  <a:schemeClr val="bg1"/>
                </a:solidFill>
                <a:latin typeface="Bradley Hand" pitchFamily="2" charset="77"/>
              </a:rPr>
              <a:t>maxAns</a:t>
            </a: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 = 3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FC9D109-035D-37D7-65A3-3E71D95838FB}"/>
              </a:ext>
            </a:extLst>
          </p:cNvPr>
          <p:cNvSpPr/>
          <p:nvPr/>
        </p:nvSpPr>
        <p:spPr>
          <a:xfrm>
            <a:off x="17569706" y="2421360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6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7F7B53F-7188-22A1-5DE0-944B7C352C0A}"/>
              </a:ext>
            </a:extLst>
          </p:cNvPr>
          <p:cNvSpPr/>
          <p:nvPr/>
        </p:nvSpPr>
        <p:spPr>
          <a:xfrm>
            <a:off x="19256577" y="4420303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571472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62746-C159-FA2C-08D4-529E70DB0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9635E45B-F81C-F9C6-FE06-A5853B98FC45}"/>
              </a:ext>
            </a:extLst>
          </p:cNvPr>
          <p:cNvSpPr/>
          <p:nvPr/>
        </p:nvSpPr>
        <p:spPr>
          <a:xfrm>
            <a:off x="464831" y="436225"/>
            <a:ext cx="9903811" cy="128435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minimal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minimal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minimal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0){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 ||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color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color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EA5EF3D-D0BF-88FB-8EC5-A3729E4C0937}"/>
              </a:ext>
            </a:extLst>
          </p:cNvPr>
          <p:cNvSpPr/>
          <p:nvPr/>
        </p:nvSpPr>
        <p:spPr>
          <a:xfrm>
            <a:off x="14191332" y="5002891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FF3B89C-6F26-CC5D-2DAD-7909D507B217}"/>
              </a:ext>
            </a:extLst>
          </p:cNvPr>
          <p:cNvSpPr/>
          <p:nvPr/>
        </p:nvSpPr>
        <p:spPr>
          <a:xfrm>
            <a:off x="17167270" y="3047042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40FAD4E-3A84-0076-56CD-2AC5AA5D9E7C}"/>
              </a:ext>
            </a:extLst>
          </p:cNvPr>
          <p:cNvSpPr/>
          <p:nvPr/>
        </p:nvSpPr>
        <p:spPr>
          <a:xfrm>
            <a:off x="20378002" y="5002892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05F1147-F009-6A7E-0A4C-C6248A7BFFCC}"/>
              </a:ext>
            </a:extLst>
          </p:cNvPr>
          <p:cNvSpPr/>
          <p:nvPr/>
        </p:nvSpPr>
        <p:spPr>
          <a:xfrm>
            <a:off x="18987868" y="7044931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0525B99-A43F-2809-3C9D-636057D8C385}"/>
              </a:ext>
            </a:extLst>
          </p:cNvPr>
          <p:cNvSpPr/>
          <p:nvPr/>
        </p:nvSpPr>
        <p:spPr>
          <a:xfrm>
            <a:off x="12442371" y="7044930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8EC6C4D-B701-EE6D-C2B7-6DCBFBFFA89B}"/>
              </a:ext>
            </a:extLst>
          </p:cNvPr>
          <p:cNvSpPr/>
          <p:nvPr/>
        </p:nvSpPr>
        <p:spPr>
          <a:xfrm>
            <a:off x="17167270" y="9399500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B1A257A-0D5D-A73C-B72E-D8F86D8C5B12}"/>
              </a:ext>
            </a:extLst>
          </p:cNvPr>
          <p:cNvSpPr/>
          <p:nvPr/>
        </p:nvSpPr>
        <p:spPr>
          <a:xfrm>
            <a:off x="15560639" y="7044929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5D95CB4-032E-5440-7BF7-AC96BDC9E295}"/>
              </a:ext>
            </a:extLst>
          </p:cNvPr>
          <p:cNvCxnSpPr>
            <a:cxnSpLocks/>
          </p:cNvCxnSpPr>
          <p:nvPr/>
        </p:nvCxnSpPr>
        <p:spPr>
          <a:xfrm flipH="1">
            <a:off x="14911332" y="4359845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D1D3F06-F081-6F8B-F70D-A904D87B665A}"/>
              </a:ext>
            </a:extLst>
          </p:cNvPr>
          <p:cNvCxnSpPr>
            <a:cxnSpLocks/>
          </p:cNvCxnSpPr>
          <p:nvPr/>
        </p:nvCxnSpPr>
        <p:spPr>
          <a:xfrm>
            <a:off x="17887270" y="4359845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17817DB-2148-CBB8-543E-A9218B855F85}"/>
              </a:ext>
            </a:extLst>
          </p:cNvPr>
          <p:cNvCxnSpPr>
            <a:cxnSpLocks/>
          </p:cNvCxnSpPr>
          <p:nvPr/>
        </p:nvCxnSpPr>
        <p:spPr>
          <a:xfrm flipH="1">
            <a:off x="19707868" y="6315695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1CC4F86-9A0F-0F2E-20EE-BDAD189AB5D3}"/>
              </a:ext>
            </a:extLst>
          </p:cNvPr>
          <p:cNvCxnSpPr>
            <a:cxnSpLocks/>
          </p:cNvCxnSpPr>
          <p:nvPr/>
        </p:nvCxnSpPr>
        <p:spPr>
          <a:xfrm flipH="1">
            <a:off x="13162371" y="6315695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5A4DE4D-39AE-20D7-22F7-9945B4255A62}"/>
              </a:ext>
            </a:extLst>
          </p:cNvPr>
          <p:cNvCxnSpPr>
            <a:cxnSpLocks/>
          </p:cNvCxnSpPr>
          <p:nvPr/>
        </p:nvCxnSpPr>
        <p:spPr>
          <a:xfrm flipH="1">
            <a:off x="17887270" y="8357734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9531DF0-DC3C-2980-C52A-D82AC3FA1B96}"/>
              </a:ext>
            </a:extLst>
          </p:cNvPr>
          <p:cNvCxnSpPr>
            <a:cxnSpLocks/>
          </p:cNvCxnSpPr>
          <p:nvPr/>
        </p:nvCxnSpPr>
        <p:spPr>
          <a:xfrm flipH="1" flipV="1">
            <a:off x="14911332" y="6315695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465B8A30-1E33-6282-BB8E-E901CFE6BAFD}"/>
              </a:ext>
            </a:extLst>
          </p:cNvPr>
          <p:cNvSpPr/>
          <p:nvPr/>
        </p:nvSpPr>
        <p:spPr>
          <a:xfrm>
            <a:off x="491217" y="7611606"/>
            <a:ext cx="9851037" cy="367018"/>
          </a:xfrm>
          <a:prstGeom prst="roundRect">
            <a:avLst/>
          </a:prstGeom>
          <a:solidFill>
            <a:schemeClr val="accent3">
              <a:lumMod val="40000"/>
              <a:lumOff val="60000"/>
              <a:alpha val="33117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4592226-0F8C-71CE-B1D2-D5F456CF6098}"/>
              </a:ext>
            </a:extLst>
          </p:cNvPr>
          <p:cNvSpPr/>
          <p:nvPr/>
        </p:nvSpPr>
        <p:spPr>
          <a:xfrm>
            <a:off x="15963075" y="4420303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3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07D4A1B-144A-DE9E-4446-4FE460E03AA2}"/>
              </a:ext>
            </a:extLst>
          </p:cNvPr>
          <p:cNvSpPr/>
          <p:nvPr/>
        </p:nvSpPr>
        <p:spPr>
          <a:xfrm>
            <a:off x="12815263" y="11545004"/>
            <a:ext cx="2256007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 err="1">
                <a:solidFill>
                  <a:schemeClr val="bg1"/>
                </a:solidFill>
                <a:latin typeface="Bradley Hand" pitchFamily="2" charset="77"/>
              </a:rPr>
              <a:t>maxAns</a:t>
            </a: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 = 3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10E855C-0D07-8641-7797-06CCE3EE6951}"/>
              </a:ext>
            </a:extLst>
          </p:cNvPr>
          <p:cNvSpPr/>
          <p:nvPr/>
        </p:nvSpPr>
        <p:spPr>
          <a:xfrm>
            <a:off x="17569706" y="2421360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6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A8859F8-38E5-6AA2-3FA1-E60703026FDF}"/>
              </a:ext>
            </a:extLst>
          </p:cNvPr>
          <p:cNvSpPr/>
          <p:nvPr/>
        </p:nvSpPr>
        <p:spPr>
          <a:xfrm>
            <a:off x="19256577" y="4420303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36983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5475E-47C1-2EF7-A8DC-A03E61165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7F30400A-40EB-DD0F-26FE-5D759792001D}"/>
              </a:ext>
            </a:extLst>
          </p:cNvPr>
          <p:cNvSpPr/>
          <p:nvPr/>
        </p:nvSpPr>
        <p:spPr>
          <a:xfrm>
            <a:off x="464831" y="436225"/>
            <a:ext cx="9903811" cy="128435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minimal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minimal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minimal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0){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 ||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color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color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ED42A5F-DC9B-685C-8B18-B1D2F4550154}"/>
              </a:ext>
            </a:extLst>
          </p:cNvPr>
          <p:cNvSpPr/>
          <p:nvPr/>
        </p:nvSpPr>
        <p:spPr>
          <a:xfrm>
            <a:off x="14191332" y="5002891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6EBD402-23E4-941F-F941-30771DAD3E02}"/>
              </a:ext>
            </a:extLst>
          </p:cNvPr>
          <p:cNvSpPr/>
          <p:nvPr/>
        </p:nvSpPr>
        <p:spPr>
          <a:xfrm>
            <a:off x="17167270" y="3047042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E9570DD-E68F-AC8B-6C00-E93AB0DEB3EE}"/>
              </a:ext>
            </a:extLst>
          </p:cNvPr>
          <p:cNvSpPr/>
          <p:nvPr/>
        </p:nvSpPr>
        <p:spPr>
          <a:xfrm>
            <a:off x="20378002" y="5002892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1599343-B104-E777-84F8-C761F6F9253C}"/>
              </a:ext>
            </a:extLst>
          </p:cNvPr>
          <p:cNvSpPr/>
          <p:nvPr/>
        </p:nvSpPr>
        <p:spPr>
          <a:xfrm>
            <a:off x="18987868" y="7044931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1F09F01-EFC3-8F5D-5346-1336E3507669}"/>
              </a:ext>
            </a:extLst>
          </p:cNvPr>
          <p:cNvSpPr/>
          <p:nvPr/>
        </p:nvSpPr>
        <p:spPr>
          <a:xfrm>
            <a:off x="12442371" y="7044930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C6D7CEB-CCBF-E017-248B-32366D16CB9F}"/>
              </a:ext>
            </a:extLst>
          </p:cNvPr>
          <p:cNvSpPr/>
          <p:nvPr/>
        </p:nvSpPr>
        <p:spPr>
          <a:xfrm>
            <a:off x="17167270" y="9399500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2733A27-E427-CE41-E7BC-7A7F24194FAE}"/>
              </a:ext>
            </a:extLst>
          </p:cNvPr>
          <p:cNvSpPr/>
          <p:nvPr/>
        </p:nvSpPr>
        <p:spPr>
          <a:xfrm>
            <a:off x="15560639" y="7044929"/>
            <a:ext cx="1440000" cy="131280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26A49DA-7839-E872-8520-21C6BE241C92}"/>
              </a:ext>
            </a:extLst>
          </p:cNvPr>
          <p:cNvCxnSpPr>
            <a:cxnSpLocks/>
          </p:cNvCxnSpPr>
          <p:nvPr/>
        </p:nvCxnSpPr>
        <p:spPr>
          <a:xfrm flipH="1">
            <a:off x="14911332" y="4359845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DD881F-64B3-80DD-2DF6-856703FBC496}"/>
              </a:ext>
            </a:extLst>
          </p:cNvPr>
          <p:cNvCxnSpPr>
            <a:cxnSpLocks/>
          </p:cNvCxnSpPr>
          <p:nvPr/>
        </p:nvCxnSpPr>
        <p:spPr>
          <a:xfrm>
            <a:off x="17887270" y="4359845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C26B48C-667A-841B-48CE-8B656FAEA1E6}"/>
              </a:ext>
            </a:extLst>
          </p:cNvPr>
          <p:cNvCxnSpPr>
            <a:cxnSpLocks/>
          </p:cNvCxnSpPr>
          <p:nvPr/>
        </p:nvCxnSpPr>
        <p:spPr>
          <a:xfrm flipH="1">
            <a:off x="19707868" y="6315695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5B1DA95-A9B6-E692-6481-7FBDFC94085F}"/>
              </a:ext>
            </a:extLst>
          </p:cNvPr>
          <p:cNvCxnSpPr>
            <a:cxnSpLocks/>
          </p:cNvCxnSpPr>
          <p:nvPr/>
        </p:nvCxnSpPr>
        <p:spPr>
          <a:xfrm flipH="1">
            <a:off x="13162371" y="6315695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1D662F0-68E8-D28F-0F44-4C91DD76AB28}"/>
              </a:ext>
            </a:extLst>
          </p:cNvPr>
          <p:cNvCxnSpPr>
            <a:cxnSpLocks/>
          </p:cNvCxnSpPr>
          <p:nvPr/>
        </p:nvCxnSpPr>
        <p:spPr>
          <a:xfrm flipH="1">
            <a:off x="17887270" y="8357734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42C6BB6-68CE-E5C4-DFED-0F459CC18C70}"/>
              </a:ext>
            </a:extLst>
          </p:cNvPr>
          <p:cNvCxnSpPr>
            <a:cxnSpLocks/>
          </p:cNvCxnSpPr>
          <p:nvPr/>
        </p:nvCxnSpPr>
        <p:spPr>
          <a:xfrm flipH="1" flipV="1">
            <a:off x="14911332" y="6315695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7E38BFF5-4894-4B12-75B9-0BE6F82C6F11}"/>
              </a:ext>
            </a:extLst>
          </p:cNvPr>
          <p:cNvSpPr/>
          <p:nvPr/>
        </p:nvSpPr>
        <p:spPr>
          <a:xfrm>
            <a:off x="424084" y="7990714"/>
            <a:ext cx="9851037" cy="367018"/>
          </a:xfrm>
          <a:prstGeom prst="roundRect">
            <a:avLst/>
          </a:prstGeom>
          <a:solidFill>
            <a:schemeClr val="accent3">
              <a:lumMod val="40000"/>
              <a:lumOff val="60000"/>
              <a:alpha val="33117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EA59995-A5C0-4B69-5BF2-9DF511394FEC}"/>
              </a:ext>
            </a:extLst>
          </p:cNvPr>
          <p:cNvSpPr/>
          <p:nvPr/>
        </p:nvSpPr>
        <p:spPr>
          <a:xfrm>
            <a:off x="15963075" y="4420303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3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B8A1F1A-D56D-C5CF-7343-FF246958932F}"/>
              </a:ext>
            </a:extLst>
          </p:cNvPr>
          <p:cNvSpPr/>
          <p:nvPr/>
        </p:nvSpPr>
        <p:spPr>
          <a:xfrm>
            <a:off x="12815263" y="11545004"/>
            <a:ext cx="2256007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 err="1">
                <a:solidFill>
                  <a:schemeClr val="bg1"/>
                </a:solidFill>
                <a:latin typeface="Bradley Hand" pitchFamily="2" charset="77"/>
              </a:rPr>
              <a:t>maxAns</a:t>
            </a: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 = 6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82FB7F1-B6AE-E85C-8481-3231CC8E2CC4}"/>
              </a:ext>
            </a:extLst>
          </p:cNvPr>
          <p:cNvSpPr/>
          <p:nvPr/>
        </p:nvSpPr>
        <p:spPr>
          <a:xfrm>
            <a:off x="17569706" y="2421360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6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A70DE9E-9E0E-E770-C048-8825962071D5}"/>
              </a:ext>
            </a:extLst>
          </p:cNvPr>
          <p:cNvSpPr/>
          <p:nvPr/>
        </p:nvSpPr>
        <p:spPr>
          <a:xfrm>
            <a:off x="19256577" y="4420303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813345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ndy: A problem on leetcode">
            <a:extLst>
              <a:ext uri="{FF2B5EF4-FFF2-40B4-BE49-F238E27FC236}">
                <a16:creationId xmlns:a16="http://schemas.microsoft.com/office/drawing/2014/main" id="{27643699-80CE-3352-9D6F-797BAADC105A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r>
              <a:rPr lang="en-US" sz="10000" dirty="0">
                <a:latin typeface="Chalkduster" panose="03050602040202020205" pitchFamily="66" charset="77"/>
                <a:cs typeface="Fave Script Bold Pro" panose="020F0502020204030204" pitchFamily="34" charset="0"/>
              </a:rPr>
              <a:t>Case 2: Neither subtree contains yellow nodes</a:t>
            </a:r>
            <a:endParaRPr sz="100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40361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938EB-B0F2-1498-E4DD-F298658FF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63518F19-8C33-E8FE-C175-014F0EBE2348}"/>
              </a:ext>
            </a:extLst>
          </p:cNvPr>
          <p:cNvSpPr/>
          <p:nvPr/>
        </p:nvSpPr>
        <p:spPr>
          <a:xfrm>
            <a:off x="464831" y="436225"/>
            <a:ext cx="9903811" cy="128435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minimal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minimal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minimal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0){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 ||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color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color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5BE4585-20F6-B800-E6C9-3397DB33CF68}"/>
              </a:ext>
            </a:extLst>
          </p:cNvPr>
          <p:cNvSpPr/>
          <p:nvPr/>
        </p:nvSpPr>
        <p:spPr>
          <a:xfrm>
            <a:off x="14191332" y="5002891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A56E6A0-8737-E5A0-D087-B5812CEB134B}"/>
              </a:ext>
            </a:extLst>
          </p:cNvPr>
          <p:cNvSpPr/>
          <p:nvPr/>
        </p:nvSpPr>
        <p:spPr>
          <a:xfrm>
            <a:off x="17167270" y="3047042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B2D3249-6E3D-6468-5539-5D5488270568}"/>
              </a:ext>
            </a:extLst>
          </p:cNvPr>
          <p:cNvSpPr/>
          <p:nvPr/>
        </p:nvSpPr>
        <p:spPr>
          <a:xfrm>
            <a:off x="20378002" y="5002892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2EBC14F-7743-E373-35E1-FD20F311CAFF}"/>
              </a:ext>
            </a:extLst>
          </p:cNvPr>
          <p:cNvSpPr/>
          <p:nvPr/>
        </p:nvSpPr>
        <p:spPr>
          <a:xfrm>
            <a:off x="18987868" y="7044931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4915345-73C0-F5AB-C8B2-A19AB9B51C42}"/>
              </a:ext>
            </a:extLst>
          </p:cNvPr>
          <p:cNvSpPr/>
          <p:nvPr/>
        </p:nvSpPr>
        <p:spPr>
          <a:xfrm>
            <a:off x="12442371" y="7044930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096BB5C-3CC5-7129-3932-773E4113C322}"/>
              </a:ext>
            </a:extLst>
          </p:cNvPr>
          <p:cNvSpPr/>
          <p:nvPr/>
        </p:nvSpPr>
        <p:spPr>
          <a:xfrm>
            <a:off x="17167270" y="9399500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A5BE501-2EF3-B819-744A-F2B00381E6D5}"/>
              </a:ext>
            </a:extLst>
          </p:cNvPr>
          <p:cNvSpPr/>
          <p:nvPr/>
        </p:nvSpPr>
        <p:spPr>
          <a:xfrm>
            <a:off x="15560639" y="7044929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9BE868D-17C8-101E-06C9-FF239057367B}"/>
              </a:ext>
            </a:extLst>
          </p:cNvPr>
          <p:cNvCxnSpPr>
            <a:cxnSpLocks/>
          </p:cNvCxnSpPr>
          <p:nvPr/>
        </p:nvCxnSpPr>
        <p:spPr>
          <a:xfrm flipH="1">
            <a:off x="14911332" y="4359845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B9147B5-85AD-1549-FF5C-90544C7E598C}"/>
              </a:ext>
            </a:extLst>
          </p:cNvPr>
          <p:cNvCxnSpPr>
            <a:cxnSpLocks/>
          </p:cNvCxnSpPr>
          <p:nvPr/>
        </p:nvCxnSpPr>
        <p:spPr>
          <a:xfrm>
            <a:off x="17887270" y="4359845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3BD4D9-EB2E-024F-7C25-C5F244F9C0F0}"/>
              </a:ext>
            </a:extLst>
          </p:cNvPr>
          <p:cNvCxnSpPr>
            <a:cxnSpLocks/>
          </p:cNvCxnSpPr>
          <p:nvPr/>
        </p:nvCxnSpPr>
        <p:spPr>
          <a:xfrm flipH="1">
            <a:off x="19707868" y="6315695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8391D6E-66D2-7FF3-5627-F61746785B33}"/>
              </a:ext>
            </a:extLst>
          </p:cNvPr>
          <p:cNvCxnSpPr>
            <a:cxnSpLocks/>
          </p:cNvCxnSpPr>
          <p:nvPr/>
        </p:nvCxnSpPr>
        <p:spPr>
          <a:xfrm flipH="1">
            <a:off x="13162371" y="6315695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F162F3C-379D-79C9-FF35-3F2A8ABBF754}"/>
              </a:ext>
            </a:extLst>
          </p:cNvPr>
          <p:cNvCxnSpPr>
            <a:cxnSpLocks/>
          </p:cNvCxnSpPr>
          <p:nvPr/>
        </p:nvCxnSpPr>
        <p:spPr>
          <a:xfrm flipH="1">
            <a:off x="17887270" y="8357734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D6DB3C2-CC21-D818-A7EE-D9AC61D9BDBC}"/>
              </a:ext>
            </a:extLst>
          </p:cNvPr>
          <p:cNvCxnSpPr>
            <a:cxnSpLocks/>
          </p:cNvCxnSpPr>
          <p:nvPr/>
        </p:nvCxnSpPr>
        <p:spPr>
          <a:xfrm flipH="1" flipV="1">
            <a:off x="14911332" y="6315695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C4B645FD-2A47-3B96-3794-6B9336C837A4}"/>
              </a:ext>
            </a:extLst>
          </p:cNvPr>
          <p:cNvSpPr/>
          <p:nvPr/>
        </p:nvSpPr>
        <p:spPr>
          <a:xfrm>
            <a:off x="517605" y="4314349"/>
            <a:ext cx="9851037" cy="367018"/>
          </a:xfrm>
          <a:prstGeom prst="roundRect">
            <a:avLst/>
          </a:prstGeom>
          <a:solidFill>
            <a:schemeClr val="accent3">
              <a:lumMod val="40000"/>
              <a:lumOff val="60000"/>
              <a:alpha val="33117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6F384EE-F2ED-20A1-56A2-191BD477F154}"/>
              </a:ext>
            </a:extLst>
          </p:cNvPr>
          <p:cNvSpPr/>
          <p:nvPr/>
        </p:nvSpPr>
        <p:spPr>
          <a:xfrm>
            <a:off x="15963075" y="4420303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0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D713655-61C3-DAED-ACC8-8570588F5932}"/>
              </a:ext>
            </a:extLst>
          </p:cNvPr>
          <p:cNvSpPr/>
          <p:nvPr/>
        </p:nvSpPr>
        <p:spPr>
          <a:xfrm>
            <a:off x="19256577" y="4420303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0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9AF9EDF-AE31-F478-51BA-129BB8C79DFA}"/>
              </a:ext>
            </a:extLst>
          </p:cNvPr>
          <p:cNvSpPr/>
          <p:nvPr/>
        </p:nvSpPr>
        <p:spPr>
          <a:xfrm>
            <a:off x="12815263" y="11545004"/>
            <a:ext cx="2256007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 err="1">
                <a:solidFill>
                  <a:schemeClr val="bg1"/>
                </a:solidFill>
                <a:latin typeface="Bradley Hand" pitchFamily="2" charset="77"/>
              </a:rPr>
              <a:t>maxAns</a:t>
            </a: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 = 0</a:t>
            </a:r>
          </a:p>
        </p:txBody>
      </p:sp>
    </p:spTree>
    <p:extLst>
      <p:ext uri="{BB962C8B-B14F-4D97-AF65-F5344CB8AC3E}">
        <p14:creationId xmlns:p14="http://schemas.microsoft.com/office/powerpoint/2010/main" val="36209961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0236F-14D2-8FC2-3A86-DEEE2A059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AF122575-6DD4-4B92-F5D0-589F98826AD9}"/>
              </a:ext>
            </a:extLst>
          </p:cNvPr>
          <p:cNvSpPr/>
          <p:nvPr/>
        </p:nvSpPr>
        <p:spPr>
          <a:xfrm>
            <a:off x="464831" y="436225"/>
            <a:ext cx="9903811" cy="128435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minimal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minimal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minimal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0){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 ||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color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color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9FA53F8-12CD-CC25-EFBD-436BA8085A7A}"/>
              </a:ext>
            </a:extLst>
          </p:cNvPr>
          <p:cNvSpPr/>
          <p:nvPr/>
        </p:nvSpPr>
        <p:spPr>
          <a:xfrm>
            <a:off x="14191332" y="5002891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4ED3567-B505-7A6A-CCB2-B8B6149EAE1F}"/>
              </a:ext>
            </a:extLst>
          </p:cNvPr>
          <p:cNvSpPr/>
          <p:nvPr/>
        </p:nvSpPr>
        <p:spPr>
          <a:xfrm>
            <a:off x="17167270" y="3047042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F68B0E3-D57B-0949-6C22-F2EBFAC4E1F9}"/>
              </a:ext>
            </a:extLst>
          </p:cNvPr>
          <p:cNvSpPr/>
          <p:nvPr/>
        </p:nvSpPr>
        <p:spPr>
          <a:xfrm>
            <a:off x="20378002" y="5002892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BBD05A9-6B6C-C32E-8CC9-22179ADB09F4}"/>
              </a:ext>
            </a:extLst>
          </p:cNvPr>
          <p:cNvSpPr/>
          <p:nvPr/>
        </p:nvSpPr>
        <p:spPr>
          <a:xfrm>
            <a:off x="18987868" y="7044931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1174053-0128-230F-B44E-BDD2F0558FC7}"/>
              </a:ext>
            </a:extLst>
          </p:cNvPr>
          <p:cNvSpPr/>
          <p:nvPr/>
        </p:nvSpPr>
        <p:spPr>
          <a:xfrm>
            <a:off x="12442371" y="7044930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CBDA78-633D-6E35-0953-CC1ACA6467B8}"/>
              </a:ext>
            </a:extLst>
          </p:cNvPr>
          <p:cNvSpPr/>
          <p:nvPr/>
        </p:nvSpPr>
        <p:spPr>
          <a:xfrm>
            <a:off x="17167270" y="9399500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65741A7-25F1-A86B-4DB0-257B36BC9A45}"/>
              </a:ext>
            </a:extLst>
          </p:cNvPr>
          <p:cNvSpPr/>
          <p:nvPr/>
        </p:nvSpPr>
        <p:spPr>
          <a:xfrm>
            <a:off x="15560639" y="7044929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A1720CB-50F9-8157-69D0-45C44F5DFC1F}"/>
              </a:ext>
            </a:extLst>
          </p:cNvPr>
          <p:cNvCxnSpPr>
            <a:cxnSpLocks/>
          </p:cNvCxnSpPr>
          <p:nvPr/>
        </p:nvCxnSpPr>
        <p:spPr>
          <a:xfrm flipH="1">
            <a:off x="14911332" y="4359845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1D333C2-DEB6-55DF-6DA3-C62A48568410}"/>
              </a:ext>
            </a:extLst>
          </p:cNvPr>
          <p:cNvCxnSpPr>
            <a:cxnSpLocks/>
          </p:cNvCxnSpPr>
          <p:nvPr/>
        </p:nvCxnSpPr>
        <p:spPr>
          <a:xfrm>
            <a:off x="17887270" y="4359845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892DDB4-98D2-484C-4390-E4C50859CC01}"/>
              </a:ext>
            </a:extLst>
          </p:cNvPr>
          <p:cNvCxnSpPr>
            <a:cxnSpLocks/>
          </p:cNvCxnSpPr>
          <p:nvPr/>
        </p:nvCxnSpPr>
        <p:spPr>
          <a:xfrm flipH="1">
            <a:off x="19707868" y="6315695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4FBDD80-B4C5-BD6F-B880-7FFAB5D93909}"/>
              </a:ext>
            </a:extLst>
          </p:cNvPr>
          <p:cNvCxnSpPr>
            <a:cxnSpLocks/>
          </p:cNvCxnSpPr>
          <p:nvPr/>
        </p:nvCxnSpPr>
        <p:spPr>
          <a:xfrm flipH="1">
            <a:off x="13162371" y="6315695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B621DE1-6E07-0939-F966-39025573B53A}"/>
              </a:ext>
            </a:extLst>
          </p:cNvPr>
          <p:cNvCxnSpPr>
            <a:cxnSpLocks/>
          </p:cNvCxnSpPr>
          <p:nvPr/>
        </p:nvCxnSpPr>
        <p:spPr>
          <a:xfrm flipH="1">
            <a:off x="17887270" y="8357734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52C30B2-3136-2A4C-9BE6-324FA921A6B9}"/>
              </a:ext>
            </a:extLst>
          </p:cNvPr>
          <p:cNvCxnSpPr>
            <a:cxnSpLocks/>
          </p:cNvCxnSpPr>
          <p:nvPr/>
        </p:nvCxnSpPr>
        <p:spPr>
          <a:xfrm flipH="1" flipV="1">
            <a:off x="14911332" y="6315695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E027C934-91A5-F872-F6C5-DD21D4E38304}"/>
              </a:ext>
            </a:extLst>
          </p:cNvPr>
          <p:cNvSpPr/>
          <p:nvPr/>
        </p:nvSpPr>
        <p:spPr>
          <a:xfrm>
            <a:off x="491217" y="9399500"/>
            <a:ext cx="9851037" cy="367018"/>
          </a:xfrm>
          <a:prstGeom prst="roundRect">
            <a:avLst/>
          </a:prstGeom>
          <a:solidFill>
            <a:schemeClr val="accent3">
              <a:lumMod val="40000"/>
              <a:lumOff val="60000"/>
              <a:alpha val="33117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8498F82-DA60-D39B-7DA8-BDC5FDDE0E21}"/>
              </a:ext>
            </a:extLst>
          </p:cNvPr>
          <p:cNvSpPr/>
          <p:nvPr/>
        </p:nvSpPr>
        <p:spPr>
          <a:xfrm>
            <a:off x="15963075" y="4420303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0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A8D174C-C23E-3249-1BB5-AE95A8F17BF9}"/>
              </a:ext>
            </a:extLst>
          </p:cNvPr>
          <p:cNvSpPr/>
          <p:nvPr/>
        </p:nvSpPr>
        <p:spPr>
          <a:xfrm>
            <a:off x="19256577" y="4420303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0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4C4B325-1320-B897-E5BB-8550351FCF7C}"/>
              </a:ext>
            </a:extLst>
          </p:cNvPr>
          <p:cNvSpPr/>
          <p:nvPr/>
        </p:nvSpPr>
        <p:spPr>
          <a:xfrm>
            <a:off x="12815263" y="11545004"/>
            <a:ext cx="2256007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 err="1">
                <a:solidFill>
                  <a:schemeClr val="bg1"/>
                </a:solidFill>
                <a:latin typeface="Bradley Hand" pitchFamily="2" charset="77"/>
              </a:rPr>
              <a:t>maxAns</a:t>
            </a: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 = 0</a:t>
            </a:r>
          </a:p>
        </p:txBody>
      </p:sp>
    </p:spTree>
    <p:extLst>
      <p:ext uri="{BB962C8B-B14F-4D97-AF65-F5344CB8AC3E}">
        <p14:creationId xmlns:p14="http://schemas.microsoft.com/office/powerpoint/2010/main" val="18285545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709CF-09D5-672E-1194-A6330A48B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3DB93349-2E14-E437-3649-FE1EADDDC33B}"/>
              </a:ext>
            </a:extLst>
          </p:cNvPr>
          <p:cNvSpPr/>
          <p:nvPr/>
        </p:nvSpPr>
        <p:spPr>
          <a:xfrm>
            <a:off x="464831" y="436225"/>
            <a:ext cx="9903811" cy="128435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minimal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minimal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minimal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0){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 ||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color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color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5ED23FB-2F6A-00F4-D991-6A98CFA6B807}"/>
              </a:ext>
            </a:extLst>
          </p:cNvPr>
          <p:cNvSpPr/>
          <p:nvPr/>
        </p:nvSpPr>
        <p:spPr>
          <a:xfrm>
            <a:off x="14191332" y="5002891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5896451-E6E8-AD61-8158-DE7BDD56AA0A}"/>
              </a:ext>
            </a:extLst>
          </p:cNvPr>
          <p:cNvSpPr/>
          <p:nvPr/>
        </p:nvSpPr>
        <p:spPr>
          <a:xfrm>
            <a:off x="17167270" y="3047042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0931D7D-9CF1-4138-117E-46C0C9442EC1}"/>
              </a:ext>
            </a:extLst>
          </p:cNvPr>
          <p:cNvSpPr/>
          <p:nvPr/>
        </p:nvSpPr>
        <p:spPr>
          <a:xfrm>
            <a:off x="20378002" y="5002892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45BB00B-D684-8057-7722-3294B0896F30}"/>
              </a:ext>
            </a:extLst>
          </p:cNvPr>
          <p:cNvSpPr/>
          <p:nvPr/>
        </p:nvSpPr>
        <p:spPr>
          <a:xfrm>
            <a:off x="18987868" y="7044931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09CA71E-2C4E-9286-5A89-9FDB4849276F}"/>
              </a:ext>
            </a:extLst>
          </p:cNvPr>
          <p:cNvSpPr/>
          <p:nvPr/>
        </p:nvSpPr>
        <p:spPr>
          <a:xfrm>
            <a:off x="12442371" y="7044930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D18BD3A-B6DD-B664-D952-BB200E5C7539}"/>
              </a:ext>
            </a:extLst>
          </p:cNvPr>
          <p:cNvSpPr/>
          <p:nvPr/>
        </p:nvSpPr>
        <p:spPr>
          <a:xfrm>
            <a:off x="17167270" y="9399500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E070C63-516A-2EEA-0145-767D442457AD}"/>
              </a:ext>
            </a:extLst>
          </p:cNvPr>
          <p:cNvSpPr/>
          <p:nvPr/>
        </p:nvSpPr>
        <p:spPr>
          <a:xfrm>
            <a:off x="15560639" y="7044929"/>
            <a:ext cx="1440000" cy="131280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63500" cap="flat">
            <a:solidFill>
              <a:schemeClr val="accent6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02AB4D6-1DBF-6ED4-A0E9-DF5B8EDABEF8}"/>
              </a:ext>
            </a:extLst>
          </p:cNvPr>
          <p:cNvCxnSpPr>
            <a:cxnSpLocks/>
          </p:cNvCxnSpPr>
          <p:nvPr/>
        </p:nvCxnSpPr>
        <p:spPr>
          <a:xfrm flipH="1">
            <a:off x="14911332" y="4359845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C50E619-0374-E073-8B4D-B10DB19439BA}"/>
              </a:ext>
            </a:extLst>
          </p:cNvPr>
          <p:cNvCxnSpPr>
            <a:cxnSpLocks/>
          </p:cNvCxnSpPr>
          <p:nvPr/>
        </p:nvCxnSpPr>
        <p:spPr>
          <a:xfrm>
            <a:off x="17887270" y="4359845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6D6B103-DA7B-057E-E257-EB122A7BD571}"/>
              </a:ext>
            </a:extLst>
          </p:cNvPr>
          <p:cNvCxnSpPr>
            <a:cxnSpLocks/>
          </p:cNvCxnSpPr>
          <p:nvPr/>
        </p:nvCxnSpPr>
        <p:spPr>
          <a:xfrm flipH="1">
            <a:off x="19707868" y="6315695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E3897CB-2997-CEA7-A19C-CA67F813CF6E}"/>
              </a:ext>
            </a:extLst>
          </p:cNvPr>
          <p:cNvCxnSpPr>
            <a:cxnSpLocks/>
          </p:cNvCxnSpPr>
          <p:nvPr/>
        </p:nvCxnSpPr>
        <p:spPr>
          <a:xfrm flipH="1">
            <a:off x="13162371" y="6315695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9DEEE8B-DB37-49E1-F616-3ADFFB08304B}"/>
              </a:ext>
            </a:extLst>
          </p:cNvPr>
          <p:cNvCxnSpPr>
            <a:cxnSpLocks/>
          </p:cNvCxnSpPr>
          <p:nvPr/>
        </p:nvCxnSpPr>
        <p:spPr>
          <a:xfrm flipH="1">
            <a:off x="17887270" y="8357734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8D10372-C1B8-4A07-0DA0-1F3281B713F7}"/>
              </a:ext>
            </a:extLst>
          </p:cNvPr>
          <p:cNvCxnSpPr>
            <a:cxnSpLocks/>
          </p:cNvCxnSpPr>
          <p:nvPr/>
        </p:nvCxnSpPr>
        <p:spPr>
          <a:xfrm flipH="1" flipV="1">
            <a:off x="14911332" y="6315695"/>
            <a:ext cx="1369307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51DED66A-806D-96C4-CD2A-9FD8ECB42964}"/>
              </a:ext>
            </a:extLst>
          </p:cNvPr>
          <p:cNvSpPr/>
          <p:nvPr/>
        </p:nvSpPr>
        <p:spPr>
          <a:xfrm>
            <a:off x="464831" y="10528794"/>
            <a:ext cx="9851037" cy="367018"/>
          </a:xfrm>
          <a:prstGeom prst="roundRect">
            <a:avLst/>
          </a:prstGeom>
          <a:solidFill>
            <a:schemeClr val="accent3">
              <a:lumMod val="40000"/>
              <a:lumOff val="60000"/>
              <a:alpha val="33117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180F499-7271-04B8-99A6-34A22487EE35}"/>
              </a:ext>
            </a:extLst>
          </p:cNvPr>
          <p:cNvSpPr/>
          <p:nvPr/>
        </p:nvSpPr>
        <p:spPr>
          <a:xfrm>
            <a:off x="15963075" y="4420303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0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3FF8E9A-B148-6BC8-67B8-22375F2527A2}"/>
              </a:ext>
            </a:extLst>
          </p:cNvPr>
          <p:cNvSpPr/>
          <p:nvPr/>
        </p:nvSpPr>
        <p:spPr>
          <a:xfrm>
            <a:off x="19256577" y="4420303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0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0F3B693-6EAF-85A9-41A2-B189DC75CC58}"/>
              </a:ext>
            </a:extLst>
          </p:cNvPr>
          <p:cNvSpPr/>
          <p:nvPr/>
        </p:nvSpPr>
        <p:spPr>
          <a:xfrm>
            <a:off x="12815263" y="11545004"/>
            <a:ext cx="2256007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 err="1">
                <a:solidFill>
                  <a:schemeClr val="bg1"/>
                </a:solidFill>
                <a:latin typeface="Bradley Hand" pitchFamily="2" charset="77"/>
              </a:rPr>
              <a:t>maxAns</a:t>
            </a: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 = 0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3ED62FE-1726-1059-1998-2C09FDFF646C}"/>
              </a:ext>
            </a:extLst>
          </p:cNvPr>
          <p:cNvSpPr/>
          <p:nvPr/>
        </p:nvSpPr>
        <p:spPr>
          <a:xfrm>
            <a:off x="17569706" y="2421360"/>
            <a:ext cx="635128" cy="52212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radley Hand" pitchFamily="2" charset="77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8541168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12342</TotalTime>
  <Words>10654</Words>
  <Application>Microsoft Macintosh PowerPoint</Application>
  <PresentationFormat>Custom</PresentationFormat>
  <Paragraphs>2398</Paragraphs>
  <Slides>125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125</vt:i4>
      </vt:variant>
    </vt:vector>
  </HeadingPairs>
  <TitlesOfParts>
    <vt:vector size="132" baseType="lpstr">
      <vt:lpstr>Arial</vt:lpstr>
      <vt:lpstr>Bradley Hand</vt:lpstr>
      <vt:lpstr>Cambria Math</vt:lpstr>
      <vt:lpstr>Chalkduster</vt:lpstr>
      <vt:lpstr>Helvetica Neue</vt:lpstr>
      <vt:lpstr>Helvetica Neue Medium</vt:lpstr>
      <vt:lpstr>21_BasicWhite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Manoj Gupta</cp:lastModifiedBy>
  <cp:revision>2265</cp:revision>
  <dcterms:modified xsi:type="dcterms:W3CDTF">2026-10-09T04:28:18Z</dcterms:modified>
</cp:coreProperties>
</file>